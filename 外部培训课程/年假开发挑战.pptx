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15"/>
  </p:notesMasterIdLst>
  <p:sldIdLst>
    <p:sldId id="290" r:id="rId2"/>
    <p:sldId id="277" r:id="rId3"/>
    <p:sldId id="317" r:id="rId4"/>
    <p:sldId id="321" r:id="rId5"/>
    <p:sldId id="326" r:id="rId6"/>
    <p:sldId id="327" r:id="rId7"/>
    <p:sldId id="318" r:id="rId8"/>
    <p:sldId id="319" r:id="rId9"/>
    <p:sldId id="324" r:id="rId10"/>
    <p:sldId id="329" r:id="rId11"/>
    <p:sldId id="331" r:id="rId12"/>
    <p:sldId id="328" r:id="rId13"/>
    <p:sldId id="274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9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141" userDrawn="1">
          <p15:clr>
            <a:srgbClr val="A4A3A4"/>
          </p15:clr>
        </p15:guide>
        <p15:guide id="4" pos="5632" userDrawn="1">
          <p15:clr>
            <a:srgbClr val="A4A3A4"/>
          </p15:clr>
        </p15:guide>
        <p15:guide id="5" pos="7038" userDrawn="1">
          <p15:clr>
            <a:srgbClr val="A4A3A4"/>
          </p15:clr>
        </p15:guide>
        <p15:guide id="7" orient="horz" pos="1366" userDrawn="1">
          <p15:clr>
            <a:srgbClr val="A4A3A4"/>
          </p15:clr>
        </p15:guide>
        <p15:guide id="8" orient="horz" pos="2682" userDrawn="1">
          <p15:clr>
            <a:srgbClr val="A4A3A4"/>
          </p15:clr>
        </p15:guide>
        <p15:guide id="10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3A"/>
    <a:srgbClr val="FFC001"/>
    <a:srgbClr val="FAFAFA"/>
    <a:srgbClr val="F0B700"/>
    <a:srgbClr val="E2AC00"/>
    <a:srgbClr val="B08600"/>
    <a:srgbClr val="F6BB00"/>
    <a:srgbClr val="E1E1E1"/>
    <a:srgbClr val="E8E8E8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68160" autoAdjust="0"/>
  </p:normalViewPr>
  <p:slideViewPr>
    <p:cSldViewPr snapToGrid="0" showGuides="1">
      <p:cViewPr varScale="1">
        <p:scale>
          <a:sx n="96" d="100"/>
          <a:sy n="96" d="100"/>
        </p:scale>
        <p:origin x="2872" y="176"/>
      </p:cViewPr>
      <p:guideLst>
        <p:guide orient="horz" pos="2999"/>
        <p:guide pos="3840"/>
        <p:guide pos="1141"/>
        <p:guide pos="5632"/>
        <p:guide pos="7038"/>
        <p:guide orient="horz" pos="1366"/>
        <p:guide orient="horz" pos="2682"/>
        <p:guide pos="2887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470F4-B71D-48E3-8849-D94058D0B438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BDDFF-9C74-45EE-AD90-2B14BDC10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5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ghtly.teamcode.com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2f26705648-share.lightly.teamcode.com/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427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358CC-A703-4029-B39F-0A33770C7D58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516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294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年假管理后台用以登录所有用户的年度年假数据。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年假申请就是用户登记使用年假的申请。用户通过填写年假的开始结束时间，自动计算出年假的天数，然后提交给上级审批。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701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我们要做的是只有当年假被批准时，才会更新年假管理的应用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044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这边通过最少的字段来实现我们想要的功能。所以这边只设计了三个必要字段。</a:t>
            </a:r>
            <a:endParaRPr lang="en-US" altLang="zh-CN" dirty="0"/>
          </a:p>
          <a:p>
            <a:r>
              <a:rPr lang="zh-CN" altLang="en-US" dirty="0"/>
              <a:t>用户名通过用户选择来选择用户，年度填入比如录入今年</a:t>
            </a:r>
            <a:r>
              <a:rPr lang="en-US" altLang="zh-CN" dirty="0"/>
              <a:t>2022.</a:t>
            </a:r>
          </a:p>
          <a:p>
            <a:r>
              <a:rPr lang="zh-CN" altLang="en-US" dirty="0"/>
              <a:t>最后录入初始年假天数。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794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接下来是年假申请的应用，年假申请依然使用最少的字段，选择用户，年假的开始结束时间。</a:t>
            </a:r>
            <a:endParaRPr lang="en-US" altLang="zh-CN" dirty="0"/>
          </a:p>
          <a:p>
            <a:r>
              <a:rPr lang="zh-CN" altLang="en-US" dirty="0"/>
              <a:t>不过这边有个小小的技巧。我没有使用单行文本框让用户自己填写天数。而是使用了一个自动计算公式。类似于</a:t>
            </a:r>
            <a:r>
              <a:rPr lang="en-US" altLang="zh-CN" dirty="0"/>
              <a:t>excel</a:t>
            </a:r>
            <a:r>
              <a:rPr lang="zh-CN" altLang="en-US" dirty="0"/>
              <a:t>上的公式一样。比如说计算天数，可以通过结束时间字段减去开始时间字段就能计算出天数。</a:t>
            </a:r>
            <a:endParaRPr lang="en-US" altLang="zh-CN" dirty="0"/>
          </a:p>
          <a:p>
            <a:r>
              <a:rPr lang="zh-CN" altLang="en-US" dirty="0"/>
              <a:t>当然因为</a:t>
            </a:r>
            <a:r>
              <a:rPr lang="en-US" altLang="zh-CN" dirty="0" err="1"/>
              <a:t>kintone</a:t>
            </a:r>
            <a:r>
              <a:rPr lang="zh-CN" altLang="en-US" dirty="0"/>
              <a:t>的时间计算可以精确到秒，所以还需要做个时间转换。同时还需要加上</a:t>
            </a:r>
            <a:r>
              <a:rPr lang="en-US" altLang="zh-CN" dirty="0"/>
              <a:t>1</a:t>
            </a:r>
            <a:r>
              <a:rPr lang="zh-CN" altLang="en-US" dirty="0"/>
              <a:t>，因为默认开始是</a:t>
            </a:r>
            <a:r>
              <a:rPr lang="en-US" altLang="zh-CN" dirty="0"/>
              <a:t>0</a:t>
            </a:r>
            <a:r>
              <a:rPr lang="zh-CN" altLang="en-US" dirty="0"/>
              <a:t>点，而结束是</a:t>
            </a:r>
            <a:r>
              <a:rPr lang="en-US" altLang="zh-CN" dirty="0"/>
              <a:t>24</a:t>
            </a:r>
            <a:r>
              <a:rPr lang="zh-CN" altLang="en-US" dirty="0"/>
              <a:t>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86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Kintone</a:t>
            </a:r>
            <a:r>
              <a:rPr kumimoji="1" lang="zh-CN" altLang="en-US" dirty="0"/>
              <a:t>流程设计这块。相信大家作为</a:t>
            </a:r>
            <a:r>
              <a:rPr kumimoji="1" lang="en-US" altLang="zh-CN" dirty="0" err="1"/>
              <a:t>kintone</a:t>
            </a:r>
            <a:r>
              <a:rPr kumimoji="1" lang="zh-CN" altLang="en-US" dirty="0"/>
              <a:t>的深度使用者。应该是得心应手。</a:t>
            </a:r>
            <a:endParaRPr kumimoji="1" lang="en-US" altLang="zh-CN" dirty="0"/>
          </a:p>
          <a:p>
            <a:r>
              <a:rPr kumimoji="1" lang="zh-CN" altLang="en-US" dirty="0"/>
              <a:t>这边也简单设计了几个状态。分别是 未处理。处理中，已批准以及已驳回。</a:t>
            </a:r>
            <a:endParaRPr kumimoji="1" lang="en-US" altLang="zh-CN" dirty="0"/>
          </a:p>
          <a:p>
            <a:r>
              <a:rPr kumimoji="1" lang="zh-CN" altLang="en-US" dirty="0"/>
              <a:t>其中上级可以对申请进行批准以及驳回操作。</a:t>
            </a:r>
            <a:endParaRPr kumimoji="1" lang="en-US" altLang="zh-CN" dirty="0"/>
          </a:p>
          <a:p>
            <a:r>
              <a:rPr kumimoji="1" lang="zh-CN" altLang="en-US" dirty="0"/>
              <a:t>但是因为现在我们是演示环境，用户有限。所以上级的执行者这块。我们不做填写。这样可以自己申请，自己处理。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723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确定自定义开发的触发事件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 获取申请年假的用户</a:t>
            </a:r>
            <a:r>
              <a:rPr kumimoji="1" lang="en-US" altLang="zh-CN" dirty="0"/>
              <a:t>id</a:t>
            </a:r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 设置查询年假管理后台的条件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 获取用户的剩余年假数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 如果没有记录，需要提示用户（该用户还未登记年假信息）</a:t>
            </a:r>
            <a:endParaRPr kumimoji="1" lang="en-US" altLang="zh-CN" dirty="0"/>
          </a:p>
          <a:p>
            <a:r>
              <a:rPr kumimoji="1" lang="en-US" altLang="zh-CN" dirty="0"/>
              <a:t>6</a:t>
            </a:r>
            <a:r>
              <a:rPr kumimoji="1" lang="zh-CN" altLang="en-US" dirty="0"/>
              <a:t> 如果剩余年假小于申请的年假数，则提示年假不足</a:t>
            </a:r>
            <a:endParaRPr kumimoji="1" lang="en-US" altLang="zh-CN" dirty="0"/>
          </a:p>
          <a:p>
            <a:r>
              <a:rPr kumimoji="1" lang="en-US" altLang="zh-CN" dirty="0"/>
              <a:t>7</a:t>
            </a:r>
            <a:r>
              <a:rPr kumimoji="1" lang="zh-CN" altLang="en-US" dirty="0"/>
              <a:t> 准备更新年假管理应用的信息</a:t>
            </a:r>
            <a:endParaRPr kumimoji="1" lang="en-US" altLang="zh-CN" dirty="0"/>
          </a:p>
          <a:p>
            <a:r>
              <a:rPr kumimoji="1" lang="en-US" altLang="zh-CN" dirty="0"/>
              <a:t>8</a:t>
            </a:r>
            <a:r>
              <a:rPr kumimoji="1" lang="zh-CN" altLang="en-US" dirty="0"/>
              <a:t> 通过记录</a:t>
            </a:r>
            <a:r>
              <a:rPr kumimoji="1" lang="en-US" altLang="zh-CN" dirty="0"/>
              <a:t>id</a:t>
            </a:r>
            <a:r>
              <a:rPr kumimoji="1" lang="zh-CN" altLang="en-US" dirty="0"/>
              <a:t>来更新用户的年假管理后台的信息</a:t>
            </a:r>
            <a:endParaRPr kumimoji="1"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413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 确定自定义开发的触发事件（不是记录添加时，也不是记录编辑时，而是流程管理的动作执行事件：批准操作时。）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接下来是要考虑获取用户的剩余年假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 获取申请年假的用户</a:t>
            </a:r>
            <a:r>
              <a:rPr kumimoji="1" lang="en-US" altLang="zh-CN" dirty="0"/>
              <a:t>id</a:t>
            </a:r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 设置查询年假管理后台的条件</a:t>
            </a:r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 获取用户的剩余年假数</a:t>
            </a:r>
            <a:endParaRPr kumimoji="1" lang="en-US" altLang="zh-CN" dirty="0"/>
          </a:p>
          <a:p>
            <a:r>
              <a:rPr kumimoji="1" lang="en-US" altLang="zh-CN" dirty="0"/>
              <a:t>5</a:t>
            </a:r>
            <a:r>
              <a:rPr kumimoji="1" lang="zh-CN" altLang="en-US" dirty="0"/>
              <a:t> 如果没有记录，需要提示用户（该用户还未登记年假信息）</a:t>
            </a:r>
            <a:endParaRPr kumimoji="1" lang="en-US" altLang="zh-CN" dirty="0"/>
          </a:p>
          <a:p>
            <a:r>
              <a:rPr kumimoji="1" lang="en-US" altLang="zh-CN" dirty="0"/>
              <a:t>6</a:t>
            </a:r>
            <a:r>
              <a:rPr kumimoji="1" lang="zh-CN" altLang="en-US" dirty="0"/>
              <a:t> 如果剩余年假小于申请的年假数，则提示年假不足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当用户有正常年假可以申请，且批准时，就会准备更新年假管理应用了</a:t>
            </a:r>
            <a:endParaRPr kumimoji="1" lang="en-US" altLang="zh-CN" dirty="0"/>
          </a:p>
          <a:p>
            <a:r>
              <a:rPr kumimoji="1" lang="en-US" altLang="zh-CN" dirty="0"/>
              <a:t>7</a:t>
            </a:r>
            <a:r>
              <a:rPr kumimoji="1" lang="zh-CN" altLang="en-US" dirty="0"/>
              <a:t> 准备更新年假管理应用的信息（计算出新的剩余年假）</a:t>
            </a:r>
            <a:endParaRPr kumimoji="1" lang="en-US" altLang="zh-CN" dirty="0"/>
          </a:p>
          <a:p>
            <a:r>
              <a:rPr kumimoji="1" lang="en-US" altLang="zh-CN" dirty="0"/>
              <a:t>8</a:t>
            </a:r>
            <a:r>
              <a:rPr kumimoji="1" lang="zh-CN" altLang="en-US" dirty="0"/>
              <a:t> 通过记录</a:t>
            </a:r>
            <a:r>
              <a:rPr kumimoji="1" lang="en-US" altLang="zh-CN" dirty="0"/>
              <a:t>id</a:t>
            </a:r>
            <a:r>
              <a:rPr kumimoji="1" lang="zh-CN" altLang="en-US" dirty="0"/>
              <a:t>来更新用户的年假管理后台的信息</a:t>
            </a:r>
            <a:endParaRPr kumimoji="1"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747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年假系统的自定义开发讲解就到这里，接下来，就是我们的开发挑战大赛了。</a:t>
            </a:r>
            <a:endParaRPr kumimoji="1" lang="en-US" altLang="zh-CN" dirty="0"/>
          </a:p>
          <a:p>
            <a:r>
              <a:rPr kumimoji="1" lang="zh-CN" altLang="en-US" dirty="0"/>
              <a:t>规则是这样的  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 导入应用模版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 打开</a:t>
            </a:r>
            <a:r>
              <a:rPr kumimoji="1" lang="en-US" altLang="zh-CN" dirty="0" err="1"/>
              <a:t>nianjia_challenge.js</a:t>
            </a:r>
            <a:r>
              <a:rPr kumimoji="1" lang="zh-CN" altLang="en-US" dirty="0"/>
              <a:t> 这个自定义</a:t>
            </a:r>
            <a:r>
              <a:rPr kumimoji="1" lang="en-US" altLang="zh-CN" dirty="0" err="1"/>
              <a:t>js</a:t>
            </a:r>
            <a:r>
              <a:rPr kumimoji="1" lang="zh-CN" altLang="en-US" dirty="0"/>
              <a:t>文件</a:t>
            </a:r>
            <a:endParaRPr kumimoji="1" lang="en-US" altLang="zh-CN" dirty="0"/>
          </a:p>
          <a:p>
            <a:r>
              <a:rPr kumimoji="1" lang="zh-CN" altLang="en-US" dirty="0"/>
              <a:t>对</a:t>
            </a:r>
            <a:r>
              <a:rPr kumimoji="1" lang="en-US" altLang="zh-CN" dirty="0" err="1"/>
              <a:t>nianjia_challenge.js</a:t>
            </a:r>
            <a:r>
              <a:rPr kumimoji="1" lang="zh-CN" altLang="en-US" dirty="0"/>
              <a:t> 这个自定义</a:t>
            </a:r>
            <a:r>
              <a:rPr kumimoji="1" lang="en-US" altLang="zh-CN" dirty="0" err="1"/>
              <a:t>js</a:t>
            </a:r>
            <a:r>
              <a:rPr kumimoji="1" lang="zh-CN" altLang="en-US" dirty="0"/>
              <a:t>文件进行完善，这边为了缩减难度，只需要大家对其中空缺的</a:t>
            </a:r>
            <a:r>
              <a:rPr kumimoji="1" lang="en-US" altLang="zh-CN" dirty="0"/>
              <a:t>1-10</a:t>
            </a:r>
            <a:r>
              <a:rPr kumimoji="1" lang="zh-CN" altLang="en-US" dirty="0"/>
              <a:t>部分进行填空替换。这填空的答案也是选择题。可以在“</a:t>
            </a:r>
            <a:r>
              <a:rPr kumimoji="1" lang="zh-CN" altLang="en-US" sz="1200" dirty="0"/>
              <a:t>年假申请系统自定义选择题”这个应用中找到相对的答案。你们只需要选择出你的答案，并且替换</a:t>
            </a:r>
            <a:r>
              <a:rPr kumimoji="1" lang="en-US" altLang="zh-CN" sz="1200" dirty="0"/>
              <a:t>1-10</a:t>
            </a:r>
            <a:r>
              <a:rPr kumimoji="1" lang="zh-CN" altLang="en-US" sz="1200" dirty="0"/>
              <a:t>就行了。</a:t>
            </a:r>
            <a:endParaRPr kumimoji="1" lang="en-US" altLang="zh-CN" sz="1200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第一部分导入应用需要我们的工作人员进行现场检查。确保应用导入的位置为自己的空间。</a:t>
            </a:r>
            <a:endParaRPr kumimoji="1" lang="en-US" altLang="zh-CN" dirty="0"/>
          </a:p>
          <a:p>
            <a:pPr algn="l"/>
            <a:r>
              <a:rPr kumimoji="1" lang="zh-CN" altLang="en-US" dirty="0"/>
              <a:t>指导大家使用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在线代码编辑工具，然后传到</a:t>
            </a:r>
            <a:r>
              <a:rPr lang="en" altLang="zh-CN" b="0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的方式（</a:t>
            </a:r>
            <a:r>
              <a:rPr lang="en" altLang="zh-CN" b="0" i="0" u="none" strike="noStrike" dirty="0">
                <a:solidFill>
                  <a:srgbClr val="3498D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https://lightly.teamcode.com/</a:t>
            </a:r>
            <a:r>
              <a:rPr lang="zh-CN" altLang="e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项目快照：</a:t>
            </a:r>
            <a:r>
              <a:rPr lang="en" altLang="zh-CN" b="0" i="0" u="none" strike="noStrike" dirty="0">
                <a:solidFill>
                  <a:srgbClr val="3498D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https://2f26705648-share.lightly.teamcode.com/</a:t>
            </a:r>
            <a:endParaRPr lang="en" altLang="zh-CN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en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061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BDDFF-9C74-45EE-AD90-2B14BDC1031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23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F04A1-79A0-11C5-6D45-DC0F17AB0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793DCD-CCB2-3EF6-8A66-5144429D1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968A2-D92A-7616-C9C6-8ABE06AE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AF5071-B537-CDFA-609B-3D6433E2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D035AC-4254-9A42-79CF-6401E39B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539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7DEEC-C0AB-956F-F66F-BA4DCD84D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8F2688-AD3B-A3AE-E33F-12430FE48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9565B-8B95-25F1-1F0F-1C0A0BAE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C2B684-F054-2495-5221-425529148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96F226-4F6E-C29E-AB80-81C239FD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63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68E61-0BD1-2B9F-3779-705DF593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A80602-5771-A5C8-FD1B-050873D2B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BA432F-3E40-B94E-7B8F-DD5EBDE8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pPr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D3149F-F12E-53B7-77D4-35E7DD2A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8934DC-478A-6B5D-D608-0407A377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4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48191-C92F-815F-E813-14DAB905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E25528-78EF-EBB1-FE69-0D7FECA52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02DB1-473A-B8AE-8193-301EE42BF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5ABEF4-F759-C6DC-E887-DEEFF4E8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603A74-893A-33D5-C92B-A5369108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606BDB-9DAC-D4AF-1F6B-964D01E4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8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DCA6C-9ED6-0B38-C2F6-FE896C6C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5B0098-AEFA-6F25-A66E-34F7817A4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0EBFD1-680A-FDC2-1863-850E3564B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32FE04-F864-651D-634A-99DFE21C7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829419-9978-D885-6001-B2DFBACB0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F8A547-5EE2-0B5E-78EB-BA4D02B6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3B4B30-1FF6-B280-9D50-F7AE6FC7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5F0778-F523-06DD-287A-CD16CF9C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36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83E0A-FB1E-B3B3-086B-B3FFA1E2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68CD15-484C-70C2-1850-CCE6294C8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pPr/>
              <a:t>2022/11/17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2823FE-320B-A185-96E4-5AD839F2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2B54C7-7CA3-7E00-BF53-30FADF21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33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D76664-9B23-3099-5BD9-B4B07163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pPr/>
              <a:t>2022/11/17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5760C4-94AC-B347-AD64-D29A9753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7272CD-54BB-CEAB-9BF9-571DA3FA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67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FF66F-A922-A043-CB35-86BFBFDB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4AEA15-76B8-2DDC-5A65-E16240EEA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164E42-AB90-325F-713A-3535F15E4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FD496D-EEBA-1151-20CA-F5B21926D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2BA603-0B22-F23C-580F-BB435713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AE6835-9D2A-A258-1649-D204FD50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69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44185-87B1-9782-83ED-8A3F4AD9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D20FB0-88DB-CCDC-3101-04D853E92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D6AACE-D9EB-63CB-1929-144CE52AE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B55C3F-6357-25D9-E900-0D04E2DF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pPr/>
              <a:t>2022/11/17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B2B3B3-4F60-19C6-3449-00B19DF4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62AC74-D222-A14F-5813-74A0F063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460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C0AAD-441E-FD52-4535-EA46E3BA4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EFEEE5-A429-C50F-06B6-96A263AD6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86427D-FE58-65B3-B0AD-EA84E928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E6B35C-59A5-A3B1-3045-07B25432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C6F87-2612-009B-D13A-85DB6D81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236AE5-EE60-2DD1-8E89-CB885904F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298E8C-F334-A4B3-73C1-9F08DE54B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3F1F16-BAFB-C3A4-E794-9F8733CC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6423-C432-45E6-89A1-31D5D84238BE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39D8C1-D698-85AE-84C5-23B72B03E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FBE92-9C7B-CFD7-BF8E-66E0323B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82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547FE3-AEBE-D7EB-F0D0-C1A1BEE9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983229-DEF5-156E-9EDC-8D7FBD050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78BC96-FE46-C472-84CE-1D353CB2B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56423-C432-45E6-89A1-31D5D84238BE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AF46A-77B9-9EB7-764F-29970A9CC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8DB6D8-472F-24B3-4B3B-1F1C0BC7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1E86F-CBF7-4DF7-824A-AB405C555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84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 rot="2700000">
            <a:off x="7580890" y="755411"/>
            <a:ext cx="3177271" cy="3177271"/>
          </a:xfrm>
          <a:prstGeom prst="rect">
            <a:avLst/>
          </a:prstGeom>
          <a:blipFill dpi="0" rotWithShape="0">
            <a:blip r:embed="rId3"/>
            <a:srcRect/>
            <a:stretch>
              <a:fillRect l="-58000" r="-49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rot="2700000">
            <a:off x="9532754" y="-663991"/>
            <a:ext cx="3177271" cy="2104393"/>
          </a:xfrm>
          <a:custGeom>
            <a:avLst/>
            <a:gdLst>
              <a:gd name="connsiteX0" fmla="*/ 1 w 3177271"/>
              <a:gd name="connsiteY0" fmla="*/ 2050510 h 2104393"/>
              <a:gd name="connsiteX1" fmla="*/ 2050512 w 3177271"/>
              <a:gd name="connsiteY1" fmla="*/ 0 h 2104393"/>
              <a:gd name="connsiteX2" fmla="*/ 3177271 w 3177271"/>
              <a:gd name="connsiteY2" fmla="*/ 1126759 h 2104393"/>
              <a:gd name="connsiteX3" fmla="*/ 3177271 w 3177271"/>
              <a:gd name="connsiteY3" fmla="*/ 2104393 h 2104393"/>
              <a:gd name="connsiteX4" fmla="*/ 0 w 3177271"/>
              <a:gd name="connsiteY4" fmla="*/ 2104393 h 2104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7271" h="2104393">
                <a:moveTo>
                  <a:pt x="1" y="2050510"/>
                </a:moveTo>
                <a:lnTo>
                  <a:pt x="2050512" y="0"/>
                </a:lnTo>
                <a:lnTo>
                  <a:pt x="3177271" y="1126759"/>
                </a:lnTo>
                <a:lnTo>
                  <a:pt x="3177271" y="2104393"/>
                </a:lnTo>
                <a:lnTo>
                  <a:pt x="0" y="2104393"/>
                </a:lnTo>
                <a:close/>
              </a:path>
            </a:pathLst>
          </a:custGeom>
          <a:blipFill dpi="0" rotWithShape="0">
            <a:blip r:embed="rId4"/>
            <a:srcRect/>
            <a:stretch>
              <a:fillRect l="-23000" r="-73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 rot="2700000">
            <a:off x="9941571" y="3085654"/>
            <a:ext cx="3177271" cy="3177271"/>
          </a:xfrm>
          <a:custGeom>
            <a:avLst/>
            <a:gdLst>
              <a:gd name="connsiteX0" fmla="*/ 0 w 3177271"/>
              <a:gd name="connsiteY0" fmla="*/ 0 h 3177271"/>
              <a:gd name="connsiteX1" fmla="*/ 935918 w 3177271"/>
              <a:gd name="connsiteY1" fmla="*/ 0 h 3177271"/>
              <a:gd name="connsiteX2" fmla="*/ 3177271 w 3177271"/>
              <a:gd name="connsiteY2" fmla="*/ 2241353 h 3177271"/>
              <a:gd name="connsiteX3" fmla="*/ 3177271 w 3177271"/>
              <a:gd name="connsiteY3" fmla="*/ 3177271 h 3177271"/>
              <a:gd name="connsiteX4" fmla="*/ 0 w 3177271"/>
              <a:gd name="connsiteY4" fmla="*/ 3177271 h 3177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7271" h="3177271">
                <a:moveTo>
                  <a:pt x="0" y="0"/>
                </a:moveTo>
                <a:lnTo>
                  <a:pt x="935918" y="0"/>
                </a:lnTo>
                <a:lnTo>
                  <a:pt x="3177271" y="2241353"/>
                </a:lnTo>
                <a:lnTo>
                  <a:pt x="3177271" y="3177271"/>
                </a:lnTo>
                <a:lnTo>
                  <a:pt x="0" y="3177271"/>
                </a:lnTo>
                <a:close/>
              </a:path>
            </a:pathLst>
          </a:custGeom>
          <a:blipFill dpi="0" rotWithShape="0">
            <a:blip r:embed="rId5"/>
            <a:srcRect/>
            <a:stretch>
              <a:fillRect l="-79000" r="-137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 rot="2700000">
            <a:off x="5245728" y="-1604723"/>
            <a:ext cx="3177271" cy="3177271"/>
          </a:xfrm>
          <a:custGeom>
            <a:avLst/>
            <a:gdLst>
              <a:gd name="connsiteX0" fmla="*/ 0 w 3177271"/>
              <a:gd name="connsiteY0" fmla="*/ 3166723 h 3177271"/>
              <a:gd name="connsiteX1" fmla="*/ 3166723 w 3177271"/>
              <a:gd name="connsiteY1" fmla="*/ 0 h 3177271"/>
              <a:gd name="connsiteX2" fmla="*/ 3177271 w 3177271"/>
              <a:gd name="connsiteY2" fmla="*/ 0 h 3177271"/>
              <a:gd name="connsiteX3" fmla="*/ 3177271 w 3177271"/>
              <a:gd name="connsiteY3" fmla="*/ 3177271 h 3177271"/>
              <a:gd name="connsiteX4" fmla="*/ 0 w 3177271"/>
              <a:gd name="connsiteY4" fmla="*/ 3177271 h 3177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7271" h="3177271">
                <a:moveTo>
                  <a:pt x="0" y="3166723"/>
                </a:moveTo>
                <a:lnTo>
                  <a:pt x="3166723" y="0"/>
                </a:lnTo>
                <a:lnTo>
                  <a:pt x="3177271" y="0"/>
                </a:lnTo>
                <a:lnTo>
                  <a:pt x="3177271" y="3177271"/>
                </a:lnTo>
                <a:lnTo>
                  <a:pt x="0" y="3177271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 rot="2700000">
            <a:off x="11783801" y="1930927"/>
            <a:ext cx="816398" cy="816398"/>
          </a:xfrm>
          <a:custGeom>
            <a:avLst/>
            <a:gdLst>
              <a:gd name="connsiteX0" fmla="*/ 0 w 816398"/>
              <a:gd name="connsiteY0" fmla="*/ 0 h 816398"/>
              <a:gd name="connsiteX1" fmla="*/ 816398 w 816398"/>
              <a:gd name="connsiteY1" fmla="*/ 816398 h 816398"/>
              <a:gd name="connsiteX2" fmla="*/ 0 w 816398"/>
              <a:gd name="connsiteY2" fmla="*/ 816398 h 8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6398" h="816398">
                <a:moveTo>
                  <a:pt x="0" y="0"/>
                </a:moveTo>
                <a:lnTo>
                  <a:pt x="816398" y="816398"/>
                </a:lnTo>
                <a:lnTo>
                  <a:pt x="0" y="816398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/>
        </p:nvSpPr>
        <p:spPr>
          <a:xfrm rot="2700000">
            <a:off x="-436148" y="6200721"/>
            <a:ext cx="1716663" cy="414787"/>
          </a:xfrm>
          <a:custGeom>
            <a:avLst/>
            <a:gdLst>
              <a:gd name="connsiteX0" fmla="*/ 0 w 1716663"/>
              <a:gd name="connsiteY0" fmla="*/ 0 h 414787"/>
              <a:gd name="connsiteX1" fmla="*/ 1716663 w 1716663"/>
              <a:gd name="connsiteY1" fmla="*/ 0 h 414787"/>
              <a:gd name="connsiteX2" fmla="*/ 1301876 w 1716663"/>
              <a:gd name="connsiteY2" fmla="*/ 414787 h 414787"/>
              <a:gd name="connsiteX3" fmla="*/ 414787 w 1716663"/>
              <a:gd name="connsiteY3" fmla="*/ 414787 h 41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6663" h="414787">
                <a:moveTo>
                  <a:pt x="0" y="0"/>
                </a:moveTo>
                <a:lnTo>
                  <a:pt x="1716663" y="0"/>
                </a:lnTo>
                <a:lnTo>
                  <a:pt x="1301876" y="414787"/>
                </a:lnTo>
                <a:lnTo>
                  <a:pt x="414787" y="414787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414523" y="5283517"/>
            <a:ext cx="267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3A3A3A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2022.11.18</a:t>
            </a:r>
            <a:endParaRPr lang="zh-CN" altLang="en-US" dirty="0">
              <a:solidFill>
                <a:srgbClr val="3A3A3A"/>
              </a:solidFill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" name="任意多边形 48"/>
          <p:cNvSpPr/>
          <p:nvPr/>
        </p:nvSpPr>
        <p:spPr>
          <a:xfrm rot="2700000">
            <a:off x="-337104" y="6508630"/>
            <a:ext cx="925070" cy="462535"/>
          </a:xfrm>
          <a:custGeom>
            <a:avLst/>
            <a:gdLst>
              <a:gd name="connsiteX0" fmla="*/ 0 w 925070"/>
              <a:gd name="connsiteY0" fmla="*/ 0 h 462535"/>
              <a:gd name="connsiteX1" fmla="*/ 925070 w 925070"/>
              <a:gd name="connsiteY1" fmla="*/ 0 h 462535"/>
              <a:gd name="connsiteX2" fmla="*/ 462535 w 925070"/>
              <a:gd name="connsiteY2" fmla="*/ 462535 h 462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5070" h="462535">
                <a:moveTo>
                  <a:pt x="0" y="0"/>
                </a:moveTo>
                <a:lnTo>
                  <a:pt x="925070" y="0"/>
                </a:lnTo>
                <a:lnTo>
                  <a:pt x="462535" y="462535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5574890" y="1386348"/>
            <a:ext cx="1259473" cy="1259473"/>
          </a:xfrm>
          <a:prstGeom prst="line">
            <a:avLst/>
          </a:prstGeom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35502" y="2282916"/>
            <a:ext cx="1259473" cy="1259473"/>
          </a:xfrm>
          <a:prstGeom prst="line">
            <a:avLst/>
          </a:prstGeom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任意多边形 29"/>
          <p:cNvSpPr/>
          <p:nvPr/>
        </p:nvSpPr>
        <p:spPr>
          <a:xfrm rot="2700000">
            <a:off x="11958528" y="6511803"/>
            <a:ext cx="307527" cy="532977"/>
          </a:xfrm>
          <a:custGeom>
            <a:avLst/>
            <a:gdLst>
              <a:gd name="connsiteX0" fmla="*/ 0 w 307527"/>
              <a:gd name="connsiteY0" fmla="*/ 0 h 532977"/>
              <a:gd name="connsiteX1" fmla="*/ 307527 w 307527"/>
              <a:gd name="connsiteY1" fmla="*/ 307527 h 532977"/>
              <a:gd name="connsiteX2" fmla="*/ 82077 w 307527"/>
              <a:gd name="connsiteY2" fmla="*/ 532977 h 532977"/>
              <a:gd name="connsiteX3" fmla="*/ 0 w 307527"/>
              <a:gd name="connsiteY3" fmla="*/ 532977 h 53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527" h="532977">
                <a:moveTo>
                  <a:pt x="0" y="0"/>
                </a:moveTo>
                <a:lnTo>
                  <a:pt x="307527" y="307527"/>
                </a:lnTo>
                <a:lnTo>
                  <a:pt x="82077" y="532977"/>
                </a:lnTo>
                <a:lnTo>
                  <a:pt x="0" y="532977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8490519" y="4133042"/>
            <a:ext cx="3014169" cy="2959980"/>
          </a:xfrm>
          <a:prstGeom prst="line">
            <a:avLst/>
          </a:prstGeom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形状&#10;&#10;描述已自动生成">
            <a:extLst>
              <a:ext uri="{FF2B5EF4-FFF2-40B4-BE49-F238E27FC236}">
                <a16:creationId xmlns:a16="http://schemas.microsoft.com/office/drawing/2014/main" id="{31751A2B-D937-4150-9061-7E2861AD33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73" y="2912652"/>
            <a:ext cx="2157413" cy="5764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174AD49-C0D4-67CE-D2BF-D143A7386E59}"/>
              </a:ext>
            </a:extLst>
          </p:cNvPr>
          <p:cNvSpPr txBox="1"/>
          <p:nvPr/>
        </p:nvSpPr>
        <p:spPr>
          <a:xfrm>
            <a:off x="2933178" y="29392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开发挑战！</a:t>
            </a:r>
          </a:p>
        </p:txBody>
      </p:sp>
    </p:spTree>
    <p:extLst>
      <p:ext uri="{BB962C8B-B14F-4D97-AF65-F5344CB8AC3E}">
        <p14:creationId xmlns:p14="http://schemas.microsoft.com/office/powerpoint/2010/main" val="288597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510178" y="-954668"/>
            <a:ext cx="3559556" cy="3542489"/>
            <a:chOff x="5588764" y="391169"/>
            <a:chExt cx="2614564" cy="2602028"/>
          </a:xfrm>
        </p:grpSpPr>
        <p:sp>
          <p:nvSpPr>
            <p:cNvPr id="64" name="Freeform 5"/>
            <p:cNvSpPr>
              <a:spLocks/>
            </p:cNvSpPr>
            <p:nvPr/>
          </p:nvSpPr>
          <p:spPr bwMode="auto">
            <a:xfrm rot="619297">
              <a:off x="5641282" y="391169"/>
              <a:ext cx="2499217" cy="2601749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6"/>
            <p:cNvSpPr>
              <a:spLocks/>
            </p:cNvSpPr>
            <p:nvPr/>
          </p:nvSpPr>
          <p:spPr bwMode="auto">
            <a:xfrm rot="619297">
              <a:off x="5631554" y="404266"/>
              <a:ext cx="2520576" cy="2588931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7"/>
            <p:cNvSpPr>
              <a:spLocks/>
            </p:cNvSpPr>
            <p:nvPr/>
          </p:nvSpPr>
          <p:spPr bwMode="auto">
            <a:xfrm rot="619297">
              <a:off x="5631554" y="412810"/>
              <a:ext cx="2520576" cy="2571843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8"/>
            <p:cNvSpPr>
              <a:spLocks/>
            </p:cNvSpPr>
            <p:nvPr/>
          </p:nvSpPr>
          <p:spPr bwMode="auto">
            <a:xfrm rot="619297">
              <a:off x="5619922" y="412531"/>
              <a:ext cx="2541939" cy="2559027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9"/>
            <p:cNvSpPr>
              <a:spLocks/>
            </p:cNvSpPr>
            <p:nvPr/>
          </p:nvSpPr>
          <p:spPr bwMode="auto">
            <a:xfrm rot="619297">
              <a:off x="5610612" y="421007"/>
              <a:ext cx="2559027" cy="2550483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0"/>
            <p:cNvSpPr>
              <a:spLocks/>
            </p:cNvSpPr>
            <p:nvPr/>
          </p:nvSpPr>
          <p:spPr bwMode="auto">
            <a:xfrm rot="619297">
              <a:off x="5611378" y="421076"/>
              <a:ext cx="2559027" cy="2541939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11"/>
            <p:cNvSpPr>
              <a:spLocks/>
            </p:cNvSpPr>
            <p:nvPr/>
          </p:nvSpPr>
          <p:spPr bwMode="auto">
            <a:xfrm rot="619297">
              <a:off x="5602416" y="434239"/>
              <a:ext cx="2580387" cy="2520577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2"/>
            <p:cNvSpPr>
              <a:spLocks/>
            </p:cNvSpPr>
            <p:nvPr/>
          </p:nvSpPr>
          <p:spPr bwMode="auto">
            <a:xfrm rot="619297">
              <a:off x="5602799" y="442818"/>
              <a:ext cx="2580387" cy="2499217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13"/>
            <p:cNvSpPr>
              <a:spLocks/>
            </p:cNvSpPr>
            <p:nvPr/>
          </p:nvSpPr>
          <p:spPr bwMode="auto">
            <a:xfrm rot="619297">
              <a:off x="5590016" y="442435"/>
              <a:ext cx="2601749" cy="2499217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4"/>
            <p:cNvSpPr>
              <a:spLocks/>
            </p:cNvSpPr>
            <p:nvPr/>
          </p:nvSpPr>
          <p:spPr bwMode="auto">
            <a:xfrm rot="619297">
              <a:off x="5588764" y="443479"/>
              <a:ext cx="2614564" cy="2512032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2657461" y="2641339"/>
            <a:ext cx="5817870" cy="158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3600" dirty="0">
                <a:solidFill>
                  <a:srgbClr val="3563A8"/>
                </a:solidFill>
                <a:latin typeface="汉仪细等线简" panose="02010609000101010101" pitchFamily="49" charset="-122"/>
                <a:ea typeface="汉仪细等线简" panose="02010609000101010101" pitchFamily="49" charset="-122"/>
              </a:rPr>
              <a:t>【</a:t>
            </a:r>
            <a:r>
              <a:rPr lang="zh-CN" altLang="en-US" sz="3600" dirty="0">
                <a:solidFill>
                  <a:srgbClr val="3563A8"/>
                </a:solidFill>
                <a:latin typeface="汉仪细等线简" panose="02010609000101010101" pitchFamily="49" charset="-122"/>
                <a:ea typeface="汉仪细等线简" panose="02010609000101010101" pitchFamily="49" charset="-122"/>
              </a:rPr>
              <a:t>本次课题</a:t>
            </a:r>
            <a:r>
              <a:rPr lang="en-US" altLang="zh-CN" sz="3600" dirty="0">
                <a:solidFill>
                  <a:srgbClr val="3563A8"/>
                </a:solidFill>
                <a:latin typeface="汉仪细等线简" panose="02010609000101010101" pitchFamily="49" charset="-122"/>
                <a:ea typeface="汉仪细等线简" panose="02010609000101010101" pitchFamily="49" charset="-122"/>
              </a:rPr>
              <a:t>】</a:t>
            </a:r>
          </a:p>
          <a:p>
            <a:pPr algn="r">
              <a:lnSpc>
                <a:spcPct val="150000"/>
              </a:lnSpc>
            </a:pPr>
            <a:r>
              <a:rPr lang="zh-CN" altLang="en-US" sz="3200" dirty="0">
                <a:solidFill>
                  <a:srgbClr val="3563A8"/>
                </a:solidFill>
                <a:ea typeface="汉仪细等线简" panose="02010609000101010101" pitchFamily="49" charset="-122"/>
              </a:rPr>
              <a:t>设计一个简单能用的年假系统</a:t>
            </a:r>
            <a:endParaRPr lang="en-US" altLang="zh-CN" sz="3200" dirty="0">
              <a:solidFill>
                <a:srgbClr val="3563A8"/>
              </a:solidFill>
              <a:ea typeface="汉仪细等线简" panose="02010609000101010101" pitchFamily="49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1982432" y="4515185"/>
            <a:ext cx="6466114" cy="0"/>
          </a:xfrm>
          <a:prstGeom prst="line">
            <a:avLst/>
          </a:prstGeom>
          <a:ln w="6350">
            <a:solidFill>
              <a:srgbClr val="356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 rot="619297">
            <a:off x="-2209912" y="-1844306"/>
            <a:ext cx="6484691" cy="6452906"/>
            <a:chOff x="6940262" y="3251983"/>
            <a:chExt cx="971550" cy="966788"/>
          </a:xfrm>
        </p:grpSpPr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grpSp>
        <p:nvGrpSpPr>
          <p:cNvPr id="51" name="组合 50"/>
          <p:cNvGrpSpPr/>
          <p:nvPr/>
        </p:nvGrpSpPr>
        <p:grpSpPr>
          <a:xfrm rot="619297">
            <a:off x="7962830" y="3043578"/>
            <a:ext cx="6484691" cy="6452906"/>
            <a:chOff x="6940262" y="3251983"/>
            <a:chExt cx="971550" cy="966788"/>
          </a:xfrm>
        </p:grpSpPr>
        <p:sp>
          <p:nvSpPr>
            <p:cNvPr id="53" name="Freeform 5"/>
            <p:cNvSpPr>
              <a:spLocks/>
            </p:cNvSpPr>
            <p:nvPr/>
          </p:nvSpPr>
          <p:spPr bwMode="auto">
            <a:xfrm>
              <a:off x="6959312" y="3251983"/>
              <a:ext cx="928688" cy="966788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6"/>
            <p:cNvSpPr>
              <a:spLocks/>
            </p:cNvSpPr>
            <p:nvPr/>
          </p:nvSpPr>
          <p:spPr bwMode="auto">
            <a:xfrm>
              <a:off x="6956137" y="3256746"/>
              <a:ext cx="936625" cy="962025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7"/>
            <p:cNvSpPr>
              <a:spLocks/>
            </p:cNvSpPr>
            <p:nvPr/>
          </p:nvSpPr>
          <p:spPr bwMode="auto">
            <a:xfrm>
              <a:off x="6956137" y="3259921"/>
              <a:ext cx="936625" cy="955675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auto">
            <a:xfrm>
              <a:off x="6951375" y="3259921"/>
              <a:ext cx="944563" cy="950913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auto">
            <a:xfrm>
              <a:off x="6948200" y="3263096"/>
              <a:ext cx="950913" cy="947738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0"/>
            <p:cNvSpPr>
              <a:spLocks/>
            </p:cNvSpPr>
            <p:nvPr/>
          </p:nvSpPr>
          <p:spPr bwMode="auto">
            <a:xfrm>
              <a:off x="6948200" y="3263096"/>
              <a:ext cx="950913" cy="944563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1"/>
            <p:cNvSpPr>
              <a:spLocks/>
            </p:cNvSpPr>
            <p:nvPr/>
          </p:nvSpPr>
          <p:spPr bwMode="auto">
            <a:xfrm>
              <a:off x="6945025" y="3267858"/>
              <a:ext cx="958850" cy="936625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2"/>
            <p:cNvSpPr>
              <a:spLocks/>
            </p:cNvSpPr>
            <p:nvPr/>
          </p:nvSpPr>
          <p:spPr bwMode="auto">
            <a:xfrm>
              <a:off x="6945025" y="3271033"/>
              <a:ext cx="958850" cy="928688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3"/>
            <p:cNvSpPr>
              <a:spLocks/>
            </p:cNvSpPr>
            <p:nvPr/>
          </p:nvSpPr>
          <p:spPr bwMode="auto">
            <a:xfrm>
              <a:off x="6940262" y="3271033"/>
              <a:ext cx="966788" cy="928688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4"/>
            <p:cNvSpPr>
              <a:spLocks/>
            </p:cNvSpPr>
            <p:nvPr/>
          </p:nvSpPr>
          <p:spPr bwMode="auto">
            <a:xfrm>
              <a:off x="6940262" y="3271033"/>
              <a:ext cx="971550" cy="933450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71970" y="5254440"/>
            <a:ext cx="2490176" cy="2478236"/>
            <a:chOff x="5588764" y="391169"/>
            <a:chExt cx="2614564" cy="2602028"/>
          </a:xfrm>
        </p:grpSpPr>
        <p:sp>
          <p:nvSpPr>
            <p:cNvPr id="75" name="Freeform 5"/>
            <p:cNvSpPr>
              <a:spLocks/>
            </p:cNvSpPr>
            <p:nvPr/>
          </p:nvSpPr>
          <p:spPr bwMode="auto">
            <a:xfrm rot="619297">
              <a:off x="5641282" y="391169"/>
              <a:ext cx="2499217" cy="2601749"/>
            </a:xfrm>
            <a:custGeom>
              <a:avLst/>
              <a:gdLst>
                <a:gd name="T0" fmla="*/ 121 w 245"/>
                <a:gd name="T1" fmla="*/ 0 h 255"/>
                <a:gd name="T2" fmla="*/ 158 w 245"/>
                <a:gd name="T3" fmla="*/ 61 h 255"/>
                <a:gd name="T4" fmla="*/ 234 w 245"/>
                <a:gd name="T5" fmla="*/ 65 h 255"/>
                <a:gd name="T6" fmla="*/ 198 w 245"/>
                <a:gd name="T7" fmla="*/ 128 h 255"/>
                <a:gd name="T8" fmla="*/ 233 w 245"/>
                <a:gd name="T9" fmla="*/ 191 h 255"/>
                <a:gd name="T10" fmla="*/ 160 w 245"/>
                <a:gd name="T11" fmla="*/ 193 h 255"/>
                <a:gd name="T12" fmla="*/ 122 w 245"/>
                <a:gd name="T13" fmla="*/ 255 h 255"/>
                <a:gd name="T14" fmla="*/ 87 w 245"/>
                <a:gd name="T15" fmla="*/ 193 h 255"/>
                <a:gd name="T16" fmla="*/ 11 w 245"/>
                <a:gd name="T17" fmla="*/ 190 h 255"/>
                <a:gd name="T18" fmla="*/ 47 w 245"/>
                <a:gd name="T19" fmla="*/ 125 h 255"/>
                <a:gd name="T20" fmla="*/ 11 w 245"/>
                <a:gd name="T21" fmla="*/ 65 h 255"/>
                <a:gd name="T22" fmla="*/ 86 w 245"/>
                <a:gd name="T23" fmla="*/ 62 h 255"/>
                <a:gd name="T24" fmla="*/ 121 w 245"/>
                <a:gd name="T25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5" h="255">
                  <a:moveTo>
                    <a:pt x="121" y="0"/>
                  </a:moveTo>
                  <a:cubicBezTo>
                    <a:pt x="142" y="0"/>
                    <a:pt x="147" y="55"/>
                    <a:pt x="158" y="61"/>
                  </a:cubicBezTo>
                  <a:cubicBezTo>
                    <a:pt x="170" y="67"/>
                    <a:pt x="222" y="43"/>
                    <a:pt x="234" y="65"/>
                  </a:cubicBezTo>
                  <a:cubicBezTo>
                    <a:pt x="245" y="85"/>
                    <a:pt x="198" y="115"/>
                    <a:pt x="198" y="128"/>
                  </a:cubicBezTo>
                  <a:cubicBezTo>
                    <a:pt x="198" y="141"/>
                    <a:pt x="244" y="172"/>
                    <a:pt x="233" y="191"/>
                  </a:cubicBezTo>
                  <a:cubicBezTo>
                    <a:pt x="222" y="211"/>
                    <a:pt x="172" y="186"/>
                    <a:pt x="160" y="193"/>
                  </a:cubicBezTo>
                  <a:cubicBezTo>
                    <a:pt x="148" y="200"/>
                    <a:pt x="143" y="255"/>
                    <a:pt x="122" y="255"/>
                  </a:cubicBezTo>
                  <a:cubicBezTo>
                    <a:pt x="101" y="255"/>
                    <a:pt x="98" y="199"/>
                    <a:pt x="87" y="193"/>
                  </a:cubicBezTo>
                  <a:cubicBezTo>
                    <a:pt x="75" y="187"/>
                    <a:pt x="24" y="212"/>
                    <a:pt x="11" y="190"/>
                  </a:cubicBezTo>
                  <a:cubicBezTo>
                    <a:pt x="0" y="169"/>
                    <a:pt x="47" y="138"/>
                    <a:pt x="47" y="125"/>
                  </a:cubicBezTo>
                  <a:cubicBezTo>
                    <a:pt x="48" y="113"/>
                    <a:pt x="1" y="83"/>
                    <a:pt x="11" y="65"/>
                  </a:cubicBezTo>
                  <a:cubicBezTo>
                    <a:pt x="23" y="45"/>
                    <a:pt x="73" y="69"/>
                    <a:pt x="86" y="62"/>
                  </a:cubicBezTo>
                  <a:cubicBezTo>
                    <a:pt x="97" y="55"/>
                    <a:pt x="100" y="0"/>
                    <a:pt x="121" y="0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"/>
            <p:cNvSpPr>
              <a:spLocks/>
            </p:cNvSpPr>
            <p:nvPr/>
          </p:nvSpPr>
          <p:spPr bwMode="auto">
            <a:xfrm rot="619297">
              <a:off x="5631554" y="404266"/>
              <a:ext cx="2520576" cy="2588931"/>
            </a:xfrm>
            <a:custGeom>
              <a:avLst/>
              <a:gdLst>
                <a:gd name="T0" fmla="*/ 129 w 247"/>
                <a:gd name="T1" fmla="*/ 1 h 254"/>
                <a:gd name="T2" fmla="*/ 162 w 247"/>
                <a:gd name="T3" fmla="*/ 63 h 254"/>
                <a:gd name="T4" fmla="*/ 237 w 247"/>
                <a:gd name="T5" fmla="*/ 71 h 254"/>
                <a:gd name="T6" fmla="*/ 198 w 247"/>
                <a:gd name="T7" fmla="*/ 131 h 254"/>
                <a:gd name="T8" fmla="*/ 229 w 247"/>
                <a:gd name="T9" fmla="*/ 196 h 254"/>
                <a:gd name="T10" fmla="*/ 156 w 247"/>
                <a:gd name="T11" fmla="*/ 193 h 254"/>
                <a:gd name="T12" fmla="*/ 116 w 247"/>
                <a:gd name="T13" fmla="*/ 252 h 254"/>
                <a:gd name="T14" fmla="*/ 84 w 247"/>
                <a:gd name="T15" fmla="*/ 189 h 254"/>
                <a:gd name="T16" fmla="*/ 11 w 247"/>
                <a:gd name="T17" fmla="*/ 182 h 254"/>
                <a:gd name="T18" fmla="*/ 49 w 247"/>
                <a:gd name="T19" fmla="*/ 121 h 254"/>
                <a:gd name="T20" fmla="*/ 18 w 247"/>
                <a:gd name="T21" fmla="*/ 59 h 254"/>
                <a:gd name="T22" fmla="*/ 91 w 247"/>
                <a:gd name="T23" fmla="*/ 60 h 254"/>
                <a:gd name="T24" fmla="*/ 129 w 247"/>
                <a:gd name="T25" fmla="*/ 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4">
                  <a:moveTo>
                    <a:pt x="129" y="1"/>
                  </a:moveTo>
                  <a:cubicBezTo>
                    <a:pt x="150" y="2"/>
                    <a:pt x="151" y="57"/>
                    <a:pt x="162" y="63"/>
                  </a:cubicBezTo>
                  <a:cubicBezTo>
                    <a:pt x="174" y="70"/>
                    <a:pt x="226" y="49"/>
                    <a:pt x="237" y="71"/>
                  </a:cubicBezTo>
                  <a:cubicBezTo>
                    <a:pt x="247" y="91"/>
                    <a:pt x="199" y="118"/>
                    <a:pt x="198" y="131"/>
                  </a:cubicBezTo>
                  <a:cubicBezTo>
                    <a:pt x="197" y="144"/>
                    <a:pt x="241" y="177"/>
                    <a:pt x="229" y="196"/>
                  </a:cubicBezTo>
                  <a:cubicBezTo>
                    <a:pt x="217" y="214"/>
                    <a:pt x="169" y="187"/>
                    <a:pt x="156" y="193"/>
                  </a:cubicBezTo>
                  <a:cubicBezTo>
                    <a:pt x="144" y="199"/>
                    <a:pt x="137" y="254"/>
                    <a:pt x="116" y="252"/>
                  </a:cubicBezTo>
                  <a:cubicBezTo>
                    <a:pt x="95" y="251"/>
                    <a:pt x="95" y="196"/>
                    <a:pt x="84" y="189"/>
                  </a:cubicBezTo>
                  <a:cubicBezTo>
                    <a:pt x="73" y="182"/>
                    <a:pt x="21" y="204"/>
                    <a:pt x="11" y="182"/>
                  </a:cubicBezTo>
                  <a:cubicBezTo>
                    <a:pt x="0" y="161"/>
                    <a:pt x="48" y="134"/>
                    <a:pt x="49" y="121"/>
                  </a:cubicBezTo>
                  <a:cubicBezTo>
                    <a:pt x="50" y="108"/>
                    <a:pt x="7" y="76"/>
                    <a:pt x="18" y="59"/>
                  </a:cubicBezTo>
                  <a:cubicBezTo>
                    <a:pt x="30" y="40"/>
                    <a:pt x="78" y="66"/>
                    <a:pt x="91" y="60"/>
                  </a:cubicBezTo>
                  <a:cubicBezTo>
                    <a:pt x="103" y="54"/>
                    <a:pt x="109" y="0"/>
                    <a:pt x="129" y="1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7"/>
            <p:cNvSpPr>
              <a:spLocks/>
            </p:cNvSpPr>
            <p:nvPr/>
          </p:nvSpPr>
          <p:spPr bwMode="auto">
            <a:xfrm rot="619297">
              <a:off x="5631554" y="412810"/>
              <a:ext cx="2520576" cy="2571843"/>
            </a:xfrm>
            <a:custGeom>
              <a:avLst/>
              <a:gdLst>
                <a:gd name="T0" fmla="*/ 137 w 247"/>
                <a:gd name="T1" fmla="*/ 2 h 252"/>
                <a:gd name="T2" fmla="*/ 165 w 247"/>
                <a:gd name="T3" fmla="*/ 65 h 252"/>
                <a:gd name="T4" fmla="*/ 239 w 247"/>
                <a:gd name="T5" fmla="*/ 77 h 252"/>
                <a:gd name="T6" fmla="*/ 197 w 247"/>
                <a:gd name="T7" fmla="*/ 134 h 252"/>
                <a:gd name="T8" fmla="*/ 224 w 247"/>
                <a:gd name="T9" fmla="*/ 200 h 252"/>
                <a:gd name="T10" fmla="*/ 152 w 247"/>
                <a:gd name="T11" fmla="*/ 193 h 252"/>
                <a:gd name="T12" fmla="*/ 109 w 247"/>
                <a:gd name="T13" fmla="*/ 250 h 252"/>
                <a:gd name="T14" fmla="*/ 81 w 247"/>
                <a:gd name="T15" fmla="*/ 185 h 252"/>
                <a:gd name="T16" fmla="*/ 9 w 247"/>
                <a:gd name="T17" fmla="*/ 174 h 252"/>
                <a:gd name="T18" fmla="*/ 50 w 247"/>
                <a:gd name="T19" fmla="*/ 116 h 252"/>
                <a:gd name="T20" fmla="*/ 23 w 247"/>
                <a:gd name="T21" fmla="*/ 52 h 252"/>
                <a:gd name="T22" fmla="*/ 95 w 247"/>
                <a:gd name="T23" fmla="*/ 58 h 252"/>
                <a:gd name="T24" fmla="*/ 137 w 247"/>
                <a:gd name="T25" fmla="*/ 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7" h="252">
                  <a:moveTo>
                    <a:pt x="137" y="2"/>
                  </a:moveTo>
                  <a:cubicBezTo>
                    <a:pt x="157" y="4"/>
                    <a:pt x="155" y="58"/>
                    <a:pt x="165" y="65"/>
                  </a:cubicBezTo>
                  <a:cubicBezTo>
                    <a:pt x="177" y="73"/>
                    <a:pt x="229" y="55"/>
                    <a:pt x="239" y="77"/>
                  </a:cubicBezTo>
                  <a:cubicBezTo>
                    <a:pt x="247" y="98"/>
                    <a:pt x="198" y="121"/>
                    <a:pt x="197" y="134"/>
                  </a:cubicBezTo>
                  <a:cubicBezTo>
                    <a:pt x="196" y="147"/>
                    <a:pt x="237" y="182"/>
                    <a:pt x="224" y="200"/>
                  </a:cubicBezTo>
                  <a:cubicBezTo>
                    <a:pt x="210" y="217"/>
                    <a:pt x="164" y="188"/>
                    <a:pt x="152" y="193"/>
                  </a:cubicBezTo>
                  <a:cubicBezTo>
                    <a:pt x="140" y="198"/>
                    <a:pt x="130" y="252"/>
                    <a:pt x="109" y="250"/>
                  </a:cubicBezTo>
                  <a:cubicBezTo>
                    <a:pt x="88" y="247"/>
                    <a:pt x="91" y="192"/>
                    <a:pt x="81" y="185"/>
                  </a:cubicBezTo>
                  <a:cubicBezTo>
                    <a:pt x="70" y="177"/>
                    <a:pt x="18" y="196"/>
                    <a:pt x="9" y="174"/>
                  </a:cubicBezTo>
                  <a:cubicBezTo>
                    <a:pt x="0" y="153"/>
                    <a:pt x="49" y="129"/>
                    <a:pt x="50" y="116"/>
                  </a:cubicBezTo>
                  <a:cubicBezTo>
                    <a:pt x="52" y="104"/>
                    <a:pt x="11" y="69"/>
                    <a:pt x="23" y="52"/>
                  </a:cubicBezTo>
                  <a:cubicBezTo>
                    <a:pt x="37" y="35"/>
                    <a:pt x="83" y="63"/>
                    <a:pt x="95" y="58"/>
                  </a:cubicBezTo>
                  <a:cubicBezTo>
                    <a:pt x="107" y="53"/>
                    <a:pt x="116" y="0"/>
                    <a:pt x="137" y="2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8"/>
            <p:cNvSpPr>
              <a:spLocks/>
            </p:cNvSpPr>
            <p:nvPr/>
          </p:nvSpPr>
          <p:spPr bwMode="auto">
            <a:xfrm rot="619297">
              <a:off x="5619922" y="412531"/>
              <a:ext cx="2541939" cy="2559027"/>
            </a:xfrm>
            <a:custGeom>
              <a:avLst/>
              <a:gdLst>
                <a:gd name="T0" fmla="*/ 145 w 249"/>
                <a:gd name="T1" fmla="*/ 4 h 251"/>
                <a:gd name="T2" fmla="*/ 170 w 249"/>
                <a:gd name="T3" fmla="*/ 69 h 251"/>
                <a:gd name="T4" fmla="*/ 242 w 249"/>
                <a:gd name="T5" fmla="*/ 84 h 251"/>
                <a:gd name="T6" fmla="*/ 197 w 249"/>
                <a:gd name="T7" fmla="*/ 138 h 251"/>
                <a:gd name="T8" fmla="*/ 219 w 249"/>
                <a:gd name="T9" fmla="*/ 205 h 251"/>
                <a:gd name="T10" fmla="*/ 148 w 249"/>
                <a:gd name="T11" fmla="*/ 194 h 251"/>
                <a:gd name="T12" fmla="*/ 103 w 249"/>
                <a:gd name="T13" fmla="*/ 248 h 251"/>
                <a:gd name="T14" fmla="*/ 79 w 249"/>
                <a:gd name="T15" fmla="*/ 182 h 251"/>
                <a:gd name="T16" fmla="*/ 8 w 249"/>
                <a:gd name="T17" fmla="*/ 168 h 251"/>
                <a:gd name="T18" fmla="*/ 52 w 249"/>
                <a:gd name="T19" fmla="*/ 112 h 251"/>
                <a:gd name="T20" fmla="*/ 30 w 249"/>
                <a:gd name="T21" fmla="*/ 47 h 251"/>
                <a:gd name="T22" fmla="*/ 100 w 249"/>
                <a:gd name="T23" fmla="*/ 56 h 251"/>
                <a:gd name="T24" fmla="*/ 145 w 249"/>
                <a:gd name="T25" fmla="*/ 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9" h="251">
                  <a:moveTo>
                    <a:pt x="145" y="4"/>
                  </a:moveTo>
                  <a:cubicBezTo>
                    <a:pt x="165" y="7"/>
                    <a:pt x="160" y="61"/>
                    <a:pt x="170" y="69"/>
                  </a:cubicBezTo>
                  <a:cubicBezTo>
                    <a:pt x="180" y="77"/>
                    <a:pt x="233" y="62"/>
                    <a:pt x="242" y="84"/>
                  </a:cubicBezTo>
                  <a:cubicBezTo>
                    <a:pt x="249" y="105"/>
                    <a:pt x="199" y="126"/>
                    <a:pt x="197" y="138"/>
                  </a:cubicBezTo>
                  <a:cubicBezTo>
                    <a:pt x="195" y="150"/>
                    <a:pt x="234" y="188"/>
                    <a:pt x="219" y="205"/>
                  </a:cubicBezTo>
                  <a:cubicBezTo>
                    <a:pt x="205" y="222"/>
                    <a:pt x="161" y="190"/>
                    <a:pt x="148" y="194"/>
                  </a:cubicBezTo>
                  <a:cubicBezTo>
                    <a:pt x="137" y="199"/>
                    <a:pt x="124" y="251"/>
                    <a:pt x="103" y="248"/>
                  </a:cubicBezTo>
                  <a:cubicBezTo>
                    <a:pt x="83" y="244"/>
                    <a:pt x="88" y="190"/>
                    <a:pt x="79" y="182"/>
                  </a:cubicBezTo>
                  <a:cubicBezTo>
                    <a:pt x="69" y="173"/>
                    <a:pt x="16" y="189"/>
                    <a:pt x="8" y="168"/>
                  </a:cubicBezTo>
                  <a:cubicBezTo>
                    <a:pt x="0" y="147"/>
                    <a:pt x="50" y="125"/>
                    <a:pt x="52" y="112"/>
                  </a:cubicBezTo>
                  <a:cubicBezTo>
                    <a:pt x="55" y="100"/>
                    <a:pt x="16" y="63"/>
                    <a:pt x="30" y="47"/>
                  </a:cubicBezTo>
                  <a:cubicBezTo>
                    <a:pt x="44" y="30"/>
                    <a:pt x="88" y="61"/>
                    <a:pt x="100" y="56"/>
                  </a:cubicBezTo>
                  <a:cubicBezTo>
                    <a:pt x="112" y="52"/>
                    <a:pt x="125" y="0"/>
                    <a:pt x="145" y="4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9"/>
            <p:cNvSpPr>
              <a:spLocks/>
            </p:cNvSpPr>
            <p:nvPr/>
          </p:nvSpPr>
          <p:spPr bwMode="auto">
            <a:xfrm rot="619297">
              <a:off x="5610612" y="421007"/>
              <a:ext cx="2559027" cy="2550483"/>
            </a:xfrm>
            <a:custGeom>
              <a:avLst/>
              <a:gdLst>
                <a:gd name="T0" fmla="*/ 153 w 251"/>
                <a:gd name="T1" fmla="*/ 5 h 250"/>
                <a:gd name="T2" fmla="*/ 174 w 251"/>
                <a:gd name="T3" fmla="*/ 71 h 250"/>
                <a:gd name="T4" fmla="*/ 244 w 251"/>
                <a:gd name="T5" fmla="*/ 90 h 250"/>
                <a:gd name="T6" fmla="*/ 197 w 251"/>
                <a:gd name="T7" fmla="*/ 141 h 250"/>
                <a:gd name="T8" fmla="*/ 215 w 251"/>
                <a:gd name="T9" fmla="*/ 209 h 250"/>
                <a:gd name="T10" fmla="*/ 145 w 251"/>
                <a:gd name="T11" fmla="*/ 194 h 250"/>
                <a:gd name="T12" fmla="*/ 97 w 251"/>
                <a:gd name="T13" fmla="*/ 245 h 250"/>
                <a:gd name="T14" fmla="*/ 76 w 251"/>
                <a:gd name="T15" fmla="*/ 177 h 250"/>
                <a:gd name="T16" fmla="*/ 7 w 251"/>
                <a:gd name="T17" fmla="*/ 160 h 250"/>
                <a:gd name="T18" fmla="*/ 54 w 251"/>
                <a:gd name="T19" fmla="*/ 108 h 250"/>
                <a:gd name="T20" fmla="*/ 36 w 251"/>
                <a:gd name="T21" fmla="*/ 40 h 250"/>
                <a:gd name="T22" fmla="*/ 105 w 251"/>
                <a:gd name="T23" fmla="*/ 54 h 250"/>
                <a:gd name="T24" fmla="*/ 153 w 251"/>
                <a:gd name="T25" fmla="*/ 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153" y="5"/>
                  </a:moveTo>
                  <a:cubicBezTo>
                    <a:pt x="173" y="9"/>
                    <a:pt x="165" y="62"/>
                    <a:pt x="174" y="71"/>
                  </a:cubicBezTo>
                  <a:cubicBezTo>
                    <a:pt x="184" y="80"/>
                    <a:pt x="238" y="68"/>
                    <a:pt x="244" y="90"/>
                  </a:cubicBezTo>
                  <a:cubicBezTo>
                    <a:pt x="251" y="111"/>
                    <a:pt x="200" y="129"/>
                    <a:pt x="197" y="141"/>
                  </a:cubicBezTo>
                  <a:cubicBezTo>
                    <a:pt x="194" y="153"/>
                    <a:pt x="231" y="193"/>
                    <a:pt x="215" y="209"/>
                  </a:cubicBezTo>
                  <a:cubicBezTo>
                    <a:pt x="199" y="225"/>
                    <a:pt x="158" y="191"/>
                    <a:pt x="145" y="194"/>
                  </a:cubicBezTo>
                  <a:cubicBezTo>
                    <a:pt x="133" y="198"/>
                    <a:pt x="117" y="250"/>
                    <a:pt x="97" y="245"/>
                  </a:cubicBezTo>
                  <a:cubicBezTo>
                    <a:pt x="77" y="240"/>
                    <a:pt x="86" y="186"/>
                    <a:pt x="76" y="177"/>
                  </a:cubicBezTo>
                  <a:cubicBezTo>
                    <a:pt x="67" y="169"/>
                    <a:pt x="14" y="181"/>
                    <a:pt x="7" y="160"/>
                  </a:cubicBezTo>
                  <a:cubicBezTo>
                    <a:pt x="0" y="139"/>
                    <a:pt x="51" y="120"/>
                    <a:pt x="54" y="108"/>
                  </a:cubicBezTo>
                  <a:cubicBezTo>
                    <a:pt x="57" y="95"/>
                    <a:pt x="21" y="56"/>
                    <a:pt x="36" y="40"/>
                  </a:cubicBezTo>
                  <a:cubicBezTo>
                    <a:pt x="51" y="25"/>
                    <a:pt x="93" y="58"/>
                    <a:pt x="105" y="54"/>
                  </a:cubicBezTo>
                  <a:cubicBezTo>
                    <a:pt x="117" y="51"/>
                    <a:pt x="133" y="0"/>
                    <a:pt x="153" y="5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10"/>
            <p:cNvSpPr>
              <a:spLocks/>
            </p:cNvSpPr>
            <p:nvPr/>
          </p:nvSpPr>
          <p:spPr bwMode="auto">
            <a:xfrm rot="619297">
              <a:off x="5611378" y="421076"/>
              <a:ext cx="2559027" cy="2541939"/>
            </a:xfrm>
            <a:custGeom>
              <a:avLst/>
              <a:gdLst>
                <a:gd name="T0" fmla="*/ 160 w 251"/>
                <a:gd name="T1" fmla="*/ 6 h 249"/>
                <a:gd name="T2" fmla="*/ 178 w 251"/>
                <a:gd name="T3" fmla="*/ 74 h 249"/>
                <a:gd name="T4" fmla="*/ 246 w 251"/>
                <a:gd name="T5" fmla="*/ 97 h 249"/>
                <a:gd name="T6" fmla="*/ 196 w 251"/>
                <a:gd name="T7" fmla="*/ 145 h 249"/>
                <a:gd name="T8" fmla="*/ 209 w 251"/>
                <a:gd name="T9" fmla="*/ 215 h 249"/>
                <a:gd name="T10" fmla="*/ 141 w 251"/>
                <a:gd name="T11" fmla="*/ 195 h 249"/>
                <a:gd name="T12" fmla="*/ 91 w 251"/>
                <a:gd name="T13" fmla="*/ 243 h 249"/>
                <a:gd name="T14" fmla="*/ 73 w 251"/>
                <a:gd name="T15" fmla="*/ 174 h 249"/>
                <a:gd name="T16" fmla="*/ 5 w 251"/>
                <a:gd name="T17" fmla="*/ 153 h 249"/>
                <a:gd name="T18" fmla="*/ 55 w 251"/>
                <a:gd name="T19" fmla="*/ 104 h 249"/>
                <a:gd name="T20" fmla="*/ 42 w 251"/>
                <a:gd name="T21" fmla="*/ 35 h 249"/>
                <a:gd name="T22" fmla="*/ 109 w 251"/>
                <a:gd name="T23" fmla="*/ 53 h 249"/>
                <a:gd name="T24" fmla="*/ 160 w 251"/>
                <a:gd name="T25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49">
                  <a:moveTo>
                    <a:pt x="160" y="6"/>
                  </a:moveTo>
                  <a:cubicBezTo>
                    <a:pt x="181" y="12"/>
                    <a:pt x="169" y="65"/>
                    <a:pt x="178" y="74"/>
                  </a:cubicBezTo>
                  <a:cubicBezTo>
                    <a:pt x="187" y="84"/>
                    <a:pt x="241" y="76"/>
                    <a:pt x="246" y="97"/>
                  </a:cubicBezTo>
                  <a:cubicBezTo>
                    <a:pt x="251" y="118"/>
                    <a:pt x="199" y="133"/>
                    <a:pt x="196" y="145"/>
                  </a:cubicBezTo>
                  <a:cubicBezTo>
                    <a:pt x="192" y="157"/>
                    <a:pt x="226" y="199"/>
                    <a:pt x="209" y="215"/>
                  </a:cubicBezTo>
                  <a:cubicBezTo>
                    <a:pt x="193" y="230"/>
                    <a:pt x="154" y="193"/>
                    <a:pt x="141" y="195"/>
                  </a:cubicBezTo>
                  <a:cubicBezTo>
                    <a:pt x="129" y="198"/>
                    <a:pt x="110" y="249"/>
                    <a:pt x="91" y="243"/>
                  </a:cubicBezTo>
                  <a:cubicBezTo>
                    <a:pt x="70" y="237"/>
                    <a:pt x="82" y="184"/>
                    <a:pt x="73" y="174"/>
                  </a:cubicBezTo>
                  <a:cubicBezTo>
                    <a:pt x="64" y="165"/>
                    <a:pt x="11" y="174"/>
                    <a:pt x="5" y="153"/>
                  </a:cubicBezTo>
                  <a:cubicBezTo>
                    <a:pt x="0" y="132"/>
                    <a:pt x="52" y="116"/>
                    <a:pt x="55" y="104"/>
                  </a:cubicBezTo>
                  <a:cubicBezTo>
                    <a:pt x="59" y="92"/>
                    <a:pt x="25" y="50"/>
                    <a:pt x="42" y="35"/>
                  </a:cubicBezTo>
                  <a:cubicBezTo>
                    <a:pt x="58" y="20"/>
                    <a:pt x="97" y="56"/>
                    <a:pt x="109" y="53"/>
                  </a:cubicBezTo>
                  <a:cubicBezTo>
                    <a:pt x="122" y="50"/>
                    <a:pt x="141" y="0"/>
                    <a:pt x="160" y="6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1"/>
            <p:cNvSpPr>
              <a:spLocks/>
            </p:cNvSpPr>
            <p:nvPr/>
          </p:nvSpPr>
          <p:spPr bwMode="auto">
            <a:xfrm rot="619297">
              <a:off x="5602416" y="434239"/>
              <a:ext cx="2580387" cy="2520577"/>
            </a:xfrm>
            <a:custGeom>
              <a:avLst/>
              <a:gdLst>
                <a:gd name="T0" fmla="*/ 169 w 253"/>
                <a:gd name="T1" fmla="*/ 7 h 247"/>
                <a:gd name="T2" fmla="*/ 182 w 253"/>
                <a:gd name="T3" fmla="*/ 77 h 247"/>
                <a:gd name="T4" fmla="*/ 249 w 253"/>
                <a:gd name="T5" fmla="*/ 104 h 247"/>
                <a:gd name="T6" fmla="*/ 196 w 253"/>
                <a:gd name="T7" fmla="*/ 148 h 247"/>
                <a:gd name="T8" fmla="*/ 205 w 253"/>
                <a:gd name="T9" fmla="*/ 219 h 247"/>
                <a:gd name="T10" fmla="*/ 137 w 253"/>
                <a:gd name="T11" fmla="*/ 196 h 247"/>
                <a:gd name="T12" fmla="*/ 85 w 253"/>
                <a:gd name="T13" fmla="*/ 240 h 247"/>
                <a:gd name="T14" fmla="*/ 71 w 253"/>
                <a:gd name="T15" fmla="*/ 170 h 247"/>
                <a:gd name="T16" fmla="*/ 5 w 253"/>
                <a:gd name="T17" fmla="*/ 145 h 247"/>
                <a:gd name="T18" fmla="*/ 57 w 253"/>
                <a:gd name="T19" fmla="*/ 100 h 247"/>
                <a:gd name="T20" fmla="*/ 48 w 253"/>
                <a:gd name="T21" fmla="*/ 29 h 247"/>
                <a:gd name="T22" fmla="*/ 115 w 253"/>
                <a:gd name="T23" fmla="*/ 51 h 247"/>
                <a:gd name="T24" fmla="*/ 169 w 253"/>
                <a:gd name="T25" fmla="*/ 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7">
                  <a:moveTo>
                    <a:pt x="169" y="7"/>
                  </a:moveTo>
                  <a:cubicBezTo>
                    <a:pt x="189" y="15"/>
                    <a:pt x="174" y="67"/>
                    <a:pt x="182" y="77"/>
                  </a:cubicBezTo>
                  <a:cubicBezTo>
                    <a:pt x="191" y="87"/>
                    <a:pt x="245" y="82"/>
                    <a:pt x="249" y="104"/>
                  </a:cubicBezTo>
                  <a:cubicBezTo>
                    <a:pt x="253" y="124"/>
                    <a:pt x="200" y="136"/>
                    <a:pt x="196" y="148"/>
                  </a:cubicBezTo>
                  <a:cubicBezTo>
                    <a:pt x="191" y="160"/>
                    <a:pt x="223" y="204"/>
                    <a:pt x="205" y="219"/>
                  </a:cubicBezTo>
                  <a:cubicBezTo>
                    <a:pt x="187" y="233"/>
                    <a:pt x="150" y="193"/>
                    <a:pt x="137" y="196"/>
                  </a:cubicBezTo>
                  <a:cubicBezTo>
                    <a:pt x="125" y="198"/>
                    <a:pt x="104" y="247"/>
                    <a:pt x="85" y="240"/>
                  </a:cubicBezTo>
                  <a:cubicBezTo>
                    <a:pt x="65" y="233"/>
                    <a:pt x="79" y="180"/>
                    <a:pt x="71" y="170"/>
                  </a:cubicBezTo>
                  <a:cubicBezTo>
                    <a:pt x="63" y="160"/>
                    <a:pt x="9" y="166"/>
                    <a:pt x="5" y="145"/>
                  </a:cubicBezTo>
                  <a:cubicBezTo>
                    <a:pt x="0" y="124"/>
                    <a:pt x="53" y="111"/>
                    <a:pt x="57" y="100"/>
                  </a:cubicBezTo>
                  <a:cubicBezTo>
                    <a:pt x="61" y="87"/>
                    <a:pt x="30" y="43"/>
                    <a:pt x="48" y="29"/>
                  </a:cubicBezTo>
                  <a:cubicBezTo>
                    <a:pt x="65" y="15"/>
                    <a:pt x="102" y="54"/>
                    <a:pt x="115" y="51"/>
                  </a:cubicBezTo>
                  <a:cubicBezTo>
                    <a:pt x="127" y="49"/>
                    <a:pt x="149" y="0"/>
                    <a:pt x="169" y="7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12"/>
            <p:cNvSpPr>
              <a:spLocks/>
            </p:cNvSpPr>
            <p:nvPr/>
          </p:nvSpPr>
          <p:spPr bwMode="auto">
            <a:xfrm rot="619297">
              <a:off x="5602799" y="442818"/>
              <a:ext cx="2580387" cy="2499217"/>
            </a:xfrm>
            <a:custGeom>
              <a:avLst/>
              <a:gdLst>
                <a:gd name="T0" fmla="*/ 176 w 253"/>
                <a:gd name="T1" fmla="*/ 8 h 245"/>
                <a:gd name="T2" fmla="*/ 185 w 253"/>
                <a:gd name="T3" fmla="*/ 79 h 245"/>
                <a:gd name="T4" fmla="*/ 251 w 253"/>
                <a:gd name="T5" fmla="*/ 110 h 245"/>
                <a:gd name="T6" fmla="*/ 195 w 253"/>
                <a:gd name="T7" fmla="*/ 151 h 245"/>
                <a:gd name="T8" fmla="*/ 200 w 253"/>
                <a:gd name="T9" fmla="*/ 223 h 245"/>
                <a:gd name="T10" fmla="*/ 133 w 253"/>
                <a:gd name="T11" fmla="*/ 196 h 245"/>
                <a:gd name="T12" fmla="*/ 78 w 253"/>
                <a:gd name="T13" fmla="*/ 238 h 245"/>
                <a:gd name="T14" fmla="*/ 67 w 253"/>
                <a:gd name="T15" fmla="*/ 166 h 245"/>
                <a:gd name="T16" fmla="*/ 3 w 253"/>
                <a:gd name="T17" fmla="*/ 138 h 245"/>
                <a:gd name="T18" fmla="*/ 58 w 253"/>
                <a:gd name="T19" fmla="*/ 95 h 245"/>
                <a:gd name="T20" fmla="*/ 54 w 253"/>
                <a:gd name="T21" fmla="*/ 22 h 245"/>
                <a:gd name="T22" fmla="*/ 119 w 253"/>
                <a:gd name="T23" fmla="*/ 49 h 245"/>
                <a:gd name="T24" fmla="*/ 176 w 253"/>
                <a:gd name="T25" fmla="*/ 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3" h="245">
                  <a:moveTo>
                    <a:pt x="176" y="8"/>
                  </a:moveTo>
                  <a:cubicBezTo>
                    <a:pt x="196" y="17"/>
                    <a:pt x="178" y="68"/>
                    <a:pt x="185" y="79"/>
                  </a:cubicBezTo>
                  <a:cubicBezTo>
                    <a:pt x="193" y="90"/>
                    <a:pt x="248" y="88"/>
                    <a:pt x="251" y="110"/>
                  </a:cubicBezTo>
                  <a:cubicBezTo>
                    <a:pt x="253" y="130"/>
                    <a:pt x="199" y="139"/>
                    <a:pt x="195" y="151"/>
                  </a:cubicBezTo>
                  <a:cubicBezTo>
                    <a:pt x="190" y="163"/>
                    <a:pt x="219" y="210"/>
                    <a:pt x="200" y="223"/>
                  </a:cubicBezTo>
                  <a:cubicBezTo>
                    <a:pt x="181" y="237"/>
                    <a:pt x="146" y="194"/>
                    <a:pt x="133" y="196"/>
                  </a:cubicBezTo>
                  <a:cubicBezTo>
                    <a:pt x="121" y="197"/>
                    <a:pt x="97" y="245"/>
                    <a:pt x="78" y="238"/>
                  </a:cubicBezTo>
                  <a:cubicBezTo>
                    <a:pt x="58" y="229"/>
                    <a:pt x="75" y="177"/>
                    <a:pt x="67" y="166"/>
                  </a:cubicBezTo>
                  <a:cubicBezTo>
                    <a:pt x="60" y="155"/>
                    <a:pt x="6" y="159"/>
                    <a:pt x="3" y="138"/>
                  </a:cubicBezTo>
                  <a:cubicBezTo>
                    <a:pt x="0" y="117"/>
                    <a:pt x="53" y="106"/>
                    <a:pt x="58" y="95"/>
                  </a:cubicBezTo>
                  <a:cubicBezTo>
                    <a:pt x="63" y="82"/>
                    <a:pt x="34" y="36"/>
                    <a:pt x="54" y="22"/>
                  </a:cubicBezTo>
                  <a:cubicBezTo>
                    <a:pt x="72" y="9"/>
                    <a:pt x="106" y="51"/>
                    <a:pt x="119" y="49"/>
                  </a:cubicBezTo>
                  <a:cubicBezTo>
                    <a:pt x="131" y="48"/>
                    <a:pt x="156" y="0"/>
                    <a:pt x="176" y="8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3"/>
            <p:cNvSpPr>
              <a:spLocks/>
            </p:cNvSpPr>
            <p:nvPr/>
          </p:nvSpPr>
          <p:spPr bwMode="auto">
            <a:xfrm rot="619297">
              <a:off x="5590016" y="442435"/>
              <a:ext cx="2601749" cy="2499217"/>
            </a:xfrm>
            <a:custGeom>
              <a:avLst/>
              <a:gdLst>
                <a:gd name="T0" fmla="*/ 184 w 255"/>
                <a:gd name="T1" fmla="*/ 10 h 245"/>
                <a:gd name="T2" fmla="*/ 190 w 255"/>
                <a:gd name="T3" fmla="*/ 82 h 245"/>
                <a:gd name="T4" fmla="*/ 254 w 255"/>
                <a:gd name="T5" fmla="*/ 117 h 245"/>
                <a:gd name="T6" fmla="*/ 195 w 255"/>
                <a:gd name="T7" fmla="*/ 155 h 245"/>
                <a:gd name="T8" fmla="*/ 195 w 255"/>
                <a:gd name="T9" fmla="*/ 229 h 245"/>
                <a:gd name="T10" fmla="*/ 130 w 255"/>
                <a:gd name="T11" fmla="*/ 197 h 245"/>
                <a:gd name="T12" fmla="*/ 72 w 255"/>
                <a:gd name="T13" fmla="*/ 236 h 245"/>
                <a:gd name="T14" fmla="*/ 65 w 255"/>
                <a:gd name="T15" fmla="*/ 162 h 245"/>
                <a:gd name="T16" fmla="*/ 2 w 255"/>
                <a:gd name="T17" fmla="*/ 131 h 245"/>
                <a:gd name="T18" fmla="*/ 60 w 255"/>
                <a:gd name="T19" fmla="*/ 91 h 245"/>
                <a:gd name="T20" fmla="*/ 60 w 255"/>
                <a:gd name="T21" fmla="*/ 17 h 245"/>
                <a:gd name="T22" fmla="*/ 124 w 255"/>
                <a:gd name="T23" fmla="*/ 48 h 245"/>
                <a:gd name="T24" fmla="*/ 184 w 255"/>
                <a:gd name="T25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45">
                  <a:moveTo>
                    <a:pt x="184" y="10"/>
                  </a:moveTo>
                  <a:cubicBezTo>
                    <a:pt x="204" y="20"/>
                    <a:pt x="182" y="71"/>
                    <a:pt x="190" y="82"/>
                  </a:cubicBezTo>
                  <a:cubicBezTo>
                    <a:pt x="197" y="94"/>
                    <a:pt x="252" y="95"/>
                    <a:pt x="254" y="117"/>
                  </a:cubicBezTo>
                  <a:cubicBezTo>
                    <a:pt x="255" y="137"/>
                    <a:pt x="200" y="144"/>
                    <a:pt x="195" y="155"/>
                  </a:cubicBezTo>
                  <a:cubicBezTo>
                    <a:pt x="189" y="167"/>
                    <a:pt x="216" y="216"/>
                    <a:pt x="195" y="229"/>
                  </a:cubicBezTo>
                  <a:cubicBezTo>
                    <a:pt x="176" y="241"/>
                    <a:pt x="143" y="196"/>
                    <a:pt x="130" y="197"/>
                  </a:cubicBezTo>
                  <a:cubicBezTo>
                    <a:pt x="118" y="197"/>
                    <a:pt x="91" y="245"/>
                    <a:pt x="72" y="236"/>
                  </a:cubicBezTo>
                  <a:cubicBezTo>
                    <a:pt x="52" y="226"/>
                    <a:pt x="73" y="174"/>
                    <a:pt x="65" y="162"/>
                  </a:cubicBezTo>
                  <a:cubicBezTo>
                    <a:pt x="58" y="152"/>
                    <a:pt x="3" y="152"/>
                    <a:pt x="2" y="131"/>
                  </a:cubicBezTo>
                  <a:cubicBezTo>
                    <a:pt x="0" y="110"/>
                    <a:pt x="55" y="103"/>
                    <a:pt x="60" y="91"/>
                  </a:cubicBezTo>
                  <a:cubicBezTo>
                    <a:pt x="66" y="79"/>
                    <a:pt x="39" y="30"/>
                    <a:pt x="60" y="17"/>
                  </a:cubicBezTo>
                  <a:cubicBezTo>
                    <a:pt x="79" y="5"/>
                    <a:pt x="111" y="49"/>
                    <a:pt x="124" y="48"/>
                  </a:cubicBezTo>
                  <a:cubicBezTo>
                    <a:pt x="137" y="48"/>
                    <a:pt x="165" y="0"/>
                    <a:pt x="184" y="10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14"/>
            <p:cNvSpPr>
              <a:spLocks/>
            </p:cNvSpPr>
            <p:nvPr/>
          </p:nvSpPr>
          <p:spPr bwMode="auto">
            <a:xfrm rot="619297">
              <a:off x="5588764" y="443479"/>
              <a:ext cx="2614564" cy="2512032"/>
            </a:xfrm>
            <a:custGeom>
              <a:avLst/>
              <a:gdLst>
                <a:gd name="T0" fmla="*/ 0 w 256"/>
                <a:gd name="T1" fmla="*/ 124 h 246"/>
                <a:gd name="T2" fmla="*/ 61 w 256"/>
                <a:gd name="T3" fmla="*/ 88 h 246"/>
                <a:gd name="T4" fmla="*/ 65 w 256"/>
                <a:gd name="T5" fmla="*/ 11 h 246"/>
                <a:gd name="T6" fmla="*/ 128 w 256"/>
                <a:gd name="T7" fmla="*/ 47 h 246"/>
                <a:gd name="T8" fmla="*/ 191 w 256"/>
                <a:gd name="T9" fmla="*/ 12 h 246"/>
                <a:gd name="T10" fmla="*/ 193 w 256"/>
                <a:gd name="T11" fmla="*/ 86 h 246"/>
                <a:gd name="T12" fmla="*/ 255 w 256"/>
                <a:gd name="T13" fmla="*/ 124 h 246"/>
                <a:gd name="T14" fmla="*/ 194 w 256"/>
                <a:gd name="T15" fmla="*/ 159 h 246"/>
                <a:gd name="T16" fmla="*/ 190 w 256"/>
                <a:gd name="T17" fmla="*/ 234 h 246"/>
                <a:gd name="T18" fmla="*/ 125 w 256"/>
                <a:gd name="T19" fmla="*/ 198 h 246"/>
                <a:gd name="T20" fmla="*/ 65 w 256"/>
                <a:gd name="T21" fmla="*/ 234 h 246"/>
                <a:gd name="T22" fmla="*/ 62 w 256"/>
                <a:gd name="T23" fmla="*/ 159 h 246"/>
                <a:gd name="T24" fmla="*/ 0 w 256"/>
                <a:gd name="T25" fmla="*/ 12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246">
                  <a:moveTo>
                    <a:pt x="0" y="124"/>
                  </a:moveTo>
                  <a:cubicBezTo>
                    <a:pt x="0" y="103"/>
                    <a:pt x="55" y="99"/>
                    <a:pt x="61" y="88"/>
                  </a:cubicBezTo>
                  <a:cubicBezTo>
                    <a:pt x="67" y="75"/>
                    <a:pt x="43" y="24"/>
                    <a:pt x="65" y="11"/>
                  </a:cubicBezTo>
                  <a:cubicBezTo>
                    <a:pt x="85" y="0"/>
                    <a:pt x="115" y="47"/>
                    <a:pt x="128" y="47"/>
                  </a:cubicBezTo>
                  <a:cubicBezTo>
                    <a:pt x="141" y="47"/>
                    <a:pt x="172" y="1"/>
                    <a:pt x="191" y="12"/>
                  </a:cubicBezTo>
                  <a:cubicBezTo>
                    <a:pt x="211" y="23"/>
                    <a:pt x="186" y="73"/>
                    <a:pt x="193" y="86"/>
                  </a:cubicBezTo>
                  <a:cubicBezTo>
                    <a:pt x="200" y="98"/>
                    <a:pt x="256" y="102"/>
                    <a:pt x="255" y="124"/>
                  </a:cubicBezTo>
                  <a:cubicBezTo>
                    <a:pt x="255" y="145"/>
                    <a:pt x="200" y="148"/>
                    <a:pt x="194" y="159"/>
                  </a:cubicBezTo>
                  <a:cubicBezTo>
                    <a:pt x="187" y="171"/>
                    <a:pt x="212" y="222"/>
                    <a:pt x="190" y="234"/>
                  </a:cubicBezTo>
                  <a:cubicBezTo>
                    <a:pt x="169" y="246"/>
                    <a:pt x="139" y="198"/>
                    <a:pt x="125" y="198"/>
                  </a:cubicBezTo>
                  <a:cubicBezTo>
                    <a:pt x="113" y="197"/>
                    <a:pt x="83" y="244"/>
                    <a:pt x="65" y="234"/>
                  </a:cubicBezTo>
                  <a:cubicBezTo>
                    <a:pt x="46" y="223"/>
                    <a:pt x="69" y="172"/>
                    <a:pt x="62" y="159"/>
                  </a:cubicBezTo>
                  <a:cubicBezTo>
                    <a:pt x="55" y="148"/>
                    <a:pt x="0" y="145"/>
                    <a:pt x="0" y="124"/>
                  </a:cubicBezTo>
                  <a:close/>
                </a:path>
              </a:pathLst>
            </a:custGeom>
            <a:noFill/>
            <a:ln w="3175" cap="flat">
              <a:solidFill>
                <a:srgbClr val="3563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05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577745" y="1498563"/>
            <a:ext cx="466049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dirty="0">
                <a:solidFill>
                  <a:schemeClr val="tx1">
                    <a:alpha val="3000"/>
                  </a:schemeClr>
                </a:solidFill>
                <a:latin typeface="Arial Black" panose="020B0A04020102020204" pitchFamily="34" charset="0"/>
              </a:rPr>
              <a:t>01</a:t>
            </a:r>
            <a:endParaRPr lang="zh-CN" altLang="en-US" sz="23900" dirty="0">
              <a:solidFill>
                <a:schemeClr val="tx1">
                  <a:alpha val="3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任意多边形 28"/>
          <p:cNvSpPr/>
          <p:nvPr/>
        </p:nvSpPr>
        <p:spPr>
          <a:xfrm rot="16200000" flipV="1">
            <a:off x="-2489564" y="2408598"/>
            <a:ext cx="6260239" cy="1443042"/>
          </a:xfrm>
          <a:custGeom>
            <a:avLst/>
            <a:gdLst>
              <a:gd name="connsiteX0" fmla="*/ 6260239 w 6260239"/>
              <a:gd name="connsiteY0" fmla="*/ 1443042 h 1443042"/>
              <a:gd name="connsiteX1" fmla="*/ 6260239 w 6260239"/>
              <a:gd name="connsiteY1" fmla="*/ 1370077 h 1443042"/>
              <a:gd name="connsiteX2" fmla="*/ 3239468 w 6260239"/>
              <a:gd name="connsiteY2" fmla="*/ 0 h 1443042"/>
              <a:gd name="connsiteX3" fmla="*/ 0 w 6260239"/>
              <a:gd name="connsiteY3" fmla="*/ 1443042 h 144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0239" h="1443042">
                <a:moveTo>
                  <a:pt x="6260239" y="1443042"/>
                </a:moveTo>
                <a:lnTo>
                  <a:pt x="6260239" y="1370077"/>
                </a:lnTo>
                <a:lnTo>
                  <a:pt x="3239468" y="0"/>
                </a:lnTo>
                <a:lnTo>
                  <a:pt x="0" y="1443042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6200000" flipV="1">
            <a:off x="-2557704" y="2938221"/>
            <a:ext cx="6396518" cy="1443041"/>
          </a:xfrm>
          <a:custGeom>
            <a:avLst/>
            <a:gdLst>
              <a:gd name="connsiteX0" fmla="*/ 6396518 w 6396518"/>
              <a:gd name="connsiteY0" fmla="*/ 1443041 h 1443041"/>
              <a:gd name="connsiteX1" fmla="*/ 3214875 w 6396518"/>
              <a:gd name="connsiteY1" fmla="*/ 0 h 1443041"/>
              <a:gd name="connsiteX2" fmla="*/ 0 w 6396518"/>
              <a:gd name="connsiteY2" fmla="*/ 1432086 h 1443041"/>
              <a:gd name="connsiteX3" fmla="*/ 0 w 6396518"/>
              <a:gd name="connsiteY3" fmla="*/ 1443041 h 144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96518" h="1443041">
                <a:moveTo>
                  <a:pt x="6396518" y="1443041"/>
                </a:moveTo>
                <a:lnTo>
                  <a:pt x="3214875" y="0"/>
                </a:lnTo>
                <a:lnTo>
                  <a:pt x="0" y="1432086"/>
                </a:lnTo>
                <a:lnTo>
                  <a:pt x="0" y="1443041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rot="16200000" flipV="1">
            <a:off x="-529500" y="638885"/>
            <a:ext cx="2419074" cy="1103204"/>
          </a:xfrm>
          <a:prstGeom prst="line">
            <a:avLst/>
          </a:prstGeom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809311" y="3009214"/>
            <a:ext cx="854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01</a:t>
            </a:r>
            <a:endParaRPr lang="zh-CN" altLang="en-US" sz="6000" dirty="0">
              <a:solidFill>
                <a:schemeClr val="tx1">
                  <a:lumMod val="65000"/>
                  <a:lumOff val="35000"/>
                </a:schemeClr>
              </a:solidFill>
              <a:latin typeface="Yu Gothic UI Light" panose="020B0300000000000000" pitchFamily="34" charset="-128"/>
              <a:ea typeface="Yu Gothic UI Light" panose="020B0300000000000000" pitchFamily="34" charset="-128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38700" y="3152861"/>
            <a:ext cx="6302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年假系统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4702132" y="2797432"/>
            <a:ext cx="0" cy="1425775"/>
          </a:xfrm>
          <a:prstGeom prst="line">
            <a:avLst/>
          </a:prstGeom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7087116" y="3852945"/>
            <a:ext cx="2083386" cy="467264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/>
              <a:t>应用设计</a:t>
            </a:r>
          </a:p>
        </p:txBody>
      </p:sp>
      <p:sp>
        <p:nvSpPr>
          <p:cNvPr id="33" name="任意多边形 32"/>
          <p:cNvSpPr/>
          <p:nvPr/>
        </p:nvSpPr>
        <p:spPr>
          <a:xfrm rot="2700000">
            <a:off x="11716683" y="3016282"/>
            <a:ext cx="950633" cy="950633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46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ACB003-731B-F891-3A74-81D71A56C786}"/>
              </a:ext>
            </a:extLst>
          </p:cNvPr>
          <p:cNvSpPr txBox="1"/>
          <p:nvPr/>
        </p:nvSpPr>
        <p:spPr>
          <a:xfrm>
            <a:off x="-722689" y="659709"/>
            <a:ext cx="483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563A8"/>
                </a:solidFill>
              </a:rPr>
              <a:t>应用设计</a:t>
            </a:r>
          </a:p>
        </p:txBody>
      </p:sp>
      <p:sp>
        <p:nvSpPr>
          <p:cNvPr id="7" name="任意多边形 32">
            <a:extLst>
              <a:ext uri="{FF2B5EF4-FFF2-40B4-BE49-F238E27FC236}">
                <a16:creationId xmlns:a16="http://schemas.microsoft.com/office/drawing/2014/main" id="{330AF267-006A-D2B4-2480-5422051703E1}"/>
              </a:ext>
            </a:extLst>
          </p:cNvPr>
          <p:cNvSpPr/>
          <p:nvPr/>
        </p:nvSpPr>
        <p:spPr>
          <a:xfrm rot="13567251">
            <a:off x="-363919" y="664387"/>
            <a:ext cx="727839" cy="679628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F96F56B-593A-49DD-7887-069090964DFA}"/>
              </a:ext>
            </a:extLst>
          </p:cNvPr>
          <p:cNvSpPr/>
          <p:nvPr/>
        </p:nvSpPr>
        <p:spPr>
          <a:xfrm>
            <a:off x="1952888" y="2024766"/>
            <a:ext cx="769221" cy="769221"/>
          </a:xfrm>
          <a:prstGeom prst="ellipse">
            <a:avLst/>
          </a:prstGeom>
          <a:noFill/>
          <a:ln w="6350">
            <a:solidFill>
              <a:srgbClr val="356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F634241-C63C-A7F7-5A43-0DDD7C8EF117}"/>
              </a:ext>
            </a:extLst>
          </p:cNvPr>
          <p:cNvSpPr/>
          <p:nvPr/>
        </p:nvSpPr>
        <p:spPr>
          <a:xfrm>
            <a:off x="1952888" y="3332668"/>
            <a:ext cx="769221" cy="769221"/>
          </a:xfrm>
          <a:prstGeom prst="ellipse">
            <a:avLst/>
          </a:prstGeom>
          <a:noFill/>
          <a:ln w="6350">
            <a:solidFill>
              <a:srgbClr val="356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72">
            <a:extLst>
              <a:ext uri="{FF2B5EF4-FFF2-40B4-BE49-F238E27FC236}">
                <a16:creationId xmlns:a16="http://schemas.microsoft.com/office/drawing/2014/main" id="{A9EF1BB1-27B0-F829-6FA1-B4B5CC65D7B3}"/>
              </a:ext>
            </a:extLst>
          </p:cNvPr>
          <p:cNvSpPr>
            <a:spLocks noEditPoints="1"/>
          </p:cNvSpPr>
          <p:nvPr/>
        </p:nvSpPr>
        <p:spPr bwMode="auto">
          <a:xfrm>
            <a:off x="2136086" y="2195683"/>
            <a:ext cx="450324" cy="451136"/>
          </a:xfrm>
          <a:custGeom>
            <a:avLst/>
            <a:gdLst>
              <a:gd name="T0" fmla="*/ 337 w 411"/>
              <a:gd name="T1" fmla="*/ 198 h 412"/>
              <a:gd name="T2" fmla="*/ 284 w 411"/>
              <a:gd name="T3" fmla="*/ 220 h 412"/>
              <a:gd name="T4" fmla="*/ 249 w 411"/>
              <a:gd name="T5" fmla="*/ 185 h 412"/>
              <a:gd name="T6" fmla="*/ 283 w 411"/>
              <a:gd name="T7" fmla="*/ 107 h 412"/>
              <a:gd name="T8" fmla="*/ 176 w 411"/>
              <a:gd name="T9" fmla="*/ 0 h 412"/>
              <a:gd name="T10" fmla="*/ 68 w 411"/>
              <a:gd name="T11" fmla="*/ 107 h 412"/>
              <a:gd name="T12" fmla="*/ 116 w 411"/>
              <a:gd name="T13" fmla="*/ 196 h 412"/>
              <a:gd name="T14" fmla="*/ 96 w 411"/>
              <a:gd name="T15" fmla="*/ 266 h 412"/>
              <a:gd name="T16" fmla="*/ 74 w 411"/>
              <a:gd name="T17" fmla="*/ 263 h 412"/>
              <a:gd name="T18" fmla="*/ 0 w 411"/>
              <a:gd name="T19" fmla="*/ 337 h 412"/>
              <a:gd name="T20" fmla="*/ 74 w 411"/>
              <a:gd name="T21" fmla="*/ 412 h 412"/>
              <a:gd name="T22" fmla="*/ 149 w 411"/>
              <a:gd name="T23" fmla="*/ 337 h 412"/>
              <a:gd name="T24" fmla="*/ 110 w 411"/>
              <a:gd name="T25" fmla="*/ 272 h 412"/>
              <a:gd name="T26" fmla="*/ 130 w 411"/>
              <a:gd name="T27" fmla="*/ 204 h 412"/>
              <a:gd name="T28" fmla="*/ 176 w 411"/>
              <a:gd name="T29" fmla="*/ 214 h 412"/>
              <a:gd name="T30" fmla="*/ 238 w 411"/>
              <a:gd name="T31" fmla="*/ 195 h 412"/>
              <a:gd name="T32" fmla="*/ 275 w 411"/>
              <a:gd name="T33" fmla="*/ 232 h 412"/>
              <a:gd name="T34" fmla="*/ 262 w 411"/>
              <a:gd name="T35" fmla="*/ 273 h 412"/>
              <a:gd name="T36" fmla="*/ 337 w 411"/>
              <a:gd name="T37" fmla="*/ 347 h 412"/>
              <a:gd name="T38" fmla="*/ 411 w 411"/>
              <a:gd name="T39" fmla="*/ 273 h 412"/>
              <a:gd name="T40" fmla="*/ 337 w 411"/>
              <a:gd name="T41" fmla="*/ 198 h 412"/>
              <a:gd name="T42" fmla="*/ 134 w 411"/>
              <a:gd name="T43" fmla="*/ 337 h 412"/>
              <a:gd name="T44" fmla="*/ 74 w 411"/>
              <a:gd name="T45" fmla="*/ 397 h 412"/>
              <a:gd name="T46" fmla="*/ 14 w 411"/>
              <a:gd name="T47" fmla="*/ 337 h 412"/>
              <a:gd name="T48" fmla="*/ 74 w 411"/>
              <a:gd name="T49" fmla="*/ 278 h 412"/>
              <a:gd name="T50" fmla="*/ 134 w 411"/>
              <a:gd name="T51" fmla="*/ 337 h 412"/>
              <a:gd name="T52" fmla="*/ 83 w 411"/>
              <a:gd name="T53" fmla="*/ 107 h 412"/>
              <a:gd name="T54" fmla="*/ 176 w 411"/>
              <a:gd name="T55" fmla="*/ 14 h 412"/>
              <a:gd name="T56" fmla="*/ 268 w 411"/>
              <a:gd name="T57" fmla="*/ 107 h 412"/>
              <a:gd name="T58" fmla="*/ 176 w 411"/>
              <a:gd name="T59" fmla="*/ 200 h 412"/>
              <a:gd name="T60" fmla="*/ 83 w 411"/>
              <a:gd name="T61" fmla="*/ 107 h 412"/>
              <a:gd name="T62" fmla="*/ 337 w 411"/>
              <a:gd name="T63" fmla="*/ 332 h 412"/>
              <a:gd name="T64" fmla="*/ 277 w 411"/>
              <a:gd name="T65" fmla="*/ 273 h 412"/>
              <a:gd name="T66" fmla="*/ 337 w 411"/>
              <a:gd name="T67" fmla="*/ 213 h 412"/>
              <a:gd name="T68" fmla="*/ 397 w 411"/>
              <a:gd name="T69" fmla="*/ 273 h 412"/>
              <a:gd name="T70" fmla="*/ 337 w 411"/>
              <a:gd name="T71" fmla="*/ 332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11" h="412">
                <a:moveTo>
                  <a:pt x="337" y="198"/>
                </a:moveTo>
                <a:cubicBezTo>
                  <a:pt x="316" y="198"/>
                  <a:pt x="298" y="206"/>
                  <a:pt x="284" y="220"/>
                </a:cubicBezTo>
                <a:cubicBezTo>
                  <a:pt x="249" y="185"/>
                  <a:pt x="249" y="185"/>
                  <a:pt x="249" y="185"/>
                </a:cubicBezTo>
                <a:cubicBezTo>
                  <a:pt x="270" y="166"/>
                  <a:pt x="283" y="138"/>
                  <a:pt x="283" y="107"/>
                </a:cubicBezTo>
                <a:cubicBezTo>
                  <a:pt x="283" y="48"/>
                  <a:pt x="235" y="0"/>
                  <a:pt x="176" y="0"/>
                </a:cubicBezTo>
                <a:cubicBezTo>
                  <a:pt x="117" y="0"/>
                  <a:pt x="68" y="48"/>
                  <a:pt x="68" y="107"/>
                </a:cubicBezTo>
                <a:cubicBezTo>
                  <a:pt x="68" y="144"/>
                  <a:pt x="88" y="177"/>
                  <a:pt x="116" y="196"/>
                </a:cubicBezTo>
                <a:cubicBezTo>
                  <a:pt x="96" y="266"/>
                  <a:pt x="96" y="266"/>
                  <a:pt x="96" y="266"/>
                </a:cubicBezTo>
                <a:cubicBezTo>
                  <a:pt x="89" y="264"/>
                  <a:pt x="82" y="263"/>
                  <a:pt x="74" y="263"/>
                </a:cubicBezTo>
                <a:cubicBezTo>
                  <a:pt x="33" y="263"/>
                  <a:pt x="0" y="296"/>
                  <a:pt x="0" y="337"/>
                </a:cubicBezTo>
                <a:cubicBezTo>
                  <a:pt x="0" y="378"/>
                  <a:pt x="33" y="412"/>
                  <a:pt x="74" y="412"/>
                </a:cubicBezTo>
                <a:cubicBezTo>
                  <a:pt x="115" y="412"/>
                  <a:pt x="149" y="378"/>
                  <a:pt x="149" y="337"/>
                </a:cubicBezTo>
                <a:cubicBezTo>
                  <a:pt x="149" y="309"/>
                  <a:pt x="133" y="284"/>
                  <a:pt x="110" y="272"/>
                </a:cubicBezTo>
                <a:cubicBezTo>
                  <a:pt x="130" y="204"/>
                  <a:pt x="130" y="204"/>
                  <a:pt x="130" y="204"/>
                </a:cubicBezTo>
                <a:cubicBezTo>
                  <a:pt x="144" y="210"/>
                  <a:pt x="159" y="214"/>
                  <a:pt x="176" y="214"/>
                </a:cubicBezTo>
                <a:cubicBezTo>
                  <a:pt x="199" y="214"/>
                  <a:pt x="220" y="207"/>
                  <a:pt x="238" y="195"/>
                </a:cubicBezTo>
                <a:cubicBezTo>
                  <a:pt x="275" y="232"/>
                  <a:pt x="275" y="232"/>
                  <a:pt x="275" y="232"/>
                </a:cubicBezTo>
                <a:cubicBezTo>
                  <a:pt x="267" y="243"/>
                  <a:pt x="262" y="257"/>
                  <a:pt x="262" y="273"/>
                </a:cubicBezTo>
                <a:cubicBezTo>
                  <a:pt x="262" y="314"/>
                  <a:pt x="296" y="347"/>
                  <a:pt x="337" y="347"/>
                </a:cubicBezTo>
                <a:cubicBezTo>
                  <a:pt x="378" y="347"/>
                  <a:pt x="411" y="314"/>
                  <a:pt x="411" y="273"/>
                </a:cubicBezTo>
                <a:cubicBezTo>
                  <a:pt x="411" y="231"/>
                  <a:pt x="378" y="198"/>
                  <a:pt x="337" y="198"/>
                </a:cubicBezTo>
                <a:close/>
                <a:moveTo>
                  <a:pt x="134" y="337"/>
                </a:moveTo>
                <a:cubicBezTo>
                  <a:pt x="134" y="370"/>
                  <a:pt x="107" y="397"/>
                  <a:pt x="74" y="397"/>
                </a:cubicBezTo>
                <a:cubicBezTo>
                  <a:pt x="41" y="397"/>
                  <a:pt x="14" y="370"/>
                  <a:pt x="14" y="337"/>
                </a:cubicBezTo>
                <a:cubicBezTo>
                  <a:pt x="14" y="304"/>
                  <a:pt x="41" y="278"/>
                  <a:pt x="74" y="278"/>
                </a:cubicBezTo>
                <a:cubicBezTo>
                  <a:pt x="107" y="278"/>
                  <a:pt x="134" y="304"/>
                  <a:pt x="134" y="337"/>
                </a:cubicBezTo>
                <a:close/>
                <a:moveTo>
                  <a:pt x="83" y="107"/>
                </a:moveTo>
                <a:cubicBezTo>
                  <a:pt x="83" y="56"/>
                  <a:pt x="125" y="14"/>
                  <a:pt x="176" y="14"/>
                </a:cubicBezTo>
                <a:cubicBezTo>
                  <a:pt x="227" y="14"/>
                  <a:pt x="268" y="56"/>
                  <a:pt x="268" y="107"/>
                </a:cubicBezTo>
                <a:cubicBezTo>
                  <a:pt x="268" y="158"/>
                  <a:pt x="227" y="200"/>
                  <a:pt x="176" y="200"/>
                </a:cubicBezTo>
                <a:cubicBezTo>
                  <a:pt x="125" y="200"/>
                  <a:pt x="83" y="158"/>
                  <a:pt x="83" y="107"/>
                </a:cubicBezTo>
                <a:close/>
                <a:moveTo>
                  <a:pt x="337" y="332"/>
                </a:moveTo>
                <a:cubicBezTo>
                  <a:pt x="304" y="332"/>
                  <a:pt x="277" y="306"/>
                  <a:pt x="277" y="273"/>
                </a:cubicBezTo>
                <a:cubicBezTo>
                  <a:pt x="277" y="240"/>
                  <a:pt x="304" y="213"/>
                  <a:pt x="337" y="213"/>
                </a:cubicBezTo>
                <a:cubicBezTo>
                  <a:pt x="370" y="213"/>
                  <a:pt x="397" y="240"/>
                  <a:pt x="397" y="273"/>
                </a:cubicBezTo>
                <a:cubicBezTo>
                  <a:pt x="397" y="306"/>
                  <a:pt x="370" y="332"/>
                  <a:pt x="337" y="33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8571" tIns="34286" rIns="68571" bIns="34286" numCol="1" anchor="t" anchorCtr="0" compatLnSpc="1">
            <a:prstTxWarp prst="textNoShape">
              <a:avLst/>
            </a:prstTxWarp>
          </a:bodyPr>
          <a:lstStyle/>
          <a:p>
            <a:pPr defTabSz="685487"/>
            <a:endParaRPr lang="en-US" sz="14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1" name="Freeform 73">
            <a:extLst>
              <a:ext uri="{FF2B5EF4-FFF2-40B4-BE49-F238E27FC236}">
                <a16:creationId xmlns:a16="http://schemas.microsoft.com/office/drawing/2014/main" id="{65DC7741-2A2C-3617-4D71-B7DF805F7B3F}"/>
              </a:ext>
            </a:extLst>
          </p:cNvPr>
          <p:cNvSpPr>
            <a:spLocks noEditPoints="1"/>
          </p:cNvSpPr>
          <p:nvPr/>
        </p:nvSpPr>
        <p:spPr bwMode="auto">
          <a:xfrm>
            <a:off x="2134977" y="3568630"/>
            <a:ext cx="429609" cy="359612"/>
          </a:xfrm>
          <a:custGeom>
            <a:avLst/>
            <a:gdLst>
              <a:gd name="T0" fmla="*/ 339 w 411"/>
              <a:gd name="T1" fmla="*/ 344 h 344"/>
              <a:gd name="T2" fmla="*/ 334 w 411"/>
              <a:gd name="T3" fmla="*/ 342 h 344"/>
              <a:gd name="T4" fmla="*/ 270 w 411"/>
              <a:gd name="T5" fmla="*/ 277 h 344"/>
              <a:gd name="T6" fmla="*/ 74 w 411"/>
              <a:gd name="T7" fmla="*/ 277 h 344"/>
              <a:gd name="T8" fmla="*/ 0 w 411"/>
              <a:gd name="T9" fmla="*/ 203 h 344"/>
              <a:gd name="T10" fmla="*/ 0 w 411"/>
              <a:gd name="T11" fmla="*/ 74 h 344"/>
              <a:gd name="T12" fmla="*/ 74 w 411"/>
              <a:gd name="T13" fmla="*/ 0 h 344"/>
              <a:gd name="T14" fmla="*/ 338 w 411"/>
              <a:gd name="T15" fmla="*/ 0 h 344"/>
              <a:gd name="T16" fmla="*/ 411 w 411"/>
              <a:gd name="T17" fmla="*/ 74 h 344"/>
              <a:gd name="T18" fmla="*/ 411 w 411"/>
              <a:gd name="T19" fmla="*/ 203 h 344"/>
              <a:gd name="T20" fmla="*/ 347 w 411"/>
              <a:gd name="T21" fmla="*/ 277 h 344"/>
              <a:gd name="T22" fmla="*/ 347 w 411"/>
              <a:gd name="T23" fmla="*/ 337 h 344"/>
              <a:gd name="T24" fmla="*/ 342 w 411"/>
              <a:gd name="T25" fmla="*/ 344 h 344"/>
              <a:gd name="T26" fmla="*/ 339 w 411"/>
              <a:gd name="T27" fmla="*/ 344 h 344"/>
              <a:gd name="T28" fmla="*/ 74 w 411"/>
              <a:gd name="T29" fmla="*/ 15 h 344"/>
              <a:gd name="T30" fmla="*/ 14 w 411"/>
              <a:gd name="T31" fmla="*/ 74 h 344"/>
              <a:gd name="T32" fmla="*/ 14 w 411"/>
              <a:gd name="T33" fmla="*/ 203 h 344"/>
              <a:gd name="T34" fmla="*/ 74 w 411"/>
              <a:gd name="T35" fmla="*/ 262 h 344"/>
              <a:gd name="T36" fmla="*/ 273 w 411"/>
              <a:gd name="T37" fmla="*/ 262 h 344"/>
              <a:gd name="T38" fmla="*/ 278 w 411"/>
              <a:gd name="T39" fmla="*/ 264 h 344"/>
              <a:gd name="T40" fmla="*/ 332 w 411"/>
              <a:gd name="T41" fmla="*/ 319 h 344"/>
              <a:gd name="T42" fmla="*/ 332 w 411"/>
              <a:gd name="T43" fmla="*/ 270 h 344"/>
              <a:gd name="T44" fmla="*/ 339 w 411"/>
              <a:gd name="T45" fmla="*/ 262 h 344"/>
              <a:gd name="T46" fmla="*/ 397 w 411"/>
              <a:gd name="T47" fmla="*/ 203 h 344"/>
              <a:gd name="T48" fmla="*/ 397 w 411"/>
              <a:gd name="T49" fmla="*/ 74 h 344"/>
              <a:gd name="T50" fmla="*/ 338 w 411"/>
              <a:gd name="T51" fmla="*/ 15 h 344"/>
              <a:gd name="T52" fmla="*/ 74 w 411"/>
              <a:gd name="T53" fmla="*/ 15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11" h="344">
                <a:moveTo>
                  <a:pt x="339" y="344"/>
                </a:moveTo>
                <a:cubicBezTo>
                  <a:pt x="337" y="344"/>
                  <a:pt x="336" y="343"/>
                  <a:pt x="334" y="342"/>
                </a:cubicBezTo>
                <a:cubicBezTo>
                  <a:pt x="270" y="277"/>
                  <a:pt x="270" y="277"/>
                  <a:pt x="270" y="277"/>
                </a:cubicBezTo>
                <a:cubicBezTo>
                  <a:pt x="74" y="277"/>
                  <a:pt x="74" y="277"/>
                  <a:pt x="74" y="277"/>
                </a:cubicBezTo>
                <a:cubicBezTo>
                  <a:pt x="33" y="277"/>
                  <a:pt x="0" y="244"/>
                  <a:pt x="0" y="203"/>
                </a:cubicBezTo>
                <a:cubicBezTo>
                  <a:pt x="0" y="74"/>
                  <a:pt x="0" y="74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338" y="0"/>
                  <a:pt x="338" y="0"/>
                  <a:pt x="338" y="0"/>
                </a:cubicBezTo>
                <a:cubicBezTo>
                  <a:pt x="378" y="0"/>
                  <a:pt x="411" y="33"/>
                  <a:pt x="411" y="74"/>
                </a:cubicBezTo>
                <a:cubicBezTo>
                  <a:pt x="411" y="203"/>
                  <a:pt x="411" y="203"/>
                  <a:pt x="411" y="203"/>
                </a:cubicBezTo>
                <a:cubicBezTo>
                  <a:pt x="411" y="242"/>
                  <a:pt x="384" y="273"/>
                  <a:pt x="347" y="277"/>
                </a:cubicBezTo>
                <a:cubicBezTo>
                  <a:pt x="347" y="337"/>
                  <a:pt x="347" y="337"/>
                  <a:pt x="347" y="337"/>
                </a:cubicBezTo>
                <a:cubicBezTo>
                  <a:pt x="347" y="340"/>
                  <a:pt x="345" y="342"/>
                  <a:pt x="342" y="344"/>
                </a:cubicBezTo>
                <a:cubicBezTo>
                  <a:pt x="341" y="344"/>
                  <a:pt x="340" y="344"/>
                  <a:pt x="339" y="344"/>
                </a:cubicBezTo>
                <a:close/>
                <a:moveTo>
                  <a:pt x="74" y="15"/>
                </a:moveTo>
                <a:cubicBezTo>
                  <a:pt x="41" y="15"/>
                  <a:pt x="14" y="41"/>
                  <a:pt x="14" y="74"/>
                </a:cubicBezTo>
                <a:cubicBezTo>
                  <a:pt x="14" y="203"/>
                  <a:pt x="14" y="203"/>
                  <a:pt x="14" y="203"/>
                </a:cubicBezTo>
                <a:cubicBezTo>
                  <a:pt x="14" y="236"/>
                  <a:pt x="41" y="262"/>
                  <a:pt x="74" y="262"/>
                </a:cubicBezTo>
                <a:cubicBezTo>
                  <a:pt x="273" y="262"/>
                  <a:pt x="273" y="262"/>
                  <a:pt x="273" y="262"/>
                </a:cubicBezTo>
                <a:cubicBezTo>
                  <a:pt x="275" y="262"/>
                  <a:pt x="277" y="263"/>
                  <a:pt x="278" y="264"/>
                </a:cubicBezTo>
                <a:cubicBezTo>
                  <a:pt x="332" y="319"/>
                  <a:pt x="332" y="319"/>
                  <a:pt x="332" y="319"/>
                </a:cubicBezTo>
                <a:cubicBezTo>
                  <a:pt x="332" y="270"/>
                  <a:pt x="332" y="270"/>
                  <a:pt x="332" y="270"/>
                </a:cubicBezTo>
                <a:cubicBezTo>
                  <a:pt x="332" y="266"/>
                  <a:pt x="335" y="262"/>
                  <a:pt x="339" y="262"/>
                </a:cubicBezTo>
                <a:cubicBezTo>
                  <a:pt x="371" y="262"/>
                  <a:pt x="397" y="236"/>
                  <a:pt x="397" y="203"/>
                </a:cubicBezTo>
                <a:cubicBezTo>
                  <a:pt x="397" y="74"/>
                  <a:pt x="397" y="74"/>
                  <a:pt x="397" y="74"/>
                </a:cubicBezTo>
                <a:cubicBezTo>
                  <a:pt x="397" y="41"/>
                  <a:pt x="370" y="15"/>
                  <a:pt x="338" y="15"/>
                </a:cubicBezTo>
                <a:lnTo>
                  <a:pt x="74" y="1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8571" tIns="34286" rIns="68571" bIns="34286" numCol="1" anchor="t" anchorCtr="0" compatLnSpc="1">
            <a:prstTxWarp prst="textNoShape">
              <a:avLst/>
            </a:prstTxWarp>
          </a:bodyPr>
          <a:lstStyle/>
          <a:p>
            <a:pPr defTabSz="685487"/>
            <a:endParaRPr lang="en-US" sz="140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88852D-8411-4B9F-2476-995E9708A31B}"/>
              </a:ext>
            </a:extLst>
          </p:cNvPr>
          <p:cNvSpPr/>
          <p:nvPr/>
        </p:nvSpPr>
        <p:spPr>
          <a:xfrm>
            <a:off x="2998072" y="2164548"/>
            <a:ext cx="4120400" cy="513405"/>
          </a:xfrm>
          <a:prstGeom prst="rect">
            <a:avLst/>
          </a:prstGeom>
        </p:spPr>
        <p:txBody>
          <a:bodyPr wrap="square" tIns="36000">
            <a:spAutoFit/>
          </a:bodyPr>
          <a:lstStyle/>
          <a:p>
            <a:r>
              <a:rPr kumimoji="1" lang="zh-CN" altLang="en-US" sz="2800" b="1" dirty="0"/>
              <a:t>年假后台管理</a:t>
            </a:r>
            <a:endParaRPr kumimoji="1" lang="en-US" altLang="zh-CN" sz="2800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6D6F07-902F-7C76-D140-4E439732FBE2}"/>
              </a:ext>
            </a:extLst>
          </p:cNvPr>
          <p:cNvSpPr/>
          <p:nvPr/>
        </p:nvSpPr>
        <p:spPr>
          <a:xfrm>
            <a:off x="2998072" y="3568630"/>
            <a:ext cx="4120400" cy="513405"/>
          </a:xfrm>
          <a:prstGeom prst="rect">
            <a:avLst/>
          </a:prstGeom>
        </p:spPr>
        <p:txBody>
          <a:bodyPr wrap="square" tIns="36000">
            <a:spAutoFit/>
          </a:bodyPr>
          <a:lstStyle/>
          <a:p>
            <a:r>
              <a:rPr kumimoji="1" lang="zh-CN" altLang="en-US" sz="2800" b="1" dirty="0"/>
              <a:t>年假申请表</a:t>
            </a:r>
            <a:endParaRPr kumimoji="1"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283855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ACB003-731B-F891-3A74-81D71A56C786}"/>
              </a:ext>
            </a:extLst>
          </p:cNvPr>
          <p:cNvSpPr txBox="1"/>
          <p:nvPr/>
        </p:nvSpPr>
        <p:spPr>
          <a:xfrm>
            <a:off x="-722689" y="659709"/>
            <a:ext cx="483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563A8"/>
                </a:solidFill>
              </a:rPr>
              <a:t>应用说明</a:t>
            </a:r>
          </a:p>
        </p:txBody>
      </p:sp>
      <p:sp>
        <p:nvSpPr>
          <p:cNvPr id="7" name="任意多边形 32">
            <a:extLst>
              <a:ext uri="{FF2B5EF4-FFF2-40B4-BE49-F238E27FC236}">
                <a16:creationId xmlns:a16="http://schemas.microsoft.com/office/drawing/2014/main" id="{330AF267-006A-D2B4-2480-5422051703E1}"/>
              </a:ext>
            </a:extLst>
          </p:cNvPr>
          <p:cNvSpPr/>
          <p:nvPr/>
        </p:nvSpPr>
        <p:spPr>
          <a:xfrm rot="13567251">
            <a:off x="-363919" y="664387"/>
            <a:ext cx="727839" cy="679628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15AD00F-A2BC-37BB-7AAC-AC2B2956D077}"/>
              </a:ext>
            </a:extLst>
          </p:cNvPr>
          <p:cNvGrpSpPr/>
          <p:nvPr/>
        </p:nvGrpSpPr>
        <p:grpSpPr>
          <a:xfrm>
            <a:off x="1696112" y="2096659"/>
            <a:ext cx="811530" cy="811530"/>
            <a:chOff x="173624" y="2446020"/>
            <a:chExt cx="811530" cy="81153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770EC71-2A63-A3C8-9310-2A9903ED6F35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Freeform 80">
              <a:extLst>
                <a:ext uri="{FF2B5EF4-FFF2-40B4-BE49-F238E27FC236}">
                  <a16:creationId xmlns:a16="http://schemas.microsoft.com/office/drawing/2014/main" id="{B45C09A1-CB1D-451D-4DCC-021FCDCDB7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5B8E298-77B7-32B5-2D27-55DB49E223FE}"/>
              </a:ext>
            </a:extLst>
          </p:cNvPr>
          <p:cNvGrpSpPr/>
          <p:nvPr/>
        </p:nvGrpSpPr>
        <p:grpSpPr>
          <a:xfrm>
            <a:off x="5307622" y="3462544"/>
            <a:ext cx="811530" cy="811530"/>
            <a:chOff x="5558278" y="3474720"/>
            <a:chExt cx="811530" cy="811530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8691711-C5A0-7262-B1D7-B2D5EF8B0B3C}"/>
                </a:ext>
              </a:extLst>
            </p:cNvPr>
            <p:cNvSpPr/>
            <p:nvPr/>
          </p:nvSpPr>
          <p:spPr>
            <a:xfrm>
              <a:off x="5558278" y="347472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Freeform 77">
              <a:extLst>
                <a:ext uri="{FF2B5EF4-FFF2-40B4-BE49-F238E27FC236}">
                  <a16:creationId xmlns:a16="http://schemas.microsoft.com/office/drawing/2014/main" id="{6A750503-47B1-450F-635F-E50445ED9B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81591" y="3686731"/>
              <a:ext cx="564904" cy="387509"/>
            </a:xfrm>
            <a:custGeom>
              <a:avLst/>
              <a:gdLst>
                <a:gd name="T0" fmla="*/ 340 w 413"/>
                <a:gd name="T1" fmla="*/ 283 h 283"/>
                <a:gd name="T2" fmla="*/ 73 w 413"/>
                <a:gd name="T3" fmla="*/ 283 h 283"/>
                <a:gd name="T4" fmla="*/ 72 w 413"/>
                <a:gd name="T5" fmla="*/ 283 h 283"/>
                <a:gd name="T6" fmla="*/ 0 w 413"/>
                <a:gd name="T7" fmla="*/ 209 h 283"/>
                <a:gd name="T8" fmla="*/ 70 w 413"/>
                <a:gd name="T9" fmla="*/ 135 h 283"/>
                <a:gd name="T10" fmla="*/ 66 w 413"/>
                <a:gd name="T11" fmla="*/ 107 h 283"/>
                <a:gd name="T12" fmla="*/ 173 w 413"/>
                <a:gd name="T13" fmla="*/ 0 h 283"/>
                <a:gd name="T14" fmla="*/ 273 w 413"/>
                <a:gd name="T15" fmla="*/ 69 h 283"/>
                <a:gd name="T16" fmla="*/ 273 w 413"/>
                <a:gd name="T17" fmla="*/ 69 h 283"/>
                <a:gd name="T18" fmla="*/ 346 w 413"/>
                <a:gd name="T19" fmla="*/ 135 h 283"/>
                <a:gd name="T20" fmla="*/ 413 w 413"/>
                <a:gd name="T21" fmla="*/ 209 h 283"/>
                <a:gd name="T22" fmla="*/ 341 w 413"/>
                <a:gd name="T23" fmla="*/ 283 h 283"/>
                <a:gd name="T24" fmla="*/ 340 w 413"/>
                <a:gd name="T25" fmla="*/ 283 h 283"/>
                <a:gd name="T26" fmla="*/ 73 w 413"/>
                <a:gd name="T27" fmla="*/ 268 h 283"/>
                <a:gd name="T28" fmla="*/ 339 w 413"/>
                <a:gd name="T29" fmla="*/ 268 h 283"/>
                <a:gd name="T30" fmla="*/ 340 w 413"/>
                <a:gd name="T31" fmla="*/ 268 h 283"/>
                <a:gd name="T32" fmla="*/ 398 w 413"/>
                <a:gd name="T33" fmla="*/ 209 h 283"/>
                <a:gd name="T34" fmla="*/ 339 w 413"/>
                <a:gd name="T35" fmla="*/ 150 h 283"/>
                <a:gd name="T36" fmla="*/ 332 w 413"/>
                <a:gd name="T37" fmla="*/ 142 h 283"/>
                <a:gd name="T38" fmla="*/ 273 w 413"/>
                <a:gd name="T39" fmla="*/ 83 h 283"/>
                <a:gd name="T40" fmla="*/ 268 w 413"/>
                <a:gd name="T41" fmla="*/ 84 h 283"/>
                <a:gd name="T42" fmla="*/ 261 w 413"/>
                <a:gd name="T43" fmla="*/ 79 h 283"/>
                <a:gd name="T44" fmla="*/ 173 w 413"/>
                <a:gd name="T45" fmla="*/ 15 h 283"/>
                <a:gd name="T46" fmla="*/ 81 w 413"/>
                <a:gd name="T47" fmla="*/ 107 h 283"/>
                <a:gd name="T48" fmla="*/ 87 w 413"/>
                <a:gd name="T49" fmla="*/ 140 h 283"/>
                <a:gd name="T50" fmla="*/ 86 w 413"/>
                <a:gd name="T51" fmla="*/ 147 h 283"/>
                <a:gd name="T52" fmla="*/ 79 w 413"/>
                <a:gd name="T53" fmla="*/ 150 h 283"/>
                <a:gd name="T54" fmla="*/ 73 w 413"/>
                <a:gd name="T55" fmla="*/ 150 h 283"/>
                <a:gd name="T56" fmla="*/ 14 w 413"/>
                <a:gd name="T57" fmla="*/ 209 h 283"/>
                <a:gd name="T58" fmla="*/ 73 w 413"/>
                <a:gd name="T59" fmla="*/ 268 h 283"/>
                <a:gd name="T60" fmla="*/ 73 w 413"/>
                <a:gd name="T61" fmla="*/ 268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3" h="283">
                  <a:moveTo>
                    <a:pt x="340" y="283"/>
                  </a:moveTo>
                  <a:cubicBezTo>
                    <a:pt x="73" y="283"/>
                    <a:pt x="73" y="283"/>
                    <a:pt x="73" y="283"/>
                  </a:cubicBezTo>
                  <a:cubicBezTo>
                    <a:pt x="73" y="283"/>
                    <a:pt x="72" y="283"/>
                    <a:pt x="72" y="283"/>
                  </a:cubicBezTo>
                  <a:cubicBezTo>
                    <a:pt x="32" y="282"/>
                    <a:pt x="0" y="249"/>
                    <a:pt x="0" y="209"/>
                  </a:cubicBezTo>
                  <a:cubicBezTo>
                    <a:pt x="0" y="169"/>
                    <a:pt x="31" y="137"/>
                    <a:pt x="70" y="135"/>
                  </a:cubicBezTo>
                  <a:cubicBezTo>
                    <a:pt x="67" y="126"/>
                    <a:pt x="66" y="117"/>
                    <a:pt x="66" y="107"/>
                  </a:cubicBezTo>
                  <a:cubicBezTo>
                    <a:pt x="66" y="48"/>
                    <a:pt x="114" y="0"/>
                    <a:pt x="173" y="0"/>
                  </a:cubicBezTo>
                  <a:cubicBezTo>
                    <a:pt x="217" y="0"/>
                    <a:pt x="257" y="27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311" y="69"/>
                    <a:pt x="343" y="98"/>
                    <a:pt x="346" y="135"/>
                  </a:cubicBezTo>
                  <a:cubicBezTo>
                    <a:pt x="384" y="139"/>
                    <a:pt x="413" y="171"/>
                    <a:pt x="413" y="209"/>
                  </a:cubicBezTo>
                  <a:cubicBezTo>
                    <a:pt x="413" y="249"/>
                    <a:pt x="381" y="282"/>
                    <a:pt x="341" y="283"/>
                  </a:cubicBezTo>
                  <a:cubicBezTo>
                    <a:pt x="340" y="283"/>
                    <a:pt x="340" y="283"/>
                    <a:pt x="340" y="283"/>
                  </a:cubicBezTo>
                  <a:close/>
                  <a:moveTo>
                    <a:pt x="73" y="268"/>
                  </a:moveTo>
                  <a:cubicBezTo>
                    <a:pt x="339" y="268"/>
                    <a:pt x="339" y="268"/>
                    <a:pt x="339" y="268"/>
                  </a:cubicBezTo>
                  <a:cubicBezTo>
                    <a:pt x="339" y="268"/>
                    <a:pt x="340" y="268"/>
                    <a:pt x="340" y="268"/>
                  </a:cubicBezTo>
                  <a:cubicBezTo>
                    <a:pt x="372" y="268"/>
                    <a:pt x="398" y="241"/>
                    <a:pt x="398" y="209"/>
                  </a:cubicBezTo>
                  <a:cubicBezTo>
                    <a:pt x="398" y="176"/>
                    <a:pt x="372" y="150"/>
                    <a:pt x="339" y="150"/>
                  </a:cubicBezTo>
                  <a:cubicBezTo>
                    <a:pt x="335" y="150"/>
                    <a:pt x="332" y="146"/>
                    <a:pt x="332" y="142"/>
                  </a:cubicBezTo>
                  <a:cubicBezTo>
                    <a:pt x="332" y="110"/>
                    <a:pt x="305" y="83"/>
                    <a:pt x="273" y="83"/>
                  </a:cubicBezTo>
                  <a:cubicBezTo>
                    <a:pt x="271" y="83"/>
                    <a:pt x="270" y="83"/>
                    <a:pt x="268" y="84"/>
                  </a:cubicBezTo>
                  <a:cubicBezTo>
                    <a:pt x="265" y="84"/>
                    <a:pt x="262" y="82"/>
                    <a:pt x="261" y="79"/>
                  </a:cubicBezTo>
                  <a:cubicBezTo>
                    <a:pt x="248" y="40"/>
                    <a:pt x="213" y="15"/>
                    <a:pt x="173" y="15"/>
                  </a:cubicBezTo>
                  <a:cubicBezTo>
                    <a:pt x="122" y="15"/>
                    <a:pt x="81" y="56"/>
                    <a:pt x="81" y="107"/>
                  </a:cubicBezTo>
                  <a:cubicBezTo>
                    <a:pt x="81" y="118"/>
                    <a:pt x="83" y="129"/>
                    <a:pt x="87" y="140"/>
                  </a:cubicBezTo>
                  <a:cubicBezTo>
                    <a:pt x="88" y="142"/>
                    <a:pt x="87" y="145"/>
                    <a:pt x="86" y="147"/>
                  </a:cubicBezTo>
                  <a:cubicBezTo>
                    <a:pt x="84" y="149"/>
                    <a:pt x="82" y="150"/>
                    <a:pt x="79" y="150"/>
                  </a:cubicBezTo>
                  <a:cubicBezTo>
                    <a:pt x="77" y="150"/>
                    <a:pt x="75" y="150"/>
                    <a:pt x="73" y="150"/>
                  </a:cubicBezTo>
                  <a:cubicBezTo>
                    <a:pt x="41" y="150"/>
                    <a:pt x="14" y="176"/>
                    <a:pt x="14" y="209"/>
                  </a:cubicBezTo>
                  <a:cubicBezTo>
                    <a:pt x="14" y="241"/>
                    <a:pt x="41" y="268"/>
                    <a:pt x="73" y="268"/>
                  </a:cubicBezTo>
                  <a:cubicBezTo>
                    <a:pt x="73" y="268"/>
                    <a:pt x="73" y="268"/>
                    <a:pt x="73" y="268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8140CF-BF14-B6FB-63F0-F23562FEF1FF}"/>
              </a:ext>
            </a:extLst>
          </p:cNvPr>
          <p:cNvGrpSpPr/>
          <p:nvPr/>
        </p:nvGrpSpPr>
        <p:grpSpPr>
          <a:xfrm>
            <a:off x="8919131" y="4828429"/>
            <a:ext cx="811530" cy="811530"/>
            <a:chOff x="9410188" y="4572000"/>
            <a:chExt cx="811530" cy="81153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F734E537-A37B-0A95-1DA3-AAB205B57320}"/>
                </a:ext>
              </a:extLst>
            </p:cNvPr>
            <p:cNvSpPr/>
            <p:nvPr/>
          </p:nvSpPr>
          <p:spPr>
            <a:xfrm>
              <a:off x="9410188" y="457200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Freeform 75">
              <a:extLst>
                <a:ext uri="{FF2B5EF4-FFF2-40B4-BE49-F238E27FC236}">
                  <a16:creationId xmlns:a16="http://schemas.microsoft.com/office/drawing/2014/main" id="{E71803D1-6B79-2821-9E6E-3A6470721E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71033" y="4717103"/>
              <a:ext cx="489841" cy="521324"/>
            </a:xfrm>
            <a:custGeom>
              <a:avLst/>
              <a:gdLst>
                <a:gd name="T0" fmla="*/ 145 w 413"/>
                <a:gd name="T1" fmla="*/ 290 h 440"/>
                <a:gd name="T2" fmla="*/ 104 w 413"/>
                <a:gd name="T3" fmla="*/ 330 h 440"/>
                <a:gd name="T4" fmla="*/ 145 w 413"/>
                <a:gd name="T5" fmla="*/ 371 h 440"/>
                <a:gd name="T6" fmla="*/ 185 w 413"/>
                <a:gd name="T7" fmla="*/ 330 h 440"/>
                <a:gd name="T8" fmla="*/ 145 w 413"/>
                <a:gd name="T9" fmla="*/ 290 h 440"/>
                <a:gd name="T10" fmla="*/ 145 w 413"/>
                <a:gd name="T11" fmla="*/ 356 h 440"/>
                <a:gd name="T12" fmla="*/ 119 w 413"/>
                <a:gd name="T13" fmla="*/ 330 h 440"/>
                <a:gd name="T14" fmla="*/ 145 w 413"/>
                <a:gd name="T15" fmla="*/ 305 h 440"/>
                <a:gd name="T16" fmla="*/ 171 w 413"/>
                <a:gd name="T17" fmla="*/ 330 h 440"/>
                <a:gd name="T18" fmla="*/ 145 w 413"/>
                <a:gd name="T19" fmla="*/ 356 h 440"/>
                <a:gd name="T20" fmla="*/ 222 w 413"/>
                <a:gd name="T21" fmla="*/ 358 h 440"/>
                <a:gd name="T22" fmla="*/ 182 w 413"/>
                <a:gd name="T23" fmla="*/ 399 h 440"/>
                <a:gd name="T24" fmla="*/ 222 w 413"/>
                <a:gd name="T25" fmla="*/ 440 h 440"/>
                <a:gd name="T26" fmla="*/ 263 w 413"/>
                <a:gd name="T27" fmla="*/ 399 h 440"/>
                <a:gd name="T28" fmla="*/ 222 w 413"/>
                <a:gd name="T29" fmla="*/ 358 h 440"/>
                <a:gd name="T30" fmla="*/ 222 w 413"/>
                <a:gd name="T31" fmla="*/ 425 h 440"/>
                <a:gd name="T32" fmla="*/ 197 w 413"/>
                <a:gd name="T33" fmla="*/ 399 h 440"/>
                <a:gd name="T34" fmla="*/ 222 w 413"/>
                <a:gd name="T35" fmla="*/ 373 h 440"/>
                <a:gd name="T36" fmla="*/ 248 w 413"/>
                <a:gd name="T37" fmla="*/ 399 h 440"/>
                <a:gd name="T38" fmla="*/ 222 w 413"/>
                <a:gd name="T39" fmla="*/ 425 h 440"/>
                <a:gd name="T40" fmla="*/ 339 w 413"/>
                <a:gd name="T41" fmla="*/ 0 h 440"/>
                <a:gd name="T42" fmla="*/ 74 w 413"/>
                <a:gd name="T43" fmla="*/ 0 h 440"/>
                <a:gd name="T44" fmla="*/ 0 w 413"/>
                <a:gd name="T45" fmla="*/ 74 h 440"/>
                <a:gd name="T46" fmla="*/ 0 w 413"/>
                <a:gd name="T47" fmla="*/ 204 h 440"/>
                <a:gd name="T48" fmla="*/ 74 w 413"/>
                <a:gd name="T49" fmla="*/ 278 h 440"/>
                <a:gd name="T50" fmla="*/ 339 w 413"/>
                <a:gd name="T51" fmla="*/ 278 h 440"/>
                <a:gd name="T52" fmla="*/ 413 w 413"/>
                <a:gd name="T53" fmla="*/ 204 h 440"/>
                <a:gd name="T54" fmla="*/ 413 w 413"/>
                <a:gd name="T55" fmla="*/ 74 h 440"/>
                <a:gd name="T56" fmla="*/ 339 w 413"/>
                <a:gd name="T57" fmla="*/ 0 h 440"/>
                <a:gd name="T58" fmla="*/ 398 w 413"/>
                <a:gd name="T59" fmla="*/ 204 h 440"/>
                <a:gd name="T60" fmla="*/ 339 w 413"/>
                <a:gd name="T61" fmla="*/ 263 h 440"/>
                <a:gd name="T62" fmla="*/ 74 w 413"/>
                <a:gd name="T63" fmla="*/ 263 h 440"/>
                <a:gd name="T64" fmla="*/ 14 w 413"/>
                <a:gd name="T65" fmla="*/ 204 h 440"/>
                <a:gd name="T66" fmla="*/ 14 w 413"/>
                <a:gd name="T67" fmla="*/ 74 h 440"/>
                <a:gd name="T68" fmla="*/ 74 w 413"/>
                <a:gd name="T69" fmla="*/ 15 h 440"/>
                <a:gd name="T70" fmla="*/ 339 w 413"/>
                <a:gd name="T71" fmla="*/ 15 h 440"/>
                <a:gd name="T72" fmla="*/ 398 w 413"/>
                <a:gd name="T73" fmla="*/ 74 h 440"/>
                <a:gd name="T74" fmla="*/ 398 w 413"/>
                <a:gd name="T75" fmla="*/ 204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13" h="440">
                  <a:moveTo>
                    <a:pt x="145" y="290"/>
                  </a:moveTo>
                  <a:cubicBezTo>
                    <a:pt x="122" y="290"/>
                    <a:pt x="104" y="308"/>
                    <a:pt x="104" y="330"/>
                  </a:cubicBezTo>
                  <a:cubicBezTo>
                    <a:pt x="104" y="353"/>
                    <a:pt x="122" y="371"/>
                    <a:pt x="145" y="371"/>
                  </a:cubicBezTo>
                  <a:cubicBezTo>
                    <a:pt x="167" y="371"/>
                    <a:pt x="185" y="353"/>
                    <a:pt x="185" y="330"/>
                  </a:cubicBezTo>
                  <a:cubicBezTo>
                    <a:pt x="185" y="308"/>
                    <a:pt x="167" y="290"/>
                    <a:pt x="145" y="290"/>
                  </a:cubicBezTo>
                  <a:close/>
                  <a:moveTo>
                    <a:pt x="145" y="356"/>
                  </a:moveTo>
                  <a:cubicBezTo>
                    <a:pt x="131" y="356"/>
                    <a:pt x="119" y="345"/>
                    <a:pt x="119" y="330"/>
                  </a:cubicBezTo>
                  <a:cubicBezTo>
                    <a:pt x="119" y="316"/>
                    <a:pt x="131" y="305"/>
                    <a:pt x="145" y="305"/>
                  </a:cubicBezTo>
                  <a:cubicBezTo>
                    <a:pt x="159" y="305"/>
                    <a:pt x="171" y="316"/>
                    <a:pt x="171" y="330"/>
                  </a:cubicBezTo>
                  <a:cubicBezTo>
                    <a:pt x="171" y="345"/>
                    <a:pt x="159" y="356"/>
                    <a:pt x="145" y="356"/>
                  </a:cubicBezTo>
                  <a:close/>
                  <a:moveTo>
                    <a:pt x="222" y="358"/>
                  </a:moveTo>
                  <a:cubicBezTo>
                    <a:pt x="200" y="358"/>
                    <a:pt x="182" y="377"/>
                    <a:pt x="182" y="399"/>
                  </a:cubicBezTo>
                  <a:cubicBezTo>
                    <a:pt x="182" y="421"/>
                    <a:pt x="200" y="440"/>
                    <a:pt x="222" y="440"/>
                  </a:cubicBezTo>
                  <a:cubicBezTo>
                    <a:pt x="245" y="440"/>
                    <a:pt x="263" y="421"/>
                    <a:pt x="263" y="399"/>
                  </a:cubicBezTo>
                  <a:cubicBezTo>
                    <a:pt x="263" y="377"/>
                    <a:pt x="245" y="358"/>
                    <a:pt x="222" y="358"/>
                  </a:cubicBezTo>
                  <a:close/>
                  <a:moveTo>
                    <a:pt x="222" y="425"/>
                  </a:moveTo>
                  <a:cubicBezTo>
                    <a:pt x="208" y="425"/>
                    <a:pt x="197" y="413"/>
                    <a:pt x="197" y="399"/>
                  </a:cubicBezTo>
                  <a:cubicBezTo>
                    <a:pt x="197" y="385"/>
                    <a:pt x="208" y="373"/>
                    <a:pt x="222" y="373"/>
                  </a:cubicBezTo>
                  <a:cubicBezTo>
                    <a:pt x="237" y="373"/>
                    <a:pt x="248" y="385"/>
                    <a:pt x="248" y="399"/>
                  </a:cubicBezTo>
                  <a:cubicBezTo>
                    <a:pt x="248" y="413"/>
                    <a:pt x="237" y="425"/>
                    <a:pt x="222" y="425"/>
                  </a:cubicBezTo>
                  <a:close/>
                  <a:moveTo>
                    <a:pt x="339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33" y="0"/>
                    <a:pt x="0" y="33"/>
                    <a:pt x="0" y="74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245"/>
                    <a:pt x="33" y="278"/>
                    <a:pt x="74" y="278"/>
                  </a:cubicBezTo>
                  <a:cubicBezTo>
                    <a:pt x="339" y="278"/>
                    <a:pt x="339" y="278"/>
                    <a:pt x="339" y="278"/>
                  </a:cubicBezTo>
                  <a:cubicBezTo>
                    <a:pt x="380" y="278"/>
                    <a:pt x="413" y="245"/>
                    <a:pt x="413" y="204"/>
                  </a:cubicBezTo>
                  <a:cubicBezTo>
                    <a:pt x="413" y="74"/>
                    <a:pt x="413" y="74"/>
                    <a:pt x="413" y="74"/>
                  </a:cubicBezTo>
                  <a:cubicBezTo>
                    <a:pt x="413" y="33"/>
                    <a:pt x="380" y="0"/>
                    <a:pt x="339" y="0"/>
                  </a:cubicBezTo>
                  <a:close/>
                  <a:moveTo>
                    <a:pt x="398" y="204"/>
                  </a:moveTo>
                  <a:cubicBezTo>
                    <a:pt x="398" y="237"/>
                    <a:pt x="372" y="263"/>
                    <a:pt x="339" y="263"/>
                  </a:cubicBezTo>
                  <a:cubicBezTo>
                    <a:pt x="74" y="263"/>
                    <a:pt x="74" y="263"/>
                    <a:pt x="74" y="263"/>
                  </a:cubicBezTo>
                  <a:cubicBezTo>
                    <a:pt x="41" y="263"/>
                    <a:pt x="14" y="237"/>
                    <a:pt x="14" y="20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41"/>
                    <a:pt x="41" y="15"/>
                    <a:pt x="74" y="15"/>
                  </a:cubicBezTo>
                  <a:cubicBezTo>
                    <a:pt x="339" y="15"/>
                    <a:pt x="339" y="15"/>
                    <a:pt x="339" y="15"/>
                  </a:cubicBezTo>
                  <a:cubicBezTo>
                    <a:pt x="372" y="15"/>
                    <a:pt x="398" y="41"/>
                    <a:pt x="398" y="74"/>
                  </a:cubicBezTo>
                  <a:lnTo>
                    <a:pt x="398" y="20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F982C7A-D70B-601D-D8EA-FCA7FE726064}"/>
              </a:ext>
            </a:extLst>
          </p:cNvPr>
          <p:cNvGrpSpPr/>
          <p:nvPr/>
        </p:nvGrpSpPr>
        <p:grpSpPr>
          <a:xfrm>
            <a:off x="2519072" y="2506792"/>
            <a:ext cx="3234691" cy="955751"/>
            <a:chOff x="3677392" y="2605986"/>
            <a:chExt cx="6289568" cy="924356"/>
          </a:xfrm>
        </p:grpSpPr>
        <p:cxnSp>
          <p:nvCxnSpPr>
            <p:cNvPr id="20" name="直接连接符 73">
              <a:extLst>
                <a:ext uri="{FF2B5EF4-FFF2-40B4-BE49-F238E27FC236}">
                  <a16:creationId xmlns:a16="http://schemas.microsoft.com/office/drawing/2014/main" id="{63DD0F68-24EB-CE39-B957-AAB4729868B6}"/>
                </a:ext>
              </a:extLst>
            </p:cNvPr>
            <p:cNvCxnSpPr/>
            <p:nvPr/>
          </p:nvCxnSpPr>
          <p:spPr>
            <a:xfrm>
              <a:off x="3677392" y="2605986"/>
              <a:ext cx="628956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75">
              <a:extLst>
                <a:ext uri="{FF2B5EF4-FFF2-40B4-BE49-F238E27FC236}">
                  <a16:creationId xmlns:a16="http://schemas.microsoft.com/office/drawing/2014/main" id="{291A1785-DBCE-8CE7-56F7-884DFBB75BEE}"/>
                </a:ext>
              </a:extLst>
            </p:cNvPr>
            <p:cNvCxnSpPr/>
            <p:nvPr/>
          </p:nvCxnSpPr>
          <p:spPr>
            <a:xfrm>
              <a:off x="9966960" y="2605986"/>
              <a:ext cx="0" cy="92435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774C756-1C36-303C-C989-6471AAAF726F}"/>
              </a:ext>
            </a:extLst>
          </p:cNvPr>
          <p:cNvGrpSpPr/>
          <p:nvPr/>
        </p:nvGrpSpPr>
        <p:grpSpPr>
          <a:xfrm>
            <a:off x="6119152" y="3868309"/>
            <a:ext cx="3234691" cy="955751"/>
            <a:chOff x="3677392" y="2605986"/>
            <a:chExt cx="6289568" cy="924356"/>
          </a:xfrm>
        </p:grpSpPr>
        <p:cxnSp>
          <p:nvCxnSpPr>
            <p:cNvPr id="23" name="直接连接符 82">
              <a:extLst>
                <a:ext uri="{FF2B5EF4-FFF2-40B4-BE49-F238E27FC236}">
                  <a16:creationId xmlns:a16="http://schemas.microsoft.com/office/drawing/2014/main" id="{5FD9F7AE-E485-5D25-E429-4C0E26AE2BD0}"/>
                </a:ext>
              </a:extLst>
            </p:cNvPr>
            <p:cNvCxnSpPr/>
            <p:nvPr/>
          </p:nvCxnSpPr>
          <p:spPr>
            <a:xfrm>
              <a:off x="3677392" y="2605986"/>
              <a:ext cx="628956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83">
              <a:extLst>
                <a:ext uri="{FF2B5EF4-FFF2-40B4-BE49-F238E27FC236}">
                  <a16:creationId xmlns:a16="http://schemas.microsoft.com/office/drawing/2014/main" id="{E4D25740-B1DF-84C0-60C3-BFAF69BDA395}"/>
                </a:ext>
              </a:extLst>
            </p:cNvPr>
            <p:cNvCxnSpPr/>
            <p:nvPr/>
          </p:nvCxnSpPr>
          <p:spPr>
            <a:xfrm>
              <a:off x="9966960" y="2605986"/>
              <a:ext cx="0" cy="92435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30407CD8-18AB-DC73-D7CD-A1BB519E0069}"/>
              </a:ext>
            </a:extLst>
          </p:cNvPr>
          <p:cNvSpPr txBox="1"/>
          <p:nvPr/>
        </p:nvSpPr>
        <p:spPr>
          <a:xfrm>
            <a:off x="2491126" y="2058699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3563A8"/>
                </a:solidFill>
              </a:rPr>
              <a:t>01</a:t>
            </a:r>
            <a:endParaRPr lang="zh-CN" altLang="en-US" sz="2800" dirty="0">
              <a:solidFill>
                <a:srgbClr val="3563A8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7DF992-DB0A-F7EA-80CA-04361F5D765A}"/>
              </a:ext>
            </a:extLst>
          </p:cNvPr>
          <p:cNvSpPr txBox="1"/>
          <p:nvPr/>
        </p:nvSpPr>
        <p:spPr>
          <a:xfrm>
            <a:off x="3021116" y="2063949"/>
            <a:ext cx="2908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3563A8"/>
                </a:solidFill>
              </a:defRPr>
            </a:lvl1pPr>
          </a:lstStyle>
          <a:p>
            <a:r>
              <a:rPr lang="zh-CN" altLang="en-US" sz="2400" dirty="0"/>
              <a:t>年假后台管理</a:t>
            </a:r>
            <a:endParaRPr lang="en-US" altLang="zh-CN" sz="24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6BF001-1C30-C3C9-5BF8-C44190D12F6C}"/>
              </a:ext>
            </a:extLst>
          </p:cNvPr>
          <p:cNvSpPr/>
          <p:nvPr/>
        </p:nvSpPr>
        <p:spPr>
          <a:xfrm>
            <a:off x="2530503" y="2545618"/>
            <a:ext cx="2991720" cy="881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通过管理员录入用户的年度年假数据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27F048-29C4-5014-9491-36EFF93D29DE}"/>
              </a:ext>
            </a:extLst>
          </p:cNvPr>
          <p:cNvSpPr txBox="1"/>
          <p:nvPr/>
        </p:nvSpPr>
        <p:spPr>
          <a:xfrm>
            <a:off x="6124273" y="3403107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3563A8"/>
                </a:solidFill>
              </a:rPr>
              <a:t>02</a:t>
            </a:r>
            <a:endParaRPr lang="zh-CN" altLang="en-US" sz="2800" dirty="0">
              <a:solidFill>
                <a:srgbClr val="3563A8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8537F93-7E80-53A1-0496-4E36DE11CFE5}"/>
              </a:ext>
            </a:extLst>
          </p:cNvPr>
          <p:cNvSpPr txBox="1"/>
          <p:nvPr/>
        </p:nvSpPr>
        <p:spPr>
          <a:xfrm>
            <a:off x="6753190" y="3411014"/>
            <a:ext cx="2908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年假申请应用</a:t>
            </a:r>
            <a:endParaRPr lang="en-US" altLang="zh-CN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47A9490-82C5-B2D8-7D46-9C0F0ADEEDBE}"/>
              </a:ext>
            </a:extLst>
          </p:cNvPr>
          <p:cNvSpPr/>
          <p:nvPr/>
        </p:nvSpPr>
        <p:spPr>
          <a:xfrm>
            <a:off x="6163649" y="3890026"/>
            <a:ext cx="2916327" cy="1296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用户通过填写请假的开始，结束时间。将年假申请提交给上级</a:t>
            </a:r>
          </a:p>
        </p:txBody>
      </p:sp>
    </p:spTree>
    <p:extLst>
      <p:ext uri="{BB962C8B-B14F-4D97-AF65-F5344CB8AC3E}">
        <p14:creationId xmlns:p14="http://schemas.microsoft.com/office/powerpoint/2010/main" val="237355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ACB003-731B-F891-3A74-81D71A56C786}"/>
              </a:ext>
            </a:extLst>
          </p:cNvPr>
          <p:cNvSpPr txBox="1"/>
          <p:nvPr/>
        </p:nvSpPr>
        <p:spPr>
          <a:xfrm>
            <a:off x="-83711" y="681035"/>
            <a:ext cx="483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563A8"/>
                </a:solidFill>
              </a:rPr>
              <a:t>需要实现的效果</a:t>
            </a:r>
          </a:p>
        </p:txBody>
      </p:sp>
      <p:sp>
        <p:nvSpPr>
          <p:cNvPr id="7" name="任意多边形 32">
            <a:extLst>
              <a:ext uri="{FF2B5EF4-FFF2-40B4-BE49-F238E27FC236}">
                <a16:creationId xmlns:a16="http://schemas.microsoft.com/office/drawing/2014/main" id="{330AF267-006A-D2B4-2480-5422051703E1}"/>
              </a:ext>
            </a:extLst>
          </p:cNvPr>
          <p:cNvSpPr/>
          <p:nvPr/>
        </p:nvSpPr>
        <p:spPr>
          <a:xfrm rot="13567251">
            <a:off x="-363919" y="664387"/>
            <a:ext cx="727839" cy="679628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B69FAE4-759B-356B-99A5-2FB7B745D968}"/>
              </a:ext>
            </a:extLst>
          </p:cNvPr>
          <p:cNvGrpSpPr/>
          <p:nvPr/>
        </p:nvGrpSpPr>
        <p:grpSpPr>
          <a:xfrm>
            <a:off x="9421600" y="2101720"/>
            <a:ext cx="1893600" cy="1893600"/>
            <a:chOff x="173624" y="2446020"/>
            <a:chExt cx="811530" cy="81153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0AF794D-32C9-5D27-EE9E-0CFC25E80183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Freeform 80">
              <a:extLst>
                <a:ext uri="{FF2B5EF4-FFF2-40B4-BE49-F238E27FC236}">
                  <a16:creationId xmlns:a16="http://schemas.microsoft.com/office/drawing/2014/main" id="{6D7C2340-21F6-C479-6330-F6EBCAB5FA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A660F82-11D5-37CC-BA8F-7E61B83F46D7}"/>
              </a:ext>
            </a:extLst>
          </p:cNvPr>
          <p:cNvGrpSpPr/>
          <p:nvPr/>
        </p:nvGrpSpPr>
        <p:grpSpPr>
          <a:xfrm>
            <a:off x="589109" y="2370936"/>
            <a:ext cx="1893309" cy="1893309"/>
            <a:chOff x="5558278" y="3474720"/>
            <a:chExt cx="811530" cy="81153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48E5A9B-141C-DEDB-FC1D-343649D0ED34}"/>
                </a:ext>
              </a:extLst>
            </p:cNvPr>
            <p:cNvSpPr/>
            <p:nvPr/>
          </p:nvSpPr>
          <p:spPr>
            <a:xfrm>
              <a:off x="5558278" y="347472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Freeform 77">
              <a:extLst>
                <a:ext uri="{FF2B5EF4-FFF2-40B4-BE49-F238E27FC236}">
                  <a16:creationId xmlns:a16="http://schemas.microsoft.com/office/drawing/2014/main" id="{CE44F344-62E6-7C48-4EE2-24BCCCF363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81591" y="3686731"/>
              <a:ext cx="564904" cy="387509"/>
            </a:xfrm>
            <a:custGeom>
              <a:avLst/>
              <a:gdLst>
                <a:gd name="T0" fmla="*/ 340 w 413"/>
                <a:gd name="T1" fmla="*/ 283 h 283"/>
                <a:gd name="T2" fmla="*/ 73 w 413"/>
                <a:gd name="T3" fmla="*/ 283 h 283"/>
                <a:gd name="T4" fmla="*/ 72 w 413"/>
                <a:gd name="T5" fmla="*/ 283 h 283"/>
                <a:gd name="T6" fmla="*/ 0 w 413"/>
                <a:gd name="T7" fmla="*/ 209 h 283"/>
                <a:gd name="T8" fmla="*/ 70 w 413"/>
                <a:gd name="T9" fmla="*/ 135 h 283"/>
                <a:gd name="T10" fmla="*/ 66 w 413"/>
                <a:gd name="T11" fmla="*/ 107 h 283"/>
                <a:gd name="T12" fmla="*/ 173 w 413"/>
                <a:gd name="T13" fmla="*/ 0 h 283"/>
                <a:gd name="T14" fmla="*/ 273 w 413"/>
                <a:gd name="T15" fmla="*/ 69 h 283"/>
                <a:gd name="T16" fmla="*/ 273 w 413"/>
                <a:gd name="T17" fmla="*/ 69 h 283"/>
                <a:gd name="T18" fmla="*/ 346 w 413"/>
                <a:gd name="T19" fmla="*/ 135 h 283"/>
                <a:gd name="T20" fmla="*/ 413 w 413"/>
                <a:gd name="T21" fmla="*/ 209 h 283"/>
                <a:gd name="T22" fmla="*/ 341 w 413"/>
                <a:gd name="T23" fmla="*/ 283 h 283"/>
                <a:gd name="T24" fmla="*/ 340 w 413"/>
                <a:gd name="T25" fmla="*/ 283 h 283"/>
                <a:gd name="T26" fmla="*/ 73 w 413"/>
                <a:gd name="T27" fmla="*/ 268 h 283"/>
                <a:gd name="T28" fmla="*/ 339 w 413"/>
                <a:gd name="T29" fmla="*/ 268 h 283"/>
                <a:gd name="T30" fmla="*/ 340 w 413"/>
                <a:gd name="T31" fmla="*/ 268 h 283"/>
                <a:gd name="T32" fmla="*/ 398 w 413"/>
                <a:gd name="T33" fmla="*/ 209 h 283"/>
                <a:gd name="T34" fmla="*/ 339 w 413"/>
                <a:gd name="T35" fmla="*/ 150 h 283"/>
                <a:gd name="T36" fmla="*/ 332 w 413"/>
                <a:gd name="T37" fmla="*/ 142 h 283"/>
                <a:gd name="T38" fmla="*/ 273 w 413"/>
                <a:gd name="T39" fmla="*/ 83 h 283"/>
                <a:gd name="T40" fmla="*/ 268 w 413"/>
                <a:gd name="T41" fmla="*/ 84 h 283"/>
                <a:gd name="T42" fmla="*/ 261 w 413"/>
                <a:gd name="T43" fmla="*/ 79 h 283"/>
                <a:gd name="T44" fmla="*/ 173 w 413"/>
                <a:gd name="T45" fmla="*/ 15 h 283"/>
                <a:gd name="T46" fmla="*/ 81 w 413"/>
                <a:gd name="T47" fmla="*/ 107 h 283"/>
                <a:gd name="T48" fmla="*/ 87 w 413"/>
                <a:gd name="T49" fmla="*/ 140 h 283"/>
                <a:gd name="T50" fmla="*/ 86 w 413"/>
                <a:gd name="T51" fmla="*/ 147 h 283"/>
                <a:gd name="T52" fmla="*/ 79 w 413"/>
                <a:gd name="T53" fmla="*/ 150 h 283"/>
                <a:gd name="T54" fmla="*/ 73 w 413"/>
                <a:gd name="T55" fmla="*/ 150 h 283"/>
                <a:gd name="T56" fmla="*/ 14 w 413"/>
                <a:gd name="T57" fmla="*/ 209 h 283"/>
                <a:gd name="T58" fmla="*/ 73 w 413"/>
                <a:gd name="T59" fmla="*/ 268 h 283"/>
                <a:gd name="T60" fmla="*/ 73 w 413"/>
                <a:gd name="T61" fmla="*/ 268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3" h="283">
                  <a:moveTo>
                    <a:pt x="340" y="283"/>
                  </a:moveTo>
                  <a:cubicBezTo>
                    <a:pt x="73" y="283"/>
                    <a:pt x="73" y="283"/>
                    <a:pt x="73" y="283"/>
                  </a:cubicBezTo>
                  <a:cubicBezTo>
                    <a:pt x="73" y="283"/>
                    <a:pt x="72" y="283"/>
                    <a:pt x="72" y="283"/>
                  </a:cubicBezTo>
                  <a:cubicBezTo>
                    <a:pt x="32" y="282"/>
                    <a:pt x="0" y="249"/>
                    <a:pt x="0" y="209"/>
                  </a:cubicBezTo>
                  <a:cubicBezTo>
                    <a:pt x="0" y="169"/>
                    <a:pt x="31" y="137"/>
                    <a:pt x="70" y="135"/>
                  </a:cubicBezTo>
                  <a:cubicBezTo>
                    <a:pt x="67" y="126"/>
                    <a:pt x="66" y="117"/>
                    <a:pt x="66" y="107"/>
                  </a:cubicBezTo>
                  <a:cubicBezTo>
                    <a:pt x="66" y="48"/>
                    <a:pt x="114" y="0"/>
                    <a:pt x="173" y="0"/>
                  </a:cubicBezTo>
                  <a:cubicBezTo>
                    <a:pt x="217" y="0"/>
                    <a:pt x="257" y="27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311" y="69"/>
                    <a:pt x="343" y="98"/>
                    <a:pt x="346" y="135"/>
                  </a:cubicBezTo>
                  <a:cubicBezTo>
                    <a:pt x="384" y="139"/>
                    <a:pt x="413" y="171"/>
                    <a:pt x="413" y="209"/>
                  </a:cubicBezTo>
                  <a:cubicBezTo>
                    <a:pt x="413" y="249"/>
                    <a:pt x="381" y="282"/>
                    <a:pt x="341" y="283"/>
                  </a:cubicBezTo>
                  <a:cubicBezTo>
                    <a:pt x="340" y="283"/>
                    <a:pt x="340" y="283"/>
                    <a:pt x="340" y="283"/>
                  </a:cubicBezTo>
                  <a:close/>
                  <a:moveTo>
                    <a:pt x="73" y="268"/>
                  </a:moveTo>
                  <a:cubicBezTo>
                    <a:pt x="339" y="268"/>
                    <a:pt x="339" y="268"/>
                    <a:pt x="339" y="268"/>
                  </a:cubicBezTo>
                  <a:cubicBezTo>
                    <a:pt x="339" y="268"/>
                    <a:pt x="340" y="268"/>
                    <a:pt x="340" y="268"/>
                  </a:cubicBezTo>
                  <a:cubicBezTo>
                    <a:pt x="372" y="268"/>
                    <a:pt x="398" y="241"/>
                    <a:pt x="398" y="209"/>
                  </a:cubicBezTo>
                  <a:cubicBezTo>
                    <a:pt x="398" y="176"/>
                    <a:pt x="372" y="150"/>
                    <a:pt x="339" y="150"/>
                  </a:cubicBezTo>
                  <a:cubicBezTo>
                    <a:pt x="335" y="150"/>
                    <a:pt x="332" y="146"/>
                    <a:pt x="332" y="142"/>
                  </a:cubicBezTo>
                  <a:cubicBezTo>
                    <a:pt x="332" y="110"/>
                    <a:pt x="305" y="83"/>
                    <a:pt x="273" y="83"/>
                  </a:cubicBezTo>
                  <a:cubicBezTo>
                    <a:pt x="271" y="83"/>
                    <a:pt x="270" y="83"/>
                    <a:pt x="268" y="84"/>
                  </a:cubicBezTo>
                  <a:cubicBezTo>
                    <a:pt x="265" y="84"/>
                    <a:pt x="262" y="82"/>
                    <a:pt x="261" y="79"/>
                  </a:cubicBezTo>
                  <a:cubicBezTo>
                    <a:pt x="248" y="40"/>
                    <a:pt x="213" y="15"/>
                    <a:pt x="173" y="15"/>
                  </a:cubicBezTo>
                  <a:cubicBezTo>
                    <a:pt x="122" y="15"/>
                    <a:pt x="81" y="56"/>
                    <a:pt x="81" y="107"/>
                  </a:cubicBezTo>
                  <a:cubicBezTo>
                    <a:pt x="81" y="118"/>
                    <a:pt x="83" y="129"/>
                    <a:pt x="87" y="140"/>
                  </a:cubicBezTo>
                  <a:cubicBezTo>
                    <a:pt x="88" y="142"/>
                    <a:pt x="87" y="145"/>
                    <a:pt x="86" y="147"/>
                  </a:cubicBezTo>
                  <a:cubicBezTo>
                    <a:pt x="84" y="149"/>
                    <a:pt x="82" y="150"/>
                    <a:pt x="79" y="150"/>
                  </a:cubicBezTo>
                  <a:cubicBezTo>
                    <a:pt x="77" y="150"/>
                    <a:pt x="75" y="150"/>
                    <a:pt x="73" y="150"/>
                  </a:cubicBezTo>
                  <a:cubicBezTo>
                    <a:pt x="41" y="150"/>
                    <a:pt x="14" y="176"/>
                    <a:pt x="14" y="209"/>
                  </a:cubicBezTo>
                  <a:cubicBezTo>
                    <a:pt x="14" y="241"/>
                    <a:pt x="41" y="268"/>
                    <a:pt x="73" y="268"/>
                  </a:cubicBezTo>
                  <a:cubicBezTo>
                    <a:pt x="73" y="268"/>
                    <a:pt x="73" y="268"/>
                    <a:pt x="73" y="268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ADBEEDC-4EA3-071F-C32D-50DFE5888E54}"/>
              </a:ext>
            </a:extLst>
          </p:cNvPr>
          <p:cNvGrpSpPr/>
          <p:nvPr/>
        </p:nvGrpSpPr>
        <p:grpSpPr>
          <a:xfrm>
            <a:off x="5151500" y="1169001"/>
            <a:ext cx="1893600" cy="1893600"/>
            <a:chOff x="9410188" y="4572000"/>
            <a:chExt cx="811530" cy="811530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9DDDA857-EC1F-6E3F-85B4-CB220540A182}"/>
                </a:ext>
              </a:extLst>
            </p:cNvPr>
            <p:cNvSpPr/>
            <p:nvPr/>
          </p:nvSpPr>
          <p:spPr>
            <a:xfrm>
              <a:off x="9410188" y="4572000"/>
              <a:ext cx="811530" cy="811530"/>
            </a:xfrm>
            <a:prstGeom prst="ellipse">
              <a:avLst/>
            </a:prstGeom>
            <a:no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Freeform 75">
              <a:extLst>
                <a:ext uri="{FF2B5EF4-FFF2-40B4-BE49-F238E27FC236}">
                  <a16:creationId xmlns:a16="http://schemas.microsoft.com/office/drawing/2014/main" id="{9C5F0913-1931-F86A-40B2-17AADD1380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71033" y="4717103"/>
              <a:ext cx="489841" cy="521324"/>
            </a:xfrm>
            <a:custGeom>
              <a:avLst/>
              <a:gdLst>
                <a:gd name="T0" fmla="*/ 145 w 413"/>
                <a:gd name="T1" fmla="*/ 290 h 440"/>
                <a:gd name="T2" fmla="*/ 104 w 413"/>
                <a:gd name="T3" fmla="*/ 330 h 440"/>
                <a:gd name="T4" fmla="*/ 145 w 413"/>
                <a:gd name="T5" fmla="*/ 371 h 440"/>
                <a:gd name="T6" fmla="*/ 185 w 413"/>
                <a:gd name="T7" fmla="*/ 330 h 440"/>
                <a:gd name="T8" fmla="*/ 145 w 413"/>
                <a:gd name="T9" fmla="*/ 290 h 440"/>
                <a:gd name="T10" fmla="*/ 145 w 413"/>
                <a:gd name="T11" fmla="*/ 356 h 440"/>
                <a:gd name="T12" fmla="*/ 119 w 413"/>
                <a:gd name="T13" fmla="*/ 330 h 440"/>
                <a:gd name="T14" fmla="*/ 145 w 413"/>
                <a:gd name="T15" fmla="*/ 305 h 440"/>
                <a:gd name="T16" fmla="*/ 171 w 413"/>
                <a:gd name="T17" fmla="*/ 330 h 440"/>
                <a:gd name="T18" fmla="*/ 145 w 413"/>
                <a:gd name="T19" fmla="*/ 356 h 440"/>
                <a:gd name="T20" fmla="*/ 222 w 413"/>
                <a:gd name="T21" fmla="*/ 358 h 440"/>
                <a:gd name="T22" fmla="*/ 182 w 413"/>
                <a:gd name="T23" fmla="*/ 399 h 440"/>
                <a:gd name="T24" fmla="*/ 222 w 413"/>
                <a:gd name="T25" fmla="*/ 440 h 440"/>
                <a:gd name="T26" fmla="*/ 263 w 413"/>
                <a:gd name="T27" fmla="*/ 399 h 440"/>
                <a:gd name="T28" fmla="*/ 222 w 413"/>
                <a:gd name="T29" fmla="*/ 358 h 440"/>
                <a:gd name="T30" fmla="*/ 222 w 413"/>
                <a:gd name="T31" fmla="*/ 425 h 440"/>
                <a:gd name="T32" fmla="*/ 197 w 413"/>
                <a:gd name="T33" fmla="*/ 399 h 440"/>
                <a:gd name="T34" fmla="*/ 222 w 413"/>
                <a:gd name="T35" fmla="*/ 373 h 440"/>
                <a:gd name="T36" fmla="*/ 248 w 413"/>
                <a:gd name="T37" fmla="*/ 399 h 440"/>
                <a:gd name="T38" fmla="*/ 222 w 413"/>
                <a:gd name="T39" fmla="*/ 425 h 440"/>
                <a:gd name="T40" fmla="*/ 339 w 413"/>
                <a:gd name="T41" fmla="*/ 0 h 440"/>
                <a:gd name="T42" fmla="*/ 74 w 413"/>
                <a:gd name="T43" fmla="*/ 0 h 440"/>
                <a:gd name="T44" fmla="*/ 0 w 413"/>
                <a:gd name="T45" fmla="*/ 74 h 440"/>
                <a:gd name="T46" fmla="*/ 0 w 413"/>
                <a:gd name="T47" fmla="*/ 204 h 440"/>
                <a:gd name="T48" fmla="*/ 74 w 413"/>
                <a:gd name="T49" fmla="*/ 278 h 440"/>
                <a:gd name="T50" fmla="*/ 339 w 413"/>
                <a:gd name="T51" fmla="*/ 278 h 440"/>
                <a:gd name="T52" fmla="*/ 413 w 413"/>
                <a:gd name="T53" fmla="*/ 204 h 440"/>
                <a:gd name="T54" fmla="*/ 413 w 413"/>
                <a:gd name="T55" fmla="*/ 74 h 440"/>
                <a:gd name="T56" fmla="*/ 339 w 413"/>
                <a:gd name="T57" fmla="*/ 0 h 440"/>
                <a:gd name="T58" fmla="*/ 398 w 413"/>
                <a:gd name="T59" fmla="*/ 204 h 440"/>
                <a:gd name="T60" fmla="*/ 339 w 413"/>
                <a:gd name="T61" fmla="*/ 263 h 440"/>
                <a:gd name="T62" fmla="*/ 74 w 413"/>
                <a:gd name="T63" fmla="*/ 263 h 440"/>
                <a:gd name="T64" fmla="*/ 14 w 413"/>
                <a:gd name="T65" fmla="*/ 204 h 440"/>
                <a:gd name="T66" fmla="*/ 14 w 413"/>
                <a:gd name="T67" fmla="*/ 74 h 440"/>
                <a:gd name="T68" fmla="*/ 74 w 413"/>
                <a:gd name="T69" fmla="*/ 15 h 440"/>
                <a:gd name="T70" fmla="*/ 339 w 413"/>
                <a:gd name="T71" fmla="*/ 15 h 440"/>
                <a:gd name="T72" fmla="*/ 398 w 413"/>
                <a:gd name="T73" fmla="*/ 74 h 440"/>
                <a:gd name="T74" fmla="*/ 398 w 413"/>
                <a:gd name="T75" fmla="*/ 204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13" h="440">
                  <a:moveTo>
                    <a:pt x="145" y="290"/>
                  </a:moveTo>
                  <a:cubicBezTo>
                    <a:pt x="122" y="290"/>
                    <a:pt x="104" y="308"/>
                    <a:pt x="104" y="330"/>
                  </a:cubicBezTo>
                  <a:cubicBezTo>
                    <a:pt x="104" y="353"/>
                    <a:pt x="122" y="371"/>
                    <a:pt x="145" y="371"/>
                  </a:cubicBezTo>
                  <a:cubicBezTo>
                    <a:pt x="167" y="371"/>
                    <a:pt x="185" y="353"/>
                    <a:pt x="185" y="330"/>
                  </a:cubicBezTo>
                  <a:cubicBezTo>
                    <a:pt x="185" y="308"/>
                    <a:pt x="167" y="290"/>
                    <a:pt x="145" y="290"/>
                  </a:cubicBezTo>
                  <a:close/>
                  <a:moveTo>
                    <a:pt x="145" y="356"/>
                  </a:moveTo>
                  <a:cubicBezTo>
                    <a:pt x="131" y="356"/>
                    <a:pt x="119" y="345"/>
                    <a:pt x="119" y="330"/>
                  </a:cubicBezTo>
                  <a:cubicBezTo>
                    <a:pt x="119" y="316"/>
                    <a:pt x="131" y="305"/>
                    <a:pt x="145" y="305"/>
                  </a:cubicBezTo>
                  <a:cubicBezTo>
                    <a:pt x="159" y="305"/>
                    <a:pt x="171" y="316"/>
                    <a:pt x="171" y="330"/>
                  </a:cubicBezTo>
                  <a:cubicBezTo>
                    <a:pt x="171" y="345"/>
                    <a:pt x="159" y="356"/>
                    <a:pt x="145" y="356"/>
                  </a:cubicBezTo>
                  <a:close/>
                  <a:moveTo>
                    <a:pt x="222" y="358"/>
                  </a:moveTo>
                  <a:cubicBezTo>
                    <a:pt x="200" y="358"/>
                    <a:pt x="182" y="377"/>
                    <a:pt x="182" y="399"/>
                  </a:cubicBezTo>
                  <a:cubicBezTo>
                    <a:pt x="182" y="421"/>
                    <a:pt x="200" y="440"/>
                    <a:pt x="222" y="440"/>
                  </a:cubicBezTo>
                  <a:cubicBezTo>
                    <a:pt x="245" y="440"/>
                    <a:pt x="263" y="421"/>
                    <a:pt x="263" y="399"/>
                  </a:cubicBezTo>
                  <a:cubicBezTo>
                    <a:pt x="263" y="377"/>
                    <a:pt x="245" y="358"/>
                    <a:pt x="222" y="358"/>
                  </a:cubicBezTo>
                  <a:close/>
                  <a:moveTo>
                    <a:pt x="222" y="425"/>
                  </a:moveTo>
                  <a:cubicBezTo>
                    <a:pt x="208" y="425"/>
                    <a:pt x="197" y="413"/>
                    <a:pt x="197" y="399"/>
                  </a:cubicBezTo>
                  <a:cubicBezTo>
                    <a:pt x="197" y="385"/>
                    <a:pt x="208" y="373"/>
                    <a:pt x="222" y="373"/>
                  </a:cubicBezTo>
                  <a:cubicBezTo>
                    <a:pt x="237" y="373"/>
                    <a:pt x="248" y="385"/>
                    <a:pt x="248" y="399"/>
                  </a:cubicBezTo>
                  <a:cubicBezTo>
                    <a:pt x="248" y="413"/>
                    <a:pt x="237" y="425"/>
                    <a:pt x="222" y="425"/>
                  </a:cubicBezTo>
                  <a:close/>
                  <a:moveTo>
                    <a:pt x="339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33" y="0"/>
                    <a:pt x="0" y="33"/>
                    <a:pt x="0" y="74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245"/>
                    <a:pt x="33" y="278"/>
                    <a:pt x="74" y="278"/>
                  </a:cubicBezTo>
                  <a:cubicBezTo>
                    <a:pt x="339" y="278"/>
                    <a:pt x="339" y="278"/>
                    <a:pt x="339" y="278"/>
                  </a:cubicBezTo>
                  <a:cubicBezTo>
                    <a:pt x="380" y="278"/>
                    <a:pt x="413" y="245"/>
                    <a:pt x="413" y="204"/>
                  </a:cubicBezTo>
                  <a:cubicBezTo>
                    <a:pt x="413" y="74"/>
                    <a:pt x="413" y="74"/>
                    <a:pt x="413" y="74"/>
                  </a:cubicBezTo>
                  <a:cubicBezTo>
                    <a:pt x="413" y="33"/>
                    <a:pt x="380" y="0"/>
                    <a:pt x="339" y="0"/>
                  </a:cubicBezTo>
                  <a:close/>
                  <a:moveTo>
                    <a:pt x="398" y="204"/>
                  </a:moveTo>
                  <a:cubicBezTo>
                    <a:pt x="398" y="237"/>
                    <a:pt x="372" y="263"/>
                    <a:pt x="339" y="263"/>
                  </a:cubicBezTo>
                  <a:cubicBezTo>
                    <a:pt x="74" y="263"/>
                    <a:pt x="74" y="263"/>
                    <a:pt x="74" y="263"/>
                  </a:cubicBezTo>
                  <a:cubicBezTo>
                    <a:pt x="41" y="263"/>
                    <a:pt x="14" y="237"/>
                    <a:pt x="14" y="20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41"/>
                    <a:pt x="41" y="15"/>
                    <a:pt x="74" y="15"/>
                  </a:cubicBezTo>
                  <a:cubicBezTo>
                    <a:pt x="339" y="15"/>
                    <a:pt x="339" y="15"/>
                    <a:pt x="339" y="15"/>
                  </a:cubicBezTo>
                  <a:cubicBezTo>
                    <a:pt x="372" y="15"/>
                    <a:pt x="398" y="41"/>
                    <a:pt x="398" y="74"/>
                  </a:cubicBezTo>
                  <a:lnTo>
                    <a:pt x="398" y="20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defTabSz="685487"/>
              <a:endParaRPr lang="en-US" sz="1400">
                <a:solidFill>
                  <a:srgbClr val="FFFFFF"/>
                </a:solidFill>
                <a:latin typeface="Segoe UI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7CA25F5-3A42-2B8D-354F-C30F2A695330}"/>
              </a:ext>
            </a:extLst>
          </p:cNvPr>
          <p:cNvSpPr txBox="1"/>
          <p:nvPr/>
        </p:nvSpPr>
        <p:spPr>
          <a:xfrm>
            <a:off x="8968975" y="4882014"/>
            <a:ext cx="301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3563A8"/>
                </a:solidFill>
              </a:defRPr>
            </a:lvl1pPr>
          </a:lstStyle>
          <a:p>
            <a:pPr algn="l"/>
            <a:r>
              <a:rPr lang="zh-CN" altLang="en-US" sz="1800" dirty="0"/>
              <a:t>当申请批准时，自动更新年假管理后台用户的剩余年假。</a:t>
            </a:r>
            <a:endParaRPr lang="en-US" altLang="zh-CN" sz="18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944D646-E8F8-BB04-C2FA-BD7192EE119B}"/>
              </a:ext>
            </a:extLst>
          </p:cNvPr>
          <p:cNvSpPr txBox="1"/>
          <p:nvPr/>
        </p:nvSpPr>
        <p:spPr>
          <a:xfrm>
            <a:off x="2935959" y="3730247"/>
            <a:ext cx="301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3563A8"/>
                </a:solidFill>
              </a:defRPr>
            </a:lvl1pPr>
          </a:lstStyle>
          <a:p>
            <a:pPr algn="l"/>
            <a:r>
              <a:rPr lang="zh-CN" altLang="en-US" sz="1800" dirty="0"/>
              <a:t>当申请驳回时，并不会处理用户的剩余年假。</a:t>
            </a:r>
            <a:endParaRPr lang="en-US" altLang="zh-CN" sz="1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2C0745-7191-D1A6-D86F-E7053DB1D693}"/>
              </a:ext>
            </a:extLst>
          </p:cNvPr>
          <p:cNvSpPr txBox="1"/>
          <p:nvPr/>
        </p:nvSpPr>
        <p:spPr>
          <a:xfrm>
            <a:off x="876800" y="433471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年假申请表</a:t>
            </a: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B39D3B73-A1A3-DCCB-0826-1FC5A83690B6}"/>
              </a:ext>
            </a:extLst>
          </p:cNvPr>
          <p:cNvCxnSpPr/>
          <p:nvPr/>
        </p:nvCxnSpPr>
        <p:spPr>
          <a:xfrm flipV="1">
            <a:off x="2280315" y="2115801"/>
            <a:ext cx="2224940" cy="527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1566605-81F3-97CB-CA19-1BBBC719D7F7}"/>
              </a:ext>
            </a:extLst>
          </p:cNvPr>
          <p:cNvSpPr txBox="1"/>
          <p:nvPr/>
        </p:nvSpPr>
        <p:spPr>
          <a:xfrm>
            <a:off x="2564371" y="20016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提交审批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4EED96B-C869-BBEE-1FCD-62566341470B}"/>
              </a:ext>
            </a:extLst>
          </p:cNvPr>
          <p:cNvCxnSpPr>
            <a:cxnSpLocks/>
          </p:cNvCxnSpPr>
          <p:nvPr/>
        </p:nvCxnSpPr>
        <p:spPr>
          <a:xfrm>
            <a:off x="7184096" y="2414320"/>
            <a:ext cx="1872905" cy="35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C0B14CA-CCED-7BB2-F679-0B7A1B1C3DB9}"/>
              </a:ext>
            </a:extLst>
          </p:cNvPr>
          <p:cNvSpPr txBox="1"/>
          <p:nvPr/>
        </p:nvSpPr>
        <p:spPr>
          <a:xfrm>
            <a:off x="7877902" y="21017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批准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7F69E94B-0D9A-2F90-E4B2-343019B356DD}"/>
              </a:ext>
            </a:extLst>
          </p:cNvPr>
          <p:cNvCxnSpPr/>
          <p:nvPr/>
        </p:nvCxnSpPr>
        <p:spPr>
          <a:xfrm flipH="1">
            <a:off x="2564371" y="2656757"/>
            <a:ext cx="2389454" cy="674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C34B76D-9209-5955-F65E-F7C09629DDC4}"/>
              </a:ext>
            </a:extLst>
          </p:cNvPr>
          <p:cNvSpPr txBox="1"/>
          <p:nvPr/>
        </p:nvSpPr>
        <p:spPr>
          <a:xfrm>
            <a:off x="3349201" y="32282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驳回</a:t>
            </a:r>
          </a:p>
        </p:txBody>
      </p:sp>
      <p:sp>
        <p:nvSpPr>
          <p:cNvPr id="15" name="文本框 1">
            <a:extLst>
              <a:ext uri="{FF2B5EF4-FFF2-40B4-BE49-F238E27FC236}">
                <a16:creationId xmlns:a16="http://schemas.microsoft.com/office/drawing/2014/main" id="{262C0745-7191-D1A6-D86F-E7053DB1D693}"/>
              </a:ext>
            </a:extLst>
          </p:cNvPr>
          <p:cNvSpPr txBox="1"/>
          <p:nvPr/>
        </p:nvSpPr>
        <p:spPr>
          <a:xfrm>
            <a:off x="9827737" y="41839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年假后台管理</a:t>
            </a:r>
          </a:p>
        </p:txBody>
      </p:sp>
    </p:spTree>
    <p:extLst>
      <p:ext uri="{BB962C8B-B14F-4D97-AF65-F5344CB8AC3E}">
        <p14:creationId xmlns:p14="http://schemas.microsoft.com/office/powerpoint/2010/main" val="258763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SO_Shape"/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01370" y="338720"/>
            <a:ext cx="3626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年假后台管理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A51BD5-5342-E1D5-69D4-170F5DBF7629}"/>
              </a:ext>
            </a:extLst>
          </p:cNvPr>
          <p:cNvSpPr txBox="1"/>
          <p:nvPr/>
        </p:nvSpPr>
        <p:spPr>
          <a:xfrm>
            <a:off x="1105603" y="2035051"/>
            <a:ext cx="14988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字段：</a:t>
            </a:r>
            <a:endParaRPr kumimoji="1" lang="en-US" altLang="zh-CN" b="1" dirty="0"/>
          </a:p>
          <a:p>
            <a:r>
              <a:rPr kumimoji="1" lang="zh-CN" altLang="en-US" dirty="0"/>
              <a:t> 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dirty="0"/>
              <a:t>用户名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dirty="0"/>
              <a:t>年度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dirty="0"/>
              <a:t>年假天数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F97032-3005-F53F-61E4-1F0F492E5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296" y="1419295"/>
            <a:ext cx="5960126" cy="354129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E653D99-8872-31B8-7180-D0DA97EFC147}"/>
              </a:ext>
            </a:extLst>
          </p:cNvPr>
          <p:cNvSpPr txBox="1"/>
          <p:nvPr/>
        </p:nvSpPr>
        <p:spPr>
          <a:xfrm>
            <a:off x="3677392" y="5394833"/>
            <a:ext cx="4837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3563A8"/>
                </a:solidFill>
              </a:rPr>
              <a:t>数据统一由管理人员按照年度进行录入</a:t>
            </a:r>
            <a:endParaRPr lang="en-US" altLang="zh-CN" sz="1600" b="1" dirty="0">
              <a:solidFill>
                <a:srgbClr val="3563A8"/>
              </a:solidFill>
            </a:endParaRPr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E6AA2CB3-1A96-F9B6-92F0-CA65A3C6DF30}"/>
              </a:ext>
            </a:extLst>
          </p:cNvPr>
          <p:cNvSpPr>
            <a:spLocks noEditPoints="1"/>
          </p:cNvSpPr>
          <p:nvPr/>
        </p:nvSpPr>
        <p:spPr bwMode="black">
          <a:xfrm>
            <a:off x="704895" y="1977100"/>
            <a:ext cx="400708" cy="488859"/>
          </a:xfrm>
          <a:custGeom>
            <a:avLst/>
            <a:gdLst>
              <a:gd name="T0" fmla="*/ 129 w 246"/>
              <a:gd name="T1" fmla="*/ 192 h 300"/>
              <a:gd name="T2" fmla="*/ 43 w 246"/>
              <a:gd name="T3" fmla="*/ 202 h 300"/>
              <a:gd name="T4" fmla="*/ 129 w 246"/>
              <a:gd name="T5" fmla="*/ 126 h 300"/>
              <a:gd name="T6" fmla="*/ 43 w 246"/>
              <a:gd name="T7" fmla="*/ 135 h 300"/>
              <a:gd name="T8" fmla="*/ 129 w 246"/>
              <a:gd name="T9" fmla="*/ 126 h 300"/>
              <a:gd name="T10" fmla="*/ 215 w 246"/>
              <a:gd name="T11" fmla="*/ 101 h 300"/>
              <a:gd name="T12" fmla="*/ 219 w 246"/>
              <a:gd name="T13" fmla="*/ 90 h 300"/>
              <a:gd name="T14" fmla="*/ 208 w 246"/>
              <a:gd name="T15" fmla="*/ 111 h 300"/>
              <a:gd name="T16" fmla="*/ 43 w 246"/>
              <a:gd name="T17" fmla="*/ 92 h 300"/>
              <a:gd name="T18" fmla="*/ 117 w 246"/>
              <a:gd name="T19" fmla="*/ 102 h 300"/>
              <a:gd name="T20" fmla="*/ 43 w 246"/>
              <a:gd name="T21" fmla="*/ 235 h 300"/>
              <a:gd name="T22" fmla="*/ 117 w 246"/>
              <a:gd name="T23" fmla="*/ 226 h 300"/>
              <a:gd name="T24" fmla="*/ 43 w 246"/>
              <a:gd name="T25" fmla="*/ 235 h 300"/>
              <a:gd name="T26" fmla="*/ 11 w 246"/>
              <a:gd name="T27" fmla="*/ 287 h 300"/>
              <a:gd name="T28" fmla="*/ 35 w 246"/>
              <a:gd name="T29" fmla="*/ 36 h 300"/>
              <a:gd name="T30" fmla="*/ 0 w 246"/>
              <a:gd name="T31" fmla="*/ 22 h 300"/>
              <a:gd name="T32" fmla="*/ 219 w 246"/>
              <a:gd name="T33" fmla="*/ 300 h 300"/>
              <a:gd name="T34" fmla="*/ 208 w 246"/>
              <a:gd name="T35" fmla="*/ 173 h 300"/>
              <a:gd name="T36" fmla="*/ 117 w 246"/>
              <a:gd name="T37" fmla="*/ 159 h 300"/>
              <a:gd name="T38" fmla="*/ 43 w 246"/>
              <a:gd name="T39" fmla="*/ 169 h 300"/>
              <a:gd name="T40" fmla="*/ 117 w 246"/>
              <a:gd name="T41" fmla="*/ 159 h 300"/>
              <a:gd name="T42" fmla="*/ 57 w 246"/>
              <a:gd name="T43" fmla="*/ 22 h 300"/>
              <a:gd name="T44" fmla="*/ 86 w 246"/>
              <a:gd name="T45" fmla="*/ 20 h 300"/>
              <a:gd name="T46" fmla="*/ 110 w 246"/>
              <a:gd name="T47" fmla="*/ 0 h 300"/>
              <a:gd name="T48" fmla="*/ 133 w 246"/>
              <a:gd name="T49" fmla="*/ 20 h 300"/>
              <a:gd name="T50" fmla="*/ 162 w 246"/>
              <a:gd name="T51" fmla="*/ 22 h 300"/>
              <a:gd name="T52" fmla="*/ 179 w 246"/>
              <a:gd name="T53" fmla="*/ 43 h 300"/>
              <a:gd name="T54" fmla="*/ 41 w 246"/>
              <a:gd name="T55" fmla="*/ 36 h 300"/>
              <a:gd name="T56" fmla="*/ 110 w 246"/>
              <a:gd name="T57" fmla="*/ 20 h 300"/>
              <a:gd name="T58" fmla="*/ 110 w 246"/>
              <a:gd name="T59" fmla="*/ 11 h 300"/>
              <a:gd name="T60" fmla="*/ 190 w 246"/>
              <a:gd name="T61" fmla="*/ 269 h 300"/>
              <a:gd name="T62" fmla="*/ 29 w 246"/>
              <a:gd name="T63" fmla="*/ 59 h 300"/>
              <a:gd name="T64" fmla="*/ 190 w 246"/>
              <a:gd name="T65" fmla="*/ 71 h 300"/>
              <a:gd name="T66" fmla="*/ 200 w 246"/>
              <a:gd name="T67" fmla="*/ 49 h 300"/>
              <a:gd name="T68" fmla="*/ 19 w 246"/>
              <a:gd name="T69" fmla="*/ 278 h 300"/>
              <a:gd name="T70" fmla="*/ 200 w 246"/>
              <a:gd name="T71" fmla="*/ 185 h 300"/>
              <a:gd name="T72" fmla="*/ 190 w 246"/>
              <a:gd name="T73" fmla="*/ 269 h 300"/>
              <a:gd name="T74" fmla="*/ 190 w 246"/>
              <a:gd name="T75" fmla="*/ 133 h 300"/>
              <a:gd name="T76" fmla="*/ 200 w 246"/>
              <a:gd name="T77" fmla="*/ 124 h 300"/>
              <a:gd name="T78" fmla="*/ 215 w 246"/>
              <a:gd name="T79" fmla="*/ 35 h 300"/>
              <a:gd name="T80" fmla="*/ 219 w 246"/>
              <a:gd name="T81" fmla="*/ 22 h 300"/>
              <a:gd name="T82" fmla="*/ 184 w 246"/>
              <a:gd name="T83" fmla="*/ 36 h 300"/>
              <a:gd name="T84" fmla="*/ 208 w 246"/>
              <a:gd name="T85" fmla="*/ 44 h 300"/>
              <a:gd name="T86" fmla="*/ 246 w 246"/>
              <a:gd name="T87" fmla="*/ 41 h 300"/>
              <a:gd name="T88" fmla="*/ 155 w 246"/>
              <a:gd name="T89" fmla="*/ 134 h 300"/>
              <a:gd name="T90" fmla="*/ 156 w 246"/>
              <a:gd name="T91" fmla="*/ 92 h 300"/>
              <a:gd name="T92" fmla="*/ 218 w 246"/>
              <a:gd name="T93" fmla="*/ 41 h 300"/>
              <a:gd name="T94" fmla="*/ 246 w 246"/>
              <a:gd name="T95" fmla="*/ 107 h 300"/>
              <a:gd name="T96" fmla="*/ 155 w 246"/>
              <a:gd name="T97" fmla="*/ 201 h 300"/>
              <a:gd name="T98" fmla="*/ 156 w 246"/>
              <a:gd name="T99" fmla="*/ 159 h 300"/>
              <a:gd name="T100" fmla="*/ 218 w 246"/>
              <a:gd name="T101" fmla="*/ 107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46" h="300">
                <a:moveTo>
                  <a:pt x="43" y="192"/>
                </a:moveTo>
                <a:cubicBezTo>
                  <a:pt x="129" y="192"/>
                  <a:pt x="129" y="192"/>
                  <a:pt x="129" y="192"/>
                </a:cubicBezTo>
                <a:cubicBezTo>
                  <a:pt x="129" y="202"/>
                  <a:pt x="129" y="202"/>
                  <a:pt x="129" y="202"/>
                </a:cubicBezTo>
                <a:cubicBezTo>
                  <a:pt x="43" y="202"/>
                  <a:pt x="43" y="202"/>
                  <a:pt x="43" y="202"/>
                </a:cubicBezTo>
                <a:lnTo>
                  <a:pt x="43" y="192"/>
                </a:lnTo>
                <a:close/>
                <a:moveTo>
                  <a:pt x="129" y="126"/>
                </a:moveTo>
                <a:cubicBezTo>
                  <a:pt x="43" y="126"/>
                  <a:pt x="43" y="126"/>
                  <a:pt x="43" y="126"/>
                </a:cubicBezTo>
                <a:cubicBezTo>
                  <a:pt x="43" y="135"/>
                  <a:pt x="43" y="135"/>
                  <a:pt x="43" y="135"/>
                </a:cubicBezTo>
                <a:cubicBezTo>
                  <a:pt x="129" y="135"/>
                  <a:pt x="129" y="135"/>
                  <a:pt x="129" y="135"/>
                </a:cubicBezTo>
                <a:lnTo>
                  <a:pt x="129" y="126"/>
                </a:lnTo>
                <a:close/>
                <a:moveTo>
                  <a:pt x="208" y="111"/>
                </a:moveTo>
                <a:cubicBezTo>
                  <a:pt x="215" y="101"/>
                  <a:pt x="215" y="101"/>
                  <a:pt x="215" y="101"/>
                </a:cubicBezTo>
                <a:cubicBezTo>
                  <a:pt x="219" y="101"/>
                  <a:pt x="219" y="101"/>
                  <a:pt x="219" y="101"/>
                </a:cubicBezTo>
                <a:cubicBezTo>
                  <a:pt x="219" y="90"/>
                  <a:pt x="219" y="90"/>
                  <a:pt x="219" y="90"/>
                </a:cubicBezTo>
                <a:cubicBezTo>
                  <a:pt x="208" y="106"/>
                  <a:pt x="208" y="106"/>
                  <a:pt x="208" y="106"/>
                </a:cubicBezTo>
                <a:lnTo>
                  <a:pt x="208" y="111"/>
                </a:lnTo>
                <a:close/>
                <a:moveTo>
                  <a:pt x="117" y="92"/>
                </a:moveTo>
                <a:cubicBezTo>
                  <a:pt x="43" y="92"/>
                  <a:pt x="43" y="92"/>
                  <a:pt x="43" y="92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117" y="102"/>
                  <a:pt x="117" y="102"/>
                  <a:pt x="117" y="102"/>
                </a:cubicBezTo>
                <a:lnTo>
                  <a:pt x="117" y="92"/>
                </a:lnTo>
                <a:close/>
                <a:moveTo>
                  <a:pt x="43" y="235"/>
                </a:moveTo>
                <a:cubicBezTo>
                  <a:pt x="117" y="235"/>
                  <a:pt x="117" y="235"/>
                  <a:pt x="117" y="235"/>
                </a:cubicBezTo>
                <a:cubicBezTo>
                  <a:pt x="117" y="226"/>
                  <a:pt x="117" y="226"/>
                  <a:pt x="117" y="226"/>
                </a:cubicBezTo>
                <a:cubicBezTo>
                  <a:pt x="43" y="226"/>
                  <a:pt x="43" y="226"/>
                  <a:pt x="43" y="226"/>
                </a:cubicBezTo>
                <a:lnTo>
                  <a:pt x="43" y="235"/>
                </a:lnTo>
                <a:close/>
                <a:moveTo>
                  <a:pt x="208" y="287"/>
                </a:moveTo>
                <a:cubicBezTo>
                  <a:pt x="11" y="287"/>
                  <a:pt x="11" y="287"/>
                  <a:pt x="11" y="287"/>
                </a:cubicBezTo>
                <a:cubicBezTo>
                  <a:pt x="11" y="36"/>
                  <a:pt x="11" y="36"/>
                  <a:pt x="11" y="36"/>
                </a:cubicBezTo>
                <a:cubicBezTo>
                  <a:pt x="35" y="36"/>
                  <a:pt x="35" y="36"/>
                  <a:pt x="35" y="36"/>
                </a:cubicBezTo>
                <a:cubicBezTo>
                  <a:pt x="37" y="31"/>
                  <a:pt x="40" y="26"/>
                  <a:pt x="44" y="2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300"/>
                  <a:pt x="0" y="300"/>
                  <a:pt x="0" y="300"/>
                </a:cubicBezTo>
                <a:cubicBezTo>
                  <a:pt x="219" y="300"/>
                  <a:pt x="219" y="300"/>
                  <a:pt x="219" y="300"/>
                </a:cubicBezTo>
                <a:cubicBezTo>
                  <a:pt x="219" y="157"/>
                  <a:pt x="219" y="157"/>
                  <a:pt x="219" y="157"/>
                </a:cubicBezTo>
                <a:cubicBezTo>
                  <a:pt x="208" y="173"/>
                  <a:pt x="208" y="173"/>
                  <a:pt x="208" y="173"/>
                </a:cubicBezTo>
                <a:lnTo>
                  <a:pt x="208" y="287"/>
                </a:lnTo>
                <a:close/>
                <a:moveTo>
                  <a:pt x="117" y="159"/>
                </a:moveTo>
                <a:cubicBezTo>
                  <a:pt x="43" y="159"/>
                  <a:pt x="43" y="159"/>
                  <a:pt x="43" y="159"/>
                </a:cubicBezTo>
                <a:cubicBezTo>
                  <a:pt x="43" y="169"/>
                  <a:pt x="43" y="169"/>
                  <a:pt x="43" y="169"/>
                </a:cubicBezTo>
                <a:cubicBezTo>
                  <a:pt x="117" y="169"/>
                  <a:pt x="117" y="169"/>
                  <a:pt x="117" y="169"/>
                </a:cubicBezTo>
                <a:lnTo>
                  <a:pt x="117" y="159"/>
                </a:lnTo>
                <a:close/>
                <a:moveTo>
                  <a:pt x="41" y="36"/>
                </a:moveTo>
                <a:cubicBezTo>
                  <a:pt x="43" y="29"/>
                  <a:pt x="50" y="25"/>
                  <a:pt x="57" y="22"/>
                </a:cubicBezTo>
                <a:cubicBezTo>
                  <a:pt x="63" y="21"/>
                  <a:pt x="71" y="20"/>
                  <a:pt x="77" y="20"/>
                </a:cubicBezTo>
                <a:cubicBezTo>
                  <a:pt x="80" y="20"/>
                  <a:pt x="83" y="20"/>
                  <a:pt x="86" y="20"/>
                </a:cubicBezTo>
                <a:cubicBezTo>
                  <a:pt x="87" y="20"/>
                  <a:pt x="88" y="20"/>
                  <a:pt x="89" y="20"/>
                </a:cubicBezTo>
                <a:cubicBezTo>
                  <a:pt x="89" y="9"/>
                  <a:pt x="98" y="0"/>
                  <a:pt x="110" y="0"/>
                </a:cubicBezTo>
                <a:cubicBezTo>
                  <a:pt x="121" y="0"/>
                  <a:pt x="130" y="9"/>
                  <a:pt x="130" y="20"/>
                </a:cubicBezTo>
                <a:cubicBezTo>
                  <a:pt x="131" y="20"/>
                  <a:pt x="132" y="20"/>
                  <a:pt x="133" y="20"/>
                </a:cubicBezTo>
                <a:cubicBezTo>
                  <a:pt x="136" y="20"/>
                  <a:pt x="139" y="20"/>
                  <a:pt x="142" y="20"/>
                </a:cubicBezTo>
                <a:cubicBezTo>
                  <a:pt x="149" y="20"/>
                  <a:pt x="156" y="21"/>
                  <a:pt x="162" y="22"/>
                </a:cubicBezTo>
                <a:cubicBezTo>
                  <a:pt x="170" y="25"/>
                  <a:pt x="176" y="29"/>
                  <a:pt x="178" y="36"/>
                </a:cubicBezTo>
                <a:cubicBezTo>
                  <a:pt x="179" y="38"/>
                  <a:pt x="179" y="41"/>
                  <a:pt x="179" y="43"/>
                </a:cubicBezTo>
                <a:cubicBezTo>
                  <a:pt x="145" y="43"/>
                  <a:pt x="74" y="43"/>
                  <a:pt x="40" y="43"/>
                </a:cubicBezTo>
                <a:cubicBezTo>
                  <a:pt x="40" y="41"/>
                  <a:pt x="41" y="38"/>
                  <a:pt x="41" y="36"/>
                </a:cubicBezTo>
                <a:close/>
                <a:moveTo>
                  <a:pt x="99" y="20"/>
                </a:moveTo>
                <a:cubicBezTo>
                  <a:pt x="103" y="20"/>
                  <a:pt x="106" y="20"/>
                  <a:pt x="110" y="20"/>
                </a:cubicBezTo>
                <a:cubicBezTo>
                  <a:pt x="113" y="20"/>
                  <a:pt x="116" y="20"/>
                  <a:pt x="120" y="20"/>
                </a:cubicBezTo>
                <a:cubicBezTo>
                  <a:pt x="119" y="15"/>
                  <a:pt x="115" y="11"/>
                  <a:pt x="110" y="11"/>
                </a:cubicBezTo>
                <a:cubicBezTo>
                  <a:pt x="104" y="11"/>
                  <a:pt x="100" y="15"/>
                  <a:pt x="99" y="20"/>
                </a:cubicBezTo>
                <a:close/>
                <a:moveTo>
                  <a:pt x="190" y="269"/>
                </a:moveTo>
                <a:cubicBezTo>
                  <a:pt x="29" y="269"/>
                  <a:pt x="29" y="269"/>
                  <a:pt x="29" y="269"/>
                </a:cubicBezTo>
                <a:cubicBezTo>
                  <a:pt x="29" y="59"/>
                  <a:pt x="29" y="59"/>
                  <a:pt x="29" y="59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90" y="71"/>
                  <a:pt x="190" y="71"/>
                  <a:pt x="190" y="71"/>
                </a:cubicBezTo>
                <a:cubicBezTo>
                  <a:pt x="200" y="57"/>
                  <a:pt x="200" y="57"/>
                  <a:pt x="200" y="57"/>
                </a:cubicBezTo>
                <a:cubicBezTo>
                  <a:pt x="200" y="49"/>
                  <a:pt x="200" y="49"/>
                  <a:pt x="200" y="49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278"/>
                  <a:pt x="19" y="278"/>
                  <a:pt x="19" y="278"/>
                </a:cubicBezTo>
                <a:cubicBezTo>
                  <a:pt x="200" y="278"/>
                  <a:pt x="200" y="278"/>
                  <a:pt x="200" y="278"/>
                </a:cubicBezTo>
                <a:cubicBezTo>
                  <a:pt x="200" y="185"/>
                  <a:pt x="200" y="185"/>
                  <a:pt x="200" y="185"/>
                </a:cubicBezTo>
                <a:cubicBezTo>
                  <a:pt x="190" y="199"/>
                  <a:pt x="190" y="199"/>
                  <a:pt x="190" y="199"/>
                </a:cubicBezTo>
                <a:lnTo>
                  <a:pt x="190" y="269"/>
                </a:lnTo>
                <a:close/>
                <a:moveTo>
                  <a:pt x="200" y="119"/>
                </a:moveTo>
                <a:cubicBezTo>
                  <a:pt x="190" y="133"/>
                  <a:pt x="190" y="133"/>
                  <a:pt x="190" y="133"/>
                </a:cubicBezTo>
                <a:cubicBezTo>
                  <a:pt x="190" y="138"/>
                  <a:pt x="190" y="138"/>
                  <a:pt x="190" y="138"/>
                </a:cubicBezTo>
                <a:cubicBezTo>
                  <a:pt x="200" y="124"/>
                  <a:pt x="200" y="124"/>
                  <a:pt x="200" y="124"/>
                </a:cubicBezTo>
                <a:lnTo>
                  <a:pt x="200" y="119"/>
                </a:lnTo>
                <a:close/>
                <a:moveTo>
                  <a:pt x="215" y="35"/>
                </a:moveTo>
                <a:cubicBezTo>
                  <a:pt x="219" y="35"/>
                  <a:pt x="219" y="35"/>
                  <a:pt x="219" y="35"/>
                </a:cubicBezTo>
                <a:cubicBezTo>
                  <a:pt x="219" y="22"/>
                  <a:pt x="219" y="22"/>
                  <a:pt x="219" y="22"/>
                </a:cubicBezTo>
                <a:cubicBezTo>
                  <a:pt x="175" y="22"/>
                  <a:pt x="175" y="22"/>
                  <a:pt x="175" y="22"/>
                </a:cubicBezTo>
                <a:cubicBezTo>
                  <a:pt x="179" y="26"/>
                  <a:pt x="182" y="30"/>
                  <a:pt x="184" y="36"/>
                </a:cubicBezTo>
                <a:cubicBezTo>
                  <a:pt x="208" y="36"/>
                  <a:pt x="208" y="36"/>
                  <a:pt x="208" y="36"/>
                </a:cubicBezTo>
                <a:cubicBezTo>
                  <a:pt x="208" y="44"/>
                  <a:pt x="208" y="44"/>
                  <a:pt x="208" y="44"/>
                </a:cubicBezTo>
                <a:lnTo>
                  <a:pt x="215" y="35"/>
                </a:lnTo>
                <a:close/>
                <a:moveTo>
                  <a:pt x="246" y="41"/>
                </a:moveTo>
                <a:cubicBezTo>
                  <a:pt x="182" y="134"/>
                  <a:pt x="182" y="134"/>
                  <a:pt x="182" y="134"/>
                </a:cubicBezTo>
                <a:cubicBezTo>
                  <a:pt x="155" y="134"/>
                  <a:pt x="155" y="134"/>
                  <a:pt x="155" y="134"/>
                </a:cubicBezTo>
                <a:cubicBezTo>
                  <a:pt x="129" y="92"/>
                  <a:pt x="129" y="92"/>
                  <a:pt x="129" y="92"/>
                </a:cubicBezTo>
                <a:cubicBezTo>
                  <a:pt x="156" y="92"/>
                  <a:pt x="156" y="92"/>
                  <a:pt x="156" y="92"/>
                </a:cubicBezTo>
                <a:cubicBezTo>
                  <a:pt x="169" y="113"/>
                  <a:pt x="169" y="113"/>
                  <a:pt x="169" y="113"/>
                </a:cubicBezTo>
                <a:cubicBezTo>
                  <a:pt x="218" y="41"/>
                  <a:pt x="218" y="41"/>
                  <a:pt x="218" y="41"/>
                </a:cubicBezTo>
                <a:lnTo>
                  <a:pt x="246" y="41"/>
                </a:lnTo>
                <a:close/>
                <a:moveTo>
                  <a:pt x="246" y="107"/>
                </a:moveTo>
                <a:cubicBezTo>
                  <a:pt x="182" y="201"/>
                  <a:pt x="182" y="201"/>
                  <a:pt x="182" y="201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29" y="159"/>
                  <a:pt x="129" y="159"/>
                  <a:pt x="129" y="159"/>
                </a:cubicBezTo>
                <a:cubicBezTo>
                  <a:pt x="156" y="159"/>
                  <a:pt x="156" y="159"/>
                  <a:pt x="156" y="159"/>
                </a:cubicBezTo>
                <a:cubicBezTo>
                  <a:pt x="169" y="180"/>
                  <a:pt x="169" y="180"/>
                  <a:pt x="169" y="180"/>
                </a:cubicBezTo>
                <a:cubicBezTo>
                  <a:pt x="218" y="107"/>
                  <a:pt x="218" y="107"/>
                  <a:pt x="218" y="107"/>
                </a:cubicBezTo>
                <a:lnTo>
                  <a:pt x="246" y="10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82305" tIns="41153" rIns="82305" bIns="41153" numCol="1" anchor="t" anchorCtr="0" compatLnSpc="1">
            <a:prstTxWarp prst="textNoShape">
              <a:avLst/>
            </a:prstTxWarp>
          </a:bodyPr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33744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613064" y="1998031"/>
            <a:ext cx="3899472" cy="1661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>
                <a:solidFill>
                  <a:srgbClr val="3A3A3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字段：</a:t>
            </a:r>
            <a:endParaRPr lang="en-US" altLang="zh-CN" sz="1600" b="1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85750" indent="-28575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1600" dirty="0">
                <a:solidFill>
                  <a:srgbClr val="3A3A3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选择用户</a:t>
            </a:r>
            <a:endParaRPr lang="en-US" altLang="zh-CN" sz="1600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85750" indent="-28575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1600" dirty="0">
                <a:solidFill>
                  <a:srgbClr val="3A3A3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开始时间、结束时间。</a:t>
            </a:r>
            <a:endParaRPr lang="en-US" altLang="zh-CN" sz="1600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85750" indent="-285750" algn="just">
              <a:lnSpc>
                <a:spcPct val="130000"/>
              </a:lnSpc>
              <a:buFont typeface="Wingdings" pitchFamily="2" charset="2"/>
              <a:buChar char="ü"/>
            </a:pPr>
            <a:r>
              <a:rPr lang="zh-CN" altLang="en-US" sz="1600" dirty="0">
                <a:solidFill>
                  <a:srgbClr val="3A3A3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天数</a:t>
            </a:r>
            <a:endParaRPr lang="en-US" altLang="zh-CN" sz="1600" dirty="0">
              <a:solidFill>
                <a:srgbClr val="3A3A3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" name="KSO_Shape"/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54172" y="362015"/>
            <a:ext cx="3626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年假申请应用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561D67-6EEF-97FB-4BCA-CC92B9535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244" y="1104900"/>
            <a:ext cx="5026138" cy="36205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D74496-C4E9-C061-0BBC-E4D491D64F51}"/>
              </a:ext>
            </a:extLst>
          </p:cNvPr>
          <p:cNvSpPr txBox="1"/>
          <p:nvPr/>
        </p:nvSpPr>
        <p:spPr>
          <a:xfrm>
            <a:off x="3438862" y="4957796"/>
            <a:ext cx="53142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rgbClr val="3563A8"/>
                </a:solidFill>
              </a:defRPr>
            </a:lvl1pPr>
          </a:lstStyle>
          <a:p>
            <a:pPr algn="l"/>
            <a:r>
              <a:rPr lang="en-US" altLang="zh-CN" dirty="0"/>
              <a:t>Ps:</a:t>
            </a:r>
            <a:r>
              <a:rPr lang="zh-CN" altLang="en-US" dirty="0"/>
              <a:t>天数需要设计自动计算公式，</a:t>
            </a:r>
            <a:endParaRPr lang="en-US" altLang="zh-CN" dirty="0"/>
          </a:p>
          <a:p>
            <a:pPr algn="l"/>
            <a:r>
              <a:rPr lang="zh-CN" altLang="en-US" dirty="0"/>
              <a:t>实现通过结束时间和开始时间的差值，来自动计算出天数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提示： </a:t>
            </a:r>
            <a:r>
              <a:rPr lang="en" altLang="zh-CN" dirty="0"/>
              <a:t>1+(</a:t>
            </a:r>
            <a:r>
              <a:rPr lang="en" altLang="zh-CN" dirty="0" err="1"/>
              <a:t>endDate-startDate</a:t>
            </a:r>
            <a:r>
              <a:rPr lang="en" altLang="zh-CN" dirty="0"/>
              <a:t>)/86400</a:t>
            </a:r>
            <a:r>
              <a:rPr lang="zh-CN" altLang="en-US" dirty="0"/>
              <a:t> </a:t>
            </a: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8ED13630-2B0E-753C-CF4D-62139916A06C}"/>
              </a:ext>
            </a:extLst>
          </p:cNvPr>
          <p:cNvSpPr>
            <a:spLocks noEditPoints="1"/>
          </p:cNvSpPr>
          <p:nvPr/>
        </p:nvSpPr>
        <p:spPr bwMode="black">
          <a:xfrm>
            <a:off x="1212356" y="1948248"/>
            <a:ext cx="400708" cy="488859"/>
          </a:xfrm>
          <a:custGeom>
            <a:avLst/>
            <a:gdLst>
              <a:gd name="T0" fmla="*/ 129 w 246"/>
              <a:gd name="T1" fmla="*/ 192 h 300"/>
              <a:gd name="T2" fmla="*/ 43 w 246"/>
              <a:gd name="T3" fmla="*/ 202 h 300"/>
              <a:gd name="T4" fmla="*/ 129 w 246"/>
              <a:gd name="T5" fmla="*/ 126 h 300"/>
              <a:gd name="T6" fmla="*/ 43 w 246"/>
              <a:gd name="T7" fmla="*/ 135 h 300"/>
              <a:gd name="T8" fmla="*/ 129 w 246"/>
              <a:gd name="T9" fmla="*/ 126 h 300"/>
              <a:gd name="T10" fmla="*/ 215 w 246"/>
              <a:gd name="T11" fmla="*/ 101 h 300"/>
              <a:gd name="T12" fmla="*/ 219 w 246"/>
              <a:gd name="T13" fmla="*/ 90 h 300"/>
              <a:gd name="T14" fmla="*/ 208 w 246"/>
              <a:gd name="T15" fmla="*/ 111 h 300"/>
              <a:gd name="T16" fmla="*/ 43 w 246"/>
              <a:gd name="T17" fmla="*/ 92 h 300"/>
              <a:gd name="T18" fmla="*/ 117 w 246"/>
              <a:gd name="T19" fmla="*/ 102 h 300"/>
              <a:gd name="T20" fmla="*/ 43 w 246"/>
              <a:gd name="T21" fmla="*/ 235 h 300"/>
              <a:gd name="T22" fmla="*/ 117 w 246"/>
              <a:gd name="T23" fmla="*/ 226 h 300"/>
              <a:gd name="T24" fmla="*/ 43 w 246"/>
              <a:gd name="T25" fmla="*/ 235 h 300"/>
              <a:gd name="T26" fmla="*/ 11 w 246"/>
              <a:gd name="T27" fmla="*/ 287 h 300"/>
              <a:gd name="T28" fmla="*/ 35 w 246"/>
              <a:gd name="T29" fmla="*/ 36 h 300"/>
              <a:gd name="T30" fmla="*/ 0 w 246"/>
              <a:gd name="T31" fmla="*/ 22 h 300"/>
              <a:gd name="T32" fmla="*/ 219 w 246"/>
              <a:gd name="T33" fmla="*/ 300 h 300"/>
              <a:gd name="T34" fmla="*/ 208 w 246"/>
              <a:gd name="T35" fmla="*/ 173 h 300"/>
              <a:gd name="T36" fmla="*/ 117 w 246"/>
              <a:gd name="T37" fmla="*/ 159 h 300"/>
              <a:gd name="T38" fmla="*/ 43 w 246"/>
              <a:gd name="T39" fmla="*/ 169 h 300"/>
              <a:gd name="T40" fmla="*/ 117 w 246"/>
              <a:gd name="T41" fmla="*/ 159 h 300"/>
              <a:gd name="T42" fmla="*/ 57 w 246"/>
              <a:gd name="T43" fmla="*/ 22 h 300"/>
              <a:gd name="T44" fmla="*/ 86 w 246"/>
              <a:gd name="T45" fmla="*/ 20 h 300"/>
              <a:gd name="T46" fmla="*/ 110 w 246"/>
              <a:gd name="T47" fmla="*/ 0 h 300"/>
              <a:gd name="T48" fmla="*/ 133 w 246"/>
              <a:gd name="T49" fmla="*/ 20 h 300"/>
              <a:gd name="T50" fmla="*/ 162 w 246"/>
              <a:gd name="T51" fmla="*/ 22 h 300"/>
              <a:gd name="T52" fmla="*/ 179 w 246"/>
              <a:gd name="T53" fmla="*/ 43 h 300"/>
              <a:gd name="T54" fmla="*/ 41 w 246"/>
              <a:gd name="T55" fmla="*/ 36 h 300"/>
              <a:gd name="T56" fmla="*/ 110 w 246"/>
              <a:gd name="T57" fmla="*/ 20 h 300"/>
              <a:gd name="T58" fmla="*/ 110 w 246"/>
              <a:gd name="T59" fmla="*/ 11 h 300"/>
              <a:gd name="T60" fmla="*/ 190 w 246"/>
              <a:gd name="T61" fmla="*/ 269 h 300"/>
              <a:gd name="T62" fmla="*/ 29 w 246"/>
              <a:gd name="T63" fmla="*/ 59 h 300"/>
              <a:gd name="T64" fmla="*/ 190 w 246"/>
              <a:gd name="T65" fmla="*/ 71 h 300"/>
              <a:gd name="T66" fmla="*/ 200 w 246"/>
              <a:gd name="T67" fmla="*/ 49 h 300"/>
              <a:gd name="T68" fmla="*/ 19 w 246"/>
              <a:gd name="T69" fmla="*/ 278 h 300"/>
              <a:gd name="T70" fmla="*/ 200 w 246"/>
              <a:gd name="T71" fmla="*/ 185 h 300"/>
              <a:gd name="T72" fmla="*/ 190 w 246"/>
              <a:gd name="T73" fmla="*/ 269 h 300"/>
              <a:gd name="T74" fmla="*/ 190 w 246"/>
              <a:gd name="T75" fmla="*/ 133 h 300"/>
              <a:gd name="T76" fmla="*/ 200 w 246"/>
              <a:gd name="T77" fmla="*/ 124 h 300"/>
              <a:gd name="T78" fmla="*/ 215 w 246"/>
              <a:gd name="T79" fmla="*/ 35 h 300"/>
              <a:gd name="T80" fmla="*/ 219 w 246"/>
              <a:gd name="T81" fmla="*/ 22 h 300"/>
              <a:gd name="T82" fmla="*/ 184 w 246"/>
              <a:gd name="T83" fmla="*/ 36 h 300"/>
              <a:gd name="T84" fmla="*/ 208 w 246"/>
              <a:gd name="T85" fmla="*/ 44 h 300"/>
              <a:gd name="T86" fmla="*/ 246 w 246"/>
              <a:gd name="T87" fmla="*/ 41 h 300"/>
              <a:gd name="T88" fmla="*/ 155 w 246"/>
              <a:gd name="T89" fmla="*/ 134 h 300"/>
              <a:gd name="T90" fmla="*/ 156 w 246"/>
              <a:gd name="T91" fmla="*/ 92 h 300"/>
              <a:gd name="T92" fmla="*/ 218 w 246"/>
              <a:gd name="T93" fmla="*/ 41 h 300"/>
              <a:gd name="T94" fmla="*/ 246 w 246"/>
              <a:gd name="T95" fmla="*/ 107 h 300"/>
              <a:gd name="T96" fmla="*/ 155 w 246"/>
              <a:gd name="T97" fmla="*/ 201 h 300"/>
              <a:gd name="T98" fmla="*/ 156 w 246"/>
              <a:gd name="T99" fmla="*/ 159 h 300"/>
              <a:gd name="T100" fmla="*/ 218 w 246"/>
              <a:gd name="T101" fmla="*/ 107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46" h="300">
                <a:moveTo>
                  <a:pt x="43" y="192"/>
                </a:moveTo>
                <a:cubicBezTo>
                  <a:pt x="129" y="192"/>
                  <a:pt x="129" y="192"/>
                  <a:pt x="129" y="192"/>
                </a:cubicBezTo>
                <a:cubicBezTo>
                  <a:pt x="129" y="202"/>
                  <a:pt x="129" y="202"/>
                  <a:pt x="129" y="202"/>
                </a:cubicBezTo>
                <a:cubicBezTo>
                  <a:pt x="43" y="202"/>
                  <a:pt x="43" y="202"/>
                  <a:pt x="43" y="202"/>
                </a:cubicBezTo>
                <a:lnTo>
                  <a:pt x="43" y="192"/>
                </a:lnTo>
                <a:close/>
                <a:moveTo>
                  <a:pt x="129" y="126"/>
                </a:moveTo>
                <a:cubicBezTo>
                  <a:pt x="43" y="126"/>
                  <a:pt x="43" y="126"/>
                  <a:pt x="43" y="126"/>
                </a:cubicBezTo>
                <a:cubicBezTo>
                  <a:pt x="43" y="135"/>
                  <a:pt x="43" y="135"/>
                  <a:pt x="43" y="135"/>
                </a:cubicBezTo>
                <a:cubicBezTo>
                  <a:pt x="129" y="135"/>
                  <a:pt x="129" y="135"/>
                  <a:pt x="129" y="135"/>
                </a:cubicBezTo>
                <a:lnTo>
                  <a:pt x="129" y="126"/>
                </a:lnTo>
                <a:close/>
                <a:moveTo>
                  <a:pt x="208" y="111"/>
                </a:moveTo>
                <a:cubicBezTo>
                  <a:pt x="215" y="101"/>
                  <a:pt x="215" y="101"/>
                  <a:pt x="215" y="101"/>
                </a:cubicBezTo>
                <a:cubicBezTo>
                  <a:pt x="219" y="101"/>
                  <a:pt x="219" y="101"/>
                  <a:pt x="219" y="101"/>
                </a:cubicBezTo>
                <a:cubicBezTo>
                  <a:pt x="219" y="90"/>
                  <a:pt x="219" y="90"/>
                  <a:pt x="219" y="90"/>
                </a:cubicBezTo>
                <a:cubicBezTo>
                  <a:pt x="208" y="106"/>
                  <a:pt x="208" y="106"/>
                  <a:pt x="208" y="106"/>
                </a:cubicBezTo>
                <a:lnTo>
                  <a:pt x="208" y="111"/>
                </a:lnTo>
                <a:close/>
                <a:moveTo>
                  <a:pt x="117" y="92"/>
                </a:moveTo>
                <a:cubicBezTo>
                  <a:pt x="43" y="92"/>
                  <a:pt x="43" y="92"/>
                  <a:pt x="43" y="92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117" y="102"/>
                  <a:pt x="117" y="102"/>
                  <a:pt x="117" y="102"/>
                </a:cubicBezTo>
                <a:lnTo>
                  <a:pt x="117" y="92"/>
                </a:lnTo>
                <a:close/>
                <a:moveTo>
                  <a:pt x="43" y="235"/>
                </a:moveTo>
                <a:cubicBezTo>
                  <a:pt x="117" y="235"/>
                  <a:pt x="117" y="235"/>
                  <a:pt x="117" y="235"/>
                </a:cubicBezTo>
                <a:cubicBezTo>
                  <a:pt x="117" y="226"/>
                  <a:pt x="117" y="226"/>
                  <a:pt x="117" y="226"/>
                </a:cubicBezTo>
                <a:cubicBezTo>
                  <a:pt x="43" y="226"/>
                  <a:pt x="43" y="226"/>
                  <a:pt x="43" y="226"/>
                </a:cubicBezTo>
                <a:lnTo>
                  <a:pt x="43" y="235"/>
                </a:lnTo>
                <a:close/>
                <a:moveTo>
                  <a:pt x="208" y="287"/>
                </a:moveTo>
                <a:cubicBezTo>
                  <a:pt x="11" y="287"/>
                  <a:pt x="11" y="287"/>
                  <a:pt x="11" y="287"/>
                </a:cubicBezTo>
                <a:cubicBezTo>
                  <a:pt x="11" y="36"/>
                  <a:pt x="11" y="36"/>
                  <a:pt x="11" y="36"/>
                </a:cubicBezTo>
                <a:cubicBezTo>
                  <a:pt x="35" y="36"/>
                  <a:pt x="35" y="36"/>
                  <a:pt x="35" y="36"/>
                </a:cubicBezTo>
                <a:cubicBezTo>
                  <a:pt x="37" y="31"/>
                  <a:pt x="40" y="26"/>
                  <a:pt x="44" y="2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300"/>
                  <a:pt x="0" y="300"/>
                  <a:pt x="0" y="300"/>
                </a:cubicBezTo>
                <a:cubicBezTo>
                  <a:pt x="219" y="300"/>
                  <a:pt x="219" y="300"/>
                  <a:pt x="219" y="300"/>
                </a:cubicBezTo>
                <a:cubicBezTo>
                  <a:pt x="219" y="157"/>
                  <a:pt x="219" y="157"/>
                  <a:pt x="219" y="157"/>
                </a:cubicBezTo>
                <a:cubicBezTo>
                  <a:pt x="208" y="173"/>
                  <a:pt x="208" y="173"/>
                  <a:pt x="208" y="173"/>
                </a:cubicBezTo>
                <a:lnTo>
                  <a:pt x="208" y="287"/>
                </a:lnTo>
                <a:close/>
                <a:moveTo>
                  <a:pt x="117" y="159"/>
                </a:moveTo>
                <a:cubicBezTo>
                  <a:pt x="43" y="159"/>
                  <a:pt x="43" y="159"/>
                  <a:pt x="43" y="159"/>
                </a:cubicBezTo>
                <a:cubicBezTo>
                  <a:pt x="43" y="169"/>
                  <a:pt x="43" y="169"/>
                  <a:pt x="43" y="169"/>
                </a:cubicBezTo>
                <a:cubicBezTo>
                  <a:pt x="117" y="169"/>
                  <a:pt x="117" y="169"/>
                  <a:pt x="117" y="169"/>
                </a:cubicBezTo>
                <a:lnTo>
                  <a:pt x="117" y="159"/>
                </a:lnTo>
                <a:close/>
                <a:moveTo>
                  <a:pt x="41" y="36"/>
                </a:moveTo>
                <a:cubicBezTo>
                  <a:pt x="43" y="29"/>
                  <a:pt x="50" y="25"/>
                  <a:pt x="57" y="22"/>
                </a:cubicBezTo>
                <a:cubicBezTo>
                  <a:pt x="63" y="21"/>
                  <a:pt x="71" y="20"/>
                  <a:pt x="77" y="20"/>
                </a:cubicBezTo>
                <a:cubicBezTo>
                  <a:pt x="80" y="20"/>
                  <a:pt x="83" y="20"/>
                  <a:pt x="86" y="20"/>
                </a:cubicBezTo>
                <a:cubicBezTo>
                  <a:pt x="87" y="20"/>
                  <a:pt x="88" y="20"/>
                  <a:pt x="89" y="20"/>
                </a:cubicBezTo>
                <a:cubicBezTo>
                  <a:pt x="89" y="9"/>
                  <a:pt x="98" y="0"/>
                  <a:pt x="110" y="0"/>
                </a:cubicBezTo>
                <a:cubicBezTo>
                  <a:pt x="121" y="0"/>
                  <a:pt x="130" y="9"/>
                  <a:pt x="130" y="20"/>
                </a:cubicBezTo>
                <a:cubicBezTo>
                  <a:pt x="131" y="20"/>
                  <a:pt x="132" y="20"/>
                  <a:pt x="133" y="20"/>
                </a:cubicBezTo>
                <a:cubicBezTo>
                  <a:pt x="136" y="20"/>
                  <a:pt x="139" y="20"/>
                  <a:pt x="142" y="20"/>
                </a:cubicBezTo>
                <a:cubicBezTo>
                  <a:pt x="149" y="20"/>
                  <a:pt x="156" y="21"/>
                  <a:pt x="162" y="22"/>
                </a:cubicBezTo>
                <a:cubicBezTo>
                  <a:pt x="170" y="25"/>
                  <a:pt x="176" y="29"/>
                  <a:pt x="178" y="36"/>
                </a:cubicBezTo>
                <a:cubicBezTo>
                  <a:pt x="179" y="38"/>
                  <a:pt x="179" y="41"/>
                  <a:pt x="179" y="43"/>
                </a:cubicBezTo>
                <a:cubicBezTo>
                  <a:pt x="145" y="43"/>
                  <a:pt x="74" y="43"/>
                  <a:pt x="40" y="43"/>
                </a:cubicBezTo>
                <a:cubicBezTo>
                  <a:pt x="40" y="41"/>
                  <a:pt x="41" y="38"/>
                  <a:pt x="41" y="36"/>
                </a:cubicBezTo>
                <a:close/>
                <a:moveTo>
                  <a:pt x="99" y="20"/>
                </a:moveTo>
                <a:cubicBezTo>
                  <a:pt x="103" y="20"/>
                  <a:pt x="106" y="20"/>
                  <a:pt x="110" y="20"/>
                </a:cubicBezTo>
                <a:cubicBezTo>
                  <a:pt x="113" y="20"/>
                  <a:pt x="116" y="20"/>
                  <a:pt x="120" y="20"/>
                </a:cubicBezTo>
                <a:cubicBezTo>
                  <a:pt x="119" y="15"/>
                  <a:pt x="115" y="11"/>
                  <a:pt x="110" y="11"/>
                </a:cubicBezTo>
                <a:cubicBezTo>
                  <a:pt x="104" y="11"/>
                  <a:pt x="100" y="15"/>
                  <a:pt x="99" y="20"/>
                </a:cubicBezTo>
                <a:close/>
                <a:moveTo>
                  <a:pt x="190" y="269"/>
                </a:moveTo>
                <a:cubicBezTo>
                  <a:pt x="29" y="269"/>
                  <a:pt x="29" y="269"/>
                  <a:pt x="29" y="269"/>
                </a:cubicBezTo>
                <a:cubicBezTo>
                  <a:pt x="29" y="59"/>
                  <a:pt x="29" y="59"/>
                  <a:pt x="29" y="59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90" y="71"/>
                  <a:pt x="190" y="71"/>
                  <a:pt x="190" y="71"/>
                </a:cubicBezTo>
                <a:cubicBezTo>
                  <a:pt x="200" y="57"/>
                  <a:pt x="200" y="57"/>
                  <a:pt x="200" y="57"/>
                </a:cubicBezTo>
                <a:cubicBezTo>
                  <a:pt x="200" y="49"/>
                  <a:pt x="200" y="49"/>
                  <a:pt x="200" y="49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278"/>
                  <a:pt x="19" y="278"/>
                  <a:pt x="19" y="278"/>
                </a:cubicBezTo>
                <a:cubicBezTo>
                  <a:pt x="200" y="278"/>
                  <a:pt x="200" y="278"/>
                  <a:pt x="200" y="278"/>
                </a:cubicBezTo>
                <a:cubicBezTo>
                  <a:pt x="200" y="185"/>
                  <a:pt x="200" y="185"/>
                  <a:pt x="200" y="185"/>
                </a:cubicBezTo>
                <a:cubicBezTo>
                  <a:pt x="190" y="199"/>
                  <a:pt x="190" y="199"/>
                  <a:pt x="190" y="199"/>
                </a:cubicBezTo>
                <a:lnTo>
                  <a:pt x="190" y="269"/>
                </a:lnTo>
                <a:close/>
                <a:moveTo>
                  <a:pt x="200" y="119"/>
                </a:moveTo>
                <a:cubicBezTo>
                  <a:pt x="190" y="133"/>
                  <a:pt x="190" y="133"/>
                  <a:pt x="190" y="133"/>
                </a:cubicBezTo>
                <a:cubicBezTo>
                  <a:pt x="190" y="138"/>
                  <a:pt x="190" y="138"/>
                  <a:pt x="190" y="138"/>
                </a:cubicBezTo>
                <a:cubicBezTo>
                  <a:pt x="200" y="124"/>
                  <a:pt x="200" y="124"/>
                  <a:pt x="200" y="124"/>
                </a:cubicBezTo>
                <a:lnTo>
                  <a:pt x="200" y="119"/>
                </a:lnTo>
                <a:close/>
                <a:moveTo>
                  <a:pt x="215" y="35"/>
                </a:moveTo>
                <a:cubicBezTo>
                  <a:pt x="219" y="35"/>
                  <a:pt x="219" y="35"/>
                  <a:pt x="219" y="35"/>
                </a:cubicBezTo>
                <a:cubicBezTo>
                  <a:pt x="219" y="22"/>
                  <a:pt x="219" y="22"/>
                  <a:pt x="219" y="22"/>
                </a:cubicBezTo>
                <a:cubicBezTo>
                  <a:pt x="175" y="22"/>
                  <a:pt x="175" y="22"/>
                  <a:pt x="175" y="22"/>
                </a:cubicBezTo>
                <a:cubicBezTo>
                  <a:pt x="179" y="26"/>
                  <a:pt x="182" y="30"/>
                  <a:pt x="184" y="36"/>
                </a:cubicBezTo>
                <a:cubicBezTo>
                  <a:pt x="208" y="36"/>
                  <a:pt x="208" y="36"/>
                  <a:pt x="208" y="36"/>
                </a:cubicBezTo>
                <a:cubicBezTo>
                  <a:pt x="208" y="44"/>
                  <a:pt x="208" y="44"/>
                  <a:pt x="208" y="44"/>
                </a:cubicBezTo>
                <a:lnTo>
                  <a:pt x="215" y="35"/>
                </a:lnTo>
                <a:close/>
                <a:moveTo>
                  <a:pt x="246" y="41"/>
                </a:moveTo>
                <a:cubicBezTo>
                  <a:pt x="182" y="134"/>
                  <a:pt x="182" y="134"/>
                  <a:pt x="182" y="134"/>
                </a:cubicBezTo>
                <a:cubicBezTo>
                  <a:pt x="155" y="134"/>
                  <a:pt x="155" y="134"/>
                  <a:pt x="155" y="134"/>
                </a:cubicBezTo>
                <a:cubicBezTo>
                  <a:pt x="129" y="92"/>
                  <a:pt x="129" y="92"/>
                  <a:pt x="129" y="92"/>
                </a:cubicBezTo>
                <a:cubicBezTo>
                  <a:pt x="156" y="92"/>
                  <a:pt x="156" y="92"/>
                  <a:pt x="156" y="92"/>
                </a:cubicBezTo>
                <a:cubicBezTo>
                  <a:pt x="169" y="113"/>
                  <a:pt x="169" y="113"/>
                  <a:pt x="169" y="113"/>
                </a:cubicBezTo>
                <a:cubicBezTo>
                  <a:pt x="218" y="41"/>
                  <a:pt x="218" y="41"/>
                  <a:pt x="218" y="41"/>
                </a:cubicBezTo>
                <a:lnTo>
                  <a:pt x="246" y="41"/>
                </a:lnTo>
                <a:close/>
                <a:moveTo>
                  <a:pt x="246" y="107"/>
                </a:moveTo>
                <a:cubicBezTo>
                  <a:pt x="182" y="201"/>
                  <a:pt x="182" y="201"/>
                  <a:pt x="182" y="201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29" y="159"/>
                  <a:pt x="129" y="159"/>
                  <a:pt x="129" y="159"/>
                </a:cubicBezTo>
                <a:cubicBezTo>
                  <a:pt x="156" y="159"/>
                  <a:pt x="156" y="159"/>
                  <a:pt x="156" y="159"/>
                </a:cubicBezTo>
                <a:cubicBezTo>
                  <a:pt x="169" y="180"/>
                  <a:pt x="169" y="180"/>
                  <a:pt x="169" y="180"/>
                </a:cubicBezTo>
                <a:cubicBezTo>
                  <a:pt x="218" y="107"/>
                  <a:pt x="218" y="107"/>
                  <a:pt x="218" y="107"/>
                </a:cubicBezTo>
                <a:lnTo>
                  <a:pt x="246" y="10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82305" tIns="41153" rIns="82305" bIns="41153" numCol="1" anchor="t" anchorCtr="0" compatLnSpc="1">
            <a:prstTxWarp prst="textNoShape">
              <a:avLst/>
            </a:prstTxWarp>
          </a:bodyPr>
          <a:lstStyle/>
          <a:p>
            <a:endParaRPr lang="en-US" sz="1000" dirty="0"/>
          </a:p>
        </p:txBody>
      </p:sp>
      <p:sp>
        <p:nvSpPr>
          <p:cNvPr id="5" name="Freeform 352">
            <a:extLst>
              <a:ext uri="{FF2B5EF4-FFF2-40B4-BE49-F238E27FC236}">
                <a16:creationId xmlns:a16="http://schemas.microsoft.com/office/drawing/2014/main" id="{FB50C8E9-6C44-CF2E-1ED1-A12A1CA2EFDA}"/>
              </a:ext>
            </a:extLst>
          </p:cNvPr>
          <p:cNvSpPr>
            <a:spLocks/>
          </p:cNvSpPr>
          <p:nvPr/>
        </p:nvSpPr>
        <p:spPr bwMode="auto">
          <a:xfrm>
            <a:off x="3942938" y="5646011"/>
            <a:ext cx="291954" cy="389003"/>
          </a:xfrm>
          <a:custGeom>
            <a:avLst/>
            <a:gdLst>
              <a:gd name="T0" fmla="*/ 210 w 243"/>
              <a:gd name="T1" fmla="*/ 143 h 324"/>
              <a:gd name="T2" fmla="*/ 131 w 243"/>
              <a:gd name="T3" fmla="*/ 135 h 324"/>
              <a:gd name="T4" fmla="*/ 128 w 243"/>
              <a:gd name="T5" fmla="*/ 21 h 324"/>
              <a:gd name="T6" fmla="*/ 107 w 243"/>
              <a:gd name="T7" fmla="*/ 0 h 324"/>
              <a:gd name="T8" fmla="*/ 91 w 243"/>
              <a:gd name="T9" fmla="*/ 21 h 324"/>
              <a:gd name="T10" fmla="*/ 91 w 243"/>
              <a:gd name="T11" fmla="*/ 181 h 324"/>
              <a:gd name="T12" fmla="*/ 60 w 243"/>
              <a:gd name="T13" fmla="*/ 146 h 324"/>
              <a:gd name="T14" fmla="*/ 11 w 243"/>
              <a:gd name="T15" fmla="*/ 136 h 324"/>
              <a:gd name="T16" fmla="*/ 28 w 243"/>
              <a:gd name="T17" fmla="*/ 169 h 324"/>
              <a:gd name="T18" fmla="*/ 111 w 243"/>
              <a:gd name="T19" fmla="*/ 289 h 324"/>
              <a:gd name="T20" fmla="*/ 125 w 243"/>
              <a:gd name="T21" fmla="*/ 307 h 324"/>
              <a:gd name="T22" fmla="*/ 134 w 243"/>
              <a:gd name="T23" fmla="*/ 314 h 324"/>
              <a:gd name="T24" fmla="*/ 168 w 243"/>
              <a:gd name="T25" fmla="*/ 324 h 324"/>
              <a:gd name="T26" fmla="*/ 232 w 243"/>
              <a:gd name="T27" fmla="*/ 265 h 324"/>
              <a:gd name="T28" fmla="*/ 232 w 243"/>
              <a:gd name="T29" fmla="*/ 262 h 324"/>
              <a:gd name="T30" fmla="*/ 243 w 243"/>
              <a:gd name="T31" fmla="*/ 168 h 324"/>
              <a:gd name="T32" fmla="*/ 210 w 243"/>
              <a:gd name="T33" fmla="*/ 143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43" h="324">
                <a:moveTo>
                  <a:pt x="210" y="143"/>
                </a:moveTo>
                <a:cubicBezTo>
                  <a:pt x="131" y="135"/>
                  <a:pt x="131" y="135"/>
                  <a:pt x="131" y="135"/>
                </a:cubicBezTo>
                <a:cubicBezTo>
                  <a:pt x="131" y="97"/>
                  <a:pt x="128" y="59"/>
                  <a:pt x="128" y="21"/>
                </a:cubicBezTo>
                <a:cubicBezTo>
                  <a:pt x="128" y="10"/>
                  <a:pt x="118" y="0"/>
                  <a:pt x="107" y="0"/>
                </a:cubicBezTo>
                <a:cubicBezTo>
                  <a:pt x="95" y="0"/>
                  <a:pt x="91" y="10"/>
                  <a:pt x="91" y="21"/>
                </a:cubicBezTo>
                <a:cubicBezTo>
                  <a:pt x="91" y="71"/>
                  <a:pt x="91" y="131"/>
                  <a:pt x="91" y="181"/>
                </a:cubicBezTo>
                <a:cubicBezTo>
                  <a:pt x="85" y="172"/>
                  <a:pt x="60" y="146"/>
                  <a:pt x="60" y="146"/>
                </a:cubicBezTo>
                <a:cubicBezTo>
                  <a:pt x="52" y="135"/>
                  <a:pt x="24" y="128"/>
                  <a:pt x="11" y="136"/>
                </a:cubicBezTo>
                <a:cubicBezTo>
                  <a:pt x="0" y="142"/>
                  <a:pt x="20" y="158"/>
                  <a:pt x="28" y="169"/>
                </a:cubicBezTo>
                <a:cubicBezTo>
                  <a:pt x="58" y="209"/>
                  <a:pt x="81" y="249"/>
                  <a:pt x="111" y="289"/>
                </a:cubicBezTo>
                <a:cubicBezTo>
                  <a:pt x="115" y="296"/>
                  <a:pt x="119" y="302"/>
                  <a:pt x="125" y="307"/>
                </a:cubicBezTo>
                <a:cubicBezTo>
                  <a:pt x="128" y="310"/>
                  <a:pt x="131" y="313"/>
                  <a:pt x="134" y="314"/>
                </a:cubicBezTo>
                <a:cubicBezTo>
                  <a:pt x="144" y="320"/>
                  <a:pt x="156" y="324"/>
                  <a:pt x="168" y="324"/>
                </a:cubicBezTo>
                <a:cubicBezTo>
                  <a:pt x="202" y="324"/>
                  <a:pt x="229" y="298"/>
                  <a:pt x="232" y="265"/>
                </a:cubicBezTo>
                <a:cubicBezTo>
                  <a:pt x="232" y="264"/>
                  <a:pt x="232" y="263"/>
                  <a:pt x="232" y="262"/>
                </a:cubicBezTo>
                <a:cubicBezTo>
                  <a:pt x="243" y="168"/>
                  <a:pt x="243" y="168"/>
                  <a:pt x="243" y="168"/>
                </a:cubicBezTo>
                <a:cubicBezTo>
                  <a:pt x="243" y="156"/>
                  <a:pt x="222" y="143"/>
                  <a:pt x="210" y="143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274320" rIns="91440" bIns="45720" numCol="1" anchor="t" anchorCtr="0" compatLnSpc="1">
            <a:prstTxWarp prst="textNoShape">
              <a:avLst/>
            </a:prstTxWarp>
          </a:bodyPr>
          <a:lstStyle/>
          <a:p>
            <a:pPr defTabSz="685862">
              <a:defRPr/>
            </a:pPr>
            <a:endParaRPr lang="en-US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53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13101C4-B7F9-174A-D7E8-DA695CA2E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902" y="413861"/>
            <a:ext cx="5771823" cy="5534758"/>
          </a:xfrm>
        </p:spPr>
      </p:pic>
      <p:sp>
        <p:nvSpPr>
          <p:cNvPr id="3" name="KSO_Shape">
            <a:extLst>
              <a:ext uri="{FF2B5EF4-FFF2-40B4-BE49-F238E27FC236}">
                <a16:creationId xmlns:a16="http://schemas.microsoft.com/office/drawing/2014/main" id="{53A11DA5-514F-EAAF-0081-2B56F53660B9}"/>
              </a:ext>
            </a:extLst>
          </p:cNvPr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722BF1-2D6B-3730-1173-36F29BD91188}"/>
              </a:ext>
            </a:extLst>
          </p:cNvPr>
          <p:cNvSpPr txBox="1"/>
          <p:nvPr/>
        </p:nvSpPr>
        <p:spPr>
          <a:xfrm>
            <a:off x="638321" y="373171"/>
            <a:ext cx="4595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年假申请流程设计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BC1B82-C32B-E254-BD3C-C2BCA79D8561}"/>
              </a:ext>
            </a:extLst>
          </p:cNvPr>
          <p:cNvSpPr/>
          <p:nvPr/>
        </p:nvSpPr>
        <p:spPr>
          <a:xfrm>
            <a:off x="4929902" y="1368102"/>
            <a:ext cx="1908514" cy="128897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233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SO_Shape"/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B97B04-D8A3-2FFB-46BB-6F6043AE2E5F}"/>
              </a:ext>
            </a:extLst>
          </p:cNvPr>
          <p:cNvSpPr txBox="1"/>
          <p:nvPr/>
        </p:nvSpPr>
        <p:spPr>
          <a:xfrm>
            <a:off x="1162886" y="373171"/>
            <a:ext cx="3416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r>
              <a:rPr lang="zh-CN" altLang="en-US" dirty="0"/>
              <a:t>自定义问题思考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CD8522-4F1E-FA62-2C71-B9E216601821}"/>
              </a:ext>
            </a:extLst>
          </p:cNvPr>
          <p:cNvSpPr txBox="1"/>
          <p:nvPr/>
        </p:nvSpPr>
        <p:spPr>
          <a:xfrm>
            <a:off x="1293542" y="2252547"/>
            <a:ext cx="10110460" cy="2573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需要实现的功能：</a:t>
            </a:r>
            <a:endParaRPr kumimoji="1" lang="en-US" altLang="zh-CN" sz="2800" b="1" dirty="0"/>
          </a:p>
          <a:p>
            <a:endParaRPr kumimoji="1" lang="en-US" altLang="zh-CN" sz="2800" b="1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在用户的申请</a:t>
            </a:r>
            <a:r>
              <a:rPr kumimoji="1" lang="zh-CN" altLang="en-US" b="1" dirty="0"/>
              <a:t>被批准</a:t>
            </a:r>
            <a:r>
              <a:rPr kumimoji="1" lang="zh-CN" altLang="en-US" dirty="0"/>
              <a:t>时，需要先查询下该用户是否还有剩余年假，如果有剩余年假，则批准成功，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且自动</a:t>
            </a:r>
            <a:r>
              <a:rPr kumimoji="1" lang="zh-CN" altLang="en-US" b="1" dirty="0"/>
              <a:t>扣除</a:t>
            </a:r>
            <a:r>
              <a:rPr kumimoji="1" lang="zh-CN" altLang="en-US" dirty="0"/>
              <a:t>他请的年假数。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如果没有剩余年假，需要提示用户年假不足。</a:t>
            </a:r>
          </a:p>
        </p:txBody>
      </p:sp>
    </p:spTree>
    <p:extLst>
      <p:ext uri="{BB962C8B-B14F-4D97-AF65-F5344CB8AC3E}">
        <p14:creationId xmlns:p14="http://schemas.microsoft.com/office/powerpoint/2010/main" val="3347684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SO_Shape"/>
          <p:cNvSpPr/>
          <p:nvPr/>
        </p:nvSpPr>
        <p:spPr>
          <a:xfrm>
            <a:off x="586740" y="465575"/>
            <a:ext cx="429260" cy="461525"/>
          </a:xfrm>
          <a:prstGeom prst="homePlate">
            <a:avLst>
              <a:gd name="adj" fmla="val 32249"/>
            </a:avLst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C28C56-C1D1-3EFE-81B3-6A1CFA81AFFB}"/>
              </a:ext>
            </a:extLst>
          </p:cNvPr>
          <p:cNvSpPr txBox="1"/>
          <p:nvPr/>
        </p:nvSpPr>
        <p:spPr>
          <a:xfrm>
            <a:off x="1430516" y="1703138"/>
            <a:ext cx="80809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触发时机</a:t>
            </a:r>
            <a:endParaRPr kumimoji="1"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自定义开发的触发时机（事件）</a:t>
            </a:r>
            <a:r>
              <a:rPr lang="zh-CN" altLang="en-US" sz="180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200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“流程管理的动作执行事件”</a:t>
            </a:r>
            <a:endParaRPr kumimoji="1" lang="en-US" altLang="zh-CN" sz="1200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r>
              <a:rPr kumimoji="1" lang="zh-CN" altLang="en-US" b="1" dirty="0"/>
              <a:t>获取用户剩余年假</a:t>
            </a:r>
            <a:endParaRPr kumimoji="1"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如何获取申请年假的用户</a:t>
            </a:r>
            <a:r>
              <a:rPr kumimoji="1" lang="en-US" altLang="zh-CN" dirty="0"/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设置查询年假管理后台的条件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获取用户的剩余年假数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如果没有记录，需要提示用户（该用户还未登记年假信息）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如果剩余年假小于申请的年假数，则提示年假不足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b="1" dirty="0"/>
              <a:t>更新用户剩余年假</a:t>
            </a:r>
            <a:endParaRPr kumimoji="1"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准备更新年假管理应用的信息（计算出新的剩余年假）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通过记录</a:t>
            </a:r>
            <a:r>
              <a:rPr kumimoji="1" lang="en-US" altLang="zh-CN" dirty="0"/>
              <a:t>id</a:t>
            </a:r>
            <a:r>
              <a:rPr kumimoji="1" lang="zh-CN" altLang="en-US" dirty="0"/>
              <a:t>来更新用户的年假管理后台的信息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B97B04-D8A3-2FFB-46BB-6F6043AE2E5F}"/>
              </a:ext>
            </a:extLst>
          </p:cNvPr>
          <p:cNvSpPr txBox="1"/>
          <p:nvPr/>
        </p:nvSpPr>
        <p:spPr>
          <a:xfrm>
            <a:off x="1162886" y="373171"/>
            <a:ext cx="3416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563A8"/>
                </a:solidFill>
              </a:defRPr>
            </a:lvl1pPr>
          </a:lstStyle>
          <a:p>
            <a:pPr algn="l"/>
            <a:r>
              <a:rPr lang="zh-CN" altLang="en-US" dirty="0"/>
              <a:t>问题解析</a:t>
            </a:r>
          </a:p>
        </p:txBody>
      </p:sp>
    </p:spTree>
    <p:extLst>
      <p:ext uri="{BB962C8B-B14F-4D97-AF65-F5344CB8AC3E}">
        <p14:creationId xmlns:p14="http://schemas.microsoft.com/office/powerpoint/2010/main" val="4246193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EACB003-731B-F891-3A74-81D71A56C786}"/>
              </a:ext>
            </a:extLst>
          </p:cNvPr>
          <p:cNvSpPr txBox="1"/>
          <p:nvPr/>
        </p:nvSpPr>
        <p:spPr>
          <a:xfrm>
            <a:off x="0" y="749713"/>
            <a:ext cx="483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563A8"/>
                </a:solidFill>
              </a:rPr>
              <a:t>开发挑战大赛规则</a:t>
            </a:r>
          </a:p>
        </p:txBody>
      </p:sp>
      <p:sp>
        <p:nvSpPr>
          <p:cNvPr id="7" name="任意多边形 32">
            <a:extLst>
              <a:ext uri="{FF2B5EF4-FFF2-40B4-BE49-F238E27FC236}">
                <a16:creationId xmlns:a16="http://schemas.microsoft.com/office/drawing/2014/main" id="{330AF267-006A-D2B4-2480-5422051703E1}"/>
              </a:ext>
            </a:extLst>
          </p:cNvPr>
          <p:cNvSpPr/>
          <p:nvPr/>
        </p:nvSpPr>
        <p:spPr>
          <a:xfrm rot="13567251">
            <a:off x="-363919" y="664387"/>
            <a:ext cx="727839" cy="679628"/>
          </a:xfrm>
          <a:custGeom>
            <a:avLst/>
            <a:gdLst>
              <a:gd name="connsiteX0" fmla="*/ 0 w 950633"/>
              <a:gd name="connsiteY0" fmla="*/ 0 h 950633"/>
              <a:gd name="connsiteX1" fmla="*/ 950633 w 950633"/>
              <a:gd name="connsiteY1" fmla="*/ 950633 h 950633"/>
              <a:gd name="connsiteX2" fmla="*/ 0 w 950633"/>
              <a:gd name="connsiteY2" fmla="*/ 950633 h 950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33" h="950633">
                <a:moveTo>
                  <a:pt x="0" y="0"/>
                </a:moveTo>
                <a:lnTo>
                  <a:pt x="950633" y="950633"/>
                </a:lnTo>
                <a:lnTo>
                  <a:pt x="0" y="950633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3A37A18-6C86-84D2-3573-B25D0F3FCE9D}"/>
              </a:ext>
            </a:extLst>
          </p:cNvPr>
          <p:cNvSpPr/>
          <p:nvPr/>
        </p:nvSpPr>
        <p:spPr>
          <a:xfrm>
            <a:off x="1493484" y="1926370"/>
            <a:ext cx="2090168" cy="21456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7108880-AAE7-1EA0-57C7-5664E49F3ED5}"/>
              </a:ext>
            </a:extLst>
          </p:cNvPr>
          <p:cNvSpPr/>
          <p:nvPr/>
        </p:nvSpPr>
        <p:spPr>
          <a:xfrm>
            <a:off x="3834415" y="1887662"/>
            <a:ext cx="2090168" cy="21456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1EC444C-B2C6-B9B3-CF32-203F922BB2ED}"/>
              </a:ext>
            </a:extLst>
          </p:cNvPr>
          <p:cNvSpPr/>
          <p:nvPr/>
        </p:nvSpPr>
        <p:spPr>
          <a:xfrm>
            <a:off x="6373604" y="1926370"/>
            <a:ext cx="2054297" cy="21456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7628F12-EA96-6F1D-4471-094719D5664B}"/>
              </a:ext>
            </a:extLst>
          </p:cNvPr>
          <p:cNvGrpSpPr/>
          <p:nvPr/>
        </p:nvGrpSpPr>
        <p:grpSpPr>
          <a:xfrm>
            <a:off x="3214510" y="2542482"/>
            <a:ext cx="811530" cy="811530"/>
            <a:chOff x="173624" y="2446020"/>
            <a:chExt cx="811530" cy="811530"/>
          </a:xfrm>
          <a:solidFill>
            <a:srgbClr val="3563A8"/>
          </a:solidFill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12F344-2446-574F-6156-78FEB2C134C7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grp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Freeform 80">
              <a:extLst>
                <a:ext uri="{FF2B5EF4-FFF2-40B4-BE49-F238E27FC236}">
                  <a16:creationId xmlns:a16="http://schemas.microsoft.com/office/drawing/2014/main" id="{937DEE7E-E85A-A8A0-D479-EC8BFCCFB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algn="ctr" defTabSz="685487"/>
              <a:r>
                <a:rPr lang="en-US" altLang="zh-CN" sz="3200" dirty="0">
                  <a:solidFill>
                    <a:srgbClr val="FFFFFF"/>
                  </a:solidFill>
                  <a:latin typeface="Segoe UI"/>
                </a:rPr>
                <a:t>》</a:t>
              </a:r>
              <a:endParaRPr lang="en-US" sz="3200" dirty="0">
                <a:solidFill>
                  <a:srgbClr val="FFFFFF"/>
                </a:solidFill>
                <a:latin typeface="Segoe UI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4A92DA3-5355-A64A-9798-A7C54B4BA215}"/>
              </a:ext>
            </a:extLst>
          </p:cNvPr>
          <p:cNvGrpSpPr/>
          <p:nvPr/>
        </p:nvGrpSpPr>
        <p:grpSpPr>
          <a:xfrm>
            <a:off x="5685522" y="2545163"/>
            <a:ext cx="811530" cy="811530"/>
            <a:chOff x="173624" y="2446020"/>
            <a:chExt cx="811530" cy="811530"/>
          </a:xfrm>
          <a:solidFill>
            <a:srgbClr val="3563A8"/>
          </a:solidFill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72447A0-F28C-F9C7-4E81-717BA3EC1F8E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grp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Freeform 80">
              <a:extLst>
                <a:ext uri="{FF2B5EF4-FFF2-40B4-BE49-F238E27FC236}">
                  <a16:creationId xmlns:a16="http://schemas.microsoft.com/office/drawing/2014/main" id="{D58055AF-0CDB-DBCD-E803-7FED5C7BBE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algn="ctr" defTabSz="685487"/>
              <a:r>
                <a:rPr lang="en-US" altLang="zh-CN" sz="3200" dirty="0">
                  <a:solidFill>
                    <a:srgbClr val="FFFFFF"/>
                  </a:solidFill>
                  <a:latin typeface="Segoe UI"/>
                </a:rPr>
                <a:t>》</a:t>
              </a:r>
              <a:endParaRPr lang="en-US" sz="3200" dirty="0">
                <a:solidFill>
                  <a:srgbClr val="FFFFFF"/>
                </a:solidFill>
                <a:latin typeface="Segoe UI"/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3E4C8FC7-D218-6EBE-A27B-C4D53013D321}"/>
              </a:ext>
            </a:extLst>
          </p:cNvPr>
          <p:cNvSpPr/>
          <p:nvPr/>
        </p:nvSpPr>
        <p:spPr>
          <a:xfrm>
            <a:off x="2231216" y="2016428"/>
            <a:ext cx="6138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rgbClr val="3563A8"/>
                </a:solidFill>
                <a:cs typeface="+mn-ea"/>
                <a:sym typeface="+mn-lt"/>
              </a:rPr>
              <a:t>1</a:t>
            </a:r>
            <a:endParaRPr lang="zh-CN" altLang="en-US" sz="1400" dirty="0">
              <a:solidFill>
                <a:srgbClr val="3563A8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59B9F53-2AD1-6313-7D2E-4DF66457A50F}"/>
              </a:ext>
            </a:extLst>
          </p:cNvPr>
          <p:cNvSpPr/>
          <p:nvPr/>
        </p:nvSpPr>
        <p:spPr>
          <a:xfrm>
            <a:off x="4035429" y="1968367"/>
            <a:ext cx="17103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rgbClr val="3563A8"/>
                </a:solidFill>
                <a:cs typeface="+mn-ea"/>
                <a:sym typeface="+mn-lt"/>
              </a:rPr>
              <a:t>2</a:t>
            </a:r>
            <a:endParaRPr lang="zh-CN" altLang="en-US" sz="1400" dirty="0">
              <a:solidFill>
                <a:srgbClr val="3563A8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212A3D-50FD-FC23-82C7-23DED73E3138}"/>
              </a:ext>
            </a:extLst>
          </p:cNvPr>
          <p:cNvSpPr/>
          <p:nvPr/>
        </p:nvSpPr>
        <p:spPr>
          <a:xfrm>
            <a:off x="1682952" y="4329442"/>
            <a:ext cx="1710393" cy="128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400" dirty="0">
                <a:solidFill>
                  <a:srgbClr val="FF0000"/>
                </a:solidFill>
              </a:rPr>
              <a:t>进入自己的空间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ea typeface="华文细黑" panose="02010600040101010101" pitchFamily="2" charset="-122"/>
              <a:cs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华文细黑" panose="02010600040101010101" pitchFamily="2" charset="-122"/>
                <a:cs typeface="+mn-ea"/>
              </a:rPr>
              <a:t>通过导入模版文件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a typeface="华文细黑" panose="02010600040101010101" pitchFamily="2" charset="-122"/>
              <a:cs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rgbClr val="0070C0"/>
                </a:solidFill>
                <a:ea typeface="华文细黑" panose="02010600040101010101" pitchFamily="2" charset="-122"/>
                <a:cs typeface="+mn-ea"/>
              </a:rPr>
              <a:t>（开发挑战）年假管理</a:t>
            </a:r>
            <a:r>
              <a:rPr lang="en-US" altLang="zh-CN" sz="1000" dirty="0">
                <a:solidFill>
                  <a:srgbClr val="0070C0"/>
                </a:solidFill>
                <a:ea typeface="华文细黑" panose="02010600040101010101" pitchFamily="2" charset="-122"/>
                <a:cs typeface="+mn-ea"/>
              </a:rPr>
              <a:t>.zip</a:t>
            </a: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a typeface="华文细黑" panose="02010600040101010101" pitchFamily="2" charset="-122"/>
                <a:cs typeface="+mn-ea"/>
              </a:rPr>
              <a:t>创建的方式导入应用模版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a typeface="华文细黑" panose="02010600040101010101" pitchFamily="2" charset="-122"/>
              <a:cs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9C4282-309A-065E-9CC3-4C7600997BEB}"/>
              </a:ext>
            </a:extLst>
          </p:cNvPr>
          <p:cNvSpPr/>
          <p:nvPr/>
        </p:nvSpPr>
        <p:spPr>
          <a:xfrm>
            <a:off x="9536241" y="2067014"/>
            <a:ext cx="6058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rgbClr val="3563A8"/>
                </a:solidFill>
                <a:cs typeface="+mn-ea"/>
                <a:sym typeface="+mn-lt"/>
              </a:rPr>
              <a:t>4</a:t>
            </a:r>
            <a:endParaRPr lang="zh-CN" altLang="en-US" sz="1400" dirty="0">
              <a:solidFill>
                <a:srgbClr val="3563A8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763DE00-412E-A0EB-0F6D-782F00D5D00C}"/>
              </a:ext>
            </a:extLst>
          </p:cNvPr>
          <p:cNvGrpSpPr/>
          <p:nvPr/>
        </p:nvGrpSpPr>
        <p:grpSpPr>
          <a:xfrm>
            <a:off x="8128785" y="2557420"/>
            <a:ext cx="811530" cy="811530"/>
            <a:chOff x="173624" y="2446020"/>
            <a:chExt cx="811530" cy="811530"/>
          </a:xfrm>
          <a:solidFill>
            <a:srgbClr val="3563A8"/>
          </a:solidFill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F102630-8694-4EBB-2A14-B016BD7B7FE0}"/>
                </a:ext>
              </a:extLst>
            </p:cNvPr>
            <p:cNvSpPr/>
            <p:nvPr/>
          </p:nvSpPr>
          <p:spPr>
            <a:xfrm>
              <a:off x="173624" y="2446020"/>
              <a:ext cx="811530" cy="811530"/>
            </a:xfrm>
            <a:prstGeom prst="ellipse">
              <a:avLst/>
            </a:prstGeom>
            <a:grpFill/>
            <a:ln w="6350">
              <a:solidFill>
                <a:srgbClr val="356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156EE58A-D405-0189-8FD4-CCE15ACC02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95" y="2605986"/>
              <a:ext cx="337018" cy="496986"/>
            </a:xfrm>
            <a:custGeom>
              <a:avLst/>
              <a:gdLst>
                <a:gd name="T0" fmla="*/ 273 w 280"/>
                <a:gd name="T1" fmla="*/ 0 h 413"/>
                <a:gd name="T2" fmla="*/ 7 w 280"/>
                <a:gd name="T3" fmla="*/ 0 h 413"/>
                <a:gd name="T4" fmla="*/ 0 w 280"/>
                <a:gd name="T5" fmla="*/ 7 h 413"/>
                <a:gd name="T6" fmla="*/ 0 w 280"/>
                <a:gd name="T7" fmla="*/ 406 h 413"/>
                <a:gd name="T8" fmla="*/ 7 w 280"/>
                <a:gd name="T9" fmla="*/ 413 h 413"/>
                <a:gd name="T10" fmla="*/ 273 w 280"/>
                <a:gd name="T11" fmla="*/ 413 h 413"/>
                <a:gd name="T12" fmla="*/ 280 w 280"/>
                <a:gd name="T13" fmla="*/ 406 h 413"/>
                <a:gd name="T14" fmla="*/ 280 w 280"/>
                <a:gd name="T15" fmla="*/ 7 h 413"/>
                <a:gd name="T16" fmla="*/ 273 w 280"/>
                <a:gd name="T17" fmla="*/ 0 h 413"/>
                <a:gd name="T18" fmla="*/ 266 w 280"/>
                <a:gd name="T19" fmla="*/ 398 h 413"/>
                <a:gd name="T20" fmla="*/ 14 w 280"/>
                <a:gd name="T21" fmla="*/ 398 h 413"/>
                <a:gd name="T22" fmla="*/ 14 w 280"/>
                <a:gd name="T23" fmla="*/ 14 h 413"/>
                <a:gd name="T24" fmla="*/ 266 w 280"/>
                <a:gd name="T25" fmla="*/ 14 h 413"/>
                <a:gd name="T26" fmla="*/ 266 w 280"/>
                <a:gd name="T27" fmla="*/ 398 h 413"/>
                <a:gd name="T28" fmla="*/ 108 w 280"/>
                <a:gd name="T29" fmla="*/ 81 h 413"/>
                <a:gd name="T30" fmla="*/ 174 w 280"/>
                <a:gd name="T31" fmla="*/ 81 h 413"/>
                <a:gd name="T32" fmla="*/ 198 w 280"/>
                <a:gd name="T33" fmla="*/ 57 h 413"/>
                <a:gd name="T34" fmla="*/ 174 w 280"/>
                <a:gd name="T35" fmla="*/ 33 h 413"/>
                <a:gd name="T36" fmla="*/ 108 w 280"/>
                <a:gd name="T37" fmla="*/ 33 h 413"/>
                <a:gd name="T38" fmla="*/ 84 w 280"/>
                <a:gd name="T39" fmla="*/ 57 h 413"/>
                <a:gd name="T40" fmla="*/ 108 w 280"/>
                <a:gd name="T41" fmla="*/ 81 h 413"/>
                <a:gd name="T42" fmla="*/ 108 w 280"/>
                <a:gd name="T43" fmla="*/ 48 h 413"/>
                <a:gd name="T44" fmla="*/ 174 w 280"/>
                <a:gd name="T45" fmla="*/ 48 h 413"/>
                <a:gd name="T46" fmla="*/ 184 w 280"/>
                <a:gd name="T47" fmla="*/ 57 h 413"/>
                <a:gd name="T48" fmla="*/ 174 w 280"/>
                <a:gd name="T49" fmla="*/ 66 h 413"/>
                <a:gd name="T50" fmla="*/ 108 w 280"/>
                <a:gd name="T51" fmla="*/ 66 h 413"/>
                <a:gd name="T52" fmla="*/ 99 w 280"/>
                <a:gd name="T53" fmla="*/ 57 h 413"/>
                <a:gd name="T54" fmla="*/ 108 w 280"/>
                <a:gd name="T55" fmla="*/ 48 h 413"/>
                <a:gd name="T56" fmla="*/ 140 w 280"/>
                <a:gd name="T57" fmla="*/ 207 h 413"/>
                <a:gd name="T58" fmla="*/ 73 w 280"/>
                <a:gd name="T59" fmla="*/ 207 h 413"/>
                <a:gd name="T60" fmla="*/ 73 w 280"/>
                <a:gd name="T61" fmla="*/ 140 h 413"/>
                <a:gd name="T62" fmla="*/ 140 w 280"/>
                <a:gd name="T63" fmla="*/ 140 h 413"/>
                <a:gd name="T64" fmla="*/ 140 w 280"/>
                <a:gd name="T65" fmla="*/ 207 h 413"/>
                <a:gd name="T66" fmla="*/ 206 w 280"/>
                <a:gd name="T67" fmla="*/ 280 h 413"/>
                <a:gd name="T68" fmla="*/ 74 w 280"/>
                <a:gd name="T69" fmla="*/ 280 h 413"/>
                <a:gd name="T70" fmla="*/ 74 w 280"/>
                <a:gd name="T71" fmla="*/ 266 h 413"/>
                <a:gd name="T72" fmla="*/ 206 w 280"/>
                <a:gd name="T73" fmla="*/ 266 h 413"/>
                <a:gd name="T74" fmla="*/ 206 w 280"/>
                <a:gd name="T75" fmla="*/ 280 h 413"/>
                <a:gd name="T76" fmla="*/ 75 w 280"/>
                <a:gd name="T77" fmla="*/ 232 h 413"/>
                <a:gd name="T78" fmla="*/ 207 w 280"/>
                <a:gd name="T79" fmla="*/ 232 h 413"/>
                <a:gd name="T80" fmla="*/ 207 w 280"/>
                <a:gd name="T81" fmla="*/ 247 h 413"/>
                <a:gd name="T82" fmla="*/ 75 w 280"/>
                <a:gd name="T83" fmla="*/ 247 h 413"/>
                <a:gd name="T84" fmla="*/ 75 w 280"/>
                <a:gd name="T85" fmla="*/ 232 h 413"/>
                <a:gd name="T86" fmla="*/ 74 w 280"/>
                <a:gd name="T87" fmla="*/ 313 h 413"/>
                <a:gd name="T88" fmla="*/ 74 w 280"/>
                <a:gd name="T89" fmla="*/ 299 h 413"/>
                <a:gd name="T90" fmla="*/ 206 w 280"/>
                <a:gd name="T91" fmla="*/ 299 h 413"/>
                <a:gd name="T92" fmla="*/ 206 w 280"/>
                <a:gd name="T93" fmla="*/ 313 h 413"/>
                <a:gd name="T94" fmla="*/ 74 w 280"/>
                <a:gd name="T95" fmla="*/ 313 h 413"/>
                <a:gd name="T96" fmla="*/ 206 w 280"/>
                <a:gd name="T97" fmla="*/ 347 h 413"/>
                <a:gd name="T98" fmla="*/ 73 w 280"/>
                <a:gd name="T99" fmla="*/ 347 h 413"/>
                <a:gd name="T100" fmla="*/ 73 w 280"/>
                <a:gd name="T101" fmla="*/ 332 h 413"/>
                <a:gd name="T102" fmla="*/ 206 w 280"/>
                <a:gd name="T103" fmla="*/ 332 h 413"/>
                <a:gd name="T104" fmla="*/ 206 w 280"/>
                <a:gd name="T105" fmla="*/ 34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13">
                  <a:moveTo>
                    <a:pt x="2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0"/>
                    <a:pt x="3" y="413"/>
                    <a:pt x="7" y="413"/>
                  </a:cubicBezTo>
                  <a:cubicBezTo>
                    <a:pt x="273" y="413"/>
                    <a:pt x="273" y="413"/>
                    <a:pt x="273" y="413"/>
                  </a:cubicBezTo>
                  <a:cubicBezTo>
                    <a:pt x="277" y="413"/>
                    <a:pt x="280" y="410"/>
                    <a:pt x="280" y="406"/>
                  </a:cubicBezTo>
                  <a:cubicBezTo>
                    <a:pt x="280" y="7"/>
                    <a:pt x="280" y="7"/>
                    <a:pt x="280" y="7"/>
                  </a:cubicBezTo>
                  <a:cubicBezTo>
                    <a:pt x="280" y="3"/>
                    <a:pt x="277" y="0"/>
                    <a:pt x="273" y="0"/>
                  </a:cubicBezTo>
                  <a:close/>
                  <a:moveTo>
                    <a:pt x="266" y="398"/>
                  </a:moveTo>
                  <a:cubicBezTo>
                    <a:pt x="14" y="398"/>
                    <a:pt x="14" y="398"/>
                    <a:pt x="14" y="398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66" y="14"/>
                    <a:pt x="266" y="14"/>
                    <a:pt x="266" y="14"/>
                  </a:cubicBezTo>
                  <a:lnTo>
                    <a:pt x="266" y="398"/>
                  </a:lnTo>
                  <a:close/>
                  <a:moveTo>
                    <a:pt x="108" y="81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87" y="81"/>
                    <a:pt x="198" y="70"/>
                    <a:pt x="198" y="57"/>
                  </a:cubicBezTo>
                  <a:cubicBezTo>
                    <a:pt x="198" y="44"/>
                    <a:pt x="187" y="33"/>
                    <a:pt x="174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95" y="33"/>
                    <a:pt x="84" y="44"/>
                    <a:pt x="84" y="57"/>
                  </a:cubicBezTo>
                  <a:cubicBezTo>
                    <a:pt x="84" y="70"/>
                    <a:pt x="95" y="81"/>
                    <a:pt x="108" y="81"/>
                  </a:cubicBezTo>
                  <a:close/>
                  <a:moveTo>
                    <a:pt x="108" y="48"/>
                  </a:moveTo>
                  <a:cubicBezTo>
                    <a:pt x="174" y="48"/>
                    <a:pt x="174" y="48"/>
                    <a:pt x="174" y="48"/>
                  </a:cubicBezTo>
                  <a:cubicBezTo>
                    <a:pt x="179" y="48"/>
                    <a:pt x="184" y="52"/>
                    <a:pt x="184" y="57"/>
                  </a:cubicBezTo>
                  <a:cubicBezTo>
                    <a:pt x="184" y="62"/>
                    <a:pt x="179" y="66"/>
                    <a:pt x="174" y="66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03" y="66"/>
                    <a:pt x="99" y="62"/>
                    <a:pt x="99" y="57"/>
                  </a:cubicBezTo>
                  <a:cubicBezTo>
                    <a:pt x="99" y="52"/>
                    <a:pt x="103" y="48"/>
                    <a:pt x="108" y="48"/>
                  </a:cubicBezTo>
                  <a:close/>
                  <a:moveTo>
                    <a:pt x="140" y="207"/>
                  </a:moveTo>
                  <a:cubicBezTo>
                    <a:pt x="73" y="207"/>
                    <a:pt x="73" y="207"/>
                    <a:pt x="73" y="207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140" y="140"/>
                    <a:pt x="140" y="140"/>
                    <a:pt x="140" y="140"/>
                  </a:cubicBezTo>
                  <a:lnTo>
                    <a:pt x="140" y="207"/>
                  </a:lnTo>
                  <a:close/>
                  <a:moveTo>
                    <a:pt x="206" y="280"/>
                  </a:moveTo>
                  <a:cubicBezTo>
                    <a:pt x="74" y="280"/>
                    <a:pt x="74" y="280"/>
                    <a:pt x="74" y="280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206" y="266"/>
                    <a:pt x="206" y="266"/>
                    <a:pt x="206" y="266"/>
                  </a:cubicBezTo>
                  <a:lnTo>
                    <a:pt x="206" y="280"/>
                  </a:lnTo>
                  <a:close/>
                  <a:moveTo>
                    <a:pt x="75" y="232"/>
                  </a:moveTo>
                  <a:cubicBezTo>
                    <a:pt x="207" y="232"/>
                    <a:pt x="207" y="232"/>
                    <a:pt x="207" y="232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75" y="247"/>
                    <a:pt x="75" y="247"/>
                    <a:pt x="75" y="247"/>
                  </a:cubicBezTo>
                  <a:lnTo>
                    <a:pt x="75" y="232"/>
                  </a:lnTo>
                  <a:close/>
                  <a:moveTo>
                    <a:pt x="74" y="313"/>
                  </a:moveTo>
                  <a:cubicBezTo>
                    <a:pt x="74" y="299"/>
                    <a:pt x="74" y="299"/>
                    <a:pt x="74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313"/>
                    <a:pt x="206" y="313"/>
                    <a:pt x="206" y="313"/>
                  </a:cubicBezTo>
                  <a:lnTo>
                    <a:pt x="74" y="313"/>
                  </a:lnTo>
                  <a:close/>
                  <a:moveTo>
                    <a:pt x="206" y="347"/>
                  </a:moveTo>
                  <a:cubicBezTo>
                    <a:pt x="73" y="347"/>
                    <a:pt x="73" y="347"/>
                    <a:pt x="73" y="347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206" y="332"/>
                    <a:pt x="206" y="332"/>
                    <a:pt x="206" y="332"/>
                  </a:cubicBezTo>
                  <a:lnTo>
                    <a:pt x="206" y="3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pPr algn="ctr" defTabSz="685487"/>
              <a:r>
                <a:rPr lang="en-US" altLang="zh-CN" sz="3200" dirty="0">
                  <a:solidFill>
                    <a:srgbClr val="FFFFFF"/>
                  </a:solidFill>
                  <a:latin typeface="Segoe UI"/>
                </a:rPr>
                <a:t>》</a:t>
              </a:r>
              <a:endParaRPr lang="en-US" sz="3200" dirty="0">
                <a:solidFill>
                  <a:srgbClr val="FFFFFF"/>
                </a:solidFill>
                <a:latin typeface="Segoe UI"/>
              </a:endParaRPr>
            </a:p>
          </p:txBody>
        </p:sp>
      </p:grpSp>
      <p:sp>
        <p:nvSpPr>
          <p:cNvPr id="34" name="椭圆 33">
            <a:extLst>
              <a:ext uri="{FF2B5EF4-FFF2-40B4-BE49-F238E27FC236}">
                <a16:creationId xmlns:a16="http://schemas.microsoft.com/office/drawing/2014/main" id="{07C9B8BD-C6DA-7407-7269-8CA2433AE826}"/>
              </a:ext>
            </a:extLst>
          </p:cNvPr>
          <p:cNvSpPr/>
          <p:nvPr/>
        </p:nvSpPr>
        <p:spPr>
          <a:xfrm>
            <a:off x="8721863" y="1911201"/>
            <a:ext cx="2054297" cy="214565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18ACAE-1C5C-6C4D-3E0C-8FE4151DF68C}"/>
              </a:ext>
            </a:extLst>
          </p:cNvPr>
          <p:cNvSpPr/>
          <p:nvPr/>
        </p:nvSpPr>
        <p:spPr>
          <a:xfrm>
            <a:off x="7136318" y="2004342"/>
            <a:ext cx="6388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rgbClr val="3563A8"/>
                </a:solidFill>
                <a:cs typeface="+mn-ea"/>
                <a:sym typeface="+mn-lt"/>
              </a:rPr>
              <a:t>3</a:t>
            </a:r>
            <a:endParaRPr lang="zh-CN" altLang="en-US" sz="1400" dirty="0">
              <a:solidFill>
                <a:srgbClr val="3563A8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3F2347-0AFF-1847-C81D-D3307B8E1895}"/>
              </a:ext>
            </a:extLst>
          </p:cNvPr>
          <p:cNvSpPr txBox="1"/>
          <p:nvPr/>
        </p:nvSpPr>
        <p:spPr>
          <a:xfrm>
            <a:off x="3849341" y="2765444"/>
            <a:ext cx="2082570" cy="403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dirty="0"/>
              <a:t>自定义开发</a:t>
            </a:r>
            <a:endParaRPr kumimoji="1" lang="en-US" altLang="zh-CN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3553B99-CCCB-5CCE-F64F-1C5BCC216275}"/>
              </a:ext>
            </a:extLst>
          </p:cNvPr>
          <p:cNvSpPr/>
          <p:nvPr/>
        </p:nvSpPr>
        <p:spPr>
          <a:xfrm>
            <a:off x="3540013" y="4161733"/>
            <a:ext cx="2783478" cy="2472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400" dirty="0"/>
              <a:t>对</a:t>
            </a:r>
            <a:r>
              <a:rPr kumimoji="1" lang="en" altLang="zh-CN" sz="1400" dirty="0" err="1"/>
              <a:t>nianjia_challenge.js</a:t>
            </a:r>
            <a:endParaRPr kumimoji="1" lang="en" altLang="zh-CN" sz="1400" dirty="0"/>
          </a:p>
          <a:p>
            <a:pPr algn="ctr">
              <a:lnSpc>
                <a:spcPct val="120000"/>
              </a:lnSpc>
            </a:pPr>
            <a:r>
              <a:rPr kumimoji="1" lang="zh-CN" altLang="en" sz="1400" dirty="0"/>
              <a:t>代码</a:t>
            </a:r>
            <a:r>
              <a:rPr kumimoji="1" lang="zh-CN" altLang="en-US" sz="1400" dirty="0"/>
              <a:t>进行修改完善 </a:t>
            </a:r>
            <a:endParaRPr kumimoji="1" lang="en-US" altLang="zh-CN" sz="14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更改代码中年假后台管理应用的</a:t>
            </a:r>
            <a:r>
              <a:rPr kumimoji="1" lang="en-US" altLang="zh-CN" sz="1050" dirty="0"/>
              <a:t>id</a:t>
            </a:r>
            <a:r>
              <a:rPr kumimoji="1" lang="zh-CN" altLang="en-US" sz="1050" dirty="0"/>
              <a:t>变量</a:t>
            </a:r>
            <a:endParaRPr kumimoji="1" lang="en-US" altLang="zh-CN" sz="105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50" dirty="0"/>
              <a:t>替换代码文件中的①～</a:t>
            </a:r>
            <a:r>
              <a:rPr lang="zh-CN" altLang="en-US" sz="1050" b="0" dirty="0">
                <a:effectLst/>
                <a:latin typeface="Fira Code" pitchFamily="49" charset="0"/>
              </a:rPr>
              <a:t>⑩</a:t>
            </a:r>
          </a:p>
          <a:p>
            <a:pPr lvl="1">
              <a:lnSpc>
                <a:spcPct val="120000"/>
              </a:lnSpc>
            </a:pPr>
            <a:r>
              <a:rPr kumimoji="1" lang="zh-CN" altLang="en-US" sz="1050" dirty="0"/>
              <a:t>部分，可以通过应用“年假申请系统自定义选择题”对应的编号查找答案。</a:t>
            </a:r>
            <a:endParaRPr kumimoji="1" lang="en-US" altLang="zh-CN" sz="1050" dirty="0"/>
          </a:p>
          <a:p>
            <a:pPr lvl="1">
              <a:lnSpc>
                <a:spcPct val="120000"/>
              </a:lnSpc>
            </a:pPr>
            <a:r>
              <a:rPr kumimoji="1" lang="zh-CN" altLang="en-US" sz="1100" dirty="0">
                <a:solidFill>
                  <a:srgbClr val="FF0000"/>
                </a:solidFill>
              </a:rPr>
              <a:t>请千万注意，不要修改其中的引号等。因为改错引号可能导致代码运行失败。</a:t>
            </a:r>
            <a:endParaRPr kumimoji="1" lang="en-US" altLang="zh-CN" sz="11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4AD0EEB-5671-1C9F-4FCA-C8639C11A0E1}"/>
              </a:ext>
            </a:extLst>
          </p:cNvPr>
          <p:cNvSpPr txBox="1"/>
          <p:nvPr/>
        </p:nvSpPr>
        <p:spPr>
          <a:xfrm>
            <a:off x="6366276" y="2876582"/>
            <a:ext cx="1956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/>
              <a:t>上传代码</a:t>
            </a:r>
            <a:endParaRPr kumimoji="1" lang="en-US" altLang="zh-CN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183EEF8-C1B4-24D9-E998-18AD93988E44}"/>
              </a:ext>
            </a:extLst>
          </p:cNvPr>
          <p:cNvSpPr txBox="1"/>
          <p:nvPr/>
        </p:nvSpPr>
        <p:spPr>
          <a:xfrm>
            <a:off x="9045644" y="2984030"/>
            <a:ext cx="1526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/>
              <a:t>验证</a:t>
            </a:r>
            <a:endParaRPr kumimoji="1"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6921BB-EBB4-8284-F0DF-A062A25FD489}"/>
              </a:ext>
            </a:extLst>
          </p:cNvPr>
          <p:cNvSpPr txBox="1"/>
          <p:nvPr/>
        </p:nvSpPr>
        <p:spPr>
          <a:xfrm>
            <a:off x="1986741" y="27993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导入应用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152DF4-15D2-CE7B-2D05-2863EF0347FE}"/>
              </a:ext>
            </a:extLst>
          </p:cNvPr>
          <p:cNvSpPr txBox="1"/>
          <p:nvPr/>
        </p:nvSpPr>
        <p:spPr>
          <a:xfrm>
            <a:off x="6553262" y="4294894"/>
            <a:ext cx="1810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上传自定义代码至“年假申请”应用</a:t>
            </a:r>
            <a:endParaRPr kumimoji="1" lang="en-US" altLang="zh-CN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3CE633-0E0A-30C0-DCBD-6A5510140C43}"/>
              </a:ext>
            </a:extLst>
          </p:cNvPr>
          <p:cNvSpPr txBox="1"/>
          <p:nvPr/>
        </p:nvSpPr>
        <p:spPr>
          <a:xfrm>
            <a:off x="9387772" y="4294894"/>
            <a:ext cx="90281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添加记录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验证效果</a:t>
            </a:r>
            <a:endParaRPr kumimoji="1" lang="en-US" altLang="zh-CN" sz="1400" dirty="0"/>
          </a:p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368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04773" y="836337"/>
            <a:ext cx="4382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3A3A3A"/>
                </a:solidFill>
                <a:latin typeface="Calibri Light" panose="020F0302020204030204" pitchFamily="34" charset="0"/>
              </a:rPr>
              <a:t>THANK YOU !</a:t>
            </a:r>
            <a:endParaRPr lang="zh-CN" altLang="en-US" sz="4800" b="1" dirty="0">
              <a:solidFill>
                <a:srgbClr val="3A3A3A"/>
              </a:solidFill>
              <a:latin typeface="Calibri Light" panose="020F030202020403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90826" y="1621614"/>
            <a:ext cx="1671484" cy="0"/>
          </a:xfrm>
          <a:prstGeom prst="line">
            <a:avLst/>
          </a:prstGeom>
          <a:ln w="22225">
            <a:solidFill>
              <a:srgbClr val="FFC0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 9"/>
          <p:cNvSpPr/>
          <p:nvPr/>
        </p:nvSpPr>
        <p:spPr>
          <a:xfrm>
            <a:off x="2" y="4195205"/>
            <a:ext cx="12192000" cy="2662795"/>
          </a:xfrm>
          <a:custGeom>
            <a:avLst/>
            <a:gdLst>
              <a:gd name="connsiteX0" fmla="*/ 0 w 12192000"/>
              <a:gd name="connsiteY0" fmla="*/ 0 h 2662795"/>
              <a:gd name="connsiteX1" fmla="*/ 500336 w 12192000"/>
              <a:gd name="connsiteY1" fmla="*/ 219312 h 2662795"/>
              <a:gd name="connsiteX2" fmla="*/ 1899137 w 12192000"/>
              <a:gd name="connsiteY2" fmla="*/ 689315 h 2662795"/>
              <a:gd name="connsiteX3" fmla="*/ 3362177 w 12192000"/>
              <a:gd name="connsiteY3" fmla="*/ 576774 h 2662795"/>
              <a:gd name="connsiteX4" fmla="*/ 4501660 w 12192000"/>
              <a:gd name="connsiteY4" fmla="*/ 450165 h 2662795"/>
              <a:gd name="connsiteX5" fmla="*/ 6091309 w 12192000"/>
              <a:gd name="connsiteY5" fmla="*/ 520503 h 2662795"/>
              <a:gd name="connsiteX6" fmla="*/ 7849771 w 12192000"/>
              <a:gd name="connsiteY6" fmla="*/ 787789 h 2662795"/>
              <a:gd name="connsiteX7" fmla="*/ 9411285 w 12192000"/>
              <a:gd name="connsiteY7" fmla="*/ 801857 h 2662795"/>
              <a:gd name="connsiteX8" fmla="*/ 10944663 w 12192000"/>
              <a:gd name="connsiteY8" fmla="*/ 844060 h 2662795"/>
              <a:gd name="connsiteX9" fmla="*/ 12175491 w 12192000"/>
              <a:gd name="connsiteY9" fmla="*/ 424008 h 2662795"/>
              <a:gd name="connsiteX10" fmla="*/ 12183035 w 12192000"/>
              <a:gd name="connsiteY10" fmla="*/ 420587 h 2662795"/>
              <a:gd name="connsiteX11" fmla="*/ 12192000 w 12192000"/>
              <a:gd name="connsiteY11" fmla="*/ 420896 h 2662795"/>
              <a:gd name="connsiteX12" fmla="*/ 12192000 w 12192000"/>
              <a:gd name="connsiteY12" fmla="*/ 2662795 h 2662795"/>
              <a:gd name="connsiteX13" fmla="*/ 0 w 12192000"/>
              <a:gd name="connsiteY13" fmla="*/ 2662795 h 2662795"/>
              <a:gd name="connsiteX14" fmla="*/ 0 w 12192000"/>
              <a:gd name="connsiteY14" fmla="*/ 0 h 266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662795">
                <a:moveTo>
                  <a:pt x="0" y="0"/>
                </a:moveTo>
                <a:lnTo>
                  <a:pt x="500336" y="219312"/>
                </a:lnTo>
                <a:cubicBezTo>
                  <a:pt x="997266" y="432360"/>
                  <a:pt x="1478865" y="617218"/>
                  <a:pt x="1899137" y="689315"/>
                </a:cubicBezTo>
                <a:cubicBezTo>
                  <a:pt x="2459500" y="785444"/>
                  <a:pt x="2928423" y="616632"/>
                  <a:pt x="3362177" y="576774"/>
                </a:cubicBezTo>
                <a:cubicBezTo>
                  <a:pt x="3795931" y="536916"/>
                  <a:pt x="4046805" y="459544"/>
                  <a:pt x="4501660" y="450165"/>
                </a:cubicBezTo>
                <a:cubicBezTo>
                  <a:pt x="4956515" y="440787"/>
                  <a:pt x="5533291" y="464232"/>
                  <a:pt x="6091309" y="520503"/>
                </a:cubicBezTo>
                <a:cubicBezTo>
                  <a:pt x="6649327" y="576774"/>
                  <a:pt x="7296442" y="740897"/>
                  <a:pt x="7849771" y="787789"/>
                </a:cubicBezTo>
                <a:cubicBezTo>
                  <a:pt x="8403100" y="834681"/>
                  <a:pt x="9411285" y="801857"/>
                  <a:pt x="9411285" y="801857"/>
                </a:cubicBezTo>
                <a:cubicBezTo>
                  <a:pt x="9927100" y="811235"/>
                  <a:pt x="10478085" y="909709"/>
                  <a:pt x="10944663" y="844060"/>
                </a:cubicBezTo>
                <a:cubicBezTo>
                  <a:pt x="11352919" y="786617"/>
                  <a:pt x="12016079" y="495812"/>
                  <a:pt x="12175491" y="424008"/>
                </a:cubicBezTo>
                <a:lnTo>
                  <a:pt x="12183035" y="420587"/>
                </a:lnTo>
                <a:lnTo>
                  <a:pt x="12192000" y="420896"/>
                </a:lnTo>
                <a:lnTo>
                  <a:pt x="12192000" y="2662795"/>
                </a:lnTo>
                <a:lnTo>
                  <a:pt x="0" y="2662795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013FB5-4BD1-4123-B91D-64B9E746B97F}"/>
              </a:ext>
            </a:extLst>
          </p:cNvPr>
          <p:cNvSpPr txBox="1"/>
          <p:nvPr/>
        </p:nvSpPr>
        <p:spPr>
          <a:xfrm>
            <a:off x="4679122" y="1607249"/>
            <a:ext cx="2637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libri Light" panose="020F0302020204030204" pitchFamily="34" charset="0"/>
                <a:cs typeface="Calibri Light" panose="020F0302020204030204" pitchFamily="34" charset="0"/>
              </a:rPr>
              <a:t>cybozu developer network</a:t>
            </a:r>
            <a:endParaRPr lang="zh-CN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7762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5837</TotalTime>
  <Words>1193</Words>
  <Application>Microsoft Macintosh PowerPoint</Application>
  <PresentationFormat>宽屏</PresentationFormat>
  <Paragraphs>151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等线</vt:lpstr>
      <vt:lpstr>等线 Light</vt:lpstr>
      <vt:lpstr>汉仪细等线简</vt:lpstr>
      <vt:lpstr>华文细黑</vt:lpstr>
      <vt:lpstr>微软雅黑</vt:lpstr>
      <vt:lpstr>微软雅黑</vt:lpstr>
      <vt:lpstr>幼圆</vt:lpstr>
      <vt:lpstr>Yu Gothic UI Light</vt:lpstr>
      <vt:lpstr>Arial</vt:lpstr>
      <vt:lpstr>Arial Black</vt:lpstr>
      <vt:lpstr>Calibri</vt:lpstr>
      <vt:lpstr>Calibri Light</vt:lpstr>
      <vt:lpstr>Fira Code</vt:lpstr>
      <vt:lpstr>Segoe UI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顾 三乐</dc:creator>
  <cp:lastModifiedBy>顾 三乐</cp:lastModifiedBy>
  <cp:revision>192</cp:revision>
  <dcterms:created xsi:type="dcterms:W3CDTF">2020-11-20T11:33:10Z</dcterms:created>
  <dcterms:modified xsi:type="dcterms:W3CDTF">2022-11-17T03:06:47Z</dcterms:modified>
</cp:coreProperties>
</file>