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7" r:id="rId2"/>
  </p:sldMasterIdLst>
  <p:notesMasterIdLst>
    <p:notesMasterId r:id="rId22"/>
  </p:notesMasterIdLst>
  <p:handoutMasterIdLst>
    <p:handoutMasterId r:id="rId23"/>
  </p:handoutMasterIdLst>
  <p:sldIdLst>
    <p:sldId id="256" r:id="rId3"/>
    <p:sldId id="258" r:id="rId4"/>
    <p:sldId id="1704" r:id="rId5"/>
    <p:sldId id="271" r:id="rId6"/>
    <p:sldId id="1709" r:id="rId7"/>
    <p:sldId id="1710" r:id="rId8"/>
    <p:sldId id="1706" r:id="rId9"/>
    <p:sldId id="1707" r:id="rId10"/>
    <p:sldId id="1711" r:id="rId11"/>
    <p:sldId id="1714" r:id="rId12"/>
    <p:sldId id="273" r:id="rId13"/>
    <p:sldId id="1716" r:id="rId14"/>
    <p:sldId id="1717" r:id="rId15"/>
    <p:sldId id="1718" r:id="rId16"/>
    <p:sldId id="1719" r:id="rId17"/>
    <p:sldId id="1720" r:id="rId18"/>
    <p:sldId id="1723" r:id="rId19"/>
    <p:sldId id="1722" r:id="rId20"/>
    <p:sldId id="1721" r:id="rId21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8394"/>
    <a:srgbClr val="FFC000"/>
    <a:srgbClr val="EBF6FC"/>
    <a:srgbClr val="36A9AC"/>
    <a:srgbClr val="D61E42"/>
    <a:srgbClr val="A80C26"/>
    <a:srgbClr val="2261A6"/>
    <a:srgbClr val="DF2736"/>
    <a:srgbClr val="E6E6E6"/>
    <a:srgbClr val="495A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F73073-5CAB-BD41-9FFB-9F4FA671AAFB}" v="513" dt="2022-06-15T02:01:57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17" autoAdjust="0"/>
    <p:restoredTop sz="96327" autoAdjust="0"/>
  </p:normalViewPr>
  <p:slideViewPr>
    <p:cSldViewPr snapToGrid="0">
      <p:cViewPr varScale="1">
        <p:scale>
          <a:sx n="107" d="100"/>
          <a:sy n="10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 showGuides="1">
      <p:cViewPr varScale="1">
        <p:scale>
          <a:sx n="64" d="100"/>
          <a:sy n="64" d="100"/>
        </p:scale>
        <p:origin x="274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严 蓓琦 (Yan BeiQi)" userId="8c39ec7c-8b0e-4c57-b58c-a0b5f7579881" providerId="ADAL" clId="{42F73073-5CAB-BD41-9FFB-9F4FA671AAFB}"/>
    <pc:docChg chg="undo redo custSel addSld delSld modSld sldOrd modMainMaster">
      <pc:chgData name="严 蓓琦 (Yan BeiQi)" userId="8c39ec7c-8b0e-4c57-b58c-a0b5f7579881" providerId="ADAL" clId="{42F73073-5CAB-BD41-9FFB-9F4FA671AAFB}" dt="2022-06-15T02:03:42.736" v="2501" actId="20577"/>
      <pc:docMkLst>
        <pc:docMk/>
      </pc:docMkLst>
      <pc:sldChg chg="addSp delSp modSp mod">
        <pc:chgData name="严 蓓琦 (Yan BeiQi)" userId="8c39ec7c-8b0e-4c57-b58c-a0b5f7579881" providerId="ADAL" clId="{42F73073-5CAB-BD41-9FFB-9F4FA671AAFB}" dt="2022-06-14T14:12:26.130" v="2458" actId="1035"/>
        <pc:sldMkLst>
          <pc:docMk/>
          <pc:sldMk cId="2271741893" sldId="256"/>
        </pc:sldMkLst>
        <pc:spChg chg="add del mod">
          <ac:chgData name="严 蓓琦 (Yan BeiQi)" userId="8c39ec7c-8b0e-4c57-b58c-a0b5f7579881" providerId="ADAL" clId="{42F73073-5CAB-BD41-9FFB-9F4FA671AAFB}" dt="2022-06-14T12:29:59.422" v="1086" actId="478"/>
          <ac:spMkLst>
            <pc:docMk/>
            <pc:sldMk cId="2271741893" sldId="256"/>
            <ac:spMk id="3" creationId="{FA9F88A6-3837-89DC-D587-F17E606E34B8}"/>
          </ac:spMkLst>
        </pc:spChg>
        <pc:spChg chg="mod">
          <ac:chgData name="严 蓓琦 (Yan BeiQi)" userId="8c39ec7c-8b0e-4c57-b58c-a0b5f7579881" providerId="ADAL" clId="{42F73073-5CAB-BD41-9FFB-9F4FA671AAFB}" dt="2022-06-14T14:12:26.130" v="2458" actId="1035"/>
          <ac:spMkLst>
            <pc:docMk/>
            <pc:sldMk cId="2271741893" sldId="256"/>
            <ac:spMk id="4" creationId="{00000000-0000-0000-0000-000000000000}"/>
          </ac:spMkLst>
        </pc:spChg>
        <pc:spChg chg="del mod">
          <ac:chgData name="严 蓓琦 (Yan BeiQi)" userId="8c39ec7c-8b0e-4c57-b58c-a0b5f7579881" providerId="ADAL" clId="{42F73073-5CAB-BD41-9FFB-9F4FA671AAFB}" dt="2022-06-14T12:29:56.687" v="1085" actId="478"/>
          <ac:spMkLst>
            <pc:docMk/>
            <pc:sldMk cId="2271741893" sldId="256"/>
            <ac:spMk id="5" creationId="{00000000-0000-0000-0000-000000000000}"/>
          </ac:spMkLst>
        </pc:spChg>
        <pc:spChg chg="mod">
          <ac:chgData name="严 蓓琦 (Yan BeiQi)" userId="8c39ec7c-8b0e-4c57-b58c-a0b5f7579881" providerId="ADAL" clId="{42F73073-5CAB-BD41-9FFB-9F4FA671AAFB}" dt="2022-06-14T14:08:54.469" v="2402" actId="14100"/>
          <ac:spMkLst>
            <pc:docMk/>
            <pc:sldMk cId="2271741893" sldId="256"/>
            <ac:spMk id="6" creationId="{00000000-0000-0000-0000-000000000000}"/>
          </ac:spMkLst>
        </pc:spChg>
        <pc:spChg chg="mod">
          <ac:chgData name="严 蓓琦 (Yan BeiQi)" userId="8c39ec7c-8b0e-4c57-b58c-a0b5f7579881" providerId="ADAL" clId="{42F73073-5CAB-BD41-9FFB-9F4FA671AAFB}" dt="2022-06-14T08:02:32.674" v="69" actId="20577"/>
          <ac:spMkLst>
            <pc:docMk/>
            <pc:sldMk cId="2271741893" sldId="256"/>
            <ac:spMk id="7" creationId="{00000000-0000-0000-0000-000000000000}"/>
          </ac:spMkLst>
        </pc:spChg>
        <pc:grpChg chg="del">
          <ac:chgData name="严 蓓琦 (Yan BeiQi)" userId="8c39ec7c-8b0e-4c57-b58c-a0b5f7579881" providerId="ADAL" clId="{42F73073-5CAB-BD41-9FFB-9F4FA671AAFB}" dt="2022-06-14T08:00:25.290" v="48" actId="478"/>
          <ac:grpSpMkLst>
            <pc:docMk/>
            <pc:sldMk cId="2271741893" sldId="256"/>
            <ac:grpSpMk id="8" creationId="{18B2E442-7068-4666-BCDE-375288DD3297}"/>
          </ac:grpSpMkLst>
        </pc:grpChg>
      </pc:sldChg>
      <pc:sldChg chg="del">
        <pc:chgData name="严 蓓琦 (Yan BeiQi)" userId="8c39ec7c-8b0e-4c57-b58c-a0b5f7579881" providerId="ADAL" clId="{42F73073-5CAB-BD41-9FFB-9F4FA671AAFB}" dt="2022-06-14T14:09:38.557" v="2405" actId="2696"/>
        <pc:sldMkLst>
          <pc:docMk/>
          <pc:sldMk cId="654375278" sldId="257"/>
        </pc:sldMkLst>
      </pc:sldChg>
      <pc:sldChg chg="addSp delSp modSp mod ord">
        <pc:chgData name="严 蓓琦 (Yan BeiQi)" userId="8c39ec7c-8b0e-4c57-b58c-a0b5f7579881" providerId="ADAL" clId="{42F73073-5CAB-BD41-9FFB-9F4FA671AAFB}" dt="2022-06-14T08:55:40.826" v="685" actId="20577"/>
        <pc:sldMkLst>
          <pc:docMk/>
          <pc:sldMk cId="2371597387" sldId="258"/>
        </pc:sldMkLst>
        <pc:spChg chg="mod">
          <ac:chgData name="严 蓓琦 (Yan BeiQi)" userId="8c39ec7c-8b0e-4c57-b58c-a0b5f7579881" providerId="ADAL" clId="{42F73073-5CAB-BD41-9FFB-9F4FA671AAFB}" dt="2022-06-14T08:47:42.115" v="592" actId="20577"/>
          <ac:spMkLst>
            <pc:docMk/>
            <pc:sldMk cId="2371597387" sldId="258"/>
            <ac:spMk id="5" creationId="{00000000-0000-0000-0000-000000000000}"/>
          </ac:spMkLst>
        </pc:spChg>
        <pc:spChg chg="mod">
          <ac:chgData name="严 蓓琦 (Yan BeiQi)" userId="8c39ec7c-8b0e-4c57-b58c-a0b5f7579881" providerId="ADAL" clId="{42F73073-5CAB-BD41-9FFB-9F4FA671AAFB}" dt="2022-06-14T08:55:40.826" v="685" actId="20577"/>
          <ac:spMkLst>
            <pc:docMk/>
            <pc:sldMk cId="2371597387" sldId="258"/>
            <ac:spMk id="6" creationId="{00000000-0000-0000-0000-000000000000}"/>
          </ac:spMkLst>
        </pc:spChg>
        <pc:spChg chg="add del mod">
          <ac:chgData name="严 蓓琦 (Yan BeiQi)" userId="8c39ec7c-8b0e-4c57-b58c-a0b5f7579881" providerId="ADAL" clId="{42F73073-5CAB-BD41-9FFB-9F4FA671AAFB}" dt="2022-06-14T08:08:10.274" v="134"/>
          <ac:spMkLst>
            <pc:docMk/>
            <pc:sldMk cId="2371597387" sldId="258"/>
            <ac:spMk id="9" creationId="{8126A10B-832D-58C0-B613-7B777B0018D9}"/>
          </ac:spMkLst>
        </pc:spChg>
      </pc:sldChg>
      <pc:sldChg chg="del">
        <pc:chgData name="严 蓓琦 (Yan BeiQi)" userId="8c39ec7c-8b0e-4c57-b58c-a0b5f7579881" providerId="ADAL" clId="{42F73073-5CAB-BD41-9FFB-9F4FA671AAFB}" dt="2022-06-14T14:09:44.364" v="2406" actId="2696"/>
        <pc:sldMkLst>
          <pc:docMk/>
          <pc:sldMk cId="1926755013" sldId="259"/>
        </pc:sldMkLst>
      </pc:sldChg>
      <pc:sldChg chg="del">
        <pc:chgData name="严 蓓琦 (Yan BeiQi)" userId="8c39ec7c-8b0e-4c57-b58c-a0b5f7579881" providerId="ADAL" clId="{42F73073-5CAB-BD41-9FFB-9F4FA671AAFB}" dt="2022-06-14T14:09:38.557" v="2405" actId="2696"/>
        <pc:sldMkLst>
          <pc:docMk/>
          <pc:sldMk cId="1259043032" sldId="261"/>
        </pc:sldMkLst>
      </pc:sldChg>
      <pc:sldChg chg="del">
        <pc:chgData name="严 蓓琦 (Yan BeiQi)" userId="8c39ec7c-8b0e-4c57-b58c-a0b5f7579881" providerId="ADAL" clId="{42F73073-5CAB-BD41-9FFB-9F4FA671AAFB}" dt="2022-06-14T14:09:50.612" v="2407" actId="2696"/>
        <pc:sldMkLst>
          <pc:docMk/>
          <pc:sldMk cId="2659394389" sldId="264"/>
        </pc:sldMkLst>
      </pc:sldChg>
      <pc:sldChg chg="del">
        <pc:chgData name="严 蓓琦 (Yan BeiQi)" userId="8c39ec7c-8b0e-4c57-b58c-a0b5f7579881" providerId="ADAL" clId="{42F73073-5CAB-BD41-9FFB-9F4FA671AAFB}" dt="2022-06-14T14:09:44.364" v="2406" actId="2696"/>
        <pc:sldMkLst>
          <pc:docMk/>
          <pc:sldMk cId="3114886020" sldId="265"/>
        </pc:sldMkLst>
      </pc:sldChg>
      <pc:sldChg chg="del">
        <pc:chgData name="严 蓓琦 (Yan BeiQi)" userId="8c39ec7c-8b0e-4c57-b58c-a0b5f7579881" providerId="ADAL" clId="{42F73073-5CAB-BD41-9FFB-9F4FA671AAFB}" dt="2022-06-14T14:09:33.440" v="2404" actId="2696"/>
        <pc:sldMkLst>
          <pc:docMk/>
          <pc:sldMk cId="2524568379" sldId="266"/>
        </pc:sldMkLst>
      </pc:sldChg>
      <pc:sldChg chg="del">
        <pc:chgData name="严 蓓琦 (Yan BeiQi)" userId="8c39ec7c-8b0e-4c57-b58c-a0b5f7579881" providerId="ADAL" clId="{42F73073-5CAB-BD41-9FFB-9F4FA671AAFB}" dt="2022-06-14T14:09:59.305" v="2408" actId="2696"/>
        <pc:sldMkLst>
          <pc:docMk/>
          <pc:sldMk cId="271897494" sldId="267"/>
        </pc:sldMkLst>
      </pc:sldChg>
      <pc:sldChg chg="del">
        <pc:chgData name="严 蓓琦 (Yan BeiQi)" userId="8c39ec7c-8b0e-4c57-b58c-a0b5f7579881" providerId="ADAL" clId="{42F73073-5CAB-BD41-9FFB-9F4FA671AAFB}" dt="2022-06-14T14:09:59.305" v="2408" actId="2696"/>
        <pc:sldMkLst>
          <pc:docMk/>
          <pc:sldMk cId="2260356786" sldId="268"/>
        </pc:sldMkLst>
      </pc:sldChg>
      <pc:sldChg chg="del">
        <pc:chgData name="严 蓓琦 (Yan BeiQi)" userId="8c39ec7c-8b0e-4c57-b58c-a0b5f7579881" providerId="ADAL" clId="{42F73073-5CAB-BD41-9FFB-9F4FA671AAFB}" dt="2022-06-14T14:09:50.612" v="2407" actId="2696"/>
        <pc:sldMkLst>
          <pc:docMk/>
          <pc:sldMk cId="736457422" sldId="269"/>
        </pc:sldMkLst>
      </pc:sldChg>
      <pc:sldChg chg="del">
        <pc:chgData name="严 蓓琦 (Yan BeiQi)" userId="8c39ec7c-8b0e-4c57-b58c-a0b5f7579881" providerId="ADAL" clId="{42F73073-5CAB-BD41-9FFB-9F4FA671AAFB}" dt="2022-06-14T14:09:50.612" v="2407" actId="2696"/>
        <pc:sldMkLst>
          <pc:docMk/>
          <pc:sldMk cId="167221946" sldId="270"/>
        </pc:sldMkLst>
      </pc:sldChg>
      <pc:sldChg chg="addSp delSp modSp mod ord">
        <pc:chgData name="严 蓓琦 (Yan BeiQi)" userId="8c39ec7c-8b0e-4c57-b58c-a0b5f7579881" providerId="ADAL" clId="{42F73073-5CAB-BD41-9FFB-9F4FA671AAFB}" dt="2022-06-14T09:33:04.610" v="1019" actId="1076"/>
        <pc:sldMkLst>
          <pc:docMk/>
          <pc:sldMk cId="2335219902" sldId="271"/>
        </pc:sldMkLst>
        <pc:spChg chg="mod">
          <ac:chgData name="严 蓓琦 (Yan BeiQi)" userId="8c39ec7c-8b0e-4c57-b58c-a0b5f7579881" providerId="ADAL" clId="{42F73073-5CAB-BD41-9FFB-9F4FA671AAFB}" dt="2022-06-14T08:51:48.197" v="646" actId="20577"/>
          <ac:spMkLst>
            <pc:docMk/>
            <pc:sldMk cId="2335219902" sldId="271"/>
            <ac:spMk id="2" creationId="{2604F70C-F51F-4520-832F-2C4161B4B6FB}"/>
          </ac:spMkLst>
        </pc:spChg>
        <pc:spChg chg="add del">
          <ac:chgData name="严 蓓琦 (Yan BeiQi)" userId="8c39ec7c-8b0e-4c57-b58c-a0b5f7579881" providerId="ADAL" clId="{42F73073-5CAB-BD41-9FFB-9F4FA671AAFB}" dt="2022-06-14T08:23:39.456" v="272" actId="478"/>
          <ac:spMkLst>
            <pc:docMk/>
            <pc:sldMk cId="2335219902" sldId="271"/>
            <ac:spMk id="3" creationId="{051FDEA9-4596-4A3D-A5F2-7C1F873E1E39}"/>
          </ac:spMkLst>
        </pc:spChg>
        <pc:spChg chg="del">
          <ac:chgData name="严 蓓琦 (Yan BeiQi)" userId="8c39ec7c-8b0e-4c57-b58c-a0b5f7579881" providerId="ADAL" clId="{42F73073-5CAB-BD41-9FFB-9F4FA671AAFB}" dt="2022-06-14T08:23:41.430" v="273" actId="478"/>
          <ac:spMkLst>
            <pc:docMk/>
            <pc:sldMk cId="2335219902" sldId="271"/>
            <ac:spMk id="9" creationId="{0BC0451E-E8CD-4318-89D5-1D39CFBBF88B}"/>
          </ac:spMkLst>
        </pc:spChg>
        <pc:spChg chg="mod">
          <ac:chgData name="严 蓓琦 (Yan BeiQi)" userId="8c39ec7c-8b0e-4c57-b58c-a0b5f7579881" providerId="ADAL" clId="{42F73073-5CAB-BD41-9FFB-9F4FA671AAFB}" dt="2022-06-14T08:24:13.967" v="284" actId="165"/>
          <ac:spMkLst>
            <pc:docMk/>
            <pc:sldMk cId="2335219902" sldId="271"/>
            <ac:spMk id="11" creationId="{1BB3FD0B-B174-49D5-A30B-28C5FC18EA58}"/>
          </ac:spMkLst>
        </pc:spChg>
        <pc:spChg chg="mod">
          <ac:chgData name="严 蓓琦 (Yan BeiQi)" userId="8c39ec7c-8b0e-4c57-b58c-a0b5f7579881" providerId="ADAL" clId="{42F73073-5CAB-BD41-9FFB-9F4FA671AAFB}" dt="2022-06-14T08:25:41.786" v="297" actId="255"/>
          <ac:spMkLst>
            <pc:docMk/>
            <pc:sldMk cId="2335219902" sldId="271"/>
            <ac:spMk id="12" creationId="{AF2BBDC6-8EC9-4ADC-B35C-9CB18470C4A6}"/>
          </ac:spMkLst>
        </pc:spChg>
        <pc:spChg chg="mod">
          <ac:chgData name="严 蓓琦 (Yan BeiQi)" userId="8c39ec7c-8b0e-4c57-b58c-a0b5f7579881" providerId="ADAL" clId="{42F73073-5CAB-BD41-9FFB-9F4FA671AAFB}" dt="2022-06-14T08:24:13.967" v="284" actId="165"/>
          <ac:spMkLst>
            <pc:docMk/>
            <pc:sldMk cId="2335219902" sldId="271"/>
            <ac:spMk id="13" creationId="{28DD1550-CA18-4F89-A86F-42F605122A99}"/>
          </ac:spMkLst>
        </pc:spChg>
        <pc:spChg chg="del">
          <ac:chgData name="严 蓓琦 (Yan BeiQi)" userId="8c39ec7c-8b0e-4c57-b58c-a0b5f7579881" providerId="ADAL" clId="{42F73073-5CAB-BD41-9FFB-9F4FA671AAFB}" dt="2022-06-14T08:23:36.478" v="271" actId="478"/>
          <ac:spMkLst>
            <pc:docMk/>
            <pc:sldMk cId="2335219902" sldId="271"/>
            <ac:spMk id="15" creationId="{15648CD6-8FCD-4C52-8573-24FA5B910220}"/>
          </ac:spMkLst>
        </pc:spChg>
        <pc:spChg chg="mod">
          <ac:chgData name="严 蓓琦 (Yan BeiQi)" userId="8c39ec7c-8b0e-4c57-b58c-a0b5f7579881" providerId="ADAL" clId="{42F73073-5CAB-BD41-9FFB-9F4FA671AAFB}" dt="2022-06-14T08:24:13.967" v="284" actId="165"/>
          <ac:spMkLst>
            <pc:docMk/>
            <pc:sldMk cId="2335219902" sldId="271"/>
            <ac:spMk id="16" creationId="{75A6EBDF-4E10-4074-8306-218792AF5F52}"/>
          </ac:spMkLst>
        </pc:spChg>
        <pc:spChg chg="mod">
          <ac:chgData name="严 蓓琦 (Yan BeiQi)" userId="8c39ec7c-8b0e-4c57-b58c-a0b5f7579881" providerId="ADAL" clId="{42F73073-5CAB-BD41-9FFB-9F4FA671AAFB}" dt="2022-06-14T08:47:14.204" v="587"/>
          <ac:spMkLst>
            <pc:docMk/>
            <pc:sldMk cId="2335219902" sldId="271"/>
            <ac:spMk id="17" creationId="{32EA43B8-FA0B-41B9-9CA8-2EB4B4423D1F}"/>
          </ac:spMkLst>
        </pc:spChg>
        <pc:spChg chg="mod">
          <ac:chgData name="严 蓓琦 (Yan BeiQi)" userId="8c39ec7c-8b0e-4c57-b58c-a0b5f7579881" providerId="ADAL" clId="{42F73073-5CAB-BD41-9FFB-9F4FA671AAFB}" dt="2022-06-14T08:47:17.057" v="588" actId="20577"/>
          <ac:spMkLst>
            <pc:docMk/>
            <pc:sldMk cId="2335219902" sldId="271"/>
            <ac:spMk id="18" creationId="{63527953-3944-4476-9D62-691EF90D22A6}"/>
          </ac:spMkLst>
        </pc:spChg>
        <pc:spChg chg="mod">
          <ac:chgData name="严 蓓琦 (Yan BeiQi)" userId="8c39ec7c-8b0e-4c57-b58c-a0b5f7579881" providerId="ADAL" clId="{42F73073-5CAB-BD41-9FFB-9F4FA671AAFB}" dt="2022-06-14T08:46:32.470" v="576" actId="14100"/>
          <ac:spMkLst>
            <pc:docMk/>
            <pc:sldMk cId="2335219902" sldId="271"/>
            <ac:spMk id="19" creationId="{CAEBE72D-8BCF-4ACA-8D23-6ADEAC76844B}"/>
          </ac:spMkLst>
        </pc:spChg>
        <pc:spChg chg="mod">
          <ac:chgData name="严 蓓琦 (Yan BeiQi)" userId="8c39ec7c-8b0e-4c57-b58c-a0b5f7579881" providerId="ADAL" clId="{42F73073-5CAB-BD41-9FFB-9F4FA671AAFB}" dt="2022-06-14T08:46:20.804" v="575" actId="2710"/>
          <ac:spMkLst>
            <pc:docMk/>
            <pc:sldMk cId="2335219902" sldId="271"/>
            <ac:spMk id="20" creationId="{A03B4A91-32E7-49E1-9112-5E1B07469721}"/>
          </ac:spMkLst>
        </pc:spChg>
        <pc:spChg chg="add del mod">
          <ac:chgData name="严 蓓琦 (Yan BeiQi)" userId="8c39ec7c-8b0e-4c57-b58c-a0b5f7579881" providerId="ADAL" clId="{42F73073-5CAB-BD41-9FFB-9F4FA671AAFB}" dt="2022-06-14T08:20:56.764" v="232"/>
          <ac:spMkLst>
            <pc:docMk/>
            <pc:sldMk cId="2335219902" sldId="271"/>
            <ac:spMk id="21" creationId="{334C1269-82EA-51DC-2A74-BFD986BCF856}"/>
          </ac:spMkLst>
        </pc:spChg>
        <pc:spChg chg="add del mod topLvl">
          <ac:chgData name="严 蓓琦 (Yan BeiQi)" userId="8c39ec7c-8b0e-4c57-b58c-a0b5f7579881" providerId="ADAL" clId="{42F73073-5CAB-BD41-9FFB-9F4FA671AAFB}" dt="2022-06-14T08:26:27.756" v="303" actId="478"/>
          <ac:spMkLst>
            <pc:docMk/>
            <pc:sldMk cId="2335219902" sldId="271"/>
            <ac:spMk id="22" creationId="{C87E933C-DD0C-5D81-DEDD-22D87B0C2D17}"/>
          </ac:spMkLst>
        </pc:spChg>
        <pc:spChg chg="add mod">
          <ac:chgData name="严 蓓琦 (Yan BeiQi)" userId="8c39ec7c-8b0e-4c57-b58c-a0b5f7579881" providerId="ADAL" clId="{42F73073-5CAB-BD41-9FFB-9F4FA671AAFB}" dt="2022-06-14T08:25:52.576" v="300" actId="255"/>
          <ac:spMkLst>
            <pc:docMk/>
            <pc:sldMk cId="2335219902" sldId="271"/>
            <ac:spMk id="24" creationId="{17D6B0A8-7FA8-9551-D982-DE604575943F}"/>
          </ac:spMkLst>
        </pc:spChg>
        <pc:spChg chg="add mod">
          <ac:chgData name="严 蓓琦 (Yan BeiQi)" userId="8c39ec7c-8b0e-4c57-b58c-a0b5f7579881" providerId="ADAL" clId="{42F73073-5CAB-BD41-9FFB-9F4FA671AAFB}" dt="2022-06-14T09:33:01.789" v="1018" actId="164"/>
          <ac:spMkLst>
            <pc:docMk/>
            <pc:sldMk cId="2335219902" sldId="271"/>
            <ac:spMk id="34" creationId="{37E9186F-F554-7175-933D-7009303737AD}"/>
          </ac:spMkLst>
        </pc:spChg>
        <pc:spChg chg="add mod">
          <ac:chgData name="严 蓓琦 (Yan BeiQi)" userId="8c39ec7c-8b0e-4c57-b58c-a0b5f7579881" providerId="ADAL" clId="{42F73073-5CAB-BD41-9FFB-9F4FA671AAFB}" dt="2022-06-14T09:33:01.789" v="1018" actId="164"/>
          <ac:spMkLst>
            <pc:docMk/>
            <pc:sldMk cId="2335219902" sldId="271"/>
            <ac:spMk id="35" creationId="{99E6015C-936C-145C-DB7D-C385ABDEBF8E}"/>
          </ac:spMkLst>
        </pc:spChg>
        <pc:spChg chg="add mod">
          <ac:chgData name="严 蓓琦 (Yan BeiQi)" userId="8c39ec7c-8b0e-4c57-b58c-a0b5f7579881" providerId="ADAL" clId="{42F73073-5CAB-BD41-9FFB-9F4FA671AAFB}" dt="2022-06-14T09:33:01.789" v="1018" actId="164"/>
          <ac:spMkLst>
            <pc:docMk/>
            <pc:sldMk cId="2335219902" sldId="271"/>
            <ac:spMk id="36" creationId="{5B7E4B69-5921-5A84-FBE8-657100FAC87E}"/>
          </ac:spMkLst>
        </pc:spChg>
        <pc:grpChg chg="del mod">
          <ac:chgData name="严 蓓琦 (Yan BeiQi)" userId="8c39ec7c-8b0e-4c57-b58c-a0b5f7579881" providerId="ADAL" clId="{42F73073-5CAB-BD41-9FFB-9F4FA671AAFB}" dt="2022-06-14T08:24:13.967" v="284" actId="165"/>
          <ac:grpSpMkLst>
            <pc:docMk/>
            <pc:sldMk cId="2335219902" sldId="271"/>
            <ac:grpSpMk id="5" creationId="{E656B843-6CEF-407C-8FD3-7B31A4467809}"/>
          </ac:grpSpMkLst>
        </pc:grpChg>
        <pc:grpChg chg="del mod topLvl">
          <ac:chgData name="严 蓓琦 (Yan BeiQi)" userId="8c39ec7c-8b0e-4c57-b58c-a0b5f7579881" providerId="ADAL" clId="{42F73073-5CAB-BD41-9FFB-9F4FA671AAFB}" dt="2022-06-14T09:27:55.450" v="964" actId="478"/>
          <ac:grpSpMkLst>
            <pc:docMk/>
            <pc:sldMk cId="2335219902" sldId="271"/>
            <ac:grpSpMk id="6" creationId="{503E533F-8D39-4B04-B21F-79C61EBAAF76}"/>
          </ac:grpSpMkLst>
        </pc:grpChg>
        <pc:grpChg chg="mod topLvl">
          <ac:chgData name="严 蓓琦 (Yan BeiQi)" userId="8c39ec7c-8b0e-4c57-b58c-a0b5f7579881" providerId="ADAL" clId="{42F73073-5CAB-BD41-9FFB-9F4FA671AAFB}" dt="2022-06-14T08:24:13.967" v="284" actId="165"/>
          <ac:grpSpMkLst>
            <pc:docMk/>
            <pc:sldMk cId="2335219902" sldId="271"/>
            <ac:grpSpMk id="7" creationId="{069758F4-D789-4D9C-87DB-26AA3E905955}"/>
          </ac:grpSpMkLst>
        </pc:grpChg>
        <pc:grpChg chg="mod topLvl">
          <ac:chgData name="严 蓓琦 (Yan BeiQi)" userId="8c39ec7c-8b0e-4c57-b58c-a0b5f7579881" providerId="ADAL" clId="{42F73073-5CAB-BD41-9FFB-9F4FA671AAFB}" dt="2022-06-14T08:24:13.967" v="284" actId="165"/>
          <ac:grpSpMkLst>
            <pc:docMk/>
            <pc:sldMk cId="2335219902" sldId="271"/>
            <ac:grpSpMk id="8" creationId="{9B32FD68-6090-4322-9C91-1D0168C29E18}"/>
          </ac:grpSpMkLst>
        </pc:grpChg>
        <pc:grpChg chg="add del mod">
          <ac:chgData name="严 蓓琦 (Yan BeiQi)" userId="8c39ec7c-8b0e-4c57-b58c-a0b5f7579881" providerId="ADAL" clId="{42F73073-5CAB-BD41-9FFB-9F4FA671AAFB}" dt="2022-06-14T08:26:27.756" v="303" actId="478"/>
          <ac:grpSpMkLst>
            <pc:docMk/>
            <pc:sldMk cId="2335219902" sldId="271"/>
            <ac:grpSpMk id="23" creationId="{DAEB9360-4348-851C-5C48-6D55C8E9B71F}"/>
          </ac:grpSpMkLst>
        </pc:grpChg>
        <pc:grpChg chg="add mod">
          <ac:chgData name="严 蓓琦 (Yan BeiQi)" userId="8c39ec7c-8b0e-4c57-b58c-a0b5f7579881" providerId="ADAL" clId="{42F73073-5CAB-BD41-9FFB-9F4FA671AAFB}" dt="2022-06-14T09:33:04.610" v="1019" actId="1076"/>
          <ac:grpSpMkLst>
            <pc:docMk/>
            <pc:sldMk cId="2335219902" sldId="271"/>
            <ac:grpSpMk id="37" creationId="{9074E88F-6B05-C586-FCEA-29143E0FA86B}"/>
          </ac:grpSpMkLst>
        </pc:grpChg>
        <pc:picChg chg="add del mod modCrop">
          <ac:chgData name="严 蓓琦 (Yan BeiQi)" userId="8c39ec7c-8b0e-4c57-b58c-a0b5f7579881" providerId="ADAL" clId="{42F73073-5CAB-BD41-9FFB-9F4FA671AAFB}" dt="2022-06-14T09:33:01.789" v="1018" actId="164"/>
          <ac:picMkLst>
            <pc:docMk/>
            <pc:sldMk cId="2335219902" sldId="271"/>
            <ac:picMk id="26" creationId="{C1D27D69-B310-D39E-35C3-1AC822181D8D}"/>
          </ac:picMkLst>
        </pc:picChg>
        <pc:picChg chg="add mod modCrop">
          <ac:chgData name="严 蓓琦 (Yan BeiQi)" userId="8c39ec7c-8b0e-4c57-b58c-a0b5f7579881" providerId="ADAL" clId="{42F73073-5CAB-BD41-9FFB-9F4FA671AAFB}" dt="2022-06-14T09:33:01.789" v="1018" actId="164"/>
          <ac:picMkLst>
            <pc:docMk/>
            <pc:sldMk cId="2335219902" sldId="271"/>
            <ac:picMk id="28" creationId="{B43FB4C3-56AF-97CF-FA49-BA6FD07602A1}"/>
          </ac:picMkLst>
        </pc:picChg>
        <pc:picChg chg="add mod">
          <ac:chgData name="严 蓓琦 (Yan BeiQi)" userId="8c39ec7c-8b0e-4c57-b58c-a0b5f7579881" providerId="ADAL" clId="{42F73073-5CAB-BD41-9FFB-9F4FA671AAFB}" dt="2022-06-14T09:33:01.789" v="1018" actId="164"/>
          <ac:picMkLst>
            <pc:docMk/>
            <pc:sldMk cId="2335219902" sldId="271"/>
            <ac:picMk id="30" creationId="{2F76F8E8-BA9E-9CBA-5EAB-4DD452391DA6}"/>
          </ac:picMkLst>
        </pc:picChg>
        <pc:picChg chg="add mod modCrop">
          <ac:chgData name="严 蓓琦 (Yan BeiQi)" userId="8c39ec7c-8b0e-4c57-b58c-a0b5f7579881" providerId="ADAL" clId="{42F73073-5CAB-BD41-9FFB-9F4FA671AAFB}" dt="2022-06-14T09:33:01.789" v="1018" actId="164"/>
          <ac:picMkLst>
            <pc:docMk/>
            <pc:sldMk cId="2335219902" sldId="271"/>
            <ac:picMk id="33" creationId="{35AC63AB-B5A2-1B2B-945C-663951808688}"/>
          </ac:picMkLst>
        </pc:picChg>
        <pc:cxnChg chg="mod topLvl">
          <ac:chgData name="严 蓓琦 (Yan BeiQi)" userId="8c39ec7c-8b0e-4c57-b58c-a0b5f7579881" providerId="ADAL" clId="{42F73073-5CAB-BD41-9FFB-9F4FA671AAFB}" dt="2022-06-14T08:24:13.967" v="284" actId="165"/>
          <ac:cxnSpMkLst>
            <pc:docMk/>
            <pc:sldMk cId="2335219902" sldId="271"/>
            <ac:cxnSpMk id="10" creationId="{6D0E5D2A-A8E4-4EA6-9E27-FE17EF472ABA}"/>
          </ac:cxnSpMkLst>
        </pc:cxnChg>
        <pc:cxnChg chg="mod">
          <ac:chgData name="严 蓓琦 (Yan BeiQi)" userId="8c39ec7c-8b0e-4c57-b58c-a0b5f7579881" providerId="ADAL" clId="{42F73073-5CAB-BD41-9FFB-9F4FA671AAFB}" dt="2022-06-14T08:24:13.967" v="284" actId="165"/>
          <ac:cxnSpMkLst>
            <pc:docMk/>
            <pc:sldMk cId="2335219902" sldId="271"/>
            <ac:cxnSpMk id="14" creationId="{F5894032-D6B7-4472-ADE7-F1B0726ADD15}"/>
          </ac:cxnSpMkLst>
        </pc:cxnChg>
      </pc:sldChg>
      <pc:sldChg chg="del">
        <pc:chgData name="严 蓓琦 (Yan BeiQi)" userId="8c39ec7c-8b0e-4c57-b58c-a0b5f7579881" providerId="ADAL" clId="{42F73073-5CAB-BD41-9FFB-9F4FA671AAFB}" dt="2022-06-14T14:09:50.612" v="2407" actId="2696"/>
        <pc:sldMkLst>
          <pc:docMk/>
          <pc:sldMk cId="3526450086" sldId="272"/>
        </pc:sldMkLst>
      </pc:sldChg>
      <pc:sldChg chg="addSp delSp modSp mod ord">
        <pc:chgData name="严 蓓琦 (Yan BeiQi)" userId="8c39ec7c-8b0e-4c57-b58c-a0b5f7579881" providerId="ADAL" clId="{42F73073-5CAB-BD41-9FFB-9F4FA671AAFB}" dt="2022-06-14T13:39:05.744" v="1814" actId="20578"/>
        <pc:sldMkLst>
          <pc:docMk/>
          <pc:sldMk cId="3225568813" sldId="273"/>
        </pc:sldMkLst>
        <pc:spChg chg="mod">
          <ac:chgData name="严 蓓琦 (Yan BeiQi)" userId="8c39ec7c-8b0e-4c57-b58c-a0b5f7579881" providerId="ADAL" clId="{42F73073-5CAB-BD41-9FFB-9F4FA671AAFB}" dt="2022-06-14T13:37:55.230" v="1805" actId="165"/>
          <ac:spMkLst>
            <pc:docMk/>
            <pc:sldMk cId="3225568813" sldId="273"/>
            <ac:spMk id="10" creationId="{BF492E6E-A004-43D3-8859-9A21BCFA1C1F}"/>
          </ac:spMkLst>
        </pc:spChg>
        <pc:spChg chg="mod">
          <ac:chgData name="严 蓓琦 (Yan BeiQi)" userId="8c39ec7c-8b0e-4c57-b58c-a0b5f7579881" providerId="ADAL" clId="{42F73073-5CAB-BD41-9FFB-9F4FA671AAFB}" dt="2022-06-14T13:37:55.230" v="1805" actId="165"/>
          <ac:spMkLst>
            <pc:docMk/>
            <pc:sldMk cId="3225568813" sldId="273"/>
            <ac:spMk id="11" creationId="{824CB0CB-0CB8-43C9-A2FA-21344FA5509E}"/>
          </ac:spMkLst>
        </pc:spChg>
        <pc:spChg chg="mod">
          <ac:chgData name="严 蓓琦 (Yan BeiQi)" userId="8c39ec7c-8b0e-4c57-b58c-a0b5f7579881" providerId="ADAL" clId="{42F73073-5CAB-BD41-9FFB-9F4FA671AAFB}" dt="2022-06-14T13:37:55.230" v="1805" actId="165"/>
          <ac:spMkLst>
            <pc:docMk/>
            <pc:sldMk cId="3225568813" sldId="273"/>
            <ac:spMk id="12" creationId="{410830B6-40B6-4389-B889-53FCE1C801B5}"/>
          </ac:spMkLst>
        </pc:spChg>
        <pc:spChg chg="mod">
          <ac:chgData name="严 蓓琦 (Yan BeiQi)" userId="8c39ec7c-8b0e-4c57-b58c-a0b5f7579881" providerId="ADAL" clId="{42F73073-5CAB-BD41-9FFB-9F4FA671AAFB}" dt="2022-06-14T13:38:30.235" v="1812" actId="20577"/>
          <ac:spMkLst>
            <pc:docMk/>
            <pc:sldMk cId="3225568813" sldId="273"/>
            <ac:spMk id="14" creationId="{94D05F16-82AC-49F9-924A-AF4D34F6D74E}"/>
          </ac:spMkLst>
        </pc:spChg>
        <pc:spChg chg="mod">
          <ac:chgData name="严 蓓琦 (Yan BeiQi)" userId="8c39ec7c-8b0e-4c57-b58c-a0b5f7579881" providerId="ADAL" clId="{42F73073-5CAB-BD41-9FFB-9F4FA671AAFB}" dt="2022-06-14T13:37:55.230" v="1805" actId="165"/>
          <ac:spMkLst>
            <pc:docMk/>
            <pc:sldMk cId="3225568813" sldId="273"/>
            <ac:spMk id="15" creationId="{3986D427-F430-4EFA-9039-FDD9FB1E1F2B}"/>
          </ac:spMkLst>
        </pc:spChg>
        <pc:spChg chg="del mod topLvl">
          <ac:chgData name="严 蓓琦 (Yan BeiQi)" userId="8c39ec7c-8b0e-4c57-b58c-a0b5f7579881" providerId="ADAL" clId="{42F73073-5CAB-BD41-9FFB-9F4FA671AAFB}" dt="2022-06-14T13:37:58.032" v="1806" actId="478"/>
          <ac:spMkLst>
            <pc:docMk/>
            <pc:sldMk cId="3225568813" sldId="273"/>
            <ac:spMk id="16" creationId="{F1E5B6AD-8871-4845-A0EE-F2C31519C447}"/>
          </ac:spMkLst>
        </pc:spChg>
        <pc:spChg chg="del">
          <ac:chgData name="严 蓓琦 (Yan BeiQi)" userId="8c39ec7c-8b0e-4c57-b58c-a0b5f7579881" providerId="ADAL" clId="{42F73073-5CAB-BD41-9FFB-9F4FA671AAFB}" dt="2022-06-14T13:37:41.774" v="1802" actId="478"/>
          <ac:spMkLst>
            <pc:docMk/>
            <pc:sldMk cId="3225568813" sldId="273"/>
            <ac:spMk id="17" creationId="{33C1B729-1E68-48ED-A5D7-01C5A2B75F4E}"/>
          </ac:spMkLst>
        </pc:spChg>
        <pc:spChg chg="del">
          <ac:chgData name="严 蓓琦 (Yan BeiQi)" userId="8c39ec7c-8b0e-4c57-b58c-a0b5f7579881" providerId="ADAL" clId="{42F73073-5CAB-BD41-9FFB-9F4FA671AAFB}" dt="2022-06-14T13:37:37.768" v="1799" actId="478"/>
          <ac:spMkLst>
            <pc:docMk/>
            <pc:sldMk cId="3225568813" sldId="273"/>
            <ac:spMk id="18" creationId="{47B0B71A-2B64-4D6B-BB8D-40AA77FF1457}"/>
          </ac:spMkLst>
        </pc:spChg>
        <pc:spChg chg="del mod">
          <ac:chgData name="严 蓓琦 (Yan BeiQi)" userId="8c39ec7c-8b0e-4c57-b58c-a0b5f7579881" providerId="ADAL" clId="{42F73073-5CAB-BD41-9FFB-9F4FA671AAFB}" dt="2022-06-14T13:37:45.891" v="1804" actId="478"/>
          <ac:spMkLst>
            <pc:docMk/>
            <pc:sldMk cId="3225568813" sldId="273"/>
            <ac:spMk id="20" creationId="{A8F15E08-1A88-4742-B983-EA37968E7E99}"/>
          </ac:spMkLst>
        </pc:spChg>
        <pc:spChg chg="del mod">
          <ac:chgData name="严 蓓琦 (Yan BeiQi)" userId="8c39ec7c-8b0e-4c57-b58c-a0b5f7579881" providerId="ADAL" clId="{42F73073-5CAB-BD41-9FFB-9F4FA671AAFB}" dt="2022-06-14T13:37:44.275" v="1803" actId="478"/>
          <ac:spMkLst>
            <pc:docMk/>
            <pc:sldMk cId="3225568813" sldId="273"/>
            <ac:spMk id="21" creationId="{07BF8366-B10C-4D12-8B0D-4C4A75C31745}"/>
          </ac:spMkLst>
        </pc:spChg>
        <pc:spChg chg="mod">
          <ac:chgData name="严 蓓琦 (Yan BeiQi)" userId="8c39ec7c-8b0e-4c57-b58c-a0b5f7579881" providerId="ADAL" clId="{42F73073-5CAB-BD41-9FFB-9F4FA671AAFB}" dt="2022-06-14T13:37:55.230" v="1805" actId="165"/>
          <ac:spMkLst>
            <pc:docMk/>
            <pc:sldMk cId="3225568813" sldId="273"/>
            <ac:spMk id="22" creationId="{54964156-24A5-4398-A073-422BD1DCA880}"/>
          </ac:spMkLst>
        </pc:spChg>
        <pc:spChg chg="mod">
          <ac:chgData name="严 蓓琦 (Yan BeiQi)" userId="8c39ec7c-8b0e-4c57-b58c-a0b5f7579881" providerId="ADAL" clId="{42F73073-5CAB-BD41-9FFB-9F4FA671AAFB}" dt="2022-06-14T13:37:55.230" v="1805" actId="165"/>
          <ac:spMkLst>
            <pc:docMk/>
            <pc:sldMk cId="3225568813" sldId="273"/>
            <ac:spMk id="23" creationId="{0CDA986E-EA84-43E9-B01E-22DC4BEB7E02}"/>
          </ac:spMkLst>
        </pc:spChg>
        <pc:spChg chg="mod">
          <ac:chgData name="严 蓓琦 (Yan BeiQi)" userId="8c39ec7c-8b0e-4c57-b58c-a0b5f7579881" providerId="ADAL" clId="{42F73073-5CAB-BD41-9FFB-9F4FA671AAFB}" dt="2022-06-14T13:37:55.230" v="1805" actId="165"/>
          <ac:spMkLst>
            <pc:docMk/>
            <pc:sldMk cId="3225568813" sldId="273"/>
            <ac:spMk id="24" creationId="{13B8859F-982C-4657-8088-2EE82CC6800F}"/>
          </ac:spMkLst>
        </pc:spChg>
        <pc:spChg chg="mod">
          <ac:chgData name="严 蓓琦 (Yan BeiQi)" userId="8c39ec7c-8b0e-4c57-b58c-a0b5f7579881" providerId="ADAL" clId="{42F73073-5CAB-BD41-9FFB-9F4FA671AAFB}" dt="2022-06-14T13:37:55.230" v="1805" actId="165"/>
          <ac:spMkLst>
            <pc:docMk/>
            <pc:sldMk cId="3225568813" sldId="273"/>
            <ac:spMk id="26" creationId="{F6742762-8F87-481A-B65B-90182B716456}"/>
          </ac:spMkLst>
        </pc:spChg>
        <pc:spChg chg="mod">
          <ac:chgData name="严 蓓琦 (Yan BeiQi)" userId="8c39ec7c-8b0e-4c57-b58c-a0b5f7579881" providerId="ADAL" clId="{42F73073-5CAB-BD41-9FFB-9F4FA671AAFB}" dt="2022-06-14T13:37:55.230" v="1805" actId="165"/>
          <ac:spMkLst>
            <pc:docMk/>
            <pc:sldMk cId="3225568813" sldId="273"/>
            <ac:spMk id="27" creationId="{CDB06AA0-50BC-41EA-9453-D299FFDDEDDE}"/>
          </ac:spMkLst>
        </pc:spChg>
        <pc:spChg chg="mod">
          <ac:chgData name="严 蓓琦 (Yan BeiQi)" userId="8c39ec7c-8b0e-4c57-b58c-a0b5f7579881" providerId="ADAL" clId="{42F73073-5CAB-BD41-9FFB-9F4FA671AAFB}" dt="2022-06-14T13:38:53.101" v="1813" actId="1076"/>
          <ac:spMkLst>
            <pc:docMk/>
            <pc:sldMk cId="3225568813" sldId="273"/>
            <ac:spMk id="28" creationId="{3CA4BC40-6E1F-4FA8-89C7-701EEE5E63F3}"/>
          </ac:spMkLst>
        </pc:spChg>
        <pc:spChg chg="mod">
          <ac:chgData name="严 蓓琦 (Yan BeiQi)" userId="8c39ec7c-8b0e-4c57-b58c-a0b5f7579881" providerId="ADAL" clId="{42F73073-5CAB-BD41-9FFB-9F4FA671AAFB}" dt="2022-06-14T13:38:53.101" v="1813" actId="1076"/>
          <ac:spMkLst>
            <pc:docMk/>
            <pc:sldMk cId="3225568813" sldId="273"/>
            <ac:spMk id="29" creationId="{415C4121-02D4-4243-85C2-44CCA4BFF5A0}"/>
          </ac:spMkLst>
        </pc:spChg>
        <pc:spChg chg="mod">
          <ac:chgData name="严 蓓琦 (Yan BeiQi)" userId="8c39ec7c-8b0e-4c57-b58c-a0b5f7579881" providerId="ADAL" clId="{42F73073-5CAB-BD41-9FFB-9F4FA671AAFB}" dt="2022-06-14T13:38:53.101" v="1813" actId="1076"/>
          <ac:spMkLst>
            <pc:docMk/>
            <pc:sldMk cId="3225568813" sldId="273"/>
            <ac:spMk id="30" creationId="{7DE3274E-9EE1-4D2B-85C0-053A9DC3E133}"/>
          </ac:spMkLst>
        </pc:spChg>
        <pc:spChg chg="mod">
          <ac:chgData name="严 蓓琦 (Yan BeiQi)" userId="8c39ec7c-8b0e-4c57-b58c-a0b5f7579881" providerId="ADAL" clId="{42F73073-5CAB-BD41-9FFB-9F4FA671AAFB}" dt="2022-06-14T13:38:53.101" v="1813" actId="1076"/>
          <ac:spMkLst>
            <pc:docMk/>
            <pc:sldMk cId="3225568813" sldId="273"/>
            <ac:spMk id="32" creationId="{C7593951-E2C3-45C4-B1A1-A77418517826}"/>
          </ac:spMkLst>
        </pc:spChg>
        <pc:spChg chg="mod">
          <ac:chgData name="严 蓓琦 (Yan BeiQi)" userId="8c39ec7c-8b0e-4c57-b58c-a0b5f7579881" providerId="ADAL" clId="{42F73073-5CAB-BD41-9FFB-9F4FA671AAFB}" dt="2022-06-14T13:38:53.101" v="1813" actId="1076"/>
          <ac:spMkLst>
            <pc:docMk/>
            <pc:sldMk cId="3225568813" sldId="273"/>
            <ac:spMk id="33" creationId="{A4726A26-4749-4C4C-A6BF-8F043337EBEB}"/>
          </ac:spMkLst>
        </pc:spChg>
        <pc:spChg chg="mod">
          <ac:chgData name="严 蓓琦 (Yan BeiQi)" userId="8c39ec7c-8b0e-4c57-b58c-a0b5f7579881" providerId="ADAL" clId="{42F73073-5CAB-BD41-9FFB-9F4FA671AAFB}" dt="2022-06-14T13:37:55.230" v="1805" actId="165"/>
          <ac:spMkLst>
            <pc:docMk/>
            <pc:sldMk cId="3225568813" sldId="273"/>
            <ac:spMk id="34" creationId="{71AE357A-D800-4410-82A4-44193808AA67}"/>
          </ac:spMkLst>
        </pc:spChg>
        <pc:spChg chg="mod">
          <ac:chgData name="严 蓓琦 (Yan BeiQi)" userId="8c39ec7c-8b0e-4c57-b58c-a0b5f7579881" providerId="ADAL" clId="{42F73073-5CAB-BD41-9FFB-9F4FA671AAFB}" dt="2022-06-14T13:37:55.230" v="1805" actId="165"/>
          <ac:spMkLst>
            <pc:docMk/>
            <pc:sldMk cId="3225568813" sldId="273"/>
            <ac:spMk id="35" creationId="{18966605-AF3B-4410-AF70-7329EEE3A996}"/>
          </ac:spMkLst>
        </pc:spChg>
        <pc:grpChg chg="add del mod">
          <ac:chgData name="严 蓓琦 (Yan BeiQi)" userId="8c39ec7c-8b0e-4c57-b58c-a0b5f7579881" providerId="ADAL" clId="{42F73073-5CAB-BD41-9FFB-9F4FA671AAFB}" dt="2022-06-14T13:37:55.230" v="1805" actId="165"/>
          <ac:grpSpMkLst>
            <pc:docMk/>
            <pc:sldMk cId="3225568813" sldId="273"/>
            <ac:grpSpMk id="2" creationId="{8EEDC0FF-25D3-48A8-A699-1E7051C6C2E2}"/>
          </ac:grpSpMkLst>
        </pc:grpChg>
        <pc:grpChg chg="mod topLvl">
          <ac:chgData name="严 蓓琦 (Yan BeiQi)" userId="8c39ec7c-8b0e-4c57-b58c-a0b5f7579881" providerId="ADAL" clId="{42F73073-5CAB-BD41-9FFB-9F4FA671AAFB}" dt="2022-06-14T13:37:55.230" v="1805" actId="165"/>
          <ac:grpSpMkLst>
            <pc:docMk/>
            <pc:sldMk cId="3225568813" sldId="273"/>
            <ac:grpSpMk id="3" creationId="{6420B678-690F-431B-A366-EB214B14BB0A}"/>
          </ac:grpSpMkLst>
        </pc:grpChg>
        <pc:grpChg chg="mod topLvl">
          <ac:chgData name="严 蓓琦 (Yan BeiQi)" userId="8c39ec7c-8b0e-4c57-b58c-a0b5f7579881" providerId="ADAL" clId="{42F73073-5CAB-BD41-9FFB-9F4FA671AAFB}" dt="2022-06-14T13:38:53.101" v="1813" actId="1076"/>
          <ac:grpSpMkLst>
            <pc:docMk/>
            <pc:sldMk cId="3225568813" sldId="273"/>
            <ac:grpSpMk id="4" creationId="{C906D028-70AA-40D7-8AFC-B8E6EDBFB414}"/>
          </ac:grpSpMkLst>
        </pc:grpChg>
        <pc:grpChg chg="mod topLvl">
          <ac:chgData name="严 蓓琦 (Yan BeiQi)" userId="8c39ec7c-8b0e-4c57-b58c-a0b5f7579881" providerId="ADAL" clId="{42F73073-5CAB-BD41-9FFB-9F4FA671AAFB}" dt="2022-06-14T13:37:55.230" v="1805" actId="165"/>
          <ac:grpSpMkLst>
            <pc:docMk/>
            <pc:sldMk cId="3225568813" sldId="273"/>
            <ac:grpSpMk id="5" creationId="{FD319EAC-40B8-4D08-BF55-9F8DD26702BD}"/>
          </ac:grpSpMkLst>
        </pc:grpChg>
        <pc:grpChg chg="del mod">
          <ac:chgData name="严 蓓琦 (Yan BeiQi)" userId="8c39ec7c-8b0e-4c57-b58c-a0b5f7579881" providerId="ADAL" clId="{42F73073-5CAB-BD41-9FFB-9F4FA671AAFB}" dt="2022-06-14T13:37:45.891" v="1804" actId="478"/>
          <ac:grpSpMkLst>
            <pc:docMk/>
            <pc:sldMk cId="3225568813" sldId="273"/>
            <ac:grpSpMk id="6" creationId="{BF400070-95BB-464C-977C-F3306A53444A}"/>
          </ac:grpSpMkLst>
        </pc:grpChg>
        <pc:grpChg chg="mod topLvl">
          <ac:chgData name="严 蓓琦 (Yan BeiQi)" userId="8c39ec7c-8b0e-4c57-b58c-a0b5f7579881" providerId="ADAL" clId="{42F73073-5CAB-BD41-9FFB-9F4FA671AAFB}" dt="2022-06-14T13:37:55.230" v="1805" actId="165"/>
          <ac:grpSpMkLst>
            <pc:docMk/>
            <pc:sldMk cId="3225568813" sldId="273"/>
            <ac:grpSpMk id="7" creationId="{F5C3BD1B-46F7-427B-B348-08C482D41C23}"/>
          </ac:grpSpMkLst>
        </pc:grpChg>
        <pc:grpChg chg="mod">
          <ac:chgData name="严 蓓琦 (Yan BeiQi)" userId="8c39ec7c-8b0e-4c57-b58c-a0b5f7579881" providerId="ADAL" clId="{42F73073-5CAB-BD41-9FFB-9F4FA671AAFB}" dt="2022-06-14T13:37:55.230" v="1805" actId="165"/>
          <ac:grpSpMkLst>
            <pc:docMk/>
            <pc:sldMk cId="3225568813" sldId="273"/>
            <ac:grpSpMk id="13" creationId="{77D01D5E-D7C8-4426-93E1-E6C7A4B79D2A}"/>
          </ac:grpSpMkLst>
        </pc:grpChg>
        <pc:grpChg chg="del mod">
          <ac:chgData name="严 蓓琦 (Yan BeiQi)" userId="8c39ec7c-8b0e-4c57-b58c-a0b5f7579881" providerId="ADAL" clId="{42F73073-5CAB-BD41-9FFB-9F4FA671AAFB}" dt="2022-06-14T13:37:44.275" v="1803" actId="478"/>
          <ac:grpSpMkLst>
            <pc:docMk/>
            <pc:sldMk cId="3225568813" sldId="273"/>
            <ac:grpSpMk id="19" creationId="{5EA58422-DEA6-472A-AC6F-54E58C151BE3}"/>
          </ac:grpSpMkLst>
        </pc:grpChg>
        <pc:grpChg chg="mod">
          <ac:chgData name="严 蓓琦 (Yan BeiQi)" userId="8c39ec7c-8b0e-4c57-b58c-a0b5f7579881" providerId="ADAL" clId="{42F73073-5CAB-BD41-9FFB-9F4FA671AAFB}" dt="2022-06-14T13:37:55.230" v="1805" actId="165"/>
          <ac:grpSpMkLst>
            <pc:docMk/>
            <pc:sldMk cId="3225568813" sldId="273"/>
            <ac:grpSpMk id="25" creationId="{1D8A157C-A2BF-46FC-A157-418BB658320C}"/>
          </ac:grpSpMkLst>
        </pc:grpChg>
        <pc:grpChg chg="mod">
          <ac:chgData name="严 蓓琦 (Yan BeiQi)" userId="8c39ec7c-8b0e-4c57-b58c-a0b5f7579881" providerId="ADAL" clId="{42F73073-5CAB-BD41-9FFB-9F4FA671AAFB}" dt="2022-06-14T13:38:53.101" v="1813" actId="1076"/>
          <ac:grpSpMkLst>
            <pc:docMk/>
            <pc:sldMk cId="3225568813" sldId="273"/>
            <ac:grpSpMk id="31" creationId="{1C8FC583-5AAC-47F7-B880-9FF1203CCC83}"/>
          </ac:grpSpMkLst>
        </pc:grpChg>
        <pc:cxnChg chg="mod topLvl">
          <ac:chgData name="严 蓓琦 (Yan BeiQi)" userId="8c39ec7c-8b0e-4c57-b58c-a0b5f7579881" providerId="ADAL" clId="{42F73073-5CAB-BD41-9FFB-9F4FA671AAFB}" dt="2022-06-14T13:38:04.406" v="1807" actId="14100"/>
          <ac:cxnSpMkLst>
            <pc:docMk/>
            <pc:sldMk cId="3225568813" sldId="273"/>
            <ac:cxnSpMk id="8" creationId="{5100C2F9-9713-4E91-A597-EA1C2B9A3A5A}"/>
          </ac:cxnSpMkLst>
        </pc:cxnChg>
        <pc:cxnChg chg="mod topLvl">
          <ac:chgData name="严 蓓琦 (Yan BeiQi)" userId="8c39ec7c-8b0e-4c57-b58c-a0b5f7579881" providerId="ADAL" clId="{42F73073-5CAB-BD41-9FFB-9F4FA671AAFB}" dt="2022-06-14T13:37:55.230" v="1805" actId="165"/>
          <ac:cxnSpMkLst>
            <pc:docMk/>
            <pc:sldMk cId="3225568813" sldId="273"/>
            <ac:cxnSpMk id="9" creationId="{C8C3E9F4-944D-48D9-946D-58C1F631F55E}"/>
          </ac:cxnSpMkLst>
        </pc:cxnChg>
      </pc:sldChg>
      <pc:sldChg chg="del">
        <pc:chgData name="严 蓓琦 (Yan BeiQi)" userId="8c39ec7c-8b0e-4c57-b58c-a0b5f7579881" providerId="ADAL" clId="{42F73073-5CAB-BD41-9FFB-9F4FA671AAFB}" dt="2022-06-14T14:09:50.612" v="2407" actId="2696"/>
        <pc:sldMkLst>
          <pc:docMk/>
          <pc:sldMk cId="1202969719" sldId="274"/>
        </pc:sldMkLst>
      </pc:sldChg>
      <pc:sldChg chg="del">
        <pc:chgData name="严 蓓琦 (Yan BeiQi)" userId="8c39ec7c-8b0e-4c57-b58c-a0b5f7579881" providerId="ADAL" clId="{42F73073-5CAB-BD41-9FFB-9F4FA671AAFB}" dt="2022-06-14T14:09:50.612" v="2407" actId="2696"/>
        <pc:sldMkLst>
          <pc:docMk/>
          <pc:sldMk cId="2456280982" sldId="275"/>
        </pc:sldMkLst>
      </pc:sldChg>
      <pc:sldChg chg="del">
        <pc:chgData name="严 蓓琦 (Yan BeiQi)" userId="8c39ec7c-8b0e-4c57-b58c-a0b5f7579881" providerId="ADAL" clId="{42F73073-5CAB-BD41-9FFB-9F4FA671AAFB}" dt="2022-06-14T14:09:38.557" v="2405" actId="2696"/>
        <pc:sldMkLst>
          <pc:docMk/>
          <pc:sldMk cId="3467202844" sldId="285"/>
        </pc:sldMkLst>
      </pc:sldChg>
      <pc:sldChg chg="del">
        <pc:chgData name="严 蓓琦 (Yan BeiQi)" userId="8c39ec7c-8b0e-4c57-b58c-a0b5f7579881" providerId="ADAL" clId="{42F73073-5CAB-BD41-9FFB-9F4FA671AAFB}" dt="2022-06-14T14:09:33.440" v="2404" actId="2696"/>
        <pc:sldMkLst>
          <pc:docMk/>
          <pc:sldMk cId="2105349048" sldId="297"/>
        </pc:sldMkLst>
      </pc:sldChg>
      <pc:sldChg chg="del">
        <pc:chgData name="严 蓓琦 (Yan BeiQi)" userId="8c39ec7c-8b0e-4c57-b58c-a0b5f7579881" providerId="ADAL" clId="{42F73073-5CAB-BD41-9FFB-9F4FA671AAFB}" dt="2022-06-14T14:09:38.557" v="2405" actId="2696"/>
        <pc:sldMkLst>
          <pc:docMk/>
          <pc:sldMk cId="4152808074" sldId="298"/>
        </pc:sldMkLst>
      </pc:sldChg>
      <pc:sldChg chg="del">
        <pc:chgData name="严 蓓琦 (Yan BeiQi)" userId="8c39ec7c-8b0e-4c57-b58c-a0b5f7579881" providerId="ADAL" clId="{42F73073-5CAB-BD41-9FFB-9F4FA671AAFB}" dt="2022-06-14T14:09:44.364" v="2406" actId="2696"/>
        <pc:sldMkLst>
          <pc:docMk/>
          <pc:sldMk cId="1207348908" sldId="302"/>
        </pc:sldMkLst>
      </pc:sldChg>
      <pc:sldChg chg="del">
        <pc:chgData name="严 蓓琦 (Yan BeiQi)" userId="8c39ec7c-8b0e-4c57-b58c-a0b5f7579881" providerId="ADAL" clId="{42F73073-5CAB-BD41-9FFB-9F4FA671AAFB}" dt="2022-06-14T14:09:44.364" v="2406" actId="2696"/>
        <pc:sldMkLst>
          <pc:docMk/>
          <pc:sldMk cId="2036426716" sldId="303"/>
        </pc:sldMkLst>
      </pc:sldChg>
      <pc:sldChg chg="del">
        <pc:chgData name="严 蓓琦 (Yan BeiQi)" userId="8c39ec7c-8b0e-4c57-b58c-a0b5f7579881" providerId="ADAL" clId="{42F73073-5CAB-BD41-9FFB-9F4FA671AAFB}" dt="2022-06-14T14:09:44.364" v="2406" actId="2696"/>
        <pc:sldMkLst>
          <pc:docMk/>
          <pc:sldMk cId="935561330" sldId="1688"/>
        </pc:sldMkLst>
      </pc:sldChg>
      <pc:sldChg chg="del">
        <pc:chgData name="严 蓓琦 (Yan BeiQi)" userId="8c39ec7c-8b0e-4c57-b58c-a0b5f7579881" providerId="ADAL" clId="{42F73073-5CAB-BD41-9FFB-9F4FA671AAFB}" dt="2022-06-14T14:09:27.475" v="2403" actId="2696"/>
        <pc:sldMkLst>
          <pc:docMk/>
          <pc:sldMk cId="870835322" sldId="1689"/>
        </pc:sldMkLst>
      </pc:sldChg>
      <pc:sldChg chg="del">
        <pc:chgData name="严 蓓琦 (Yan BeiQi)" userId="8c39ec7c-8b0e-4c57-b58c-a0b5f7579881" providerId="ADAL" clId="{42F73073-5CAB-BD41-9FFB-9F4FA671AAFB}" dt="2022-06-14T14:09:33.440" v="2404" actId="2696"/>
        <pc:sldMkLst>
          <pc:docMk/>
          <pc:sldMk cId="2610059420" sldId="1690"/>
        </pc:sldMkLst>
      </pc:sldChg>
      <pc:sldChg chg="del">
        <pc:chgData name="严 蓓琦 (Yan BeiQi)" userId="8c39ec7c-8b0e-4c57-b58c-a0b5f7579881" providerId="ADAL" clId="{42F73073-5CAB-BD41-9FFB-9F4FA671AAFB}" dt="2022-06-14T14:09:27.475" v="2403" actId="2696"/>
        <pc:sldMkLst>
          <pc:docMk/>
          <pc:sldMk cId="2456501079" sldId="1691"/>
        </pc:sldMkLst>
      </pc:sldChg>
      <pc:sldChg chg="del">
        <pc:chgData name="严 蓓琦 (Yan BeiQi)" userId="8c39ec7c-8b0e-4c57-b58c-a0b5f7579881" providerId="ADAL" clId="{42F73073-5CAB-BD41-9FFB-9F4FA671AAFB}" dt="2022-06-14T14:09:27.475" v="2403" actId="2696"/>
        <pc:sldMkLst>
          <pc:docMk/>
          <pc:sldMk cId="3638430839" sldId="1692"/>
        </pc:sldMkLst>
      </pc:sldChg>
      <pc:sldChg chg="del">
        <pc:chgData name="严 蓓琦 (Yan BeiQi)" userId="8c39ec7c-8b0e-4c57-b58c-a0b5f7579881" providerId="ADAL" clId="{42F73073-5CAB-BD41-9FFB-9F4FA671AAFB}" dt="2022-06-14T14:09:27.475" v="2403" actId="2696"/>
        <pc:sldMkLst>
          <pc:docMk/>
          <pc:sldMk cId="3655596510" sldId="1693"/>
        </pc:sldMkLst>
      </pc:sldChg>
      <pc:sldChg chg="del">
        <pc:chgData name="严 蓓琦 (Yan BeiQi)" userId="8c39ec7c-8b0e-4c57-b58c-a0b5f7579881" providerId="ADAL" clId="{42F73073-5CAB-BD41-9FFB-9F4FA671AAFB}" dt="2022-06-14T14:09:27.475" v="2403" actId="2696"/>
        <pc:sldMkLst>
          <pc:docMk/>
          <pc:sldMk cId="1806123730" sldId="1694"/>
        </pc:sldMkLst>
      </pc:sldChg>
      <pc:sldChg chg="del">
        <pc:chgData name="严 蓓琦 (Yan BeiQi)" userId="8c39ec7c-8b0e-4c57-b58c-a0b5f7579881" providerId="ADAL" clId="{42F73073-5CAB-BD41-9FFB-9F4FA671AAFB}" dt="2022-06-14T14:09:33.440" v="2404" actId="2696"/>
        <pc:sldMkLst>
          <pc:docMk/>
          <pc:sldMk cId="3134854993" sldId="1695"/>
        </pc:sldMkLst>
      </pc:sldChg>
      <pc:sldChg chg="del">
        <pc:chgData name="严 蓓琦 (Yan BeiQi)" userId="8c39ec7c-8b0e-4c57-b58c-a0b5f7579881" providerId="ADAL" clId="{42F73073-5CAB-BD41-9FFB-9F4FA671AAFB}" dt="2022-06-14T14:09:33.440" v="2404" actId="2696"/>
        <pc:sldMkLst>
          <pc:docMk/>
          <pc:sldMk cId="922433613" sldId="1696"/>
        </pc:sldMkLst>
      </pc:sldChg>
      <pc:sldChg chg="del">
        <pc:chgData name="严 蓓琦 (Yan BeiQi)" userId="8c39ec7c-8b0e-4c57-b58c-a0b5f7579881" providerId="ADAL" clId="{42F73073-5CAB-BD41-9FFB-9F4FA671AAFB}" dt="2022-06-14T14:09:27.475" v="2403" actId="2696"/>
        <pc:sldMkLst>
          <pc:docMk/>
          <pc:sldMk cId="4032590178" sldId="1697"/>
        </pc:sldMkLst>
      </pc:sldChg>
      <pc:sldChg chg="del">
        <pc:chgData name="严 蓓琦 (Yan BeiQi)" userId="8c39ec7c-8b0e-4c57-b58c-a0b5f7579881" providerId="ADAL" clId="{42F73073-5CAB-BD41-9FFB-9F4FA671AAFB}" dt="2022-06-14T14:09:50.612" v="2407" actId="2696"/>
        <pc:sldMkLst>
          <pc:docMk/>
          <pc:sldMk cId="1185574452" sldId="1698"/>
        </pc:sldMkLst>
      </pc:sldChg>
      <pc:sldChg chg="del">
        <pc:chgData name="严 蓓琦 (Yan BeiQi)" userId="8c39ec7c-8b0e-4c57-b58c-a0b5f7579881" providerId="ADAL" clId="{42F73073-5CAB-BD41-9FFB-9F4FA671AAFB}" dt="2022-06-14T14:09:27.475" v="2403" actId="2696"/>
        <pc:sldMkLst>
          <pc:docMk/>
          <pc:sldMk cId="4249922791" sldId="1699"/>
        </pc:sldMkLst>
      </pc:sldChg>
      <pc:sldChg chg="del">
        <pc:chgData name="严 蓓琦 (Yan BeiQi)" userId="8c39ec7c-8b0e-4c57-b58c-a0b5f7579881" providerId="ADAL" clId="{42F73073-5CAB-BD41-9FFB-9F4FA671AAFB}" dt="2022-06-14T14:09:33.440" v="2404" actId="2696"/>
        <pc:sldMkLst>
          <pc:docMk/>
          <pc:sldMk cId="3841380449" sldId="1700"/>
        </pc:sldMkLst>
      </pc:sldChg>
      <pc:sldChg chg="del">
        <pc:chgData name="严 蓓琦 (Yan BeiQi)" userId="8c39ec7c-8b0e-4c57-b58c-a0b5f7579881" providerId="ADAL" clId="{42F73073-5CAB-BD41-9FFB-9F4FA671AAFB}" dt="2022-06-14T14:09:44.364" v="2406" actId="2696"/>
        <pc:sldMkLst>
          <pc:docMk/>
          <pc:sldMk cId="2161072074" sldId="1701"/>
        </pc:sldMkLst>
      </pc:sldChg>
      <pc:sldChg chg="del">
        <pc:chgData name="严 蓓琦 (Yan BeiQi)" userId="8c39ec7c-8b0e-4c57-b58c-a0b5f7579881" providerId="ADAL" clId="{42F73073-5CAB-BD41-9FFB-9F4FA671AAFB}" dt="2022-06-14T14:09:38.557" v="2405" actId="2696"/>
        <pc:sldMkLst>
          <pc:docMk/>
          <pc:sldMk cId="624135953" sldId="1702"/>
        </pc:sldMkLst>
      </pc:sldChg>
      <pc:sldChg chg="del">
        <pc:chgData name="严 蓓琦 (Yan BeiQi)" userId="8c39ec7c-8b0e-4c57-b58c-a0b5f7579881" providerId="ADAL" clId="{42F73073-5CAB-BD41-9FFB-9F4FA671AAFB}" dt="2022-06-14T14:09:38.557" v="2405" actId="2696"/>
        <pc:sldMkLst>
          <pc:docMk/>
          <pc:sldMk cId="438901404" sldId="1703"/>
        </pc:sldMkLst>
      </pc:sldChg>
      <pc:sldChg chg="addSp delSp modSp add mod">
        <pc:chgData name="严 蓓琦 (Yan BeiQi)" userId="8c39ec7c-8b0e-4c57-b58c-a0b5f7579881" providerId="ADAL" clId="{42F73073-5CAB-BD41-9FFB-9F4FA671AAFB}" dt="2022-06-14T12:30:27.208" v="1088" actId="2710"/>
        <pc:sldMkLst>
          <pc:docMk/>
          <pc:sldMk cId="2948312426" sldId="1704"/>
        </pc:sldMkLst>
        <pc:spChg chg="mod">
          <ac:chgData name="严 蓓琦 (Yan BeiQi)" userId="8c39ec7c-8b0e-4c57-b58c-a0b5f7579881" providerId="ADAL" clId="{42F73073-5CAB-BD41-9FFB-9F4FA671AAFB}" dt="2022-06-14T08:51:45.200" v="644" actId="20577"/>
          <ac:spMkLst>
            <pc:docMk/>
            <pc:sldMk cId="2948312426" sldId="1704"/>
            <ac:spMk id="2" creationId="{2604F70C-F51F-4520-832F-2C4161B4B6FB}"/>
          </ac:spMkLst>
        </pc:spChg>
        <pc:spChg chg="del">
          <ac:chgData name="严 蓓琦 (Yan BeiQi)" userId="8c39ec7c-8b0e-4c57-b58c-a0b5f7579881" providerId="ADAL" clId="{42F73073-5CAB-BD41-9FFB-9F4FA671AAFB}" dt="2022-06-14T08:15:29.981" v="167" actId="478"/>
          <ac:spMkLst>
            <pc:docMk/>
            <pc:sldMk cId="2948312426" sldId="1704"/>
            <ac:spMk id="3" creationId="{051FDEA9-4596-4A3D-A5F2-7C1F873E1E39}"/>
          </ac:spMkLst>
        </pc:spChg>
        <pc:spChg chg="add del">
          <ac:chgData name="严 蓓琦 (Yan BeiQi)" userId="8c39ec7c-8b0e-4c57-b58c-a0b5f7579881" providerId="ADAL" clId="{42F73073-5CAB-BD41-9FFB-9F4FA671AAFB}" dt="2022-06-14T08:15:24.247" v="164" actId="478"/>
          <ac:spMkLst>
            <pc:docMk/>
            <pc:sldMk cId="2948312426" sldId="1704"/>
            <ac:spMk id="4" creationId="{87BDEC39-A0D8-4E2E-8039-253EF0F17C3D}"/>
          </ac:spMkLst>
        </pc:spChg>
        <pc:spChg chg="add del mod topLvl">
          <ac:chgData name="严 蓓琦 (Yan BeiQi)" userId="8c39ec7c-8b0e-4c57-b58c-a0b5f7579881" providerId="ADAL" clId="{42F73073-5CAB-BD41-9FFB-9F4FA671AAFB}" dt="2022-06-14T08:15:28.083" v="166" actId="478"/>
          <ac:spMkLst>
            <pc:docMk/>
            <pc:sldMk cId="2948312426" sldId="1704"/>
            <ac:spMk id="9" creationId="{0BC0451E-E8CD-4318-89D5-1D39CFBBF88B}"/>
          </ac:spMkLst>
        </pc:spChg>
        <pc:spChg chg="del">
          <ac:chgData name="严 蓓琦 (Yan BeiQi)" userId="8c39ec7c-8b0e-4c57-b58c-a0b5f7579881" providerId="ADAL" clId="{42F73073-5CAB-BD41-9FFB-9F4FA671AAFB}" dt="2022-06-14T08:14:57.019" v="154" actId="478"/>
          <ac:spMkLst>
            <pc:docMk/>
            <pc:sldMk cId="2948312426" sldId="1704"/>
            <ac:spMk id="11" creationId="{1BB3FD0B-B174-49D5-A30B-28C5FC18EA58}"/>
          </ac:spMkLst>
        </pc:spChg>
        <pc:spChg chg="del mod topLvl">
          <ac:chgData name="严 蓓琦 (Yan BeiQi)" userId="8c39ec7c-8b0e-4c57-b58c-a0b5f7579881" providerId="ADAL" clId="{42F73073-5CAB-BD41-9FFB-9F4FA671AAFB}" dt="2022-06-14T08:15:21.344" v="162" actId="478"/>
          <ac:spMkLst>
            <pc:docMk/>
            <pc:sldMk cId="2948312426" sldId="1704"/>
            <ac:spMk id="12" creationId="{AF2BBDC6-8EC9-4ADC-B35C-9CB18470C4A6}"/>
          </ac:spMkLst>
        </pc:spChg>
        <pc:spChg chg="mod">
          <ac:chgData name="严 蓓琦 (Yan BeiQi)" userId="8c39ec7c-8b0e-4c57-b58c-a0b5f7579881" providerId="ADAL" clId="{42F73073-5CAB-BD41-9FFB-9F4FA671AAFB}" dt="2022-06-14T08:47:34.426" v="590" actId="20577"/>
          <ac:spMkLst>
            <pc:docMk/>
            <pc:sldMk cId="2948312426" sldId="1704"/>
            <ac:spMk id="13" creationId="{28DD1550-CA18-4F89-A86F-42F605122A99}"/>
          </ac:spMkLst>
        </pc:spChg>
        <pc:spChg chg="mod">
          <ac:chgData name="严 蓓琦 (Yan BeiQi)" userId="8c39ec7c-8b0e-4c57-b58c-a0b5f7579881" providerId="ADAL" clId="{42F73073-5CAB-BD41-9FFB-9F4FA671AAFB}" dt="2022-06-14T12:30:27.208" v="1088" actId="2710"/>
          <ac:spMkLst>
            <pc:docMk/>
            <pc:sldMk cId="2948312426" sldId="1704"/>
            <ac:spMk id="15" creationId="{15648CD6-8FCD-4C52-8573-24FA5B910220}"/>
          </ac:spMkLst>
        </pc:spChg>
        <pc:spChg chg="del">
          <ac:chgData name="严 蓓琦 (Yan BeiQi)" userId="8c39ec7c-8b0e-4c57-b58c-a0b5f7579881" providerId="ADAL" clId="{42F73073-5CAB-BD41-9FFB-9F4FA671AAFB}" dt="2022-06-14T08:15:03.747" v="158" actId="478"/>
          <ac:spMkLst>
            <pc:docMk/>
            <pc:sldMk cId="2948312426" sldId="1704"/>
            <ac:spMk id="16" creationId="{75A6EBDF-4E10-4074-8306-218792AF5F52}"/>
          </ac:spMkLst>
        </pc:spChg>
        <pc:spChg chg="del mod topLvl">
          <ac:chgData name="严 蓓琦 (Yan BeiQi)" userId="8c39ec7c-8b0e-4c57-b58c-a0b5f7579881" providerId="ADAL" clId="{42F73073-5CAB-BD41-9FFB-9F4FA671AAFB}" dt="2022-06-14T08:15:19.888" v="161" actId="478"/>
          <ac:spMkLst>
            <pc:docMk/>
            <pc:sldMk cId="2948312426" sldId="1704"/>
            <ac:spMk id="17" creationId="{32EA43B8-FA0B-41B9-9CA8-2EB4B4423D1F}"/>
          </ac:spMkLst>
        </pc:spChg>
        <pc:spChg chg="del">
          <ac:chgData name="严 蓓琦 (Yan BeiQi)" userId="8c39ec7c-8b0e-4c57-b58c-a0b5f7579881" providerId="ADAL" clId="{42F73073-5CAB-BD41-9FFB-9F4FA671AAFB}" dt="2022-06-14T08:14:54.631" v="153" actId="478"/>
          <ac:spMkLst>
            <pc:docMk/>
            <pc:sldMk cId="2948312426" sldId="1704"/>
            <ac:spMk id="18" creationId="{63527953-3944-4476-9D62-691EF90D22A6}"/>
          </ac:spMkLst>
        </pc:spChg>
        <pc:spChg chg="del">
          <ac:chgData name="严 蓓琦 (Yan BeiQi)" userId="8c39ec7c-8b0e-4c57-b58c-a0b5f7579881" providerId="ADAL" clId="{42F73073-5CAB-BD41-9FFB-9F4FA671AAFB}" dt="2022-06-14T08:14:58.558" v="155" actId="478"/>
          <ac:spMkLst>
            <pc:docMk/>
            <pc:sldMk cId="2948312426" sldId="1704"/>
            <ac:spMk id="19" creationId="{CAEBE72D-8BCF-4ACA-8D23-6ADEAC76844B}"/>
          </ac:spMkLst>
        </pc:spChg>
        <pc:spChg chg="del">
          <ac:chgData name="严 蓓琦 (Yan BeiQi)" userId="8c39ec7c-8b0e-4c57-b58c-a0b5f7579881" providerId="ADAL" clId="{42F73073-5CAB-BD41-9FFB-9F4FA671AAFB}" dt="2022-06-14T08:15:06.227" v="159" actId="478"/>
          <ac:spMkLst>
            <pc:docMk/>
            <pc:sldMk cId="2948312426" sldId="1704"/>
            <ac:spMk id="20" creationId="{A03B4A91-32E7-49E1-9112-5E1B07469721}"/>
          </ac:spMkLst>
        </pc:spChg>
        <pc:spChg chg="add mod">
          <ac:chgData name="严 蓓琦 (Yan BeiQi)" userId="8c39ec7c-8b0e-4c57-b58c-a0b5f7579881" providerId="ADAL" clId="{42F73073-5CAB-BD41-9FFB-9F4FA671AAFB}" dt="2022-06-14T08:17:57.375" v="198" actId="255"/>
          <ac:spMkLst>
            <pc:docMk/>
            <pc:sldMk cId="2948312426" sldId="1704"/>
            <ac:spMk id="23" creationId="{D74B19E0-A549-44A7-283D-A61D9CEA2549}"/>
          </ac:spMkLst>
        </pc:spChg>
        <pc:grpChg chg="add del">
          <ac:chgData name="严 蓓琦 (Yan BeiQi)" userId="8c39ec7c-8b0e-4c57-b58c-a0b5f7579881" providerId="ADAL" clId="{42F73073-5CAB-BD41-9FFB-9F4FA671AAFB}" dt="2022-06-14T08:15:17.449" v="160" actId="165"/>
          <ac:grpSpMkLst>
            <pc:docMk/>
            <pc:sldMk cId="2948312426" sldId="1704"/>
            <ac:grpSpMk id="5" creationId="{E656B843-6CEF-407C-8FD3-7B31A4467809}"/>
          </ac:grpSpMkLst>
        </pc:grpChg>
        <pc:grpChg chg="del">
          <ac:chgData name="严 蓓琦 (Yan BeiQi)" userId="8c39ec7c-8b0e-4c57-b58c-a0b5f7579881" providerId="ADAL" clId="{42F73073-5CAB-BD41-9FFB-9F4FA671AAFB}" dt="2022-06-14T08:15:06.227" v="159" actId="478"/>
          <ac:grpSpMkLst>
            <pc:docMk/>
            <pc:sldMk cId="2948312426" sldId="1704"/>
            <ac:grpSpMk id="6" creationId="{503E533F-8D39-4B04-B21F-79C61EBAAF76}"/>
          </ac:grpSpMkLst>
        </pc:grpChg>
        <pc:grpChg chg="mod topLvl">
          <ac:chgData name="严 蓓琦 (Yan BeiQi)" userId="8c39ec7c-8b0e-4c57-b58c-a0b5f7579881" providerId="ADAL" clId="{42F73073-5CAB-BD41-9FFB-9F4FA671AAFB}" dt="2022-06-14T08:15:17.449" v="160" actId="165"/>
          <ac:grpSpMkLst>
            <pc:docMk/>
            <pc:sldMk cId="2948312426" sldId="1704"/>
            <ac:grpSpMk id="7" creationId="{069758F4-D789-4D9C-87DB-26AA3E905955}"/>
          </ac:grpSpMkLst>
        </pc:grpChg>
        <pc:grpChg chg="del">
          <ac:chgData name="严 蓓琦 (Yan BeiQi)" userId="8c39ec7c-8b0e-4c57-b58c-a0b5f7579881" providerId="ADAL" clId="{42F73073-5CAB-BD41-9FFB-9F4FA671AAFB}" dt="2022-06-14T08:14:57.019" v="154" actId="478"/>
          <ac:grpSpMkLst>
            <pc:docMk/>
            <pc:sldMk cId="2948312426" sldId="1704"/>
            <ac:grpSpMk id="8" creationId="{9B32FD68-6090-4322-9C91-1D0168C29E18}"/>
          </ac:grpSpMkLst>
        </pc:grpChg>
        <pc:picChg chg="add mod">
          <ac:chgData name="严 蓓琦 (Yan BeiQi)" userId="8c39ec7c-8b0e-4c57-b58c-a0b5f7579881" providerId="ADAL" clId="{42F73073-5CAB-BD41-9FFB-9F4FA671AAFB}" dt="2022-06-14T08:15:49.568" v="174" actId="1076"/>
          <ac:picMkLst>
            <pc:docMk/>
            <pc:sldMk cId="2948312426" sldId="1704"/>
            <ac:picMk id="22" creationId="{F102035A-CBB8-5781-2312-4CE98AAA7F11}"/>
          </ac:picMkLst>
        </pc:picChg>
        <pc:cxnChg chg="add del mod topLvl">
          <ac:chgData name="严 蓓琦 (Yan BeiQi)" userId="8c39ec7c-8b0e-4c57-b58c-a0b5f7579881" providerId="ADAL" clId="{42F73073-5CAB-BD41-9FFB-9F4FA671AAFB}" dt="2022-06-14T08:15:26.578" v="165" actId="478"/>
          <ac:cxnSpMkLst>
            <pc:docMk/>
            <pc:sldMk cId="2948312426" sldId="1704"/>
            <ac:cxnSpMk id="10" creationId="{6D0E5D2A-A8E4-4EA6-9E27-FE17EF472ABA}"/>
          </ac:cxnSpMkLst>
        </pc:cxnChg>
        <pc:cxnChg chg="mod">
          <ac:chgData name="严 蓓琦 (Yan BeiQi)" userId="8c39ec7c-8b0e-4c57-b58c-a0b5f7579881" providerId="ADAL" clId="{42F73073-5CAB-BD41-9FFB-9F4FA671AAFB}" dt="2022-06-14T08:15:17.449" v="160" actId="165"/>
          <ac:cxnSpMkLst>
            <pc:docMk/>
            <pc:sldMk cId="2948312426" sldId="1704"/>
            <ac:cxnSpMk id="14" creationId="{F5894032-D6B7-4472-ADE7-F1B0726ADD15}"/>
          </ac:cxnSpMkLst>
        </pc:cxnChg>
      </pc:sldChg>
      <pc:sldChg chg="add del">
        <pc:chgData name="严 蓓琦 (Yan BeiQi)" userId="8c39ec7c-8b0e-4c57-b58c-a0b5f7579881" providerId="ADAL" clId="{42F73073-5CAB-BD41-9FFB-9F4FA671AAFB}" dt="2022-06-14T14:09:59.305" v="2408" actId="2696"/>
        <pc:sldMkLst>
          <pc:docMk/>
          <pc:sldMk cId="3741832404" sldId="1705"/>
        </pc:sldMkLst>
      </pc:sldChg>
      <pc:sldChg chg="modSp add mod">
        <pc:chgData name="严 蓓琦 (Yan BeiQi)" userId="8c39ec7c-8b0e-4c57-b58c-a0b5f7579881" providerId="ADAL" clId="{42F73073-5CAB-BD41-9FFB-9F4FA671AAFB}" dt="2022-06-14T13:26:24.926" v="1645" actId="20577"/>
        <pc:sldMkLst>
          <pc:docMk/>
          <pc:sldMk cId="1149775022" sldId="1706"/>
        </pc:sldMkLst>
        <pc:spChg chg="mod">
          <ac:chgData name="严 蓓琦 (Yan BeiQi)" userId="8c39ec7c-8b0e-4c57-b58c-a0b5f7579881" providerId="ADAL" clId="{42F73073-5CAB-BD41-9FFB-9F4FA671AAFB}" dt="2022-06-14T08:45:51.579" v="572" actId="20577"/>
          <ac:spMkLst>
            <pc:docMk/>
            <pc:sldMk cId="1149775022" sldId="1706"/>
            <ac:spMk id="5" creationId="{00000000-0000-0000-0000-000000000000}"/>
          </ac:spMkLst>
        </pc:spChg>
        <pc:spChg chg="mod">
          <ac:chgData name="严 蓓琦 (Yan BeiQi)" userId="8c39ec7c-8b0e-4c57-b58c-a0b5f7579881" providerId="ADAL" clId="{42F73073-5CAB-BD41-9FFB-9F4FA671AAFB}" dt="2022-06-14T13:26:24.926" v="1645" actId="20577"/>
          <ac:spMkLst>
            <pc:docMk/>
            <pc:sldMk cId="1149775022" sldId="1706"/>
            <ac:spMk id="6" creationId="{00000000-0000-0000-0000-000000000000}"/>
          </ac:spMkLst>
        </pc:spChg>
      </pc:sldChg>
      <pc:sldChg chg="addSp delSp modSp add mod">
        <pc:chgData name="严 蓓琦 (Yan BeiQi)" userId="8c39ec7c-8b0e-4c57-b58c-a0b5f7579881" providerId="ADAL" clId="{42F73073-5CAB-BD41-9FFB-9F4FA671AAFB}" dt="2022-06-14T12:47:41.975" v="1308" actId="20577"/>
        <pc:sldMkLst>
          <pc:docMk/>
          <pc:sldMk cId="2486147161" sldId="1707"/>
        </pc:sldMkLst>
        <pc:spChg chg="mod">
          <ac:chgData name="严 蓓琦 (Yan BeiQi)" userId="8c39ec7c-8b0e-4c57-b58c-a0b5f7579881" providerId="ADAL" clId="{42F73073-5CAB-BD41-9FFB-9F4FA671AAFB}" dt="2022-06-14T12:47:41.975" v="1308" actId="20577"/>
          <ac:spMkLst>
            <pc:docMk/>
            <pc:sldMk cId="2486147161" sldId="1707"/>
            <ac:spMk id="2" creationId="{CD572FE0-8D4D-4CF4-8E44-1CCCB7B8DF5D}"/>
          </ac:spMkLst>
        </pc:spChg>
        <pc:spChg chg="del">
          <ac:chgData name="严 蓓琦 (Yan BeiQi)" userId="8c39ec7c-8b0e-4c57-b58c-a0b5f7579881" providerId="ADAL" clId="{42F73073-5CAB-BD41-9FFB-9F4FA671AAFB}" dt="2022-06-14T08:36:47.661" v="427" actId="478"/>
          <ac:spMkLst>
            <pc:docMk/>
            <pc:sldMk cId="2486147161" sldId="1707"/>
            <ac:spMk id="3" creationId="{680B3854-DD41-481F-B418-283C9ACC15CE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13" creationId="{5E900F36-4374-40F3-97BF-7010732D7C20}"/>
          </ac:spMkLst>
        </pc:spChg>
        <pc:spChg chg="del mod">
          <ac:chgData name="严 蓓琦 (Yan BeiQi)" userId="8c39ec7c-8b0e-4c57-b58c-a0b5f7579881" providerId="ADAL" clId="{42F73073-5CAB-BD41-9FFB-9F4FA671AAFB}" dt="2022-06-14T08:36:52.567" v="430" actId="478"/>
          <ac:spMkLst>
            <pc:docMk/>
            <pc:sldMk cId="2486147161" sldId="1707"/>
            <ac:spMk id="14" creationId="{3B27C881-1BB7-4152-A255-79978E0EAB8D}"/>
          </ac:spMkLst>
        </pc:spChg>
        <pc:spChg chg="mod">
          <ac:chgData name="严 蓓琦 (Yan BeiQi)" userId="8c39ec7c-8b0e-4c57-b58c-a0b5f7579881" providerId="ADAL" clId="{42F73073-5CAB-BD41-9FFB-9F4FA671AAFB}" dt="2022-06-14T08:42:31.956" v="505" actId="20577"/>
          <ac:spMkLst>
            <pc:docMk/>
            <pc:sldMk cId="2486147161" sldId="1707"/>
            <ac:spMk id="15" creationId="{426E913D-1700-4D7A-B9C7-370A1AF9FEEA}"/>
          </ac:spMkLst>
        </pc:spChg>
        <pc:spChg chg="mod topLvl">
          <ac:chgData name="严 蓓琦 (Yan BeiQi)" userId="8c39ec7c-8b0e-4c57-b58c-a0b5f7579881" providerId="ADAL" clId="{42F73073-5CAB-BD41-9FFB-9F4FA671AAFB}" dt="2022-06-14T08:42:30.704" v="504" actId="478"/>
          <ac:spMkLst>
            <pc:docMk/>
            <pc:sldMk cId="2486147161" sldId="1707"/>
            <ac:spMk id="16" creationId="{F5A72F13-82DA-4471-9716-E42A7813F277}"/>
          </ac:spMkLst>
        </pc:spChg>
        <pc:spChg chg="del mod">
          <ac:chgData name="严 蓓琦 (Yan BeiQi)" userId="8c39ec7c-8b0e-4c57-b58c-a0b5f7579881" providerId="ADAL" clId="{42F73073-5CAB-BD41-9FFB-9F4FA671AAFB}" dt="2022-06-14T08:36:50.622" v="429" actId="478"/>
          <ac:spMkLst>
            <pc:docMk/>
            <pc:sldMk cId="2486147161" sldId="1707"/>
            <ac:spMk id="17" creationId="{381C405A-FAE5-41F9-8491-007B1F3D65C9}"/>
          </ac:spMkLst>
        </pc:spChg>
        <pc:spChg chg="del mod topLvl">
          <ac:chgData name="严 蓓琦 (Yan BeiQi)" userId="8c39ec7c-8b0e-4c57-b58c-a0b5f7579881" providerId="ADAL" clId="{42F73073-5CAB-BD41-9FFB-9F4FA671AAFB}" dt="2022-06-14T08:42:30.704" v="504" actId="478"/>
          <ac:spMkLst>
            <pc:docMk/>
            <pc:sldMk cId="2486147161" sldId="1707"/>
            <ac:spMk id="18" creationId="{6E6503F6-7EED-482D-9BA0-A8E54E56EDAE}"/>
          </ac:spMkLst>
        </pc:spChg>
        <pc:spChg chg="mod topLvl">
          <ac:chgData name="严 蓓琦 (Yan BeiQi)" userId="8c39ec7c-8b0e-4c57-b58c-a0b5f7579881" providerId="ADAL" clId="{42F73073-5CAB-BD41-9FFB-9F4FA671AAFB}" dt="2022-06-14T12:39:59.600" v="1155" actId="165"/>
          <ac:spMkLst>
            <pc:docMk/>
            <pc:sldMk cId="2486147161" sldId="1707"/>
            <ac:spMk id="19" creationId="{59C08D25-5945-4274-B8D4-7F40ACD672D5}"/>
          </ac:spMkLst>
        </pc:spChg>
        <pc:spChg chg="del mod">
          <ac:chgData name="严 蓓琦 (Yan BeiQi)" userId="8c39ec7c-8b0e-4c57-b58c-a0b5f7579881" providerId="ADAL" clId="{42F73073-5CAB-BD41-9FFB-9F4FA671AAFB}" dt="2022-06-14T08:36:43.985" v="426" actId="478"/>
          <ac:spMkLst>
            <pc:docMk/>
            <pc:sldMk cId="2486147161" sldId="1707"/>
            <ac:spMk id="20" creationId="{94D80AFF-6D0D-4FB3-98C3-A124E484A49B}"/>
          </ac:spMkLst>
        </pc:spChg>
        <pc:spChg chg="mod topLvl">
          <ac:chgData name="严 蓓琦 (Yan BeiQi)" userId="8c39ec7c-8b0e-4c57-b58c-a0b5f7579881" providerId="ADAL" clId="{42F73073-5CAB-BD41-9FFB-9F4FA671AAFB}" dt="2022-06-14T12:41:20.246" v="1195" actId="14100"/>
          <ac:spMkLst>
            <pc:docMk/>
            <pc:sldMk cId="2486147161" sldId="1707"/>
            <ac:spMk id="21" creationId="{73FC86B1-F385-4942-B525-0CB3F4C07BCB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22" creationId="{5784283B-5626-42C6-A03E-62382B67BB44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23" creationId="{D9989E64-A8C9-415D-B6C4-3FA3E0289485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24" creationId="{0ED7BEEB-7F29-44AF-8C54-3F88A3727B7F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25" creationId="{AD77BDF4-2297-4AD9-A4A0-51C85758BAB1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26" creationId="{D6D13872-A01C-4B37-AF5A-309F85C4F097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27" creationId="{5AA3C75E-A619-49B0-B74C-5B6839BCFFBC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28" creationId="{5A155A67-0CC1-496F-A7F6-C49EB260F1D8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29" creationId="{CCBF2DF5-17A8-442A-A4B5-3159D407CE99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30" creationId="{FA1368C9-304F-4FD4-9132-6BE09DFA8913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31" creationId="{55AAB807-5597-4877-AFE7-FABE02B290A1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32" creationId="{151DB071-9A8F-4FC6-8EBD-AD7CDDA76EAC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33" creationId="{1EEF0185-A8DC-4EB6-89CD-47ECABE6FD64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34" creationId="{53C6E745-D0E4-46D7-ADC4-598694CA9E69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35" creationId="{F5D692C0-04DB-4C4B-88A5-3DC3DA320C1C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36" creationId="{E1551B15-0D43-493C-B310-C77C86FFC3F1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37" creationId="{3DF1C8A6-E855-4707-B999-3284530C635F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38" creationId="{F64D1347-AB54-415D-A15A-7E74EE089D59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39" creationId="{C2D74210-544D-4151-9148-FB78ED7E4EC8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40" creationId="{780A5E77-5A75-47B5-8FE5-B1387DE63AC3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41" creationId="{E5F978B8-F424-47D5-9DA9-AB8F27B3A5DE}"/>
          </ac:spMkLst>
        </pc:spChg>
        <pc:spChg chg="mod">
          <ac:chgData name="严 蓓琦 (Yan BeiQi)" userId="8c39ec7c-8b0e-4c57-b58c-a0b5f7579881" providerId="ADAL" clId="{42F73073-5CAB-BD41-9FFB-9F4FA671AAFB}" dt="2022-06-14T08:32:31.968" v="371" actId="165"/>
          <ac:spMkLst>
            <pc:docMk/>
            <pc:sldMk cId="2486147161" sldId="1707"/>
            <ac:spMk id="42" creationId="{CD7EF298-F410-4E67-880E-80B37A9BDF82}"/>
          </ac:spMkLst>
        </pc:spChg>
        <pc:spChg chg="add mod">
          <ac:chgData name="严 蓓琦 (Yan BeiQi)" userId="8c39ec7c-8b0e-4c57-b58c-a0b5f7579881" providerId="ADAL" clId="{42F73073-5CAB-BD41-9FFB-9F4FA671AAFB}" dt="2022-06-14T08:42:10.192" v="502" actId="1076"/>
          <ac:spMkLst>
            <pc:docMk/>
            <pc:sldMk cId="2486147161" sldId="1707"/>
            <ac:spMk id="49" creationId="{7C5D102D-4664-CBFB-1BB4-D9F0519617FF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51" creationId="{E87051D9-A2F1-CD1E-1300-011A0DA200ED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52" creationId="{FD6E7EE6-F176-03A3-8C75-520B8CE86873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53" creationId="{D66F2D97-826B-F0E3-C93D-4EC74A374B2F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54" creationId="{4215F421-26FC-1DCC-DD21-440F9AC7EF1C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55" creationId="{3138E896-B27E-D06C-3C39-8D63D58DDBA4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56" creationId="{F561EE3C-9C0D-C93B-9C57-21A399071FEF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57" creationId="{8ABD7DF6-D588-5D66-14D7-F2649BC8C664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58" creationId="{E161312C-638C-A488-C08B-22E24E0FEAA6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59" creationId="{712F0D95-8843-59CE-0A17-B544871FE651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60" creationId="{BCCBAB21-9D78-F22C-A6FF-0D9C994C1D63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61" creationId="{D37F8E1E-6B1D-5B90-724F-D44DE92623AA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62" creationId="{51465BAD-9A9B-FDDD-6CC5-BAFD9D60B1B1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63" creationId="{CC4A491F-3E4A-B65C-6C09-52F6D2C2B365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64" creationId="{5975EB41-E45D-BD78-AA07-1372ABB6CA1D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65" creationId="{4DE5D96B-0A46-22E3-D6AF-7AF5716CA5BA}"/>
          </ac:spMkLst>
        </pc:spChg>
        <pc:spChg chg="mod">
          <ac:chgData name="严 蓓琦 (Yan BeiQi)" userId="8c39ec7c-8b0e-4c57-b58c-a0b5f7579881" providerId="ADAL" clId="{42F73073-5CAB-BD41-9FFB-9F4FA671AAFB}" dt="2022-06-14T08:42:03.457" v="500"/>
          <ac:spMkLst>
            <pc:docMk/>
            <pc:sldMk cId="2486147161" sldId="1707"/>
            <ac:spMk id="66" creationId="{20EF3EC6-833F-8FB6-7564-2F82D9B2C735}"/>
          </ac:spMkLst>
        </pc:spChg>
        <pc:spChg chg="add del mod">
          <ac:chgData name="严 蓓琦 (Yan BeiQi)" userId="8c39ec7c-8b0e-4c57-b58c-a0b5f7579881" providerId="ADAL" clId="{42F73073-5CAB-BD41-9FFB-9F4FA671AAFB}" dt="2022-06-14T08:42:46.838" v="524"/>
          <ac:spMkLst>
            <pc:docMk/>
            <pc:sldMk cId="2486147161" sldId="1707"/>
            <ac:spMk id="67" creationId="{5C688E07-F1D3-83E6-107B-259A2EB78340}"/>
          </ac:spMkLst>
        </pc:spChg>
        <pc:spChg chg="add mod">
          <ac:chgData name="严 蓓琦 (Yan BeiQi)" userId="8c39ec7c-8b0e-4c57-b58c-a0b5f7579881" providerId="ADAL" clId="{42F73073-5CAB-BD41-9FFB-9F4FA671AAFB}" dt="2022-06-14T12:41:23.575" v="1196" actId="14100"/>
          <ac:spMkLst>
            <pc:docMk/>
            <pc:sldMk cId="2486147161" sldId="1707"/>
            <ac:spMk id="68" creationId="{04EAF0EE-CFAA-09EE-BA54-10BF94550FCF}"/>
          </ac:spMkLst>
        </pc:spChg>
        <pc:spChg chg="add mod">
          <ac:chgData name="严 蓓琦 (Yan BeiQi)" userId="8c39ec7c-8b0e-4c57-b58c-a0b5f7579881" providerId="ADAL" clId="{42F73073-5CAB-BD41-9FFB-9F4FA671AAFB}" dt="2022-06-14T12:41:42.201" v="1214" actId="1037"/>
          <ac:spMkLst>
            <pc:docMk/>
            <pc:sldMk cId="2486147161" sldId="1707"/>
            <ac:spMk id="69" creationId="{DFF28448-13F9-11D8-671F-C8393B1B83F9}"/>
          </ac:spMkLst>
        </pc:spChg>
        <pc:spChg chg="add del mod">
          <ac:chgData name="严 蓓琦 (Yan BeiQi)" userId="8c39ec7c-8b0e-4c57-b58c-a0b5f7579881" providerId="ADAL" clId="{42F73073-5CAB-BD41-9FFB-9F4FA671AAFB}" dt="2022-06-14T08:43:13.229" v="530"/>
          <ac:spMkLst>
            <pc:docMk/>
            <pc:sldMk cId="2486147161" sldId="1707"/>
            <ac:spMk id="70" creationId="{82B20B08-C77D-ED6F-F51D-63DF000528B9}"/>
          </ac:spMkLst>
        </pc:spChg>
        <pc:spChg chg="add mod">
          <ac:chgData name="严 蓓琦 (Yan BeiQi)" userId="8c39ec7c-8b0e-4c57-b58c-a0b5f7579881" providerId="ADAL" clId="{42F73073-5CAB-BD41-9FFB-9F4FA671AAFB}" dt="2022-06-14T08:43:32.940" v="549" actId="1036"/>
          <ac:spMkLst>
            <pc:docMk/>
            <pc:sldMk cId="2486147161" sldId="1707"/>
            <ac:spMk id="71" creationId="{8CBBCB89-5798-EDB8-AB15-719141A0FEBB}"/>
          </ac:spMkLst>
        </pc:spChg>
        <pc:grpChg chg="del mod">
          <ac:chgData name="严 蓓琦 (Yan BeiQi)" userId="8c39ec7c-8b0e-4c57-b58c-a0b5f7579881" providerId="ADAL" clId="{42F73073-5CAB-BD41-9FFB-9F4FA671AAFB}" dt="2022-06-14T08:32:31.968" v="371" actId="165"/>
          <ac:grpSpMkLst>
            <pc:docMk/>
            <pc:sldMk cId="2486147161" sldId="1707"/>
            <ac:grpSpMk id="5" creationId="{65FDBBD8-A737-4D93-A657-E6DED0577378}"/>
          </ac:grpSpMkLst>
        </pc:grpChg>
        <pc:grpChg chg="del mod topLvl">
          <ac:chgData name="严 蓓琦 (Yan BeiQi)" userId="8c39ec7c-8b0e-4c57-b58c-a0b5f7579881" providerId="ADAL" clId="{42F73073-5CAB-BD41-9FFB-9F4FA671AAFB}" dt="2022-06-14T08:32:34.499" v="372" actId="478"/>
          <ac:grpSpMkLst>
            <pc:docMk/>
            <pc:sldMk cId="2486147161" sldId="1707"/>
            <ac:grpSpMk id="6" creationId="{454A8E6D-72DA-47C6-A378-ACE81BC62AD9}"/>
          </ac:grpSpMkLst>
        </pc:grpChg>
        <pc:grpChg chg="del mod topLvl">
          <ac:chgData name="严 蓓琦 (Yan BeiQi)" userId="8c39ec7c-8b0e-4c57-b58c-a0b5f7579881" providerId="ADAL" clId="{42F73073-5CAB-BD41-9FFB-9F4FA671AAFB}" dt="2022-06-14T12:39:59.600" v="1155" actId="165"/>
          <ac:grpSpMkLst>
            <pc:docMk/>
            <pc:sldMk cId="2486147161" sldId="1707"/>
            <ac:grpSpMk id="8" creationId="{D2419482-E3E2-4EAB-80C3-44122BACE84C}"/>
          </ac:grpSpMkLst>
        </pc:grpChg>
        <pc:grpChg chg="del mod topLvl">
          <ac:chgData name="严 蓓琦 (Yan BeiQi)" userId="8c39ec7c-8b0e-4c57-b58c-a0b5f7579881" providerId="ADAL" clId="{42F73073-5CAB-BD41-9FFB-9F4FA671AAFB}" dt="2022-06-14T08:42:30.704" v="504" actId="478"/>
          <ac:grpSpMkLst>
            <pc:docMk/>
            <pc:sldMk cId="2486147161" sldId="1707"/>
            <ac:grpSpMk id="9" creationId="{909959C2-1438-4042-BA5A-57D49225F1BC}"/>
          </ac:grpSpMkLst>
        </pc:grpChg>
        <pc:grpChg chg="del mod topLvl">
          <ac:chgData name="严 蓓琦 (Yan BeiQi)" userId="8c39ec7c-8b0e-4c57-b58c-a0b5f7579881" providerId="ADAL" clId="{42F73073-5CAB-BD41-9FFB-9F4FA671AAFB}" dt="2022-06-14T08:42:33.987" v="506" actId="478"/>
          <ac:grpSpMkLst>
            <pc:docMk/>
            <pc:sldMk cId="2486147161" sldId="1707"/>
            <ac:grpSpMk id="10" creationId="{0B1AFD91-08D7-45D6-9561-8D77B2A9C898}"/>
          </ac:grpSpMkLst>
        </pc:grpChg>
        <pc:grpChg chg="add mod">
          <ac:chgData name="严 蓓琦 (Yan BeiQi)" userId="8c39ec7c-8b0e-4c57-b58c-a0b5f7579881" providerId="ADAL" clId="{42F73073-5CAB-BD41-9FFB-9F4FA671AAFB}" dt="2022-06-14T08:42:15.872" v="503" actId="1076"/>
          <ac:grpSpMkLst>
            <pc:docMk/>
            <pc:sldMk cId="2486147161" sldId="1707"/>
            <ac:grpSpMk id="50" creationId="{C3139DB8-34E8-3FF5-CB83-033893535A3F}"/>
          </ac:grpSpMkLst>
        </pc:grpChg>
        <pc:picChg chg="add del mod">
          <ac:chgData name="严 蓓琦 (Yan BeiQi)" userId="8c39ec7c-8b0e-4c57-b58c-a0b5f7579881" providerId="ADAL" clId="{42F73073-5CAB-BD41-9FFB-9F4FA671AAFB}" dt="2022-06-14T08:42:02.235" v="499" actId="478"/>
          <ac:picMkLst>
            <pc:docMk/>
            <pc:sldMk cId="2486147161" sldId="1707"/>
            <ac:picMk id="44" creationId="{5992EDFB-7A9E-F227-E42C-241A04E1C499}"/>
          </ac:picMkLst>
        </pc:picChg>
        <pc:picChg chg="add del mod">
          <ac:chgData name="严 蓓琦 (Yan BeiQi)" userId="8c39ec7c-8b0e-4c57-b58c-a0b5f7579881" providerId="ADAL" clId="{42F73073-5CAB-BD41-9FFB-9F4FA671AAFB}" dt="2022-06-14T08:34:00.131" v="388"/>
          <ac:picMkLst>
            <pc:docMk/>
            <pc:sldMk cId="2486147161" sldId="1707"/>
            <ac:picMk id="46" creationId="{DA38BA81-4E2D-EA74-15C1-24D6A8C8791D}"/>
          </ac:picMkLst>
        </pc:picChg>
        <pc:picChg chg="add del mod">
          <ac:chgData name="严 蓓琦 (Yan BeiQi)" userId="8c39ec7c-8b0e-4c57-b58c-a0b5f7579881" providerId="ADAL" clId="{42F73073-5CAB-BD41-9FFB-9F4FA671AAFB}" dt="2022-06-14T08:35:17.439" v="399" actId="478"/>
          <ac:picMkLst>
            <pc:docMk/>
            <pc:sldMk cId="2486147161" sldId="1707"/>
            <ac:picMk id="48" creationId="{EC9ECBA1-5A42-7EBA-618C-09F7ED2CA2B8}"/>
          </ac:picMkLst>
        </pc:picChg>
        <pc:cxnChg chg="mod topLvl">
          <ac:chgData name="严 蓓琦 (Yan BeiQi)" userId="8c39ec7c-8b0e-4c57-b58c-a0b5f7579881" providerId="ADAL" clId="{42F73073-5CAB-BD41-9FFB-9F4FA671AAFB}" dt="2022-06-14T08:37:12.220" v="444" actId="1036"/>
          <ac:cxnSpMkLst>
            <pc:docMk/>
            <pc:sldMk cId="2486147161" sldId="1707"/>
            <ac:cxnSpMk id="7" creationId="{3B81BCD2-EA91-441C-A674-0044434AFF01}"/>
          </ac:cxnSpMkLst>
        </pc:cxnChg>
        <pc:cxnChg chg="mod topLvl">
          <ac:chgData name="严 蓓琦 (Yan BeiQi)" userId="8c39ec7c-8b0e-4c57-b58c-a0b5f7579881" providerId="ADAL" clId="{42F73073-5CAB-BD41-9FFB-9F4FA671AAFB}" dt="2022-06-14T08:38:11.636" v="473" actId="1035"/>
          <ac:cxnSpMkLst>
            <pc:docMk/>
            <pc:sldMk cId="2486147161" sldId="1707"/>
            <ac:cxnSpMk id="11" creationId="{EDDF32B8-5C9E-4334-B714-89CC9716E0BD}"/>
          </ac:cxnSpMkLst>
        </pc:cxnChg>
        <pc:cxnChg chg="mod topLvl">
          <ac:chgData name="严 蓓琦 (Yan BeiQi)" userId="8c39ec7c-8b0e-4c57-b58c-a0b5f7579881" providerId="ADAL" clId="{42F73073-5CAB-BD41-9FFB-9F4FA671AAFB}" dt="2022-06-14T08:38:11.636" v="473" actId="1035"/>
          <ac:cxnSpMkLst>
            <pc:docMk/>
            <pc:sldMk cId="2486147161" sldId="1707"/>
            <ac:cxnSpMk id="12" creationId="{F59CD9D4-66DD-49B3-8A91-2178738BE699}"/>
          </ac:cxnSpMkLst>
        </pc:cxnChg>
      </pc:sldChg>
      <pc:sldChg chg="addSp delSp modSp add del mod">
        <pc:chgData name="严 蓓琦 (Yan BeiQi)" userId="8c39ec7c-8b0e-4c57-b58c-a0b5f7579881" providerId="ADAL" clId="{42F73073-5CAB-BD41-9FFB-9F4FA671AAFB}" dt="2022-06-14T09:36:13.446" v="1081" actId="2696"/>
        <pc:sldMkLst>
          <pc:docMk/>
          <pc:sldMk cId="4119604823" sldId="1708"/>
        </pc:sldMkLst>
        <pc:spChg chg="mod">
          <ac:chgData name="严 蓓琦 (Yan BeiQi)" userId="8c39ec7c-8b0e-4c57-b58c-a0b5f7579881" providerId="ADAL" clId="{42F73073-5CAB-BD41-9FFB-9F4FA671AAFB}" dt="2022-06-14T08:55:31.297" v="683" actId="20577"/>
          <ac:spMkLst>
            <pc:docMk/>
            <pc:sldMk cId="4119604823" sldId="1708"/>
            <ac:spMk id="2" creationId="{1B476802-3DFA-49D8-B262-A6F12AC9AE9A}"/>
          </ac:spMkLst>
        </pc:spChg>
        <pc:spChg chg="del">
          <ac:chgData name="严 蓓琦 (Yan BeiQi)" userId="8c39ec7c-8b0e-4c57-b58c-a0b5f7579881" providerId="ADAL" clId="{42F73073-5CAB-BD41-9FFB-9F4FA671AAFB}" dt="2022-06-14T08:57:05.618" v="704" actId="478"/>
          <ac:spMkLst>
            <pc:docMk/>
            <pc:sldMk cId="4119604823" sldId="1708"/>
            <ac:spMk id="3" creationId="{9C1737FA-4681-47A5-9F4C-9F2A4585F717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6" creationId="{72100ED3-6380-4F13-BF5E-7C81A09C8D85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7" creationId="{415C40E7-C259-4E2A-8063-66011DDD61D3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8" creationId="{1B83BEEE-40EF-4E0B-9230-127C93EF289D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9" creationId="{A39BEC7E-9B49-40A6-B4DF-5CACE4F2EFC2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10" creationId="{6156C651-D79F-4158-AEE3-3AD24239F7CC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11" creationId="{1F7D7731-E335-4D5E-8C6B-F4331C02C3F9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13" creationId="{BEE72C6A-690E-4CA6-B7A2-F22A12609031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14" creationId="{07AD0EA0-BBF6-49C5-B99A-85A332C27036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15" creationId="{6AC1F7A9-0869-42A7-9B06-C3B43242C83C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16" creationId="{909BCFF4-A03B-4D87-9BE5-C0B697E71F08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17" creationId="{68BFBD13-C76B-45A4-B7F8-2CB6C41B0FDE}"/>
          </ac:spMkLst>
        </pc:spChg>
        <pc:spChg chg="del mod topLvl">
          <ac:chgData name="严 蓓琦 (Yan BeiQi)" userId="8c39ec7c-8b0e-4c57-b58c-a0b5f7579881" providerId="ADAL" clId="{42F73073-5CAB-BD41-9FFB-9F4FA671AAFB}" dt="2022-06-14T08:59:53.376" v="729" actId="478"/>
          <ac:spMkLst>
            <pc:docMk/>
            <pc:sldMk cId="4119604823" sldId="1708"/>
            <ac:spMk id="18" creationId="{FB00B326-6B09-46A3-B0B1-22D858109FDA}"/>
          </ac:spMkLst>
        </pc:spChg>
        <pc:spChg chg="mod topLvl">
          <ac:chgData name="严 蓓琦 (Yan BeiQi)" userId="8c39ec7c-8b0e-4c57-b58c-a0b5f7579881" providerId="ADAL" clId="{42F73073-5CAB-BD41-9FFB-9F4FA671AAFB}" dt="2022-06-14T08:59:04.627" v="722" actId="164"/>
          <ac:spMkLst>
            <pc:docMk/>
            <pc:sldMk cId="4119604823" sldId="1708"/>
            <ac:spMk id="22" creationId="{25958011-97A8-4809-84F6-01F1FCA6BA0B}"/>
          </ac:spMkLst>
        </pc:spChg>
        <pc:spChg chg="mod topLvl">
          <ac:chgData name="严 蓓琦 (Yan BeiQi)" userId="8c39ec7c-8b0e-4c57-b58c-a0b5f7579881" providerId="ADAL" clId="{42F73073-5CAB-BD41-9FFB-9F4FA671AAFB}" dt="2022-06-14T08:59:23.678" v="724" actId="164"/>
          <ac:spMkLst>
            <pc:docMk/>
            <pc:sldMk cId="4119604823" sldId="1708"/>
            <ac:spMk id="23" creationId="{07EABA58-7A82-42AA-B5DF-3908B4167210}"/>
          </ac:spMkLst>
        </pc:spChg>
        <pc:spChg chg="mod topLvl">
          <ac:chgData name="严 蓓琦 (Yan BeiQi)" userId="8c39ec7c-8b0e-4c57-b58c-a0b5f7579881" providerId="ADAL" clId="{42F73073-5CAB-BD41-9FFB-9F4FA671AAFB}" dt="2022-06-14T08:59:13.830" v="723" actId="164"/>
          <ac:spMkLst>
            <pc:docMk/>
            <pc:sldMk cId="4119604823" sldId="1708"/>
            <ac:spMk id="24" creationId="{2D2B8D25-14F0-4D13-87F8-6A36A8664477}"/>
          </ac:spMkLst>
        </pc:spChg>
        <pc:spChg chg="del">
          <ac:chgData name="严 蓓琦 (Yan BeiQi)" userId="8c39ec7c-8b0e-4c57-b58c-a0b5f7579881" providerId="ADAL" clId="{42F73073-5CAB-BD41-9FFB-9F4FA671AAFB}" dt="2022-06-14T08:56:59.983" v="703" actId="478"/>
          <ac:spMkLst>
            <pc:docMk/>
            <pc:sldMk cId="4119604823" sldId="1708"/>
            <ac:spMk id="25" creationId="{E09E8AD1-2E25-484C-9D80-52CAB9A32D68}"/>
          </ac:spMkLst>
        </pc:spChg>
        <pc:spChg chg="del">
          <ac:chgData name="严 蓓琦 (Yan BeiQi)" userId="8c39ec7c-8b0e-4c57-b58c-a0b5f7579881" providerId="ADAL" clId="{42F73073-5CAB-BD41-9FFB-9F4FA671AAFB}" dt="2022-06-14T08:56:52.920" v="702" actId="478"/>
          <ac:spMkLst>
            <pc:docMk/>
            <pc:sldMk cId="4119604823" sldId="1708"/>
            <ac:spMk id="26" creationId="{82F4826F-08C7-43A0-95F0-A5B5E7EC82CB}"/>
          </ac:spMkLst>
        </pc:spChg>
        <pc:spChg chg="del">
          <ac:chgData name="严 蓓琦 (Yan BeiQi)" userId="8c39ec7c-8b0e-4c57-b58c-a0b5f7579881" providerId="ADAL" clId="{42F73073-5CAB-BD41-9FFB-9F4FA671AAFB}" dt="2022-06-14T08:56:12.977" v="686" actId="478"/>
          <ac:spMkLst>
            <pc:docMk/>
            <pc:sldMk cId="4119604823" sldId="1708"/>
            <ac:spMk id="27" creationId="{CE0FD087-1B61-4501-882E-180592182228}"/>
          </ac:spMkLst>
        </pc:spChg>
        <pc:spChg chg="mod">
          <ac:chgData name="严 蓓琦 (Yan BeiQi)" userId="8c39ec7c-8b0e-4c57-b58c-a0b5f7579881" providerId="ADAL" clId="{42F73073-5CAB-BD41-9FFB-9F4FA671AAFB}" dt="2022-06-14T08:58:56.674" v="721" actId="165"/>
          <ac:spMkLst>
            <pc:docMk/>
            <pc:sldMk cId="4119604823" sldId="1708"/>
            <ac:spMk id="28" creationId="{AD14A547-8E06-4472-9B25-F10547A8FB3F}"/>
          </ac:spMkLst>
        </pc:spChg>
        <pc:spChg chg="add del mod">
          <ac:chgData name="严 蓓琦 (Yan BeiQi)" userId="8c39ec7c-8b0e-4c57-b58c-a0b5f7579881" providerId="ADAL" clId="{42F73073-5CAB-BD41-9FFB-9F4FA671AAFB}" dt="2022-06-14T08:58:56.674" v="721" actId="165"/>
          <ac:spMkLst>
            <pc:docMk/>
            <pc:sldMk cId="4119604823" sldId="1708"/>
            <ac:spMk id="29" creationId="{94D3B5F6-7267-4147-9261-0912E3D4E09E}"/>
          </ac:spMkLst>
        </pc:spChg>
        <pc:spChg chg="mod">
          <ac:chgData name="严 蓓琦 (Yan BeiQi)" userId="8c39ec7c-8b0e-4c57-b58c-a0b5f7579881" providerId="ADAL" clId="{42F73073-5CAB-BD41-9FFB-9F4FA671AAFB}" dt="2022-06-14T08:58:56.674" v="721" actId="165"/>
          <ac:spMkLst>
            <pc:docMk/>
            <pc:sldMk cId="4119604823" sldId="1708"/>
            <ac:spMk id="30" creationId="{691CFBC1-55FE-4A05-BE81-D8E609640949}"/>
          </ac:spMkLst>
        </pc:spChg>
        <pc:spChg chg="mod">
          <ac:chgData name="严 蓓琦 (Yan BeiQi)" userId="8c39ec7c-8b0e-4c57-b58c-a0b5f7579881" providerId="ADAL" clId="{42F73073-5CAB-BD41-9FFB-9F4FA671AAFB}" dt="2022-06-14T08:58:56.674" v="721" actId="165"/>
          <ac:spMkLst>
            <pc:docMk/>
            <pc:sldMk cId="4119604823" sldId="1708"/>
            <ac:spMk id="31" creationId="{E14EC1F8-ECB3-429B-817F-C89C398ED655}"/>
          </ac:spMkLst>
        </pc:spChg>
        <pc:spChg chg="mod">
          <ac:chgData name="严 蓓琦 (Yan BeiQi)" userId="8c39ec7c-8b0e-4c57-b58c-a0b5f7579881" providerId="ADAL" clId="{42F73073-5CAB-BD41-9FFB-9F4FA671AAFB}" dt="2022-06-14T08:58:56.674" v="721" actId="165"/>
          <ac:spMkLst>
            <pc:docMk/>
            <pc:sldMk cId="4119604823" sldId="1708"/>
            <ac:spMk id="32" creationId="{5C52919A-D7E1-4C5C-80C9-22887C69E56B}"/>
          </ac:spMkLst>
        </pc:spChg>
        <pc:spChg chg="mod">
          <ac:chgData name="严 蓓琦 (Yan BeiQi)" userId="8c39ec7c-8b0e-4c57-b58c-a0b5f7579881" providerId="ADAL" clId="{42F73073-5CAB-BD41-9FFB-9F4FA671AAFB}" dt="2022-06-14T08:58:56.674" v="721" actId="165"/>
          <ac:spMkLst>
            <pc:docMk/>
            <pc:sldMk cId="4119604823" sldId="1708"/>
            <ac:spMk id="33" creationId="{0B72FC42-2D6D-4D21-BC51-A3435BF32B71}"/>
          </ac:spMkLst>
        </pc:spChg>
        <pc:spChg chg="add del mod">
          <ac:chgData name="严 蓓琦 (Yan BeiQi)" userId="8c39ec7c-8b0e-4c57-b58c-a0b5f7579881" providerId="ADAL" clId="{42F73073-5CAB-BD41-9FFB-9F4FA671AAFB}" dt="2022-06-14T08:58:35.006" v="718"/>
          <ac:spMkLst>
            <pc:docMk/>
            <pc:sldMk cId="4119604823" sldId="1708"/>
            <ac:spMk id="34" creationId="{8B6DD864-FCE9-D801-1DA5-D44018967AB4}"/>
          </ac:spMkLst>
        </pc:spChg>
        <pc:spChg chg="add del mod">
          <ac:chgData name="严 蓓琦 (Yan BeiQi)" userId="8c39ec7c-8b0e-4c57-b58c-a0b5f7579881" providerId="ADAL" clId="{42F73073-5CAB-BD41-9FFB-9F4FA671AAFB}" dt="2022-06-14T08:59:28.040" v="726"/>
          <ac:spMkLst>
            <pc:docMk/>
            <pc:sldMk cId="4119604823" sldId="1708"/>
            <ac:spMk id="39" creationId="{868799E5-7EDF-4D80-15D3-AC97301BF856}"/>
          </ac:spMkLst>
        </pc:spChg>
        <pc:spChg chg="mod">
          <ac:chgData name="严 蓓琦 (Yan BeiQi)" userId="8c39ec7c-8b0e-4c57-b58c-a0b5f7579881" providerId="ADAL" clId="{42F73073-5CAB-BD41-9FFB-9F4FA671AAFB}" dt="2022-06-14T09:04:05.421" v="760" actId="197"/>
          <ac:spMkLst>
            <pc:docMk/>
            <pc:sldMk cId="4119604823" sldId="1708"/>
            <ac:spMk id="42" creationId="{941214FC-5B1B-279D-F926-9D2DD5E96A74}"/>
          </ac:spMkLst>
        </pc:spChg>
        <pc:spChg chg="mod">
          <ac:chgData name="严 蓓琦 (Yan BeiQi)" userId="8c39ec7c-8b0e-4c57-b58c-a0b5f7579881" providerId="ADAL" clId="{42F73073-5CAB-BD41-9FFB-9F4FA671AAFB}" dt="2022-06-14T08:59:29.240" v="727"/>
          <ac:spMkLst>
            <pc:docMk/>
            <pc:sldMk cId="4119604823" sldId="1708"/>
            <ac:spMk id="43" creationId="{8E2CB94F-2375-2315-C8A9-5DF85B8F3430}"/>
          </ac:spMkLst>
        </pc:spChg>
        <pc:spChg chg="mod">
          <ac:chgData name="严 蓓琦 (Yan BeiQi)" userId="8c39ec7c-8b0e-4c57-b58c-a0b5f7579881" providerId="ADAL" clId="{42F73073-5CAB-BD41-9FFB-9F4FA671AAFB}" dt="2022-06-14T09:06:58.467" v="814" actId="20577"/>
          <ac:spMkLst>
            <pc:docMk/>
            <pc:sldMk cId="4119604823" sldId="1708"/>
            <ac:spMk id="44" creationId="{967EC778-3A51-2E81-CFD0-063CA7CCCF00}"/>
          </ac:spMkLst>
        </pc:spChg>
        <pc:spChg chg="mod">
          <ac:chgData name="严 蓓琦 (Yan BeiQi)" userId="8c39ec7c-8b0e-4c57-b58c-a0b5f7579881" providerId="ADAL" clId="{42F73073-5CAB-BD41-9FFB-9F4FA671AAFB}" dt="2022-06-14T09:00:04.568" v="731"/>
          <ac:spMkLst>
            <pc:docMk/>
            <pc:sldMk cId="4119604823" sldId="1708"/>
            <ac:spMk id="47" creationId="{880B861D-918B-BB57-311D-F7BCBBD4D92C}"/>
          </ac:spMkLst>
        </pc:spChg>
        <pc:spChg chg="mod">
          <ac:chgData name="严 蓓琦 (Yan BeiQi)" userId="8c39ec7c-8b0e-4c57-b58c-a0b5f7579881" providerId="ADAL" clId="{42F73073-5CAB-BD41-9FFB-9F4FA671AAFB}" dt="2022-06-14T09:00:24.670" v="738" actId="1076"/>
          <ac:spMkLst>
            <pc:docMk/>
            <pc:sldMk cId="4119604823" sldId="1708"/>
            <ac:spMk id="48" creationId="{3E3ED93F-7C0B-5E07-4A31-9B3954784EED}"/>
          </ac:spMkLst>
        </pc:spChg>
        <pc:spChg chg="mod">
          <ac:chgData name="严 蓓琦 (Yan BeiQi)" userId="8c39ec7c-8b0e-4c57-b58c-a0b5f7579881" providerId="ADAL" clId="{42F73073-5CAB-BD41-9FFB-9F4FA671AAFB}" dt="2022-06-14T09:07:03.545" v="815" actId="20577"/>
          <ac:spMkLst>
            <pc:docMk/>
            <pc:sldMk cId="4119604823" sldId="1708"/>
            <ac:spMk id="49" creationId="{29FB6FE8-9D8D-D545-C568-8797D6D25E1E}"/>
          </ac:spMkLst>
        </pc:spChg>
        <pc:spChg chg="mod">
          <ac:chgData name="严 蓓琦 (Yan BeiQi)" userId="8c39ec7c-8b0e-4c57-b58c-a0b5f7579881" providerId="ADAL" clId="{42F73073-5CAB-BD41-9FFB-9F4FA671AAFB}" dt="2022-06-14T09:00:11.655" v="733"/>
          <ac:spMkLst>
            <pc:docMk/>
            <pc:sldMk cId="4119604823" sldId="1708"/>
            <ac:spMk id="52" creationId="{8C9A82A7-C140-CD9B-A2C5-7A9C71A53896}"/>
          </ac:spMkLst>
        </pc:spChg>
        <pc:spChg chg="mod">
          <ac:chgData name="严 蓓琦 (Yan BeiQi)" userId="8c39ec7c-8b0e-4c57-b58c-a0b5f7579881" providerId="ADAL" clId="{42F73073-5CAB-BD41-9FFB-9F4FA671AAFB}" dt="2022-06-14T09:00:11.655" v="733"/>
          <ac:spMkLst>
            <pc:docMk/>
            <pc:sldMk cId="4119604823" sldId="1708"/>
            <ac:spMk id="53" creationId="{325968EB-5496-096D-BF27-1C4500DB6A60}"/>
          </ac:spMkLst>
        </pc:spChg>
        <pc:spChg chg="mod">
          <ac:chgData name="严 蓓琦 (Yan BeiQi)" userId="8c39ec7c-8b0e-4c57-b58c-a0b5f7579881" providerId="ADAL" clId="{42F73073-5CAB-BD41-9FFB-9F4FA671AAFB}" dt="2022-06-14T09:07:06.996" v="816" actId="20577"/>
          <ac:spMkLst>
            <pc:docMk/>
            <pc:sldMk cId="4119604823" sldId="1708"/>
            <ac:spMk id="54" creationId="{7D2FB9D3-C920-ACF1-4694-D09C1596AB72}"/>
          </ac:spMkLst>
        </pc:spChg>
        <pc:spChg chg="mod">
          <ac:chgData name="严 蓓琦 (Yan BeiQi)" userId="8c39ec7c-8b0e-4c57-b58c-a0b5f7579881" providerId="ADAL" clId="{42F73073-5CAB-BD41-9FFB-9F4FA671AAFB}" dt="2022-06-14T09:03:07.312" v="754"/>
          <ac:spMkLst>
            <pc:docMk/>
            <pc:sldMk cId="4119604823" sldId="1708"/>
            <ac:spMk id="57" creationId="{DE9D1AD0-5BC3-A211-49DB-49A5FE011AAD}"/>
          </ac:spMkLst>
        </pc:spChg>
        <pc:spChg chg="mod">
          <ac:chgData name="严 蓓琦 (Yan BeiQi)" userId="8c39ec7c-8b0e-4c57-b58c-a0b5f7579881" providerId="ADAL" clId="{42F73073-5CAB-BD41-9FFB-9F4FA671AAFB}" dt="2022-06-14T09:03:07.312" v="754"/>
          <ac:spMkLst>
            <pc:docMk/>
            <pc:sldMk cId="4119604823" sldId="1708"/>
            <ac:spMk id="58" creationId="{3D442E67-3268-91CB-6EBE-D227CF85524C}"/>
          </ac:spMkLst>
        </pc:spChg>
        <pc:spChg chg="mod">
          <ac:chgData name="严 蓓琦 (Yan BeiQi)" userId="8c39ec7c-8b0e-4c57-b58c-a0b5f7579881" providerId="ADAL" clId="{42F73073-5CAB-BD41-9FFB-9F4FA671AAFB}" dt="2022-06-14T09:03:07.312" v="754"/>
          <ac:spMkLst>
            <pc:docMk/>
            <pc:sldMk cId="4119604823" sldId="1708"/>
            <ac:spMk id="59" creationId="{E6F64423-3CF8-8B33-3BBF-C49141446997}"/>
          </ac:spMkLst>
        </pc:spChg>
        <pc:spChg chg="mod">
          <ac:chgData name="严 蓓琦 (Yan BeiQi)" userId="8c39ec7c-8b0e-4c57-b58c-a0b5f7579881" providerId="ADAL" clId="{42F73073-5CAB-BD41-9FFB-9F4FA671AAFB}" dt="2022-06-14T09:03:07.312" v="754"/>
          <ac:spMkLst>
            <pc:docMk/>
            <pc:sldMk cId="4119604823" sldId="1708"/>
            <ac:spMk id="62" creationId="{03368521-C35E-24CD-ACCF-93B3C4C7D27B}"/>
          </ac:spMkLst>
        </pc:spChg>
        <pc:spChg chg="mod">
          <ac:chgData name="严 蓓琦 (Yan BeiQi)" userId="8c39ec7c-8b0e-4c57-b58c-a0b5f7579881" providerId="ADAL" clId="{42F73073-5CAB-BD41-9FFB-9F4FA671AAFB}" dt="2022-06-14T09:03:07.312" v="754"/>
          <ac:spMkLst>
            <pc:docMk/>
            <pc:sldMk cId="4119604823" sldId="1708"/>
            <ac:spMk id="63" creationId="{CB1B8579-370C-D45F-2884-7916D637FED7}"/>
          </ac:spMkLst>
        </pc:spChg>
        <pc:spChg chg="mod">
          <ac:chgData name="严 蓓琦 (Yan BeiQi)" userId="8c39ec7c-8b0e-4c57-b58c-a0b5f7579881" providerId="ADAL" clId="{42F73073-5CAB-BD41-9FFB-9F4FA671AAFB}" dt="2022-06-14T09:03:07.312" v="754"/>
          <ac:spMkLst>
            <pc:docMk/>
            <pc:sldMk cId="4119604823" sldId="1708"/>
            <ac:spMk id="64" creationId="{A5270CCC-4A5F-255C-DB05-4BFA147A280B}"/>
          </ac:spMkLst>
        </pc:spChg>
        <pc:spChg chg="mod">
          <ac:chgData name="严 蓓琦 (Yan BeiQi)" userId="8c39ec7c-8b0e-4c57-b58c-a0b5f7579881" providerId="ADAL" clId="{42F73073-5CAB-BD41-9FFB-9F4FA671AAFB}" dt="2022-06-14T09:03:07.312" v="754"/>
          <ac:spMkLst>
            <pc:docMk/>
            <pc:sldMk cId="4119604823" sldId="1708"/>
            <ac:spMk id="67" creationId="{E94FD32D-CFEF-D20F-23ED-549B5A1B0D1E}"/>
          </ac:spMkLst>
        </pc:spChg>
        <pc:spChg chg="mod">
          <ac:chgData name="严 蓓琦 (Yan BeiQi)" userId="8c39ec7c-8b0e-4c57-b58c-a0b5f7579881" providerId="ADAL" clId="{42F73073-5CAB-BD41-9FFB-9F4FA671AAFB}" dt="2022-06-14T09:03:07.312" v="754"/>
          <ac:spMkLst>
            <pc:docMk/>
            <pc:sldMk cId="4119604823" sldId="1708"/>
            <ac:spMk id="68" creationId="{91064510-84B1-9709-E9FF-1544DA04A5A1}"/>
          </ac:spMkLst>
        </pc:spChg>
        <pc:spChg chg="mod">
          <ac:chgData name="严 蓓琦 (Yan BeiQi)" userId="8c39ec7c-8b0e-4c57-b58c-a0b5f7579881" providerId="ADAL" clId="{42F73073-5CAB-BD41-9FFB-9F4FA671AAFB}" dt="2022-06-14T09:03:07.312" v="754"/>
          <ac:spMkLst>
            <pc:docMk/>
            <pc:sldMk cId="4119604823" sldId="1708"/>
            <ac:spMk id="69" creationId="{7B6E73BA-9FAC-D794-0721-94D0DBE3DC0B}"/>
          </ac:spMkLst>
        </pc:spChg>
        <pc:spChg chg="add mod">
          <ac:chgData name="严 蓓琦 (Yan BeiQi)" userId="8c39ec7c-8b0e-4c57-b58c-a0b5f7579881" providerId="ADAL" clId="{42F73073-5CAB-BD41-9FFB-9F4FA671AAFB}" dt="2022-06-14T09:11:48.545" v="911" actId="20577"/>
          <ac:spMkLst>
            <pc:docMk/>
            <pc:sldMk cId="4119604823" sldId="1708"/>
            <ac:spMk id="70" creationId="{73202C26-4E54-58B5-C1FB-48AD95494DEC}"/>
          </ac:spMkLst>
        </pc:spChg>
        <pc:spChg chg="add mod">
          <ac:chgData name="严 蓓琦 (Yan BeiQi)" userId="8c39ec7c-8b0e-4c57-b58c-a0b5f7579881" providerId="ADAL" clId="{42F73073-5CAB-BD41-9FFB-9F4FA671AAFB}" dt="2022-06-14T09:11:28.019" v="900" actId="20577"/>
          <ac:spMkLst>
            <pc:docMk/>
            <pc:sldMk cId="4119604823" sldId="1708"/>
            <ac:spMk id="71" creationId="{7575E26B-60D7-BDB5-8710-B9B3833B1604}"/>
          </ac:spMkLst>
        </pc:spChg>
        <pc:spChg chg="add mod">
          <ac:chgData name="严 蓓琦 (Yan BeiQi)" userId="8c39ec7c-8b0e-4c57-b58c-a0b5f7579881" providerId="ADAL" clId="{42F73073-5CAB-BD41-9FFB-9F4FA671AAFB}" dt="2022-06-14T09:10:09.319" v="857" actId="164"/>
          <ac:spMkLst>
            <pc:docMk/>
            <pc:sldMk cId="4119604823" sldId="1708"/>
            <ac:spMk id="72" creationId="{21374091-48A7-620B-F69B-33CF49D10C00}"/>
          </ac:spMkLst>
        </pc:spChg>
        <pc:spChg chg="add mod">
          <ac:chgData name="严 蓓琦 (Yan BeiQi)" userId="8c39ec7c-8b0e-4c57-b58c-a0b5f7579881" providerId="ADAL" clId="{42F73073-5CAB-BD41-9FFB-9F4FA671AAFB}" dt="2022-06-14T09:12:10.427" v="915" actId="1076"/>
          <ac:spMkLst>
            <pc:docMk/>
            <pc:sldMk cId="4119604823" sldId="1708"/>
            <ac:spMk id="73" creationId="{55402F81-2672-606C-E543-F2DC1AA39516}"/>
          </ac:spMkLst>
        </pc:spChg>
        <pc:grpChg chg="del">
          <ac:chgData name="严 蓓琦 (Yan BeiQi)" userId="8c39ec7c-8b0e-4c57-b58c-a0b5f7579881" providerId="ADAL" clId="{42F73073-5CAB-BD41-9FFB-9F4FA671AAFB}" dt="2022-06-14T08:58:18.001" v="714" actId="165"/>
          <ac:grpSpMkLst>
            <pc:docMk/>
            <pc:sldMk cId="4119604823" sldId="1708"/>
            <ac:grpSpMk id="5" creationId="{A39A6CFC-7DCE-46AC-9D6A-C67B39088EC9}"/>
          </ac:grpSpMkLst>
        </pc:grpChg>
        <pc:grpChg chg="del mod topLvl">
          <ac:chgData name="严 蓓琦 (Yan BeiQi)" userId="8c39ec7c-8b0e-4c57-b58c-a0b5f7579881" providerId="ADAL" clId="{42F73073-5CAB-BD41-9FFB-9F4FA671AAFB}" dt="2022-06-14T08:58:56.674" v="721" actId="165"/>
          <ac:grpSpMkLst>
            <pc:docMk/>
            <pc:sldMk cId="4119604823" sldId="1708"/>
            <ac:grpSpMk id="12" creationId="{C44D7051-248A-44CD-ACFA-EF14B59B5F6E}"/>
          </ac:grpSpMkLst>
        </pc:grpChg>
        <pc:grpChg chg="mod topLvl">
          <ac:chgData name="严 蓓琦 (Yan BeiQi)" userId="8c39ec7c-8b0e-4c57-b58c-a0b5f7579881" providerId="ADAL" clId="{42F73073-5CAB-BD41-9FFB-9F4FA671AAFB}" dt="2022-06-14T08:59:04.627" v="722" actId="164"/>
          <ac:grpSpMkLst>
            <pc:docMk/>
            <pc:sldMk cId="4119604823" sldId="1708"/>
            <ac:grpSpMk id="19" creationId="{9BA24D6A-C278-4CD0-B82A-1E7E3F7B61FF}"/>
          </ac:grpSpMkLst>
        </pc:grpChg>
        <pc:grpChg chg="mod topLvl">
          <ac:chgData name="严 蓓琦 (Yan BeiQi)" userId="8c39ec7c-8b0e-4c57-b58c-a0b5f7579881" providerId="ADAL" clId="{42F73073-5CAB-BD41-9FFB-9F4FA671AAFB}" dt="2022-06-14T08:59:23.678" v="724" actId="164"/>
          <ac:grpSpMkLst>
            <pc:docMk/>
            <pc:sldMk cId="4119604823" sldId="1708"/>
            <ac:grpSpMk id="20" creationId="{3ED54999-6701-46C5-84B1-1BCC29D1DDE7}"/>
          </ac:grpSpMkLst>
        </pc:grpChg>
        <pc:grpChg chg="add del mod topLvl">
          <ac:chgData name="严 蓓琦 (Yan BeiQi)" userId="8c39ec7c-8b0e-4c57-b58c-a0b5f7579881" providerId="ADAL" clId="{42F73073-5CAB-BD41-9FFB-9F4FA671AAFB}" dt="2022-06-14T08:59:13.830" v="723" actId="164"/>
          <ac:grpSpMkLst>
            <pc:docMk/>
            <pc:sldMk cId="4119604823" sldId="1708"/>
            <ac:grpSpMk id="21" creationId="{5C3F6DEA-E287-46B9-ABDC-F437BEC79BCD}"/>
          </ac:grpSpMkLst>
        </pc:grpChg>
        <pc:grpChg chg="add mod">
          <ac:chgData name="严 蓓琦 (Yan BeiQi)" userId="8c39ec7c-8b0e-4c57-b58c-a0b5f7579881" providerId="ADAL" clId="{42F73073-5CAB-BD41-9FFB-9F4FA671AAFB}" dt="2022-06-14T08:58:47.039" v="720" actId="338"/>
          <ac:grpSpMkLst>
            <pc:docMk/>
            <pc:sldMk cId="4119604823" sldId="1708"/>
            <ac:grpSpMk id="35" creationId="{A3E1E280-FA6B-5253-6895-B08CEED0B8B1}"/>
          </ac:grpSpMkLst>
        </pc:grpChg>
        <pc:grpChg chg="add mod">
          <ac:chgData name="严 蓓琦 (Yan BeiQi)" userId="8c39ec7c-8b0e-4c57-b58c-a0b5f7579881" providerId="ADAL" clId="{42F73073-5CAB-BD41-9FFB-9F4FA671AAFB}" dt="2022-06-14T09:10:09.319" v="857" actId="164"/>
          <ac:grpSpMkLst>
            <pc:docMk/>
            <pc:sldMk cId="4119604823" sldId="1708"/>
            <ac:grpSpMk id="36" creationId="{D9523A97-E044-E799-8447-0F98CC9923BE}"/>
          </ac:grpSpMkLst>
        </pc:grpChg>
        <pc:grpChg chg="add mod">
          <ac:chgData name="严 蓓琦 (Yan BeiQi)" userId="8c39ec7c-8b0e-4c57-b58c-a0b5f7579881" providerId="ADAL" clId="{42F73073-5CAB-BD41-9FFB-9F4FA671AAFB}" dt="2022-06-14T09:10:09.319" v="857" actId="164"/>
          <ac:grpSpMkLst>
            <pc:docMk/>
            <pc:sldMk cId="4119604823" sldId="1708"/>
            <ac:grpSpMk id="37" creationId="{2AA4B3BC-E293-06D9-6602-E64DEE15EB5F}"/>
          </ac:grpSpMkLst>
        </pc:grpChg>
        <pc:grpChg chg="add mod">
          <ac:chgData name="严 蓓琦 (Yan BeiQi)" userId="8c39ec7c-8b0e-4c57-b58c-a0b5f7579881" providerId="ADAL" clId="{42F73073-5CAB-BD41-9FFB-9F4FA671AAFB}" dt="2022-06-14T09:10:09.319" v="857" actId="164"/>
          <ac:grpSpMkLst>
            <pc:docMk/>
            <pc:sldMk cId="4119604823" sldId="1708"/>
            <ac:grpSpMk id="38" creationId="{686A33F2-C01B-BD4E-CF57-7A29A68999A2}"/>
          </ac:grpSpMkLst>
        </pc:grpChg>
        <pc:grpChg chg="add del mod">
          <ac:chgData name="严 蓓琦 (Yan BeiQi)" userId="8c39ec7c-8b0e-4c57-b58c-a0b5f7579881" providerId="ADAL" clId="{42F73073-5CAB-BD41-9FFB-9F4FA671AAFB}" dt="2022-06-14T09:10:09.319" v="857" actId="164"/>
          <ac:grpSpMkLst>
            <pc:docMk/>
            <pc:sldMk cId="4119604823" sldId="1708"/>
            <ac:grpSpMk id="40" creationId="{0F038A4D-0C26-21DE-A652-0D76F6128C18}"/>
          </ac:grpSpMkLst>
        </pc:grpChg>
        <pc:grpChg chg="mod">
          <ac:chgData name="严 蓓琦 (Yan BeiQi)" userId="8c39ec7c-8b0e-4c57-b58c-a0b5f7579881" providerId="ADAL" clId="{42F73073-5CAB-BD41-9FFB-9F4FA671AAFB}" dt="2022-06-14T08:59:29.240" v="727"/>
          <ac:grpSpMkLst>
            <pc:docMk/>
            <pc:sldMk cId="4119604823" sldId="1708"/>
            <ac:grpSpMk id="41" creationId="{BD2836D4-92FD-B0D4-528B-03D0AC26C52C}"/>
          </ac:grpSpMkLst>
        </pc:grpChg>
        <pc:grpChg chg="add del mod">
          <ac:chgData name="严 蓓琦 (Yan BeiQi)" userId="8c39ec7c-8b0e-4c57-b58c-a0b5f7579881" providerId="ADAL" clId="{42F73073-5CAB-BD41-9FFB-9F4FA671AAFB}" dt="2022-06-14T09:10:09.319" v="857" actId="164"/>
          <ac:grpSpMkLst>
            <pc:docMk/>
            <pc:sldMk cId="4119604823" sldId="1708"/>
            <ac:grpSpMk id="45" creationId="{2CA24A08-96B9-CE32-F4C5-2A8ECA97024C}"/>
          </ac:grpSpMkLst>
        </pc:grpChg>
        <pc:grpChg chg="mod">
          <ac:chgData name="严 蓓琦 (Yan BeiQi)" userId="8c39ec7c-8b0e-4c57-b58c-a0b5f7579881" providerId="ADAL" clId="{42F73073-5CAB-BD41-9FFB-9F4FA671AAFB}" dt="2022-06-14T09:00:04.568" v="731"/>
          <ac:grpSpMkLst>
            <pc:docMk/>
            <pc:sldMk cId="4119604823" sldId="1708"/>
            <ac:grpSpMk id="46" creationId="{67066CF3-C1A1-5ED9-85CE-F0502066723D}"/>
          </ac:grpSpMkLst>
        </pc:grpChg>
        <pc:grpChg chg="add del mod">
          <ac:chgData name="严 蓓琦 (Yan BeiQi)" userId="8c39ec7c-8b0e-4c57-b58c-a0b5f7579881" providerId="ADAL" clId="{42F73073-5CAB-BD41-9FFB-9F4FA671AAFB}" dt="2022-06-14T09:10:09.319" v="857" actId="164"/>
          <ac:grpSpMkLst>
            <pc:docMk/>
            <pc:sldMk cId="4119604823" sldId="1708"/>
            <ac:grpSpMk id="50" creationId="{A674F255-9382-E76C-BE36-2028B915BA45}"/>
          </ac:grpSpMkLst>
        </pc:grpChg>
        <pc:grpChg chg="mod">
          <ac:chgData name="严 蓓琦 (Yan BeiQi)" userId="8c39ec7c-8b0e-4c57-b58c-a0b5f7579881" providerId="ADAL" clId="{42F73073-5CAB-BD41-9FFB-9F4FA671AAFB}" dt="2022-06-14T09:00:11.655" v="733"/>
          <ac:grpSpMkLst>
            <pc:docMk/>
            <pc:sldMk cId="4119604823" sldId="1708"/>
            <ac:grpSpMk id="51" creationId="{8B32CA17-F443-4A55-FA9F-5F9A03766DF4}"/>
          </ac:grpSpMkLst>
        </pc:grpChg>
        <pc:grpChg chg="add del mod">
          <ac:chgData name="严 蓓琦 (Yan BeiQi)" userId="8c39ec7c-8b0e-4c57-b58c-a0b5f7579881" providerId="ADAL" clId="{42F73073-5CAB-BD41-9FFB-9F4FA671AAFB}" dt="2022-06-14T09:03:23.188" v="757"/>
          <ac:grpSpMkLst>
            <pc:docMk/>
            <pc:sldMk cId="4119604823" sldId="1708"/>
            <ac:grpSpMk id="55" creationId="{1415FD43-8AEB-01DE-4B16-0EA4CD7D6629}"/>
          </ac:grpSpMkLst>
        </pc:grpChg>
        <pc:grpChg chg="mod">
          <ac:chgData name="严 蓓琦 (Yan BeiQi)" userId="8c39ec7c-8b0e-4c57-b58c-a0b5f7579881" providerId="ADAL" clId="{42F73073-5CAB-BD41-9FFB-9F4FA671AAFB}" dt="2022-06-14T09:03:07.312" v="754"/>
          <ac:grpSpMkLst>
            <pc:docMk/>
            <pc:sldMk cId="4119604823" sldId="1708"/>
            <ac:grpSpMk id="56" creationId="{10B78DDD-2D57-DDB7-B32F-19613E921D77}"/>
          </ac:grpSpMkLst>
        </pc:grpChg>
        <pc:grpChg chg="add del mod">
          <ac:chgData name="严 蓓琦 (Yan BeiQi)" userId="8c39ec7c-8b0e-4c57-b58c-a0b5f7579881" providerId="ADAL" clId="{42F73073-5CAB-BD41-9FFB-9F4FA671AAFB}" dt="2022-06-14T09:03:23.188" v="757"/>
          <ac:grpSpMkLst>
            <pc:docMk/>
            <pc:sldMk cId="4119604823" sldId="1708"/>
            <ac:grpSpMk id="60" creationId="{2C7F9337-54A2-6568-643F-8412EFB6FC74}"/>
          </ac:grpSpMkLst>
        </pc:grpChg>
        <pc:grpChg chg="mod">
          <ac:chgData name="严 蓓琦 (Yan BeiQi)" userId="8c39ec7c-8b0e-4c57-b58c-a0b5f7579881" providerId="ADAL" clId="{42F73073-5CAB-BD41-9FFB-9F4FA671AAFB}" dt="2022-06-14T09:03:07.312" v="754"/>
          <ac:grpSpMkLst>
            <pc:docMk/>
            <pc:sldMk cId="4119604823" sldId="1708"/>
            <ac:grpSpMk id="61" creationId="{3FBADD37-39BF-C0B9-646F-B77153D9E914}"/>
          </ac:grpSpMkLst>
        </pc:grpChg>
        <pc:grpChg chg="add del mod">
          <ac:chgData name="严 蓓琦 (Yan BeiQi)" userId="8c39ec7c-8b0e-4c57-b58c-a0b5f7579881" providerId="ADAL" clId="{42F73073-5CAB-BD41-9FFB-9F4FA671AAFB}" dt="2022-06-14T09:03:23.188" v="757"/>
          <ac:grpSpMkLst>
            <pc:docMk/>
            <pc:sldMk cId="4119604823" sldId="1708"/>
            <ac:grpSpMk id="65" creationId="{CEB24C05-B8C3-29A9-2881-F5D15F19B92B}"/>
          </ac:grpSpMkLst>
        </pc:grpChg>
        <pc:grpChg chg="mod">
          <ac:chgData name="严 蓓琦 (Yan BeiQi)" userId="8c39ec7c-8b0e-4c57-b58c-a0b5f7579881" providerId="ADAL" clId="{42F73073-5CAB-BD41-9FFB-9F4FA671AAFB}" dt="2022-06-14T09:03:07.312" v="754"/>
          <ac:grpSpMkLst>
            <pc:docMk/>
            <pc:sldMk cId="4119604823" sldId="1708"/>
            <ac:grpSpMk id="66" creationId="{9FEA584F-3864-B584-B110-0F3517B624B3}"/>
          </ac:grpSpMkLst>
        </pc:grpChg>
        <pc:grpChg chg="add mod">
          <ac:chgData name="严 蓓琦 (Yan BeiQi)" userId="8c39ec7c-8b0e-4c57-b58c-a0b5f7579881" providerId="ADAL" clId="{42F73073-5CAB-BD41-9FFB-9F4FA671AAFB}" dt="2022-06-14T09:10:13.395" v="867" actId="1035"/>
          <ac:grpSpMkLst>
            <pc:docMk/>
            <pc:sldMk cId="4119604823" sldId="1708"/>
            <ac:grpSpMk id="74" creationId="{524B72FF-3238-8E76-8A7D-EA03B4D0B3C9}"/>
          </ac:grpSpMkLst>
        </pc:grpChg>
      </pc:sldChg>
      <pc:sldChg chg="addSp delSp modSp add mod">
        <pc:chgData name="严 蓓琦 (Yan BeiQi)" userId="8c39ec7c-8b0e-4c57-b58c-a0b5f7579881" providerId="ADAL" clId="{42F73073-5CAB-BD41-9FFB-9F4FA671AAFB}" dt="2022-06-14T12:49:40.766" v="1314" actId="1076"/>
        <pc:sldMkLst>
          <pc:docMk/>
          <pc:sldMk cId="3762972620" sldId="1709"/>
        </pc:sldMkLst>
        <pc:spChg chg="mod">
          <ac:chgData name="严 蓓琦 (Yan BeiQi)" userId="8c39ec7c-8b0e-4c57-b58c-a0b5f7579881" providerId="ADAL" clId="{42F73073-5CAB-BD41-9FFB-9F4FA671AAFB}" dt="2022-06-14T09:19:25.941" v="917"/>
          <ac:spMkLst>
            <pc:docMk/>
            <pc:sldMk cId="3762972620" sldId="1709"/>
            <ac:spMk id="2" creationId="{E7A4CF6E-436E-4275-AFD6-F9F19476909F}"/>
          </ac:spMkLst>
        </pc:spChg>
        <pc:spChg chg="del mod">
          <ac:chgData name="严 蓓琦 (Yan BeiQi)" userId="8c39ec7c-8b0e-4c57-b58c-a0b5f7579881" providerId="ADAL" clId="{42F73073-5CAB-BD41-9FFB-9F4FA671AAFB}" dt="2022-06-14T09:20:52.872" v="926" actId="478"/>
          <ac:spMkLst>
            <pc:docMk/>
            <pc:sldMk cId="3762972620" sldId="1709"/>
            <ac:spMk id="3" creationId="{16EAF913-E64C-4BC2-B981-F9745C96CD06}"/>
          </ac:spMkLst>
        </pc:spChg>
        <pc:spChg chg="del mod">
          <ac:chgData name="严 蓓琦 (Yan BeiQi)" userId="8c39ec7c-8b0e-4c57-b58c-a0b5f7579881" providerId="ADAL" clId="{42F73073-5CAB-BD41-9FFB-9F4FA671AAFB}" dt="2022-06-14T09:34:28.453" v="1027" actId="478"/>
          <ac:spMkLst>
            <pc:docMk/>
            <pc:sldMk cId="3762972620" sldId="1709"/>
            <ac:spMk id="6" creationId="{99509F24-FAD5-46DB-9DA4-C6D269E7C03F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7" creationId="{EF1A45EA-7966-4BC8-822E-73B9EDF3CE4D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8" creationId="{BF9ACD96-D480-4F44-8E7F-418A45438160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9" creationId="{0526EF74-282B-4B0B-B33F-ECB29E99713A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10" creationId="{11342F74-C5A2-4935-8104-42A54CF450A7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11" creationId="{C6FA7F57-DBD4-4E58-8B1F-48CF149FC646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12" creationId="{6706807B-E1E7-4D69-B2A1-688DA62A0256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14" creationId="{5401B95A-D9B5-49CF-B3A3-4D578B6AC23D}"/>
          </ac:spMkLst>
        </pc:spChg>
        <pc:spChg chg="del mod">
          <ac:chgData name="严 蓓琦 (Yan BeiQi)" userId="8c39ec7c-8b0e-4c57-b58c-a0b5f7579881" providerId="ADAL" clId="{42F73073-5CAB-BD41-9FFB-9F4FA671AAFB}" dt="2022-06-14T09:21:08.376" v="931" actId="478"/>
          <ac:spMkLst>
            <pc:docMk/>
            <pc:sldMk cId="3762972620" sldId="1709"/>
            <ac:spMk id="15" creationId="{2744D442-F069-419C-A014-778A7B92F037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16" creationId="{C92E397B-DDBC-4A55-A7A8-AA8634DFC974}"/>
          </ac:spMkLst>
        </pc:spChg>
        <pc:spChg chg="del mod">
          <ac:chgData name="严 蓓琦 (Yan BeiQi)" userId="8c39ec7c-8b0e-4c57-b58c-a0b5f7579881" providerId="ADAL" clId="{42F73073-5CAB-BD41-9FFB-9F4FA671AAFB}" dt="2022-06-14T09:21:34.885" v="938" actId="478"/>
          <ac:spMkLst>
            <pc:docMk/>
            <pc:sldMk cId="3762972620" sldId="1709"/>
            <ac:spMk id="17" creationId="{882CDBF2-DA2D-4767-A7B9-775683F15196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18" creationId="{D8EDE9EE-8C20-4E46-8DB1-04418D6D0676}"/>
          </ac:spMkLst>
        </pc:spChg>
        <pc:spChg chg="del mod">
          <ac:chgData name="严 蓓琦 (Yan BeiQi)" userId="8c39ec7c-8b0e-4c57-b58c-a0b5f7579881" providerId="ADAL" clId="{42F73073-5CAB-BD41-9FFB-9F4FA671AAFB}" dt="2022-06-14T09:21:26.866" v="936" actId="478"/>
          <ac:spMkLst>
            <pc:docMk/>
            <pc:sldMk cId="3762972620" sldId="1709"/>
            <ac:spMk id="19" creationId="{82ACEE50-1456-4637-B24B-62FC9951F087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20" creationId="{5FF64A22-F6DF-46D2-8D40-025AD0AA972F}"/>
          </ac:spMkLst>
        </pc:spChg>
        <pc:spChg chg="del mod">
          <ac:chgData name="严 蓓琦 (Yan BeiQi)" userId="8c39ec7c-8b0e-4c57-b58c-a0b5f7579881" providerId="ADAL" clId="{42F73073-5CAB-BD41-9FFB-9F4FA671AAFB}" dt="2022-06-14T09:21:42.135" v="940" actId="478"/>
          <ac:spMkLst>
            <pc:docMk/>
            <pc:sldMk cId="3762972620" sldId="1709"/>
            <ac:spMk id="21" creationId="{18E75EF2-F6E7-4641-9203-1F13A10D6A23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22" creationId="{7DA0C9C9-B1E0-4A3F-A3D8-F61F2BDBBBAC}"/>
          </ac:spMkLst>
        </pc:spChg>
        <pc:spChg chg="del mod">
          <ac:chgData name="严 蓓琦 (Yan BeiQi)" userId="8c39ec7c-8b0e-4c57-b58c-a0b5f7579881" providerId="ADAL" clId="{42F73073-5CAB-BD41-9FFB-9F4FA671AAFB}" dt="2022-06-14T09:21:23.752" v="935" actId="478"/>
          <ac:spMkLst>
            <pc:docMk/>
            <pc:sldMk cId="3762972620" sldId="1709"/>
            <ac:spMk id="23" creationId="{464D7D43-88B0-4E13-B95F-C04D63D51E41}"/>
          </ac:spMkLst>
        </pc:spChg>
        <pc:spChg chg="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24" creationId="{BBE29649-22E4-4FC7-9DBE-05049D5F0585}"/>
          </ac:spMkLst>
        </pc:spChg>
        <pc:spChg chg="del mod">
          <ac:chgData name="严 蓓琦 (Yan BeiQi)" userId="8c39ec7c-8b0e-4c57-b58c-a0b5f7579881" providerId="ADAL" clId="{42F73073-5CAB-BD41-9FFB-9F4FA671AAFB}" dt="2022-06-14T09:21:49.669" v="942" actId="478"/>
          <ac:spMkLst>
            <pc:docMk/>
            <pc:sldMk cId="3762972620" sldId="1709"/>
            <ac:spMk id="25" creationId="{9AFF0065-4795-4176-8668-2F62D3781ADA}"/>
          </ac:spMkLst>
        </pc:spChg>
        <pc:spChg chg="del mod">
          <ac:chgData name="严 蓓琦 (Yan BeiQi)" userId="8c39ec7c-8b0e-4c57-b58c-a0b5f7579881" providerId="ADAL" clId="{42F73073-5CAB-BD41-9FFB-9F4FA671AAFB}" dt="2022-06-14T09:20:03.346" v="920" actId="478"/>
          <ac:spMkLst>
            <pc:docMk/>
            <pc:sldMk cId="3762972620" sldId="1709"/>
            <ac:spMk id="26" creationId="{51CA1981-DC97-416F-B172-E80B79AE3F24}"/>
          </ac:spMkLst>
        </pc:spChg>
        <pc:spChg chg="del mod">
          <ac:chgData name="严 蓓琦 (Yan BeiQi)" userId="8c39ec7c-8b0e-4c57-b58c-a0b5f7579881" providerId="ADAL" clId="{42F73073-5CAB-BD41-9FFB-9F4FA671AAFB}" dt="2022-06-14T12:26:30.469" v="1083" actId="478"/>
          <ac:spMkLst>
            <pc:docMk/>
            <pc:sldMk cId="3762972620" sldId="1709"/>
            <ac:spMk id="27" creationId="{4F2A5462-B36D-4886-9852-AE3CB43FEC32}"/>
          </ac:spMkLst>
        </pc:spChg>
        <pc:spChg chg="add mod">
          <ac:chgData name="严 蓓琦 (Yan BeiQi)" userId="8c39ec7c-8b0e-4c57-b58c-a0b5f7579881" providerId="ADAL" clId="{42F73073-5CAB-BD41-9FFB-9F4FA671AAFB}" dt="2022-06-14T12:49:40.766" v="1314" actId="1076"/>
          <ac:spMkLst>
            <pc:docMk/>
            <pc:sldMk cId="3762972620" sldId="1709"/>
            <ac:spMk id="28" creationId="{1FE6D33F-A68A-D765-8177-87D8C7BFAEC1}"/>
          </ac:spMkLst>
        </pc:spChg>
        <pc:grpChg chg="del mod">
          <ac:chgData name="严 蓓琦 (Yan BeiQi)" userId="8c39ec7c-8b0e-4c57-b58c-a0b5f7579881" providerId="ADAL" clId="{42F73073-5CAB-BD41-9FFB-9F4FA671AAFB}" dt="2022-06-14T12:31:58.723" v="1090" actId="478"/>
          <ac:grpSpMkLst>
            <pc:docMk/>
            <pc:sldMk cId="3762972620" sldId="1709"/>
            <ac:grpSpMk id="5" creationId="{554A2A4B-85DA-4420-928D-FF91C6A2E175}"/>
          </ac:grpSpMkLst>
        </pc:grpChg>
        <pc:grpChg chg="del">
          <ac:chgData name="严 蓓琦 (Yan BeiQi)" userId="8c39ec7c-8b0e-4c57-b58c-a0b5f7579881" providerId="ADAL" clId="{42F73073-5CAB-BD41-9FFB-9F4FA671AAFB}" dt="2022-06-14T09:20:03.346" v="920" actId="478"/>
          <ac:grpSpMkLst>
            <pc:docMk/>
            <pc:sldMk cId="3762972620" sldId="1709"/>
            <ac:grpSpMk id="13" creationId="{B4880D52-2AA7-4123-8BA2-A3F442C92C9B}"/>
          </ac:grpSpMkLst>
        </pc:grpChg>
        <pc:picChg chg="add mod modCrop">
          <ac:chgData name="严 蓓琦 (Yan BeiQi)" userId="8c39ec7c-8b0e-4c57-b58c-a0b5f7579881" providerId="ADAL" clId="{42F73073-5CAB-BD41-9FFB-9F4FA671AAFB}" dt="2022-06-14T12:49:25.202" v="1312" actId="1076"/>
          <ac:picMkLst>
            <pc:docMk/>
            <pc:sldMk cId="3762972620" sldId="1709"/>
            <ac:picMk id="30" creationId="{79FE14F7-C0EB-B77B-BF91-7B202C6C2638}"/>
          </ac:picMkLst>
        </pc:picChg>
      </pc:sldChg>
      <pc:sldChg chg="addSp delSp modSp add mod">
        <pc:chgData name="严 蓓琦 (Yan BeiQi)" userId="8c39ec7c-8b0e-4c57-b58c-a0b5f7579881" providerId="ADAL" clId="{42F73073-5CAB-BD41-9FFB-9F4FA671AAFB}" dt="2022-06-14T13:19:22.812" v="1642" actId="1076"/>
        <pc:sldMkLst>
          <pc:docMk/>
          <pc:sldMk cId="617796261" sldId="1710"/>
        </pc:sldMkLst>
        <pc:spChg chg="del">
          <ac:chgData name="严 蓓琦 (Yan BeiQi)" userId="8c39ec7c-8b0e-4c57-b58c-a0b5f7579881" providerId="ADAL" clId="{42F73073-5CAB-BD41-9FFB-9F4FA671AAFB}" dt="2022-06-14T12:41:58.417" v="1215" actId="478"/>
          <ac:spMkLst>
            <pc:docMk/>
            <pc:sldMk cId="617796261" sldId="1710"/>
            <ac:spMk id="2" creationId="{DB3EE27C-920F-41BF-954C-9F9454CE7728}"/>
          </ac:spMkLst>
        </pc:spChg>
        <pc:spChg chg="mod">
          <ac:chgData name="严 蓓琦 (Yan BeiQi)" userId="8c39ec7c-8b0e-4c57-b58c-a0b5f7579881" providerId="ADAL" clId="{42F73073-5CAB-BD41-9FFB-9F4FA671AAFB}" dt="2022-06-14T12:47:36.428" v="1305" actId="20577"/>
          <ac:spMkLst>
            <pc:docMk/>
            <pc:sldMk cId="617796261" sldId="1710"/>
            <ac:spMk id="4" creationId="{FDFFAB20-FE58-4B1C-90C4-2003274A7757}"/>
          </ac:spMkLst>
        </pc:spChg>
        <pc:spChg chg="del mod topLvl">
          <ac:chgData name="严 蓓琦 (Yan BeiQi)" userId="8c39ec7c-8b0e-4c57-b58c-a0b5f7579881" providerId="ADAL" clId="{42F73073-5CAB-BD41-9FFB-9F4FA671AAFB}" dt="2022-06-14T12:43:39.665" v="1232" actId="478"/>
          <ac:spMkLst>
            <pc:docMk/>
            <pc:sldMk cId="617796261" sldId="1710"/>
            <ac:spMk id="7" creationId="{596F2C1B-44F8-42F4-9464-872EC82E1ACC}"/>
          </ac:spMkLst>
        </pc:spChg>
        <pc:spChg chg="del mod topLvl">
          <ac:chgData name="严 蓓琦 (Yan BeiQi)" userId="8c39ec7c-8b0e-4c57-b58c-a0b5f7579881" providerId="ADAL" clId="{42F73073-5CAB-BD41-9FFB-9F4FA671AAFB}" dt="2022-06-14T12:43:39.665" v="1232" actId="478"/>
          <ac:spMkLst>
            <pc:docMk/>
            <pc:sldMk cId="617796261" sldId="1710"/>
            <ac:spMk id="9" creationId="{692120FD-9650-4953-8B03-E26C063904CC}"/>
          </ac:spMkLst>
        </pc:spChg>
        <pc:spChg chg="del mod topLvl">
          <ac:chgData name="严 蓓琦 (Yan BeiQi)" userId="8c39ec7c-8b0e-4c57-b58c-a0b5f7579881" providerId="ADAL" clId="{42F73073-5CAB-BD41-9FFB-9F4FA671AAFB}" dt="2022-06-14T12:43:39.665" v="1232" actId="478"/>
          <ac:spMkLst>
            <pc:docMk/>
            <pc:sldMk cId="617796261" sldId="1710"/>
            <ac:spMk id="11" creationId="{D8289973-9047-434F-A1E4-D3AD06421514}"/>
          </ac:spMkLst>
        </pc:spChg>
        <pc:spChg chg="del mod topLvl">
          <ac:chgData name="严 蓓琦 (Yan BeiQi)" userId="8c39ec7c-8b0e-4c57-b58c-a0b5f7579881" providerId="ADAL" clId="{42F73073-5CAB-BD41-9FFB-9F4FA671AAFB}" dt="2022-06-14T12:43:39.665" v="1232" actId="478"/>
          <ac:spMkLst>
            <pc:docMk/>
            <pc:sldMk cId="617796261" sldId="1710"/>
            <ac:spMk id="13" creationId="{B151897F-277A-440D-A8C1-DC5501BA079D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18" creationId="{EB3504BB-EE46-4C63-849C-CE4E04D8743B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19" creationId="{3DB7C031-5764-4AFE-BD6A-3AB6FE5B993D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20" creationId="{EB3504BB-EE46-4C63-849C-CE4E04D8743B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21" creationId="{3DB7C031-5764-4AFE-BD6A-3AB6FE5B993D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22" creationId="{EB3504BB-EE46-4C63-849C-CE4E04D8743B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23" creationId="{3DB7C031-5764-4AFE-BD6A-3AB6FE5B993D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24" creationId="{EB3504BB-EE46-4C63-849C-CE4E04D8743B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25" creationId="{3DB7C031-5764-4AFE-BD6A-3AB6FE5B993D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30" creationId="{9C657B3D-F7B9-4086-B72B-720CA50AC928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31" creationId="{D5CEF79B-831D-4564-85E5-612B6E0BB4ED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32" creationId="{8C8C099C-9E53-4539-9F6A-BEE07EBD70D4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33" creationId="{6B1489DA-51F3-4792-A2FE-4F18F49B9B50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34" creationId="{BEDE64D7-CE30-44F9-8E4F-CA62B3E85590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35" creationId="{9DFED914-C0E3-4FC9-BF24-5F806643F540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36" creationId="{5BF49E4E-823A-4CE6-B6CA-63A41B1377D7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37" creationId="{FE6A28D6-4E0F-4C2F-880C-2C92C16E7511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38" creationId="{DB4D43A5-5F14-4AC2-8270-2684655EE69D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39" creationId="{23292A25-797F-4D39-A1CA-A84A72EAB06F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40" creationId="{B620B90B-CCEE-4224-B668-C5BA11E3ABB9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41" creationId="{82DE222C-1138-4B47-A115-A6324C883985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42" creationId="{9AEC95C9-0746-4B56-91EB-2D9D35A1E9CE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43" creationId="{48BC6B14-0FBF-4136-AA47-12DE1C024492}"/>
          </ac:spMkLst>
        </pc:spChg>
        <pc:spChg chg="mod">
          <ac:chgData name="严 蓓琦 (Yan BeiQi)" userId="8c39ec7c-8b0e-4c57-b58c-a0b5f7579881" providerId="ADAL" clId="{42F73073-5CAB-BD41-9FFB-9F4FA671AAFB}" dt="2022-06-14T12:43:36.201" v="1231" actId="165"/>
          <ac:spMkLst>
            <pc:docMk/>
            <pc:sldMk cId="617796261" sldId="1710"/>
            <ac:spMk id="44" creationId="{DAA03529-E68B-41BA-8235-0E3B7F9ED7D1}"/>
          </ac:spMkLst>
        </pc:spChg>
        <pc:spChg chg="add mod">
          <ac:chgData name="严 蓓琦 (Yan BeiQi)" userId="8c39ec7c-8b0e-4c57-b58c-a0b5f7579881" providerId="ADAL" clId="{42F73073-5CAB-BD41-9FFB-9F4FA671AAFB}" dt="2022-06-14T13:19:22.812" v="1642" actId="1076"/>
          <ac:spMkLst>
            <pc:docMk/>
            <pc:sldMk cId="617796261" sldId="1710"/>
            <ac:spMk id="45" creationId="{E5929D1B-FA11-8FE0-9230-6B530F7CD6A6}"/>
          </ac:spMkLst>
        </pc:spChg>
        <pc:spChg chg="add del mod">
          <ac:chgData name="严 蓓琦 (Yan BeiQi)" userId="8c39ec7c-8b0e-4c57-b58c-a0b5f7579881" providerId="ADAL" clId="{42F73073-5CAB-BD41-9FFB-9F4FA671AAFB}" dt="2022-06-14T12:43:48.334" v="1235" actId="767"/>
          <ac:spMkLst>
            <pc:docMk/>
            <pc:sldMk cId="617796261" sldId="1710"/>
            <ac:spMk id="46" creationId="{4DD9ACEF-B6F2-68D2-916C-EE141FD3F3A7}"/>
          </ac:spMkLst>
        </pc:spChg>
        <pc:grpChg chg="del">
          <ac:chgData name="严 蓓琦 (Yan BeiQi)" userId="8c39ec7c-8b0e-4c57-b58c-a0b5f7579881" providerId="ADAL" clId="{42F73073-5CAB-BD41-9FFB-9F4FA671AAFB}" dt="2022-06-14T12:43:36.201" v="1231" actId="165"/>
          <ac:grpSpMkLst>
            <pc:docMk/>
            <pc:sldMk cId="617796261" sldId="1710"/>
            <ac:grpSpMk id="5" creationId="{98FC34A5-B4CA-4CE7-8076-18FC6282236A}"/>
          </ac:grpSpMkLst>
        </pc:grpChg>
        <pc:grpChg chg="mod topLvl">
          <ac:chgData name="严 蓓琦 (Yan BeiQi)" userId="8c39ec7c-8b0e-4c57-b58c-a0b5f7579881" providerId="ADAL" clId="{42F73073-5CAB-BD41-9FFB-9F4FA671AAFB}" dt="2022-06-14T12:45:41.782" v="1247" actId="1076"/>
          <ac:grpSpMkLst>
            <pc:docMk/>
            <pc:sldMk cId="617796261" sldId="1710"/>
            <ac:grpSpMk id="6" creationId="{1A1E0B03-A076-4EC9-BA1E-AEB72A43BA61}"/>
          </ac:grpSpMkLst>
        </pc:grpChg>
        <pc:grpChg chg="del mod topLvl">
          <ac:chgData name="严 蓓琦 (Yan BeiQi)" userId="8c39ec7c-8b0e-4c57-b58c-a0b5f7579881" providerId="ADAL" clId="{42F73073-5CAB-BD41-9FFB-9F4FA671AAFB}" dt="2022-06-14T12:43:39.665" v="1232" actId="478"/>
          <ac:grpSpMkLst>
            <pc:docMk/>
            <pc:sldMk cId="617796261" sldId="1710"/>
            <ac:grpSpMk id="8" creationId="{F63CCD86-B300-453C-A0FF-BE8C7259AAA9}"/>
          </ac:grpSpMkLst>
        </pc:grpChg>
        <pc:grpChg chg="del mod topLvl">
          <ac:chgData name="严 蓓琦 (Yan BeiQi)" userId="8c39ec7c-8b0e-4c57-b58c-a0b5f7579881" providerId="ADAL" clId="{42F73073-5CAB-BD41-9FFB-9F4FA671AAFB}" dt="2022-06-14T12:43:39.665" v="1232" actId="478"/>
          <ac:grpSpMkLst>
            <pc:docMk/>
            <pc:sldMk cId="617796261" sldId="1710"/>
            <ac:grpSpMk id="10" creationId="{F5079B4B-5FDC-47BA-975E-B17810A1B2FE}"/>
          </ac:grpSpMkLst>
        </pc:grpChg>
        <pc:grpChg chg="del mod topLvl">
          <ac:chgData name="严 蓓琦 (Yan BeiQi)" userId="8c39ec7c-8b0e-4c57-b58c-a0b5f7579881" providerId="ADAL" clId="{42F73073-5CAB-BD41-9FFB-9F4FA671AAFB}" dt="2022-06-14T12:43:39.665" v="1232" actId="478"/>
          <ac:grpSpMkLst>
            <pc:docMk/>
            <pc:sldMk cId="617796261" sldId="1710"/>
            <ac:grpSpMk id="12" creationId="{699BF9C5-9893-477E-A4F8-D08F6621D391}"/>
          </ac:grpSpMkLst>
        </pc:grpChg>
        <pc:grpChg chg="del mod topLvl">
          <ac:chgData name="严 蓓琦 (Yan BeiQi)" userId="8c39ec7c-8b0e-4c57-b58c-a0b5f7579881" providerId="ADAL" clId="{42F73073-5CAB-BD41-9FFB-9F4FA671AAFB}" dt="2022-06-14T12:43:39.665" v="1232" actId="478"/>
          <ac:grpSpMkLst>
            <pc:docMk/>
            <pc:sldMk cId="617796261" sldId="1710"/>
            <ac:grpSpMk id="14" creationId="{AAE5EFDD-C400-4D48-9535-FCCF2D75AA7B}"/>
          </ac:grpSpMkLst>
        </pc:grpChg>
        <pc:grpChg chg="mod">
          <ac:chgData name="严 蓓琦 (Yan BeiQi)" userId="8c39ec7c-8b0e-4c57-b58c-a0b5f7579881" providerId="ADAL" clId="{42F73073-5CAB-BD41-9FFB-9F4FA671AAFB}" dt="2022-06-14T12:43:36.201" v="1231" actId="165"/>
          <ac:grpSpMkLst>
            <pc:docMk/>
            <pc:sldMk cId="617796261" sldId="1710"/>
            <ac:grpSpMk id="26" creationId="{9DD17BAD-18B3-47F1-BB10-BFB70D107515}"/>
          </ac:grpSpMkLst>
        </pc:grpChg>
        <pc:grpChg chg="mod">
          <ac:chgData name="严 蓓琦 (Yan BeiQi)" userId="8c39ec7c-8b0e-4c57-b58c-a0b5f7579881" providerId="ADAL" clId="{42F73073-5CAB-BD41-9FFB-9F4FA671AAFB}" dt="2022-06-14T12:43:36.201" v="1231" actId="165"/>
          <ac:grpSpMkLst>
            <pc:docMk/>
            <pc:sldMk cId="617796261" sldId="1710"/>
            <ac:grpSpMk id="27" creationId="{8769228D-B53C-4A6C-BC7E-7A78CBF2A8C6}"/>
          </ac:grpSpMkLst>
        </pc:grpChg>
        <pc:grpChg chg="mod">
          <ac:chgData name="严 蓓琦 (Yan BeiQi)" userId="8c39ec7c-8b0e-4c57-b58c-a0b5f7579881" providerId="ADAL" clId="{42F73073-5CAB-BD41-9FFB-9F4FA671AAFB}" dt="2022-06-14T12:43:36.201" v="1231" actId="165"/>
          <ac:grpSpMkLst>
            <pc:docMk/>
            <pc:sldMk cId="617796261" sldId="1710"/>
            <ac:grpSpMk id="28" creationId="{4A4A93B8-5575-46E0-81FE-21A98D0E5F12}"/>
          </ac:grpSpMkLst>
        </pc:grpChg>
        <pc:grpChg chg="mod">
          <ac:chgData name="严 蓓琦 (Yan BeiQi)" userId="8c39ec7c-8b0e-4c57-b58c-a0b5f7579881" providerId="ADAL" clId="{42F73073-5CAB-BD41-9FFB-9F4FA671AAFB}" dt="2022-06-14T12:43:36.201" v="1231" actId="165"/>
          <ac:grpSpMkLst>
            <pc:docMk/>
            <pc:sldMk cId="617796261" sldId="1710"/>
            <ac:grpSpMk id="29" creationId="{94F9CF25-9DEA-468F-9A38-9E122275B3DA}"/>
          </ac:grpSpMkLst>
        </pc:grpChg>
        <pc:cxnChg chg="del mod topLvl">
          <ac:chgData name="严 蓓琦 (Yan BeiQi)" userId="8c39ec7c-8b0e-4c57-b58c-a0b5f7579881" providerId="ADAL" clId="{42F73073-5CAB-BD41-9FFB-9F4FA671AAFB}" dt="2022-06-14T12:43:39.665" v="1232" actId="478"/>
          <ac:cxnSpMkLst>
            <pc:docMk/>
            <pc:sldMk cId="617796261" sldId="1710"/>
            <ac:cxnSpMk id="15" creationId="{B7E13C07-EA91-4F42-AE32-FB69D1D391E6}"/>
          </ac:cxnSpMkLst>
        </pc:cxnChg>
        <pc:cxnChg chg="del mod topLvl">
          <ac:chgData name="严 蓓琦 (Yan BeiQi)" userId="8c39ec7c-8b0e-4c57-b58c-a0b5f7579881" providerId="ADAL" clId="{42F73073-5CAB-BD41-9FFB-9F4FA671AAFB}" dt="2022-06-14T12:43:39.665" v="1232" actId="478"/>
          <ac:cxnSpMkLst>
            <pc:docMk/>
            <pc:sldMk cId="617796261" sldId="1710"/>
            <ac:cxnSpMk id="16" creationId="{76F2BDAC-AE98-4627-917C-E14FE077F6A1}"/>
          </ac:cxnSpMkLst>
        </pc:cxnChg>
        <pc:cxnChg chg="del mod topLvl">
          <ac:chgData name="严 蓓琦 (Yan BeiQi)" userId="8c39ec7c-8b0e-4c57-b58c-a0b5f7579881" providerId="ADAL" clId="{42F73073-5CAB-BD41-9FFB-9F4FA671AAFB}" dt="2022-06-14T12:43:39.665" v="1232" actId="478"/>
          <ac:cxnSpMkLst>
            <pc:docMk/>
            <pc:sldMk cId="617796261" sldId="1710"/>
            <ac:cxnSpMk id="17" creationId="{8277F68F-1F7C-4FBB-AB35-D140A7BFC3F0}"/>
          </ac:cxnSpMkLst>
        </pc:cxnChg>
      </pc:sldChg>
      <pc:sldChg chg="addSp delSp modSp add mod">
        <pc:chgData name="严 蓓琦 (Yan BeiQi)" userId="8c39ec7c-8b0e-4c57-b58c-a0b5f7579881" providerId="ADAL" clId="{42F73073-5CAB-BD41-9FFB-9F4FA671AAFB}" dt="2022-06-14T13:19:37.345" v="1644" actId="1076"/>
        <pc:sldMkLst>
          <pc:docMk/>
          <pc:sldMk cId="1737436238" sldId="1711"/>
        </pc:sldMkLst>
        <pc:spChg chg="mod">
          <ac:chgData name="严 蓓琦 (Yan BeiQi)" userId="8c39ec7c-8b0e-4c57-b58c-a0b5f7579881" providerId="ADAL" clId="{42F73073-5CAB-BD41-9FFB-9F4FA671AAFB}" dt="2022-06-14T12:57:03.160" v="1584" actId="20577"/>
          <ac:spMkLst>
            <pc:docMk/>
            <pc:sldMk cId="1737436238" sldId="1711"/>
            <ac:spMk id="4" creationId="{FDFFAB20-FE58-4B1C-90C4-2003274A7757}"/>
          </ac:spMkLst>
        </pc:spChg>
        <pc:spChg chg="mod">
          <ac:chgData name="严 蓓琦 (Yan BeiQi)" userId="8c39ec7c-8b0e-4c57-b58c-a0b5f7579881" providerId="ADAL" clId="{42F73073-5CAB-BD41-9FFB-9F4FA671AAFB}" dt="2022-06-14T13:19:08.286" v="1640" actId="1076"/>
          <ac:spMkLst>
            <pc:docMk/>
            <pc:sldMk cId="1737436238" sldId="1711"/>
            <ac:spMk id="45" creationId="{E5929D1B-FA11-8FE0-9230-6B530F7CD6A6}"/>
          </ac:spMkLst>
        </pc:spChg>
        <pc:grpChg chg="del">
          <ac:chgData name="严 蓓琦 (Yan BeiQi)" userId="8c39ec7c-8b0e-4c57-b58c-a0b5f7579881" providerId="ADAL" clId="{42F73073-5CAB-BD41-9FFB-9F4FA671AAFB}" dt="2022-06-14T12:51:57.656" v="1316" actId="478"/>
          <ac:grpSpMkLst>
            <pc:docMk/>
            <pc:sldMk cId="1737436238" sldId="1711"/>
            <ac:grpSpMk id="6" creationId="{1A1E0B03-A076-4EC9-BA1E-AEB72A43BA61}"/>
          </ac:grpSpMkLst>
        </pc:grpChg>
        <pc:picChg chg="add mod modCrop">
          <ac:chgData name="严 蓓琦 (Yan BeiQi)" userId="8c39ec7c-8b0e-4c57-b58c-a0b5f7579881" providerId="ADAL" clId="{42F73073-5CAB-BD41-9FFB-9F4FA671AAFB}" dt="2022-06-14T13:19:37.345" v="1644" actId="1076"/>
          <ac:picMkLst>
            <pc:docMk/>
            <pc:sldMk cId="1737436238" sldId="1711"/>
            <ac:picMk id="5" creationId="{7D6460E4-ABE9-E40D-6D70-2AC90088B755}"/>
          </ac:picMkLst>
        </pc:picChg>
      </pc:sldChg>
      <pc:sldChg chg="addSp delSp modSp add del mod">
        <pc:chgData name="严 蓓琦 (Yan BeiQi)" userId="8c39ec7c-8b0e-4c57-b58c-a0b5f7579881" providerId="ADAL" clId="{42F73073-5CAB-BD41-9FFB-9F4FA671AAFB}" dt="2022-06-14T14:28:40.121" v="2469" actId="2696"/>
        <pc:sldMkLst>
          <pc:docMk/>
          <pc:sldMk cId="2593127315" sldId="1712"/>
        </pc:sldMkLst>
        <pc:spChg chg="add del mod">
          <ac:chgData name="严 蓓琦 (Yan BeiQi)" userId="8c39ec7c-8b0e-4c57-b58c-a0b5f7579881" providerId="ADAL" clId="{42F73073-5CAB-BD41-9FFB-9F4FA671AAFB}" dt="2022-06-14T13:26:28.328" v="1646" actId="20577"/>
          <ac:spMkLst>
            <pc:docMk/>
            <pc:sldMk cId="2593127315" sldId="1712"/>
            <ac:spMk id="2" creationId="{00000000-0000-0000-0000-000000000000}"/>
          </ac:spMkLst>
        </pc:spChg>
        <pc:spChg chg="add del mod">
          <ac:chgData name="严 蓓琦 (Yan BeiQi)" userId="8c39ec7c-8b0e-4c57-b58c-a0b5f7579881" providerId="ADAL" clId="{42F73073-5CAB-BD41-9FFB-9F4FA671AAFB}" dt="2022-06-14T13:11:01.460" v="1619" actId="478"/>
          <ac:spMkLst>
            <pc:docMk/>
            <pc:sldMk cId="2593127315" sldId="1712"/>
            <ac:spMk id="5" creationId="{AAB76C91-D8EB-663C-D4FB-5569BF641438}"/>
          </ac:spMkLst>
        </pc:spChg>
        <pc:spChg chg="add del mod">
          <ac:chgData name="严 蓓琦 (Yan BeiQi)" userId="8c39ec7c-8b0e-4c57-b58c-a0b5f7579881" providerId="ADAL" clId="{42F73073-5CAB-BD41-9FFB-9F4FA671AAFB}" dt="2022-06-14T13:11:00.782" v="1618"/>
          <ac:spMkLst>
            <pc:docMk/>
            <pc:sldMk cId="2593127315" sldId="1712"/>
            <ac:spMk id="25" creationId="{636C3828-80B2-67BD-0AAA-43B1FB578F59}"/>
          </ac:spMkLst>
        </pc:spChg>
        <pc:grpChg chg="add del">
          <ac:chgData name="严 蓓琦 (Yan BeiQi)" userId="8c39ec7c-8b0e-4c57-b58c-a0b5f7579881" providerId="ADAL" clId="{42F73073-5CAB-BD41-9FFB-9F4FA671AAFB}" dt="2022-06-14T13:15:04.342" v="1636" actId="478"/>
          <ac:grpSpMkLst>
            <pc:docMk/>
            <pc:sldMk cId="2593127315" sldId="1712"/>
            <ac:grpSpMk id="46" creationId="{760D05F2-2103-4242-B71B-E2DBDBD5916A}"/>
          </ac:grpSpMkLst>
        </pc:grpChg>
        <pc:grpChg chg="add del">
          <ac:chgData name="严 蓓琦 (Yan BeiQi)" userId="8c39ec7c-8b0e-4c57-b58c-a0b5f7579881" providerId="ADAL" clId="{42F73073-5CAB-BD41-9FFB-9F4FA671AAFB}" dt="2022-06-14T13:15:03.692" v="1635" actId="478"/>
          <ac:grpSpMkLst>
            <pc:docMk/>
            <pc:sldMk cId="2593127315" sldId="1712"/>
            <ac:grpSpMk id="64" creationId="{2F696C49-5F32-AB48-B075-EB8C72E36D13}"/>
          </ac:grpSpMkLst>
        </pc:grpChg>
        <pc:cxnChg chg="add del">
          <ac:chgData name="严 蓓琦 (Yan BeiQi)" userId="8c39ec7c-8b0e-4c57-b58c-a0b5f7579881" providerId="ADAL" clId="{42F73073-5CAB-BD41-9FFB-9F4FA671AAFB}" dt="2022-06-14T13:15:02.212" v="1634" actId="478"/>
          <ac:cxnSpMkLst>
            <pc:docMk/>
            <pc:sldMk cId="2593127315" sldId="1712"/>
            <ac:cxnSpMk id="58" creationId="{93C27B2B-AA5A-9D4B-A5BD-A85ED161A804}"/>
          </ac:cxnSpMkLst>
        </pc:cxnChg>
      </pc:sldChg>
      <pc:sldChg chg="addSp delSp modSp add mod modNotesTx">
        <pc:chgData name="严 蓓琦 (Yan BeiQi)" userId="8c39ec7c-8b0e-4c57-b58c-a0b5f7579881" providerId="ADAL" clId="{42F73073-5CAB-BD41-9FFB-9F4FA671AAFB}" dt="2022-06-15T02:03:42.736" v="2501" actId="20577"/>
        <pc:sldMkLst>
          <pc:docMk/>
          <pc:sldMk cId="1648504840" sldId="1713"/>
        </pc:sldMkLst>
        <pc:spChg chg="mod">
          <ac:chgData name="严 蓓琦 (Yan BeiQi)" userId="8c39ec7c-8b0e-4c57-b58c-a0b5f7579881" providerId="ADAL" clId="{42F73073-5CAB-BD41-9FFB-9F4FA671AAFB}" dt="2022-06-15T01:59:18.630" v="2484" actId="20577"/>
          <ac:spMkLst>
            <pc:docMk/>
            <pc:sldMk cId="1648504840" sldId="1713"/>
            <ac:spMk id="2" creationId="{00000000-0000-0000-0000-000000000000}"/>
          </ac:spMkLst>
        </pc:spChg>
        <pc:spChg chg="del">
          <ac:chgData name="严 蓓琦 (Yan BeiQi)" userId="8c39ec7c-8b0e-4c57-b58c-a0b5f7579881" providerId="ADAL" clId="{42F73073-5CAB-BD41-9FFB-9F4FA671AAFB}" dt="2022-06-15T01:58:01.202" v="2471" actId="478"/>
          <ac:spMkLst>
            <pc:docMk/>
            <pc:sldMk cId="1648504840" sldId="1713"/>
            <ac:spMk id="8" creationId="{00000000-0000-0000-0000-000000000000}"/>
          </ac:spMkLst>
        </pc:spChg>
        <pc:spChg chg="del">
          <ac:chgData name="严 蓓琦 (Yan BeiQi)" userId="8c39ec7c-8b0e-4c57-b58c-a0b5f7579881" providerId="ADAL" clId="{42F73073-5CAB-BD41-9FFB-9F4FA671AAFB}" dt="2022-06-15T01:58:01.202" v="2471" actId="478"/>
          <ac:spMkLst>
            <pc:docMk/>
            <pc:sldMk cId="1648504840" sldId="1713"/>
            <ac:spMk id="10" creationId="{00000000-0000-0000-0000-000000000000}"/>
          </ac:spMkLst>
        </pc:spChg>
        <pc:spChg chg="del mod topLvl">
          <ac:chgData name="严 蓓琦 (Yan BeiQi)" userId="8c39ec7c-8b0e-4c57-b58c-a0b5f7579881" providerId="ADAL" clId="{42F73073-5CAB-BD41-9FFB-9F4FA671AAFB}" dt="2022-06-15T01:58:28.704" v="2478" actId="478"/>
          <ac:spMkLst>
            <pc:docMk/>
            <pc:sldMk cId="1648504840" sldId="1713"/>
            <ac:spMk id="14" creationId="{DF0AB78C-2955-4338-01D9-3E756254504D}"/>
          </ac:spMkLst>
        </pc:spChg>
        <pc:spChg chg="del mod topLvl">
          <ac:chgData name="严 蓓琦 (Yan BeiQi)" userId="8c39ec7c-8b0e-4c57-b58c-a0b5f7579881" providerId="ADAL" clId="{42F73073-5CAB-BD41-9FFB-9F4FA671AAFB}" dt="2022-06-15T01:58:59.597" v="2481" actId="478"/>
          <ac:spMkLst>
            <pc:docMk/>
            <pc:sldMk cId="1648504840" sldId="1713"/>
            <ac:spMk id="15" creationId="{7D9046DE-5740-BD33-DE79-777501D59565}"/>
          </ac:spMkLst>
        </pc:spChg>
        <pc:spChg chg="del mod topLvl">
          <ac:chgData name="严 蓓琦 (Yan BeiQi)" userId="8c39ec7c-8b0e-4c57-b58c-a0b5f7579881" providerId="ADAL" clId="{42F73073-5CAB-BD41-9FFB-9F4FA671AAFB}" dt="2022-06-15T01:58:26.289" v="2477" actId="478"/>
          <ac:spMkLst>
            <pc:docMk/>
            <pc:sldMk cId="1648504840" sldId="1713"/>
            <ac:spMk id="19" creationId="{2A5DB43B-4B97-E27C-E23A-378D38DE5363}"/>
          </ac:spMkLst>
        </pc:spChg>
        <pc:spChg chg="del mod topLvl">
          <ac:chgData name="严 蓓琦 (Yan BeiQi)" userId="8c39ec7c-8b0e-4c57-b58c-a0b5f7579881" providerId="ADAL" clId="{42F73073-5CAB-BD41-9FFB-9F4FA671AAFB}" dt="2022-06-15T01:58:24.918" v="2476" actId="478"/>
          <ac:spMkLst>
            <pc:docMk/>
            <pc:sldMk cId="1648504840" sldId="1713"/>
            <ac:spMk id="20" creationId="{A88EAC18-7BC0-74CE-6034-E2A9197389E5}"/>
          </ac:spMkLst>
        </pc:spChg>
        <pc:spChg chg="del">
          <ac:chgData name="严 蓓琦 (Yan BeiQi)" userId="8c39ec7c-8b0e-4c57-b58c-a0b5f7579881" providerId="ADAL" clId="{42F73073-5CAB-BD41-9FFB-9F4FA671AAFB}" dt="2022-06-15T01:58:01.202" v="2471" actId="478"/>
          <ac:spMkLst>
            <pc:docMk/>
            <pc:sldMk cId="1648504840" sldId="1713"/>
            <ac:spMk id="22" creationId="{00000000-0000-0000-0000-000000000000}"/>
          </ac:spMkLst>
        </pc:spChg>
        <pc:spChg chg="del mod topLvl">
          <ac:chgData name="严 蓓琦 (Yan BeiQi)" userId="8c39ec7c-8b0e-4c57-b58c-a0b5f7579881" providerId="ADAL" clId="{42F73073-5CAB-BD41-9FFB-9F4FA671AAFB}" dt="2022-06-15T02:01:31.459" v="2497" actId="478"/>
          <ac:spMkLst>
            <pc:docMk/>
            <pc:sldMk cId="1648504840" sldId="1713"/>
            <ac:spMk id="23" creationId="{E1C94417-2F75-6A6B-0783-43C315BD9096}"/>
          </ac:spMkLst>
        </pc:spChg>
        <pc:spChg chg="del">
          <ac:chgData name="严 蓓琦 (Yan BeiQi)" userId="8c39ec7c-8b0e-4c57-b58c-a0b5f7579881" providerId="ADAL" clId="{42F73073-5CAB-BD41-9FFB-9F4FA671AAFB}" dt="2022-06-15T01:58:01.202" v="2471" actId="478"/>
          <ac:spMkLst>
            <pc:docMk/>
            <pc:sldMk cId="1648504840" sldId="1713"/>
            <ac:spMk id="26" creationId="{00000000-0000-0000-0000-000000000000}"/>
          </ac:spMkLst>
        </pc:spChg>
        <pc:spChg chg="del">
          <ac:chgData name="严 蓓琦 (Yan BeiQi)" userId="8c39ec7c-8b0e-4c57-b58c-a0b5f7579881" providerId="ADAL" clId="{42F73073-5CAB-BD41-9FFB-9F4FA671AAFB}" dt="2022-06-14T13:15:24.174" v="1639" actId="478"/>
          <ac:spMkLst>
            <pc:docMk/>
            <pc:sldMk cId="1648504840" sldId="1713"/>
            <ac:spMk id="29" creationId="{9BE2B5DD-28E8-124C-8A42-339A8AAA5AED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35" creationId="{1E13ED9B-C880-D885-3858-88A55A78FA9B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36" creationId="{5829CEE6-71DC-7D45-9392-B782D5EE3A49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37" creationId="{2EFBCB6A-C563-4185-75C7-DADBAB50B190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38" creationId="{423B4A0F-07D9-40E6-F4BE-D2FC234D44F1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39" creationId="{B26B464E-8537-9884-E471-0D8BD9A8AE93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40" creationId="{281651E9-4651-BEFE-EB60-E3B44D3B95E9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41" creationId="{BE098137-71C5-8EE6-5BA7-DE95FDE7165D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42" creationId="{4A26156B-C2A1-A3F5-4E18-185143F0F07A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43" creationId="{2F69EE09-D41C-F081-567E-FC64AD1EDACC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44" creationId="{7127C8E9-1907-CB18-7852-3B15A09B06F5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45" creationId="{3991AA5E-B3DE-7C7F-D978-7992002B052E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46" creationId="{48C3AFD5-6235-9ED8-BD02-D9E9BFB1713D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47" creationId="{6BC59D02-3EF8-BB2E-C463-724CA4F875D4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48" creationId="{C40B3BAD-4A61-2672-D9A5-2127A6FB731A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49" creationId="{2AAEC509-8533-27D4-D2FE-35DAE452A2D4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50" creationId="{D80B94F3-6CF7-7B1E-3CDC-7D0926204EAF}"/>
          </ac:spMkLst>
        </pc:spChg>
        <pc:spChg chg="mod">
          <ac:chgData name="严 蓓琦 (Yan BeiQi)" userId="8c39ec7c-8b0e-4c57-b58c-a0b5f7579881" providerId="ADAL" clId="{42F73073-5CAB-BD41-9FFB-9F4FA671AAFB}" dt="2022-06-15T01:58:13.173" v="2473" actId="165"/>
          <ac:spMkLst>
            <pc:docMk/>
            <pc:sldMk cId="1648504840" sldId="1713"/>
            <ac:spMk id="51" creationId="{AFD6FF02-9ACE-C728-E651-BA310CC2952F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52" creationId="{E359588F-FF36-A16A-D8CB-5D4E1921E0AB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53" creationId="{CF9FFD2D-D9F9-CC40-C43D-4FA346531B1C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54" creationId="{388B969E-D96B-CF68-8A9F-A6A7C5F1E2B7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55" creationId="{68E2B5BD-8680-9EE0-EA9E-AC21A4BE6B9E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56" creationId="{0C84E13E-42B3-E127-BCDD-9DF145FE9326}"/>
          </ac:spMkLst>
        </pc:spChg>
        <pc:spChg chg="del mod">
          <ac:chgData name="严 蓓琦 (Yan BeiQi)" userId="8c39ec7c-8b0e-4c57-b58c-a0b5f7579881" providerId="ADAL" clId="{42F73073-5CAB-BD41-9FFB-9F4FA671AAFB}" dt="2022-06-15T02:00:34.405" v="2486" actId="478"/>
          <ac:spMkLst>
            <pc:docMk/>
            <pc:sldMk cId="1648504840" sldId="1713"/>
            <ac:spMk id="57" creationId="{B67A760B-A1B7-E43D-3039-168628A256D6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58" creationId="{B48B4CD2-4733-BE9F-7C86-56152AD559F6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59" creationId="{D470CE54-F892-E528-1AF8-58D696C97217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60" creationId="{706FF1AE-B409-2646-98F7-C7E02DBC8649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61" creationId="{E9404F9F-6E2A-A477-8008-90A7A4893645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62" creationId="{DD095096-CE1C-21F8-FAAA-719EC6AF4B64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63" creationId="{F4350FCA-34CF-F0A8-2346-C9F41E280AEB}"/>
          </ac:spMkLst>
        </pc:spChg>
        <pc:spChg chg="mod">
          <ac:chgData name="严 蓓琦 (Yan BeiQi)" userId="8c39ec7c-8b0e-4c57-b58c-a0b5f7579881" providerId="ADAL" clId="{42F73073-5CAB-BD41-9FFB-9F4FA671AAFB}" dt="2022-06-15T02:00:33.309" v="2485" actId="1076"/>
          <ac:spMkLst>
            <pc:docMk/>
            <pc:sldMk cId="1648504840" sldId="1713"/>
            <ac:spMk id="64" creationId="{8A7B3526-CD83-C71B-B14B-99BB23C4F60E}"/>
          </ac:spMkLst>
        </pc:spChg>
        <pc:spChg chg="add del mod">
          <ac:chgData name="严 蓓琦 (Yan BeiQi)" userId="8c39ec7c-8b0e-4c57-b58c-a0b5f7579881" providerId="ADAL" clId="{42F73073-5CAB-BD41-9FFB-9F4FA671AAFB}" dt="2022-06-15T02:01:07.626" v="2491"/>
          <ac:spMkLst>
            <pc:docMk/>
            <pc:sldMk cId="1648504840" sldId="1713"/>
            <ac:spMk id="65" creationId="{9D03AF5D-AA66-5824-E6D8-9B018DCCA693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67" creationId="{F523FD88-BD79-3BF0-556E-049D039E9A6C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68" creationId="{07FB391F-4C01-DAEA-1D8E-142CCD68A5D3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69" creationId="{DC650675-C240-7A1F-44BD-8C94842F28C6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70" creationId="{0EF755BF-B12A-7BE8-2B1F-A03EE993307F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72" creationId="{8B910D3F-C3D8-2F3F-7727-B66266D9CDF4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73" creationId="{318DF715-4542-3DDF-1A88-4648C62BE628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74" creationId="{025FD52D-343A-4B3A-C458-91770D943941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75" creationId="{E41EABBB-75B9-25B7-7A7D-5DC737E1B066}"/>
          </ac:spMkLst>
        </pc:spChg>
        <pc:spChg chg="del mod">
          <ac:chgData name="严 蓓琦 (Yan BeiQi)" userId="8c39ec7c-8b0e-4c57-b58c-a0b5f7579881" providerId="ADAL" clId="{42F73073-5CAB-BD41-9FFB-9F4FA671AAFB}" dt="2022-06-15T02:01:29.084" v="2496" actId="478"/>
          <ac:spMkLst>
            <pc:docMk/>
            <pc:sldMk cId="1648504840" sldId="1713"/>
            <ac:spMk id="77" creationId="{574602F0-8C92-1101-EE15-E4DD8D3A9695}"/>
          </ac:spMkLst>
        </pc:spChg>
        <pc:spChg chg="mod">
          <ac:chgData name="严 蓓琦 (Yan BeiQi)" userId="8c39ec7c-8b0e-4c57-b58c-a0b5f7579881" providerId="ADAL" clId="{42F73073-5CAB-BD41-9FFB-9F4FA671AAFB}" dt="2022-06-15T02:01:57.959" v="2500" actId="12"/>
          <ac:spMkLst>
            <pc:docMk/>
            <pc:sldMk cId="1648504840" sldId="1713"/>
            <ac:spMk id="78" creationId="{992CAC67-F38F-28E1-1F61-AED3C730D0EB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81" creationId="{75163FF3-1E0F-1343-83C8-434612125352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82" creationId="{121F89A5-80C5-DB4C-DCB7-A0996C34810D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83" creationId="{4D8ED5C1-6892-6B86-0BA6-BBF4D3EDCAFC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84" creationId="{87C07B6E-EBF0-1D86-0A55-3DC794058FEB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85" creationId="{40F06E48-3DC4-CDE3-F078-F1E85AB5A9B8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86" creationId="{44618992-6213-C541-B6C2-4336AFCCAD00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87" creationId="{CFED55E9-F66A-242A-B2EA-5D8A497BECB8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88" creationId="{BA549F16-CE97-0AEB-262A-429540C7F51E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89" creationId="{FED16DCD-CE9B-EB74-40B1-7EE02C54177D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90" creationId="{DF8F6EB5-3191-8619-422F-B83AB931E491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91" creationId="{3950B556-8BCE-8BF7-C391-C126CB403788}"/>
          </ac:spMkLst>
        </pc:spChg>
        <pc:spChg chg="mod">
          <ac:chgData name="严 蓓琦 (Yan BeiQi)" userId="8c39ec7c-8b0e-4c57-b58c-a0b5f7579881" providerId="ADAL" clId="{42F73073-5CAB-BD41-9FFB-9F4FA671AAFB}" dt="2022-06-15T02:01:42.246" v="2499" actId="1076"/>
          <ac:spMkLst>
            <pc:docMk/>
            <pc:sldMk cId="1648504840" sldId="1713"/>
            <ac:spMk id="92" creationId="{22433912-D388-24F9-5B5B-C176BD7CDDD2}"/>
          </ac:spMkLst>
        </pc:spChg>
        <pc:grpChg chg="add del mod">
          <ac:chgData name="严 蓓琦 (Yan BeiQi)" userId="8c39ec7c-8b0e-4c57-b58c-a0b5f7579881" providerId="ADAL" clId="{42F73073-5CAB-BD41-9FFB-9F4FA671AAFB}" dt="2022-06-15T01:58:13.173" v="2473" actId="165"/>
          <ac:grpSpMkLst>
            <pc:docMk/>
            <pc:sldMk cId="1648504840" sldId="1713"/>
            <ac:grpSpMk id="13" creationId="{3DAF1851-33AC-5EF7-AD08-73364D60E453}"/>
          </ac:grpSpMkLst>
        </pc:grpChg>
        <pc:grpChg chg="del">
          <ac:chgData name="严 蓓琦 (Yan BeiQi)" userId="8c39ec7c-8b0e-4c57-b58c-a0b5f7579881" providerId="ADAL" clId="{42F73073-5CAB-BD41-9FFB-9F4FA671AAFB}" dt="2022-06-15T01:58:01.202" v="2471" actId="478"/>
          <ac:grpSpMkLst>
            <pc:docMk/>
            <pc:sldMk cId="1648504840" sldId="1713"/>
            <ac:grpSpMk id="16" creationId="{00000000-0000-0000-0000-000000000000}"/>
          </ac:grpSpMkLst>
        </pc:grpChg>
        <pc:grpChg chg="del mod topLvl">
          <ac:chgData name="严 蓓琦 (Yan BeiQi)" userId="8c39ec7c-8b0e-4c57-b58c-a0b5f7579881" providerId="ADAL" clId="{42F73073-5CAB-BD41-9FFB-9F4FA671AAFB}" dt="2022-06-15T02:00:37.681" v="2487" actId="478"/>
          <ac:grpSpMkLst>
            <pc:docMk/>
            <pc:sldMk cId="1648504840" sldId="1713"/>
            <ac:grpSpMk id="21" creationId="{2E9710CC-9A3D-218D-95AF-AAF132B54670}"/>
          </ac:grpSpMkLst>
        </pc:grpChg>
        <pc:grpChg chg="del mod topLvl">
          <ac:chgData name="严 蓓琦 (Yan BeiQi)" userId="8c39ec7c-8b0e-4c57-b58c-a0b5f7579881" providerId="ADAL" clId="{42F73073-5CAB-BD41-9FFB-9F4FA671AAFB}" dt="2022-06-15T01:58:22.631" v="2475" actId="478"/>
          <ac:grpSpMkLst>
            <pc:docMk/>
            <pc:sldMk cId="1648504840" sldId="1713"/>
            <ac:grpSpMk id="24" creationId="{9F609C78-8B21-B10E-B4FD-660714AA3C48}"/>
          </ac:grpSpMkLst>
        </pc:grpChg>
        <pc:grpChg chg="del mod topLvl">
          <ac:chgData name="严 蓓琦 (Yan BeiQi)" userId="8c39ec7c-8b0e-4c57-b58c-a0b5f7579881" providerId="ADAL" clId="{42F73073-5CAB-BD41-9FFB-9F4FA671AAFB}" dt="2022-06-15T01:58:16.676" v="2474" actId="478"/>
          <ac:grpSpMkLst>
            <pc:docMk/>
            <pc:sldMk cId="1648504840" sldId="1713"/>
            <ac:grpSpMk id="25" creationId="{67CFB5EB-23B0-F699-DE66-D054380611B7}"/>
          </ac:grpSpMkLst>
        </pc:grpChg>
        <pc:grpChg chg="del mod topLvl">
          <ac:chgData name="严 蓓琦 (Yan BeiQi)" userId="8c39ec7c-8b0e-4c57-b58c-a0b5f7579881" providerId="ADAL" clId="{42F73073-5CAB-BD41-9FFB-9F4FA671AAFB}" dt="2022-06-15T01:58:22.631" v="2475" actId="478"/>
          <ac:grpSpMkLst>
            <pc:docMk/>
            <pc:sldMk cId="1648504840" sldId="1713"/>
            <ac:grpSpMk id="29" creationId="{B09AEF8D-4731-30EC-C37E-277D93AF3C7C}"/>
          </ac:grpSpMkLst>
        </pc:grpChg>
        <pc:grpChg chg="del mod topLvl">
          <ac:chgData name="严 蓓琦 (Yan BeiQi)" userId="8c39ec7c-8b0e-4c57-b58c-a0b5f7579881" providerId="ADAL" clId="{42F73073-5CAB-BD41-9FFB-9F4FA671AAFB}" dt="2022-06-15T01:58:16.676" v="2474" actId="478"/>
          <ac:grpSpMkLst>
            <pc:docMk/>
            <pc:sldMk cId="1648504840" sldId="1713"/>
            <ac:grpSpMk id="30" creationId="{A0227535-2E17-FF76-DBEF-AED742B1799B}"/>
          </ac:grpSpMkLst>
        </pc:grpChg>
        <pc:grpChg chg="del mod topLvl">
          <ac:chgData name="严 蓓琦 (Yan BeiQi)" userId="8c39ec7c-8b0e-4c57-b58c-a0b5f7579881" providerId="ADAL" clId="{42F73073-5CAB-BD41-9FFB-9F4FA671AAFB}" dt="2022-06-15T01:58:22.631" v="2475" actId="478"/>
          <ac:grpSpMkLst>
            <pc:docMk/>
            <pc:sldMk cId="1648504840" sldId="1713"/>
            <ac:grpSpMk id="31" creationId="{A835833E-0E71-795A-BB74-6CAEABE47F53}"/>
          </ac:grpSpMkLst>
        </pc:grpChg>
        <pc:grpChg chg="del mod topLvl">
          <ac:chgData name="严 蓓琦 (Yan BeiQi)" userId="8c39ec7c-8b0e-4c57-b58c-a0b5f7579881" providerId="ADAL" clId="{42F73073-5CAB-BD41-9FFB-9F4FA671AAFB}" dt="2022-06-15T01:58:22.631" v="2475" actId="478"/>
          <ac:grpSpMkLst>
            <pc:docMk/>
            <pc:sldMk cId="1648504840" sldId="1713"/>
            <ac:grpSpMk id="32" creationId="{4A63C374-1A03-0786-9F05-1E821EBA246B}"/>
          </ac:grpSpMkLst>
        </pc:grpChg>
        <pc:grpChg chg="del mod topLvl">
          <ac:chgData name="严 蓓琦 (Yan BeiQi)" userId="8c39ec7c-8b0e-4c57-b58c-a0b5f7579881" providerId="ADAL" clId="{42F73073-5CAB-BD41-9FFB-9F4FA671AAFB}" dt="2022-06-15T01:58:16.676" v="2474" actId="478"/>
          <ac:grpSpMkLst>
            <pc:docMk/>
            <pc:sldMk cId="1648504840" sldId="1713"/>
            <ac:grpSpMk id="33" creationId="{8EE091EA-2B2A-6A39-E4A9-DF299CAD7131}"/>
          </ac:grpSpMkLst>
        </pc:grpChg>
        <pc:grpChg chg="del mod topLvl">
          <ac:chgData name="严 蓓琦 (Yan BeiQi)" userId="8c39ec7c-8b0e-4c57-b58c-a0b5f7579881" providerId="ADAL" clId="{42F73073-5CAB-BD41-9FFB-9F4FA671AAFB}" dt="2022-06-15T01:58:16.676" v="2474" actId="478"/>
          <ac:grpSpMkLst>
            <pc:docMk/>
            <pc:sldMk cId="1648504840" sldId="1713"/>
            <ac:grpSpMk id="34" creationId="{5DE0659E-04B1-C756-CD65-2A3BFAE3DBD2}"/>
          </ac:grpSpMkLst>
        </pc:grpChg>
        <pc:grpChg chg="add mod">
          <ac:chgData name="严 蓓琦 (Yan BeiQi)" userId="8c39ec7c-8b0e-4c57-b58c-a0b5f7579881" providerId="ADAL" clId="{42F73073-5CAB-BD41-9FFB-9F4FA671AAFB}" dt="2022-06-15T02:01:42.246" v="2499" actId="1076"/>
          <ac:grpSpMkLst>
            <pc:docMk/>
            <pc:sldMk cId="1648504840" sldId="1713"/>
            <ac:grpSpMk id="66" creationId="{89D51DAB-9839-C24B-D9F4-FFE072E89A4B}"/>
          </ac:grpSpMkLst>
        </pc:grpChg>
        <pc:grpChg chg="mod">
          <ac:chgData name="严 蓓琦 (Yan BeiQi)" userId="8c39ec7c-8b0e-4c57-b58c-a0b5f7579881" providerId="ADAL" clId="{42F73073-5CAB-BD41-9FFB-9F4FA671AAFB}" dt="2022-06-15T02:01:42.246" v="2499" actId="1076"/>
          <ac:grpSpMkLst>
            <pc:docMk/>
            <pc:sldMk cId="1648504840" sldId="1713"/>
            <ac:grpSpMk id="71" creationId="{966F0B7C-A77E-5008-4D5D-1990F40B51D5}"/>
          </ac:grpSpMkLst>
        </pc:grpChg>
        <pc:grpChg chg="mod">
          <ac:chgData name="严 蓓琦 (Yan BeiQi)" userId="8c39ec7c-8b0e-4c57-b58c-a0b5f7579881" providerId="ADAL" clId="{42F73073-5CAB-BD41-9FFB-9F4FA671AAFB}" dt="2022-06-15T02:01:42.246" v="2499" actId="1076"/>
          <ac:grpSpMkLst>
            <pc:docMk/>
            <pc:sldMk cId="1648504840" sldId="1713"/>
            <ac:grpSpMk id="79" creationId="{0207E245-A83D-B22F-FF72-344A06720B40}"/>
          </ac:grpSpMkLst>
        </pc:grpChg>
        <pc:grpChg chg="mod">
          <ac:chgData name="严 蓓琦 (Yan BeiQi)" userId="8c39ec7c-8b0e-4c57-b58c-a0b5f7579881" providerId="ADAL" clId="{42F73073-5CAB-BD41-9FFB-9F4FA671AAFB}" dt="2022-06-15T02:01:42.246" v="2499" actId="1076"/>
          <ac:grpSpMkLst>
            <pc:docMk/>
            <pc:sldMk cId="1648504840" sldId="1713"/>
            <ac:grpSpMk id="80" creationId="{5E7F6AD0-80C2-97E0-9FDC-F04FB2AB4CE3}"/>
          </ac:grpSpMkLst>
        </pc:grpChg>
        <pc:picChg chg="del">
          <ac:chgData name="严 蓓琦 (Yan BeiQi)" userId="8c39ec7c-8b0e-4c57-b58c-a0b5f7579881" providerId="ADAL" clId="{42F73073-5CAB-BD41-9FFB-9F4FA671AAFB}" dt="2022-06-15T01:58:01.202" v="2471" actId="478"/>
          <ac:picMkLst>
            <pc:docMk/>
            <pc:sldMk cId="1648504840" sldId="1713"/>
            <ac:picMk id="27" creationId="{07B3704D-BFA0-C24F-AEB8-D5DBFEB4A864}"/>
          </ac:picMkLst>
        </pc:picChg>
        <pc:picChg chg="del">
          <ac:chgData name="严 蓓琦 (Yan BeiQi)" userId="8c39ec7c-8b0e-4c57-b58c-a0b5f7579881" providerId="ADAL" clId="{42F73073-5CAB-BD41-9FFB-9F4FA671AAFB}" dt="2022-06-15T01:57:59.392" v="2470" actId="478"/>
          <ac:picMkLst>
            <pc:docMk/>
            <pc:sldMk cId="1648504840" sldId="1713"/>
            <ac:picMk id="28" creationId="{45EBA068-B2E2-0A4E-8A58-D395055DC6D7}"/>
          </ac:picMkLst>
        </pc:picChg>
        <pc:cxnChg chg="del mod">
          <ac:chgData name="严 蓓琦 (Yan BeiQi)" userId="8c39ec7c-8b0e-4c57-b58c-a0b5f7579881" providerId="ADAL" clId="{42F73073-5CAB-BD41-9FFB-9F4FA671AAFB}" dt="2022-06-15T02:01:36.697" v="2498" actId="478"/>
          <ac:cxnSpMkLst>
            <pc:docMk/>
            <pc:sldMk cId="1648504840" sldId="1713"/>
            <ac:cxnSpMk id="76" creationId="{C82160F3-F4F4-934E-A139-0AFC15D05082}"/>
          </ac:cxnSpMkLst>
        </pc:cxnChg>
      </pc:sldChg>
      <pc:sldChg chg="addSp delSp modSp add mod">
        <pc:chgData name="严 蓓琦 (Yan BeiQi)" userId="8c39ec7c-8b0e-4c57-b58c-a0b5f7579881" providerId="ADAL" clId="{42F73073-5CAB-BD41-9FFB-9F4FA671AAFB}" dt="2022-06-14T13:39:46.247" v="1846" actId="20577"/>
        <pc:sldMkLst>
          <pc:docMk/>
          <pc:sldMk cId="2584102477" sldId="1714"/>
        </pc:sldMkLst>
        <pc:spChg chg="add del mod">
          <ac:chgData name="严 蓓琦 (Yan BeiQi)" userId="8c39ec7c-8b0e-4c57-b58c-a0b5f7579881" providerId="ADAL" clId="{42F73073-5CAB-BD41-9FFB-9F4FA671AAFB}" dt="2022-06-14T13:27:13.878" v="1671" actId="478"/>
          <ac:spMkLst>
            <pc:docMk/>
            <pc:sldMk cId="2584102477" sldId="1714"/>
            <ac:spMk id="3" creationId="{CE924E58-0D98-E2D8-63B7-9522C558A9C9}"/>
          </ac:spMkLst>
        </pc:spChg>
        <pc:spChg chg="mod">
          <ac:chgData name="严 蓓琦 (Yan BeiQi)" userId="8c39ec7c-8b0e-4c57-b58c-a0b5f7579881" providerId="ADAL" clId="{42F73073-5CAB-BD41-9FFB-9F4FA671AAFB}" dt="2022-06-14T13:27:04.390" v="1669" actId="20577"/>
          <ac:spMkLst>
            <pc:docMk/>
            <pc:sldMk cId="2584102477" sldId="1714"/>
            <ac:spMk id="5" creationId="{00000000-0000-0000-0000-000000000000}"/>
          </ac:spMkLst>
        </pc:spChg>
        <pc:spChg chg="add del mod">
          <ac:chgData name="严 蓓琦 (Yan BeiQi)" userId="8c39ec7c-8b0e-4c57-b58c-a0b5f7579881" providerId="ADAL" clId="{42F73073-5CAB-BD41-9FFB-9F4FA671AAFB}" dt="2022-06-14T13:27:21.514" v="1674" actId="478"/>
          <ac:spMkLst>
            <pc:docMk/>
            <pc:sldMk cId="2584102477" sldId="1714"/>
            <ac:spMk id="6" creationId="{00000000-0000-0000-0000-000000000000}"/>
          </ac:spMkLst>
        </pc:spChg>
        <pc:spChg chg="add mod">
          <ac:chgData name="严 蓓琦 (Yan BeiQi)" userId="8c39ec7c-8b0e-4c57-b58c-a0b5f7579881" providerId="ADAL" clId="{42F73073-5CAB-BD41-9FFB-9F4FA671AAFB}" dt="2022-06-14T13:39:46.247" v="1846" actId="20577"/>
          <ac:spMkLst>
            <pc:docMk/>
            <pc:sldMk cId="2584102477" sldId="1714"/>
            <ac:spMk id="9" creationId="{22ED50B3-CFCB-68C1-AE93-A69DE32BD7E1}"/>
          </ac:spMkLst>
        </pc:spChg>
      </pc:sldChg>
      <pc:sldChg chg="addSp delSp modSp add del mod">
        <pc:chgData name="严 蓓琦 (Yan BeiQi)" userId="8c39ec7c-8b0e-4c57-b58c-a0b5f7579881" providerId="ADAL" clId="{42F73073-5CAB-BD41-9FFB-9F4FA671AAFB}" dt="2022-06-14T14:09:59.305" v="2408" actId="2696"/>
        <pc:sldMkLst>
          <pc:docMk/>
          <pc:sldMk cId="1292616801" sldId="1715"/>
        </pc:sldMkLst>
        <pc:spChg chg="mod">
          <ac:chgData name="严 蓓琦 (Yan BeiQi)" userId="8c39ec7c-8b0e-4c57-b58c-a0b5f7579881" providerId="ADAL" clId="{42F73073-5CAB-BD41-9FFB-9F4FA671AAFB}" dt="2022-06-14T13:32:22.844" v="1712" actId="20577"/>
          <ac:spMkLst>
            <pc:docMk/>
            <pc:sldMk cId="1292616801" sldId="1715"/>
            <ac:spMk id="2" creationId="{2604F70C-F51F-4520-832F-2C4161B4B6FB}"/>
          </ac:spMkLst>
        </pc:spChg>
        <pc:spChg chg="del">
          <ac:chgData name="严 蓓琦 (Yan BeiQi)" userId="8c39ec7c-8b0e-4c57-b58c-a0b5f7579881" providerId="ADAL" clId="{42F73073-5CAB-BD41-9FFB-9F4FA671AAFB}" dt="2022-06-14T13:31:59.948" v="1677" actId="478"/>
          <ac:spMkLst>
            <pc:docMk/>
            <pc:sldMk cId="1292616801" sldId="1715"/>
            <ac:spMk id="3" creationId="{051FDEA9-4596-4A3D-A5F2-7C1F873E1E39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29" creationId="{C19E8798-3369-48C7-4F8F-5F349B187A0E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30" creationId="{3ABFCA2B-6B30-6296-23EE-C947A9A62317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31" creationId="{75DE9478-6FEE-A87A-F5A6-BE709AC2F38D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33" creationId="{7DF0EFF8-B63A-6C15-A81F-91B52A74FA99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34" creationId="{D5FA6ADE-39F2-84D7-FA6D-D5B060147A17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35" creationId="{0B7C60B1-8ECF-3E52-DE07-53830CF77233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36" creationId="{2B51C4F8-3E59-97E1-6A89-437BDA7B7CE3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37" creationId="{A2A93034-6C86-0728-68DF-545C5B4AD639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39" creationId="{CB53D5F5-7891-FD0B-0F98-D3210C619BA5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40" creationId="{4A5767B3-3D1B-F1DE-24F9-3813174B95FA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41" creationId="{A1241043-B9A2-B902-0C76-12E8386B12BA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42" creationId="{92AE3A92-800C-4DB3-617D-3030C78EA789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43" creationId="{ED84A40E-5635-F4DA-736B-2469D8AD821E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45" creationId="{747D625F-02ED-60A0-E360-ABA37EBBDBF4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46" creationId="{9F6ECC3F-17F3-C3FC-56DC-51E0D5D4B574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47" creationId="{23FE808F-A840-245A-1C89-B38AF529F339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48" creationId="{94FADBAD-CA0B-272F-34AD-C7D6F5A2A0E0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49" creationId="{E8EB3F56-96DF-B0A1-9699-B6B4ECAF6A46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51" creationId="{88C2D1A3-51C2-06BD-FBAA-9FAA176F1974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52" creationId="{EF273DC9-0E2E-7762-917F-883739A0AE07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53" creationId="{47D22A2C-A041-2F62-72DE-88CC3D9E82D0}"/>
          </ac:spMkLst>
        </pc:spChg>
        <pc:spChg chg="mod">
          <ac:chgData name="严 蓓琦 (Yan BeiQi)" userId="8c39ec7c-8b0e-4c57-b58c-a0b5f7579881" providerId="ADAL" clId="{42F73073-5CAB-BD41-9FFB-9F4FA671AAFB}" dt="2022-06-14T13:32:06.255" v="1678"/>
          <ac:spMkLst>
            <pc:docMk/>
            <pc:sldMk cId="1292616801" sldId="1715"/>
            <ac:spMk id="54" creationId="{561A8F7C-2EA0-C25D-B574-C3EB6DC664BC}"/>
          </ac:spMkLst>
        </pc:spChg>
        <pc:grpChg chg="del">
          <ac:chgData name="严 蓓琦 (Yan BeiQi)" userId="8c39ec7c-8b0e-4c57-b58c-a0b5f7579881" providerId="ADAL" clId="{42F73073-5CAB-BD41-9FFB-9F4FA671AAFB}" dt="2022-06-14T13:31:57.369" v="1676" actId="478"/>
          <ac:grpSpMkLst>
            <pc:docMk/>
            <pc:sldMk cId="1292616801" sldId="1715"/>
            <ac:grpSpMk id="5" creationId="{E656B843-6CEF-407C-8FD3-7B31A4467809}"/>
          </ac:grpSpMkLst>
        </pc:grpChg>
        <pc:grpChg chg="add mod">
          <ac:chgData name="严 蓓琦 (Yan BeiQi)" userId="8c39ec7c-8b0e-4c57-b58c-a0b5f7579881" providerId="ADAL" clId="{42F73073-5CAB-BD41-9FFB-9F4FA671AAFB}" dt="2022-06-14T13:32:06.255" v="1678"/>
          <ac:grpSpMkLst>
            <pc:docMk/>
            <pc:sldMk cId="1292616801" sldId="1715"/>
            <ac:grpSpMk id="21" creationId="{01CA083E-8E25-4E51-29C6-7684FD414C10}"/>
          </ac:grpSpMkLst>
        </pc:grpChg>
        <pc:grpChg chg="mod">
          <ac:chgData name="严 蓓琦 (Yan BeiQi)" userId="8c39ec7c-8b0e-4c57-b58c-a0b5f7579881" providerId="ADAL" clId="{42F73073-5CAB-BD41-9FFB-9F4FA671AAFB}" dt="2022-06-14T13:32:06.255" v="1678"/>
          <ac:grpSpMkLst>
            <pc:docMk/>
            <pc:sldMk cId="1292616801" sldId="1715"/>
            <ac:grpSpMk id="22" creationId="{3A1C56C8-40FF-4135-4B05-F468563C92C0}"/>
          </ac:grpSpMkLst>
        </pc:grpChg>
        <pc:grpChg chg="mod">
          <ac:chgData name="严 蓓琦 (Yan BeiQi)" userId="8c39ec7c-8b0e-4c57-b58c-a0b5f7579881" providerId="ADAL" clId="{42F73073-5CAB-BD41-9FFB-9F4FA671AAFB}" dt="2022-06-14T13:32:06.255" v="1678"/>
          <ac:grpSpMkLst>
            <pc:docMk/>
            <pc:sldMk cId="1292616801" sldId="1715"/>
            <ac:grpSpMk id="23" creationId="{2BB2B663-7BAC-ABC8-EF44-2514D61955C2}"/>
          </ac:grpSpMkLst>
        </pc:grpChg>
        <pc:grpChg chg="mod">
          <ac:chgData name="严 蓓琦 (Yan BeiQi)" userId="8c39ec7c-8b0e-4c57-b58c-a0b5f7579881" providerId="ADAL" clId="{42F73073-5CAB-BD41-9FFB-9F4FA671AAFB}" dt="2022-06-14T13:32:06.255" v="1678"/>
          <ac:grpSpMkLst>
            <pc:docMk/>
            <pc:sldMk cId="1292616801" sldId="1715"/>
            <ac:grpSpMk id="24" creationId="{47F733A1-2E47-7407-1AAF-25F73EFEF719}"/>
          </ac:grpSpMkLst>
        </pc:grpChg>
        <pc:grpChg chg="mod">
          <ac:chgData name="严 蓓琦 (Yan BeiQi)" userId="8c39ec7c-8b0e-4c57-b58c-a0b5f7579881" providerId="ADAL" clId="{42F73073-5CAB-BD41-9FFB-9F4FA671AAFB}" dt="2022-06-14T13:32:06.255" v="1678"/>
          <ac:grpSpMkLst>
            <pc:docMk/>
            <pc:sldMk cId="1292616801" sldId="1715"/>
            <ac:grpSpMk id="25" creationId="{E585092D-1A95-29D1-C875-55C06FD55453}"/>
          </ac:grpSpMkLst>
        </pc:grpChg>
        <pc:grpChg chg="mod">
          <ac:chgData name="严 蓓琦 (Yan BeiQi)" userId="8c39ec7c-8b0e-4c57-b58c-a0b5f7579881" providerId="ADAL" clId="{42F73073-5CAB-BD41-9FFB-9F4FA671AAFB}" dt="2022-06-14T13:32:06.255" v="1678"/>
          <ac:grpSpMkLst>
            <pc:docMk/>
            <pc:sldMk cId="1292616801" sldId="1715"/>
            <ac:grpSpMk id="26" creationId="{CD6B9773-E4D1-945F-8894-22D2618C501D}"/>
          </ac:grpSpMkLst>
        </pc:grpChg>
        <pc:grpChg chg="mod">
          <ac:chgData name="严 蓓琦 (Yan BeiQi)" userId="8c39ec7c-8b0e-4c57-b58c-a0b5f7579881" providerId="ADAL" clId="{42F73073-5CAB-BD41-9FFB-9F4FA671AAFB}" dt="2022-06-14T13:32:06.255" v="1678"/>
          <ac:grpSpMkLst>
            <pc:docMk/>
            <pc:sldMk cId="1292616801" sldId="1715"/>
            <ac:grpSpMk id="32" creationId="{45EDBC05-5AB1-E882-D010-B2EC0703A8A5}"/>
          </ac:grpSpMkLst>
        </pc:grpChg>
        <pc:grpChg chg="mod">
          <ac:chgData name="严 蓓琦 (Yan BeiQi)" userId="8c39ec7c-8b0e-4c57-b58c-a0b5f7579881" providerId="ADAL" clId="{42F73073-5CAB-BD41-9FFB-9F4FA671AAFB}" dt="2022-06-14T13:32:06.255" v="1678"/>
          <ac:grpSpMkLst>
            <pc:docMk/>
            <pc:sldMk cId="1292616801" sldId="1715"/>
            <ac:grpSpMk id="38" creationId="{79D63BC6-5577-4FBC-6B7A-8089F0288FA1}"/>
          </ac:grpSpMkLst>
        </pc:grpChg>
        <pc:grpChg chg="mod">
          <ac:chgData name="严 蓓琦 (Yan BeiQi)" userId="8c39ec7c-8b0e-4c57-b58c-a0b5f7579881" providerId="ADAL" clId="{42F73073-5CAB-BD41-9FFB-9F4FA671AAFB}" dt="2022-06-14T13:32:06.255" v="1678"/>
          <ac:grpSpMkLst>
            <pc:docMk/>
            <pc:sldMk cId="1292616801" sldId="1715"/>
            <ac:grpSpMk id="44" creationId="{12BEF812-37AA-41DF-135D-2114807CA36D}"/>
          </ac:grpSpMkLst>
        </pc:grpChg>
        <pc:grpChg chg="mod">
          <ac:chgData name="严 蓓琦 (Yan BeiQi)" userId="8c39ec7c-8b0e-4c57-b58c-a0b5f7579881" providerId="ADAL" clId="{42F73073-5CAB-BD41-9FFB-9F4FA671AAFB}" dt="2022-06-14T13:32:06.255" v="1678"/>
          <ac:grpSpMkLst>
            <pc:docMk/>
            <pc:sldMk cId="1292616801" sldId="1715"/>
            <ac:grpSpMk id="50" creationId="{8416A41F-364B-5653-1174-D6627282B484}"/>
          </ac:grpSpMkLst>
        </pc:grpChg>
        <pc:cxnChg chg="mod">
          <ac:chgData name="严 蓓琦 (Yan BeiQi)" userId="8c39ec7c-8b0e-4c57-b58c-a0b5f7579881" providerId="ADAL" clId="{42F73073-5CAB-BD41-9FFB-9F4FA671AAFB}" dt="2022-06-14T13:32:06.255" v="1678"/>
          <ac:cxnSpMkLst>
            <pc:docMk/>
            <pc:sldMk cId="1292616801" sldId="1715"/>
            <ac:cxnSpMk id="27" creationId="{08824090-109F-D3E2-BE3B-E4893AD506D9}"/>
          </ac:cxnSpMkLst>
        </pc:cxnChg>
        <pc:cxnChg chg="mod">
          <ac:chgData name="严 蓓琦 (Yan BeiQi)" userId="8c39ec7c-8b0e-4c57-b58c-a0b5f7579881" providerId="ADAL" clId="{42F73073-5CAB-BD41-9FFB-9F4FA671AAFB}" dt="2022-06-14T13:32:06.255" v="1678"/>
          <ac:cxnSpMkLst>
            <pc:docMk/>
            <pc:sldMk cId="1292616801" sldId="1715"/>
            <ac:cxnSpMk id="28" creationId="{A45579B7-65BB-2461-B449-2DABBBD4723A}"/>
          </ac:cxnSpMkLst>
        </pc:cxnChg>
      </pc:sldChg>
      <pc:sldChg chg="modSp add mod">
        <pc:chgData name="严 蓓琦 (Yan BeiQi)" userId="8c39ec7c-8b0e-4c57-b58c-a0b5f7579881" providerId="ADAL" clId="{42F73073-5CAB-BD41-9FFB-9F4FA671AAFB}" dt="2022-06-14T13:46:12.402" v="1949" actId="20577"/>
        <pc:sldMkLst>
          <pc:docMk/>
          <pc:sldMk cId="3397343620" sldId="1716"/>
        </pc:sldMkLst>
        <pc:spChg chg="mod">
          <ac:chgData name="严 蓓琦 (Yan BeiQi)" userId="8c39ec7c-8b0e-4c57-b58c-a0b5f7579881" providerId="ADAL" clId="{42F73073-5CAB-BD41-9FFB-9F4FA671AAFB}" dt="2022-06-14T13:41:58.744" v="1855" actId="20577"/>
          <ac:spMkLst>
            <pc:docMk/>
            <pc:sldMk cId="3397343620" sldId="1716"/>
            <ac:spMk id="5" creationId="{00000000-0000-0000-0000-000000000000}"/>
          </ac:spMkLst>
        </pc:spChg>
        <pc:spChg chg="mod">
          <ac:chgData name="严 蓓琦 (Yan BeiQi)" userId="8c39ec7c-8b0e-4c57-b58c-a0b5f7579881" providerId="ADAL" clId="{42F73073-5CAB-BD41-9FFB-9F4FA671AAFB}" dt="2022-06-14T13:46:12.402" v="1949" actId="20577"/>
          <ac:spMkLst>
            <pc:docMk/>
            <pc:sldMk cId="3397343620" sldId="1716"/>
            <ac:spMk id="9" creationId="{22ED50B3-CFCB-68C1-AE93-A69DE32BD7E1}"/>
          </ac:spMkLst>
        </pc:spChg>
        <pc:spChg chg="mod">
          <ac:chgData name="严 蓓琦 (Yan BeiQi)" userId="8c39ec7c-8b0e-4c57-b58c-a0b5f7579881" providerId="ADAL" clId="{42F73073-5CAB-BD41-9FFB-9F4FA671AAFB}" dt="2022-06-14T13:41:01.287" v="1848" actId="20577"/>
          <ac:spMkLst>
            <pc:docMk/>
            <pc:sldMk cId="3397343620" sldId="1716"/>
            <ac:spMk id="17" creationId="{18BE1EAA-DA91-4B9A-837F-78A0ED20EE18}"/>
          </ac:spMkLst>
        </pc:spChg>
      </pc:sldChg>
      <pc:sldChg chg="addSp delSp modSp add mod">
        <pc:chgData name="严 蓓琦 (Yan BeiQi)" userId="8c39ec7c-8b0e-4c57-b58c-a0b5f7579881" providerId="ADAL" clId="{42F73073-5CAB-BD41-9FFB-9F4FA671AAFB}" dt="2022-06-14T13:54:47.361" v="2078" actId="1036"/>
        <pc:sldMkLst>
          <pc:docMk/>
          <pc:sldMk cId="3415151794" sldId="1717"/>
        </pc:sldMkLst>
        <pc:spChg chg="mod">
          <ac:chgData name="严 蓓琦 (Yan BeiQi)" userId="8c39ec7c-8b0e-4c57-b58c-a0b5f7579881" providerId="ADAL" clId="{42F73073-5CAB-BD41-9FFB-9F4FA671AAFB}" dt="2022-06-14T13:46:28.556" v="1986" actId="20577"/>
          <ac:spMkLst>
            <pc:docMk/>
            <pc:sldMk cId="3415151794" sldId="1717"/>
            <ac:spMk id="2" creationId="{B2D8B951-E90F-4AC6-98E3-F2D2848EC416}"/>
          </ac:spMkLst>
        </pc:spChg>
        <pc:spChg chg="del">
          <ac:chgData name="严 蓓琦 (Yan BeiQi)" userId="8c39ec7c-8b0e-4c57-b58c-a0b5f7579881" providerId="ADAL" clId="{42F73073-5CAB-BD41-9FFB-9F4FA671AAFB}" dt="2022-06-14T13:47:33.720" v="1999" actId="478"/>
          <ac:spMkLst>
            <pc:docMk/>
            <pc:sldMk cId="3415151794" sldId="1717"/>
            <ac:spMk id="3" creationId="{82215544-95CF-4FB7-8C74-616EE1F46603}"/>
          </ac:spMkLst>
        </pc:spChg>
        <pc:spChg chg="del">
          <ac:chgData name="严 蓓琦 (Yan BeiQi)" userId="8c39ec7c-8b0e-4c57-b58c-a0b5f7579881" providerId="ADAL" clId="{42F73073-5CAB-BD41-9FFB-9F4FA671AAFB}" dt="2022-06-14T13:47:43.524" v="2003" actId="478"/>
          <ac:spMkLst>
            <pc:docMk/>
            <pc:sldMk cId="3415151794" sldId="1717"/>
            <ac:spMk id="8" creationId="{C246630E-1BC4-45E4-A80A-8A882EE81FAD}"/>
          </ac:spMkLst>
        </pc:spChg>
        <pc:spChg chg="del">
          <ac:chgData name="严 蓓琦 (Yan BeiQi)" userId="8c39ec7c-8b0e-4c57-b58c-a0b5f7579881" providerId="ADAL" clId="{42F73073-5CAB-BD41-9FFB-9F4FA671AAFB}" dt="2022-06-14T13:47:38.341" v="2001" actId="478"/>
          <ac:spMkLst>
            <pc:docMk/>
            <pc:sldMk cId="3415151794" sldId="1717"/>
            <ac:spMk id="11" creationId="{CA9AC81F-F69E-477D-9458-2DC1217A2449}"/>
          </ac:spMkLst>
        </pc:spChg>
        <pc:spChg chg="del">
          <ac:chgData name="严 蓓琦 (Yan BeiQi)" userId="8c39ec7c-8b0e-4c57-b58c-a0b5f7579881" providerId="ADAL" clId="{42F73073-5CAB-BD41-9FFB-9F4FA671AAFB}" dt="2022-06-14T13:47:36.262" v="2000" actId="478"/>
          <ac:spMkLst>
            <pc:docMk/>
            <pc:sldMk cId="3415151794" sldId="1717"/>
            <ac:spMk id="12" creationId="{9063A801-F04E-4FFD-8D1E-669EC3EA55F5}"/>
          </ac:spMkLst>
        </pc:spChg>
        <pc:spChg chg="del">
          <ac:chgData name="严 蓓琦 (Yan BeiQi)" userId="8c39ec7c-8b0e-4c57-b58c-a0b5f7579881" providerId="ADAL" clId="{42F73073-5CAB-BD41-9FFB-9F4FA671AAFB}" dt="2022-06-14T13:49:33.476" v="2017" actId="478"/>
          <ac:spMkLst>
            <pc:docMk/>
            <pc:sldMk cId="3415151794" sldId="1717"/>
            <ac:spMk id="15" creationId="{6676CECC-F18C-4072-9044-53D3059F0C8D}"/>
          </ac:spMkLst>
        </pc:spChg>
        <pc:spChg chg="mod">
          <ac:chgData name="严 蓓琦 (Yan BeiQi)" userId="8c39ec7c-8b0e-4c57-b58c-a0b5f7579881" providerId="ADAL" clId="{42F73073-5CAB-BD41-9FFB-9F4FA671AAFB}" dt="2022-06-14T13:52:09.850" v="2062" actId="12"/>
          <ac:spMkLst>
            <pc:docMk/>
            <pc:sldMk cId="3415151794" sldId="1717"/>
            <ac:spMk id="16" creationId="{437912B5-1A7B-4968-B438-FA44FBC2DF58}"/>
          </ac:spMkLst>
        </pc:spChg>
        <pc:spChg chg="mod">
          <ac:chgData name="严 蓓琦 (Yan BeiQi)" userId="8c39ec7c-8b0e-4c57-b58c-a0b5f7579881" providerId="ADAL" clId="{42F73073-5CAB-BD41-9FFB-9F4FA671AAFB}" dt="2022-06-14T13:49:55.652" v="2042" actId="1035"/>
          <ac:spMkLst>
            <pc:docMk/>
            <pc:sldMk cId="3415151794" sldId="1717"/>
            <ac:spMk id="17" creationId="{68DCE07D-D1A4-4ED3-9350-66A927DC4E33}"/>
          </ac:spMkLst>
        </pc:spChg>
        <pc:spChg chg="add del mod">
          <ac:chgData name="严 蓓琦 (Yan BeiQi)" userId="8c39ec7c-8b0e-4c57-b58c-a0b5f7579881" providerId="ADAL" clId="{42F73073-5CAB-BD41-9FFB-9F4FA671AAFB}" dt="2022-06-14T13:51:51.630" v="2058" actId="12"/>
          <ac:spMkLst>
            <pc:docMk/>
            <pc:sldMk cId="3415151794" sldId="1717"/>
            <ac:spMk id="18" creationId="{744DB599-BA4D-400A-9231-236FFCD7603F}"/>
          </ac:spMkLst>
        </pc:spChg>
        <pc:spChg chg="mod">
          <ac:chgData name="严 蓓琦 (Yan BeiQi)" userId="8c39ec7c-8b0e-4c57-b58c-a0b5f7579881" providerId="ADAL" clId="{42F73073-5CAB-BD41-9FFB-9F4FA671AAFB}" dt="2022-06-14T13:46:53.074" v="1988" actId="255"/>
          <ac:spMkLst>
            <pc:docMk/>
            <pc:sldMk cId="3415151794" sldId="1717"/>
            <ac:spMk id="26" creationId="{02A49C0E-0B05-46B6-B9E7-3C9FA1E5F2DF}"/>
          </ac:spMkLst>
        </pc:spChg>
        <pc:spChg chg="mod">
          <ac:chgData name="严 蓓琦 (Yan BeiQi)" userId="8c39ec7c-8b0e-4c57-b58c-a0b5f7579881" providerId="ADAL" clId="{42F73073-5CAB-BD41-9FFB-9F4FA671AAFB}" dt="2022-06-14T13:47:26.628" v="1998" actId="255"/>
          <ac:spMkLst>
            <pc:docMk/>
            <pc:sldMk cId="3415151794" sldId="1717"/>
            <ac:spMk id="27" creationId="{06935345-5BCE-419B-8F99-7F1D572114B7}"/>
          </ac:spMkLst>
        </pc:spChg>
        <pc:grpChg chg="mod">
          <ac:chgData name="严 蓓琦 (Yan BeiQi)" userId="8c39ec7c-8b0e-4c57-b58c-a0b5f7579881" providerId="ADAL" clId="{42F73073-5CAB-BD41-9FFB-9F4FA671AAFB}" dt="2022-06-14T13:54:47.361" v="2078" actId="1036"/>
          <ac:grpSpMkLst>
            <pc:docMk/>
            <pc:sldMk cId="3415151794" sldId="1717"/>
            <ac:grpSpMk id="5" creationId="{DAFBDD5F-6214-458D-A8D8-4534D435E449}"/>
          </ac:grpSpMkLst>
        </pc:grpChg>
        <pc:grpChg chg="add del">
          <ac:chgData name="严 蓓琦 (Yan BeiQi)" userId="8c39ec7c-8b0e-4c57-b58c-a0b5f7579881" providerId="ADAL" clId="{42F73073-5CAB-BD41-9FFB-9F4FA671AAFB}" dt="2022-06-14T13:48:00.990" v="2006" actId="478"/>
          <ac:grpSpMkLst>
            <pc:docMk/>
            <pc:sldMk cId="3415151794" sldId="1717"/>
            <ac:grpSpMk id="7" creationId="{3B14B428-721D-4F67-B829-34E84BAA8218}"/>
          </ac:grpSpMkLst>
        </pc:grpChg>
        <pc:grpChg chg="del">
          <ac:chgData name="严 蓓琦 (Yan BeiQi)" userId="8c39ec7c-8b0e-4c57-b58c-a0b5f7579881" providerId="ADAL" clId="{42F73073-5CAB-BD41-9FFB-9F4FA671AAFB}" dt="2022-06-14T13:49:33.476" v="2017" actId="478"/>
          <ac:grpSpMkLst>
            <pc:docMk/>
            <pc:sldMk cId="3415151794" sldId="1717"/>
            <ac:grpSpMk id="10" creationId="{313C98D5-FD87-4FB5-908F-DF43675F7361}"/>
          </ac:grpSpMkLst>
        </pc:grpChg>
        <pc:cxnChg chg="del">
          <ac:chgData name="严 蓓琦 (Yan BeiQi)" userId="8c39ec7c-8b0e-4c57-b58c-a0b5f7579881" providerId="ADAL" clId="{42F73073-5CAB-BD41-9FFB-9F4FA671AAFB}" dt="2022-06-14T13:47:45.484" v="2004" actId="478"/>
          <ac:cxnSpMkLst>
            <pc:docMk/>
            <pc:sldMk cId="3415151794" sldId="1717"/>
            <ac:cxnSpMk id="9" creationId="{E7565A14-4D92-421E-8D11-8263899A8DE5}"/>
          </ac:cxnSpMkLst>
        </pc:cxnChg>
        <pc:cxnChg chg="del">
          <ac:chgData name="严 蓓琦 (Yan BeiQi)" userId="8c39ec7c-8b0e-4c57-b58c-a0b5f7579881" providerId="ADAL" clId="{42F73073-5CAB-BD41-9FFB-9F4FA671AAFB}" dt="2022-06-14T13:49:41.718" v="2019" actId="478"/>
          <ac:cxnSpMkLst>
            <pc:docMk/>
            <pc:sldMk cId="3415151794" sldId="1717"/>
            <ac:cxnSpMk id="13" creationId="{B751AFCE-300C-4137-B1C2-632DD72EE69C}"/>
          </ac:cxnSpMkLst>
        </pc:cxnChg>
        <pc:cxnChg chg="del">
          <ac:chgData name="严 蓓琦 (Yan BeiQi)" userId="8c39ec7c-8b0e-4c57-b58c-a0b5f7579881" providerId="ADAL" clId="{42F73073-5CAB-BD41-9FFB-9F4FA671AAFB}" dt="2022-06-14T13:47:40.910" v="2002" actId="478"/>
          <ac:cxnSpMkLst>
            <pc:docMk/>
            <pc:sldMk cId="3415151794" sldId="1717"/>
            <ac:cxnSpMk id="14" creationId="{52738EE2-0815-40B2-ADFB-A4BE0B4765D9}"/>
          </ac:cxnSpMkLst>
        </pc:cxnChg>
        <pc:cxnChg chg="add del mod">
          <ac:chgData name="严 蓓琦 (Yan BeiQi)" userId="8c39ec7c-8b0e-4c57-b58c-a0b5f7579881" providerId="ADAL" clId="{42F73073-5CAB-BD41-9FFB-9F4FA671AAFB}" dt="2022-06-14T13:49:38.266" v="2018" actId="478"/>
          <ac:cxnSpMkLst>
            <pc:docMk/>
            <pc:sldMk cId="3415151794" sldId="1717"/>
            <ac:cxnSpMk id="29" creationId="{1F130D12-6103-0516-B600-6957971B1BF2}"/>
          </ac:cxnSpMkLst>
        </pc:cxnChg>
      </pc:sldChg>
      <pc:sldChg chg="addSp delSp modSp add mod">
        <pc:chgData name="严 蓓琦 (Yan BeiQi)" userId="8c39ec7c-8b0e-4c57-b58c-a0b5f7579881" providerId="ADAL" clId="{42F73073-5CAB-BD41-9FFB-9F4FA671AAFB}" dt="2022-06-14T13:59:41.651" v="2192" actId="12"/>
        <pc:sldMkLst>
          <pc:docMk/>
          <pc:sldMk cId="1473340348" sldId="1718"/>
        </pc:sldMkLst>
        <pc:spChg chg="mod">
          <ac:chgData name="严 蓓琦 (Yan BeiQi)" userId="8c39ec7c-8b0e-4c57-b58c-a0b5f7579881" providerId="ADAL" clId="{42F73073-5CAB-BD41-9FFB-9F4FA671AAFB}" dt="2022-06-14T13:55:14.416" v="2083" actId="20577"/>
          <ac:spMkLst>
            <pc:docMk/>
            <pc:sldMk cId="1473340348" sldId="1718"/>
            <ac:spMk id="2" creationId="{2604F70C-F51F-4520-832F-2C4161B4B6FB}"/>
          </ac:spMkLst>
        </pc:spChg>
        <pc:spChg chg="del">
          <ac:chgData name="严 蓓琦 (Yan BeiQi)" userId="8c39ec7c-8b0e-4c57-b58c-a0b5f7579881" providerId="ADAL" clId="{42F73073-5CAB-BD41-9FFB-9F4FA671AAFB}" dt="2022-06-14T13:55:53.289" v="2142" actId="478"/>
          <ac:spMkLst>
            <pc:docMk/>
            <pc:sldMk cId="1473340348" sldId="1718"/>
            <ac:spMk id="3" creationId="{051FDEA9-4596-4A3D-A5F2-7C1F873E1E39}"/>
          </ac:spMkLst>
        </pc:spChg>
        <pc:spChg chg="del topLvl">
          <ac:chgData name="严 蓓琦 (Yan BeiQi)" userId="8c39ec7c-8b0e-4c57-b58c-a0b5f7579881" providerId="ADAL" clId="{42F73073-5CAB-BD41-9FFB-9F4FA671AAFB}" dt="2022-06-14T13:55:50.240" v="2141" actId="478"/>
          <ac:spMkLst>
            <pc:docMk/>
            <pc:sldMk cId="1473340348" sldId="1718"/>
            <ac:spMk id="9" creationId="{0BC0451E-E8CD-4318-89D5-1D39CFBBF88B}"/>
          </ac:spMkLst>
        </pc:spChg>
        <pc:spChg chg="del">
          <ac:chgData name="严 蓓琦 (Yan BeiQi)" userId="8c39ec7c-8b0e-4c57-b58c-a0b5f7579881" providerId="ADAL" clId="{42F73073-5CAB-BD41-9FFB-9F4FA671AAFB}" dt="2022-06-14T13:55:46.271" v="2139" actId="478"/>
          <ac:spMkLst>
            <pc:docMk/>
            <pc:sldMk cId="1473340348" sldId="1718"/>
            <ac:spMk id="11" creationId="{1BB3FD0B-B174-49D5-A30B-28C5FC18EA58}"/>
          </ac:spMkLst>
        </pc:spChg>
        <pc:spChg chg="del">
          <ac:chgData name="严 蓓琦 (Yan BeiQi)" userId="8c39ec7c-8b0e-4c57-b58c-a0b5f7579881" providerId="ADAL" clId="{42F73073-5CAB-BD41-9FFB-9F4FA671AAFB}" dt="2022-06-14T13:55:44.271" v="2138" actId="478"/>
          <ac:spMkLst>
            <pc:docMk/>
            <pc:sldMk cId="1473340348" sldId="1718"/>
            <ac:spMk id="12" creationId="{AF2BBDC6-8EC9-4ADC-B35C-9CB18470C4A6}"/>
          </ac:spMkLst>
        </pc:spChg>
        <pc:spChg chg="mod">
          <ac:chgData name="严 蓓琦 (Yan BeiQi)" userId="8c39ec7c-8b0e-4c57-b58c-a0b5f7579881" providerId="ADAL" clId="{42F73073-5CAB-BD41-9FFB-9F4FA671AAFB}" dt="2022-06-14T13:59:41.651" v="2192" actId="12"/>
          <ac:spMkLst>
            <pc:docMk/>
            <pc:sldMk cId="1473340348" sldId="1718"/>
            <ac:spMk id="13" creationId="{28DD1550-CA18-4F89-A86F-42F605122A99}"/>
          </ac:spMkLst>
        </pc:spChg>
        <pc:spChg chg="del">
          <ac:chgData name="严 蓓琦 (Yan BeiQi)" userId="8c39ec7c-8b0e-4c57-b58c-a0b5f7579881" providerId="ADAL" clId="{42F73073-5CAB-BD41-9FFB-9F4FA671AAFB}" dt="2022-06-14T13:56:02.667" v="2144" actId="478"/>
          <ac:spMkLst>
            <pc:docMk/>
            <pc:sldMk cId="1473340348" sldId="1718"/>
            <ac:spMk id="15" creationId="{15648CD6-8FCD-4C52-8573-24FA5B910220}"/>
          </ac:spMkLst>
        </pc:spChg>
        <pc:spChg chg="del">
          <ac:chgData name="严 蓓琦 (Yan BeiQi)" userId="8c39ec7c-8b0e-4c57-b58c-a0b5f7579881" providerId="ADAL" clId="{42F73073-5CAB-BD41-9FFB-9F4FA671AAFB}" dt="2022-06-14T13:55:34.966" v="2131" actId="478"/>
          <ac:spMkLst>
            <pc:docMk/>
            <pc:sldMk cId="1473340348" sldId="1718"/>
            <ac:spMk id="16" creationId="{75A6EBDF-4E10-4074-8306-218792AF5F52}"/>
          </ac:spMkLst>
        </pc:spChg>
        <pc:spChg chg="del">
          <ac:chgData name="严 蓓琦 (Yan BeiQi)" userId="8c39ec7c-8b0e-4c57-b58c-a0b5f7579881" providerId="ADAL" clId="{42F73073-5CAB-BD41-9FFB-9F4FA671AAFB}" dt="2022-06-14T13:55:37.431" v="2134" actId="478"/>
          <ac:spMkLst>
            <pc:docMk/>
            <pc:sldMk cId="1473340348" sldId="1718"/>
            <ac:spMk id="17" creationId="{32EA43B8-FA0B-41B9-9CA8-2EB4B4423D1F}"/>
          </ac:spMkLst>
        </pc:spChg>
        <pc:spChg chg="del mod">
          <ac:chgData name="严 蓓琦 (Yan BeiQi)" userId="8c39ec7c-8b0e-4c57-b58c-a0b5f7579881" providerId="ADAL" clId="{42F73073-5CAB-BD41-9FFB-9F4FA671AAFB}" dt="2022-06-14T13:55:41.065" v="2136" actId="478"/>
          <ac:spMkLst>
            <pc:docMk/>
            <pc:sldMk cId="1473340348" sldId="1718"/>
            <ac:spMk id="18" creationId="{63527953-3944-4476-9D62-691EF90D22A6}"/>
          </ac:spMkLst>
        </pc:spChg>
        <pc:spChg chg="del mod">
          <ac:chgData name="严 蓓琦 (Yan BeiQi)" userId="8c39ec7c-8b0e-4c57-b58c-a0b5f7579881" providerId="ADAL" clId="{42F73073-5CAB-BD41-9FFB-9F4FA671AAFB}" dt="2022-06-14T13:55:39.209" v="2135" actId="478"/>
          <ac:spMkLst>
            <pc:docMk/>
            <pc:sldMk cId="1473340348" sldId="1718"/>
            <ac:spMk id="19" creationId="{CAEBE72D-8BCF-4ACA-8D23-6ADEAC76844B}"/>
          </ac:spMkLst>
        </pc:spChg>
        <pc:spChg chg="del">
          <ac:chgData name="严 蓓琦 (Yan BeiQi)" userId="8c39ec7c-8b0e-4c57-b58c-a0b5f7579881" providerId="ADAL" clId="{42F73073-5CAB-BD41-9FFB-9F4FA671AAFB}" dt="2022-06-14T13:55:42.496" v="2137" actId="478"/>
          <ac:spMkLst>
            <pc:docMk/>
            <pc:sldMk cId="1473340348" sldId="1718"/>
            <ac:spMk id="20" creationId="{A03B4A91-32E7-49E1-9112-5E1B07469721}"/>
          </ac:spMkLst>
        </pc:spChg>
        <pc:grpChg chg="del">
          <ac:chgData name="严 蓓琦 (Yan BeiQi)" userId="8c39ec7c-8b0e-4c57-b58c-a0b5f7579881" providerId="ADAL" clId="{42F73073-5CAB-BD41-9FFB-9F4FA671AAFB}" dt="2022-06-14T13:55:50.240" v="2141" actId="478"/>
          <ac:grpSpMkLst>
            <pc:docMk/>
            <pc:sldMk cId="1473340348" sldId="1718"/>
            <ac:grpSpMk id="5" creationId="{E656B843-6CEF-407C-8FD3-7B31A4467809}"/>
          </ac:grpSpMkLst>
        </pc:grpChg>
        <pc:grpChg chg="del">
          <ac:chgData name="严 蓓琦 (Yan BeiQi)" userId="8c39ec7c-8b0e-4c57-b58c-a0b5f7579881" providerId="ADAL" clId="{42F73073-5CAB-BD41-9FFB-9F4FA671AAFB}" dt="2022-06-14T13:55:41.065" v="2136" actId="478"/>
          <ac:grpSpMkLst>
            <pc:docMk/>
            <pc:sldMk cId="1473340348" sldId="1718"/>
            <ac:grpSpMk id="6" creationId="{503E533F-8D39-4B04-B21F-79C61EBAAF76}"/>
          </ac:grpSpMkLst>
        </pc:grpChg>
        <pc:grpChg chg="topLvl">
          <ac:chgData name="严 蓓琦 (Yan BeiQi)" userId="8c39ec7c-8b0e-4c57-b58c-a0b5f7579881" providerId="ADAL" clId="{42F73073-5CAB-BD41-9FFB-9F4FA671AAFB}" dt="2022-06-14T13:55:50.240" v="2141" actId="478"/>
          <ac:grpSpMkLst>
            <pc:docMk/>
            <pc:sldMk cId="1473340348" sldId="1718"/>
            <ac:grpSpMk id="7" creationId="{069758F4-D789-4D9C-87DB-26AA3E905955}"/>
          </ac:grpSpMkLst>
        </pc:grpChg>
        <pc:grpChg chg="del">
          <ac:chgData name="严 蓓琦 (Yan BeiQi)" userId="8c39ec7c-8b0e-4c57-b58c-a0b5f7579881" providerId="ADAL" clId="{42F73073-5CAB-BD41-9FFB-9F4FA671AAFB}" dt="2022-06-14T13:55:44.271" v="2138" actId="478"/>
          <ac:grpSpMkLst>
            <pc:docMk/>
            <pc:sldMk cId="1473340348" sldId="1718"/>
            <ac:grpSpMk id="8" creationId="{9B32FD68-6090-4322-9C91-1D0168C29E18}"/>
          </ac:grpSpMkLst>
        </pc:grpChg>
        <pc:picChg chg="add mod">
          <ac:chgData name="严 蓓琦 (Yan BeiQi)" userId="8c39ec7c-8b0e-4c57-b58c-a0b5f7579881" providerId="ADAL" clId="{42F73073-5CAB-BD41-9FFB-9F4FA671AAFB}" dt="2022-06-14T13:56:16.858" v="2147" actId="14100"/>
          <ac:picMkLst>
            <pc:docMk/>
            <pc:sldMk cId="1473340348" sldId="1718"/>
            <ac:picMk id="21" creationId="{472E6C42-EBC5-07B1-3020-F4998B901463}"/>
          </ac:picMkLst>
        </pc:picChg>
        <pc:picChg chg="add del mod">
          <ac:chgData name="严 蓓琦 (Yan BeiQi)" userId="8c39ec7c-8b0e-4c57-b58c-a0b5f7579881" providerId="ADAL" clId="{42F73073-5CAB-BD41-9FFB-9F4FA671AAFB}" dt="2022-06-14T13:56:44.854" v="2149"/>
          <ac:picMkLst>
            <pc:docMk/>
            <pc:sldMk cId="1473340348" sldId="1718"/>
            <ac:picMk id="22" creationId="{7F89D49A-6A8A-CB67-9572-18FAA7E97C50}"/>
          </ac:picMkLst>
        </pc:picChg>
        <pc:cxnChg chg="del">
          <ac:chgData name="严 蓓琦 (Yan BeiQi)" userId="8c39ec7c-8b0e-4c57-b58c-a0b5f7579881" providerId="ADAL" clId="{42F73073-5CAB-BD41-9FFB-9F4FA671AAFB}" dt="2022-06-14T13:55:48.111" v="2140" actId="478"/>
          <ac:cxnSpMkLst>
            <pc:docMk/>
            <pc:sldMk cId="1473340348" sldId="1718"/>
            <ac:cxnSpMk id="10" creationId="{6D0E5D2A-A8E4-4EA6-9E27-FE17EF472ABA}"/>
          </ac:cxnSpMkLst>
        </pc:cxnChg>
      </pc:sldChg>
      <pc:sldChg chg="addSp delSp modSp add mod">
        <pc:chgData name="严 蓓琦 (Yan BeiQi)" userId="8c39ec7c-8b0e-4c57-b58c-a0b5f7579881" providerId="ADAL" clId="{42F73073-5CAB-BD41-9FFB-9F4FA671AAFB}" dt="2022-06-14T14:01:04.571" v="2215" actId="1076"/>
        <pc:sldMkLst>
          <pc:docMk/>
          <pc:sldMk cId="2848969674" sldId="1719"/>
        </pc:sldMkLst>
        <pc:spChg chg="mod">
          <ac:chgData name="严 蓓琦 (Yan BeiQi)" userId="8c39ec7c-8b0e-4c57-b58c-a0b5f7579881" providerId="ADAL" clId="{42F73073-5CAB-BD41-9FFB-9F4FA671AAFB}" dt="2022-06-14T13:56:52.409" v="2151" actId="20577"/>
          <ac:spMkLst>
            <pc:docMk/>
            <pc:sldMk cId="2848969674" sldId="1719"/>
            <ac:spMk id="2" creationId="{2604F70C-F51F-4520-832F-2C4161B4B6FB}"/>
          </ac:spMkLst>
        </pc:spChg>
        <pc:spChg chg="mod topLvl">
          <ac:chgData name="严 蓓琦 (Yan BeiQi)" userId="8c39ec7c-8b0e-4c57-b58c-a0b5f7579881" providerId="ADAL" clId="{42F73073-5CAB-BD41-9FFB-9F4FA671AAFB}" dt="2022-06-14T14:01:04.571" v="2215" actId="1076"/>
          <ac:spMkLst>
            <pc:docMk/>
            <pc:sldMk cId="2848969674" sldId="1719"/>
            <ac:spMk id="13" creationId="{28DD1550-CA18-4F89-A86F-42F605122A99}"/>
          </ac:spMkLst>
        </pc:spChg>
        <pc:grpChg chg="del">
          <ac:chgData name="严 蓓琦 (Yan BeiQi)" userId="8c39ec7c-8b0e-4c57-b58c-a0b5f7579881" providerId="ADAL" clId="{42F73073-5CAB-BD41-9FFB-9F4FA671AAFB}" dt="2022-06-14T13:58:36.317" v="2184" actId="478"/>
          <ac:grpSpMkLst>
            <pc:docMk/>
            <pc:sldMk cId="2848969674" sldId="1719"/>
            <ac:grpSpMk id="7" creationId="{069758F4-D789-4D9C-87DB-26AA3E905955}"/>
          </ac:grpSpMkLst>
        </pc:grpChg>
        <pc:picChg chg="add mod">
          <ac:chgData name="严 蓓琦 (Yan BeiQi)" userId="8c39ec7c-8b0e-4c57-b58c-a0b5f7579881" providerId="ADAL" clId="{42F73073-5CAB-BD41-9FFB-9F4FA671AAFB}" dt="2022-06-14T13:58:44.762" v="2185" actId="14100"/>
          <ac:picMkLst>
            <pc:docMk/>
            <pc:sldMk cId="2848969674" sldId="1719"/>
            <ac:picMk id="8" creationId="{5727F38C-D42D-9526-264C-F801395369B0}"/>
          </ac:picMkLst>
        </pc:picChg>
        <pc:picChg chg="del mod">
          <ac:chgData name="严 蓓琦 (Yan BeiQi)" userId="8c39ec7c-8b0e-4c57-b58c-a0b5f7579881" providerId="ADAL" clId="{42F73073-5CAB-BD41-9FFB-9F4FA671AAFB}" dt="2022-06-14T13:58:14.968" v="2179" actId="478"/>
          <ac:picMkLst>
            <pc:docMk/>
            <pc:sldMk cId="2848969674" sldId="1719"/>
            <ac:picMk id="21" creationId="{472E6C42-EBC5-07B1-3020-F4998B901463}"/>
          </ac:picMkLst>
        </pc:picChg>
        <pc:cxnChg chg="del mod topLvl">
          <ac:chgData name="严 蓓琦 (Yan BeiQi)" userId="8c39ec7c-8b0e-4c57-b58c-a0b5f7579881" providerId="ADAL" clId="{42F73073-5CAB-BD41-9FFB-9F4FA671AAFB}" dt="2022-06-14T13:58:36.317" v="2184" actId="478"/>
          <ac:cxnSpMkLst>
            <pc:docMk/>
            <pc:sldMk cId="2848969674" sldId="1719"/>
            <ac:cxnSpMk id="14" creationId="{F5894032-D6B7-4472-ADE7-F1B0726ADD15}"/>
          </ac:cxnSpMkLst>
        </pc:cxnChg>
      </pc:sldChg>
      <pc:sldChg chg="modSp add mod">
        <pc:chgData name="严 蓓琦 (Yan BeiQi)" userId="8c39ec7c-8b0e-4c57-b58c-a0b5f7579881" providerId="ADAL" clId="{42F73073-5CAB-BD41-9FFB-9F4FA671AAFB}" dt="2022-06-14T14:02:05.640" v="2265" actId="20577"/>
        <pc:sldMkLst>
          <pc:docMk/>
          <pc:sldMk cId="3232439303" sldId="1720"/>
        </pc:sldMkLst>
        <pc:spChg chg="mod">
          <ac:chgData name="严 蓓琦 (Yan BeiQi)" userId="8c39ec7c-8b0e-4c57-b58c-a0b5f7579881" providerId="ADAL" clId="{42F73073-5CAB-BD41-9FFB-9F4FA671AAFB}" dt="2022-06-14T14:01:54.939" v="2244" actId="20577"/>
          <ac:spMkLst>
            <pc:docMk/>
            <pc:sldMk cId="3232439303" sldId="1720"/>
            <ac:spMk id="5" creationId="{00000000-0000-0000-0000-000000000000}"/>
          </ac:spMkLst>
        </pc:spChg>
        <pc:spChg chg="mod">
          <ac:chgData name="严 蓓琦 (Yan BeiQi)" userId="8c39ec7c-8b0e-4c57-b58c-a0b5f7579881" providerId="ADAL" clId="{42F73073-5CAB-BD41-9FFB-9F4FA671AAFB}" dt="2022-06-14T14:02:02.227" v="2264" actId="20577"/>
          <ac:spMkLst>
            <pc:docMk/>
            <pc:sldMk cId="3232439303" sldId="1720"/>
            <ac:spMk id="9" creationId="{22ED50B3-CFCB-68C1-AE93-A69DE32BD7E1}"/>
          </ac:spMkLst>
        </pc:spChg>
        <pc:spChg chg="mod">
          <ac:chgData name="严 蓓琦 (Yan BeiQi)" userId="8c39ec7c-8b0e-4c57-b58c-a0b5f7579881" providerId="ADAL" clId="{42F73073-5CAB-BD41-9FFB-9F4FA671AAFB}" dt="2022-06-14T14:02:05.640" v="2265" actId="20577"/>
          <ac:spMkLst>
            <pc:docMk/>
            <pc:sldMk cId="3232439303" sldId="1720"/>
            <ac:spMk id="17" creationId="{18BE1EAA-DA91-4B9A-837F-78A0ED20EE18}"/>
          </ac:spMkLst>
        </pc:spChg>
      </pc:sldChg>
      <pc:sldChg chg="modSp add mod">
        <pc:chgData name="严 蓓琦 (Yan BeiQi)" userId="8c39ec7c-8b0e-4c57-b58c-a0b5f7579881" providerId="ADAL" clId="{42F73073-5CAB-BD41-9FFB-9F4FA671AAFB}" dt="2022-06-14T14:08:22.238" v="2380" actId="20577"/>
        <pc:sldMkLst>
          <pc:docMk/>
          <pc:sldMk cId="3241029979" sldId="1721"/>
        </pc:sldMkLst>
        <pc:spChg chg="mod">
          <ac:chgData name="严 蓓琦 (Yan BeiQi)" userId="8c39ec7c-8b0e-4c57-b58c-a0b5f7579881" providerId="ADAL" clId="{42F73073-5CAB-BD41-9FFB-9F4FA671AAFB}" dt="2022-06-14T14:04:14.993" v="2302" actId="20577"/>
          <ac:spMkLst>
            <pc:docMk/>
            <pc:sldMk cId="3241029979" sldId="1721"/>
            <ac:spMk id="5" creationId="{00000000-0000-0000-0000-000000000000}"/>
          </ac:spMkLst>
        </pc:spChg>
        <pc:spChg chg="mod">
          <ac:chgData name="严 蓓琦 (Yan BeiQi)" userId="8c39ec7c-8b0e-4c57-b58c-a0b5f7579881" providerId="ADAL" clId="{42F73073-5CAB-BD41-9FFB-9F4FA671AAFB}" dt="2022-06-14T14:08:22.238" v="2380" actId="20577"/>
          <ac:spMkLst>
            <pc:docMk/>
            <pc:sldMk cId="3241029979" sldId="1721"/>
            <ac:spMk id="6" creationId="{00000000-0000-0000-0000-000000000000}"/>
          </ac:spMkLst>
        </pc:spChg>
        <pc:spChg chg="mod">
          <ac:chgData name="严 蓓琦 (Yan BeiQi)" userId="8c39ec7c-8b0e-4c57-b58c-a0b5f7579881" providerId="ADAL" clId="{42F73073-5CAB-BD41-9FFB-9F4FA671AAFB}" dt="2022-06-14T14:07:22.147" v="2341" actId="20577"/>
          <ac:spMkLst>
            <pc:docMk/>
            <pc:sldMk cId="3241029979" sldId="1721"/>
            <ac:spMk id="7" creationId="{00000000-0000-0000-0000-000000000000}"/>
          </ac:spMkLst>
        </pc:spChg>
      </pc:sldChg>
      <pc:sldMasterChg chg="modSldLayout">
        <pc:chgData name="严 蓓琦 (Yan BeiQi)" userId="8c39ec7c-8b0e-4c57-b58c-a0b5f7579881" providerId="ADAL" clId="{42F73073-5CAB-BD41-9FFB-9F4FA671AAFB}" dt="2022-06-14T14:12:37.810" v="2468" actId="1036"/>
        <pc:sldMasterMkLst>
          <pc:docMk/>
          <pc:sldMasterMk cId="3784027784" sldId="2147483648"/>
        </pc:sldMasterMkLst>
        <pc:sldLayoutChg chg="addSp modSp mod">
          <pc:chgData name="严 蓓琦 (Yan BeiQi)" userId="8c39ec7c-8b0e-4c57-b58c-a0b5f7579881" providerId="ADAL" clId="{42F73073-5CAB-BD41-9FFB-9F4FA671AAFB}" dt="2022-06-14T14:12:37.810" v="2468" actId="1036"/>
          <pc:sldLayoutMkLst>
            <pc:docMk/>
            <pc:sldMasterMk cId="3784027784" sldId="2147483648"/>
            <pc:sldLayoutMk cId="2882586885" sldId="2147483660"/>
          </pc:sldLayoutMkLst>
          <pc:spChg chg="mod">
            <ac:chgData name="严 蓓琦 (Yan BeiQi)" userId="8c39ec7c-8b0e-4c57-b58c-a0b5f7579881" providerId="ADAL" clId="{42F73073-5CAB-BD41-9FFB-9F4FA671AAFB}" dt="2022-06-14T07:59:23.549" v="43" actId="1036"/>
            <ac:spMkLst>
              <pc:docMk/>
              <pc:sldMasterMk cId="3784027784" sldId="2147483648"/>
              <pc:sldLayoutMk cId="2882586885" sldId="2147483660"/>
              <ac:spMk id="10" creationId="{DE4774FD-CA84-4334-A5E6-4018CC8F8387}"/>
            </ac:spMkLst>
          </pc:spChg>
          <pc:spChg chg="mod">
            <ac:chgData name="严 蓓琦 (Yan BeiQi)" userId="8c39ec7c-8b0e-4c57-b58c-a0b5f7579881" providerId="ADAL" clId="{42F73073-5CAB-BD41-9FFB-9F4FA671AAFB}" dt="2022-06-14T07:59:23.549" v="43" actId="1036"/>
            <ac:spMkLst>
              <pc:docMk/>
              <pc:sldMasterMk cId="3784027784" sldId="2147483648"/>
              <pc:sldLayoutMk cId="2882586885" sldId="2147483660"/>
              <ac:spMk id="11" creationId="{51BC89B0-625D-43E6-B3D9-96B6348FD82D}"/>
            </ac:spMkLst>
          </pc:spChg>
          <pc:spChg chg="mod">
            <ac:chgData name="严 蓓琦 (Yan BeiQi)" userId="8c39ec7c-8b0e-4c57-b58c-a0b5f7579881" providerId="ADAL" clId="{42F73073-5CAB-BD41-9FFB-9F4FA671AAFB}" dt="2022-06-14T07:59:48.945" v="47" actId="1076"/>
            <ac:spMkLst>
              <pc:docMk/>
              <pc:sldMasterMk cId="3784027784" sldId="2147483648"/>
              <pc:sldLayoutMk cId="2882586885" sldId="2147483660"/>
              <ac:spMk id="14" creationId="{F63CF7FF-9841-453A-8D11-A8042CB0D3C4}"/>
            </ac:spMkLst>
          </pc:spChg>
          <pc:spChg chg="mod">
            <ac:chgData name="严 蓓琦 (Yan BeiQi)" userId="8c39ec7c-8b0e-4c57-b58c-a0b5f7579881" providerId="ADAL" clId="{42F73073-5CAB-BD41-9FFB-9F4FA671AAFB}" dt="2022-06-14T07:59:48.945" v="47" actId="1076"/>
            <ac:spMkLst>
              <pc:docMk/>
              <pc:sldMasterMk cId="3784027784" sldId="2147483648"/>
              <pc:sldLayoutMk cId="2882586885" sldId="2147483660"/>
              <ac:spMk id="15" creationId="{B30B88CF-5CF5-40AB-A59C-05AF2340EE0B}"/>
            </ac:spMkLst>
          </pc:spChg>
          <pc:picChg chg="mod">
            <ac:chgData name="严 蓓琦 (Yan BeiQi)" userId="8c39ec7c-8b0e-4c57-b58c-a0b5f7579881" providerId="ADAL" clId="{42F73073-5CAB-BD41-9FFB-9F4FA671AAFB}" dt="2022-06-14T07:59:34.267" v="45" actId="14100"/>
            <ac:picMkLst>
              <pc:docMk/>
              <pc:sldMasterMk cId="3784027784" sldId="2147483648"/>
              <pc:sldLayoutMk cId="2882586885" sldId="2147483660"/>
              <ac:picMk id="6" creationId="{06ECB370-12D0-4478-B2C1-42041D354890}"/>
            </ac:picMkLst>
          </pc:picChg>
          <pc:picChg chg="add mod">
            <ac:chgData name="严 蓓琦 (Yan BeiQi)" userId="8c39ec7c-8b0e-4c57-b58c-a0b5f7579881" providerId="ADAL" clId="{42F73073-5CAB-BD41-9FFB-9F4FA671AAFB}" dt="2022-06-14T14:11:20.059" v="2416" actId="1076"/>
            <ac:picMkLst>
              <pc:docMk/>
              <pc:sldMasterMk cId="3784027784" sldId="2147483648"/>
              <pc:sldLayoutMk cId="2882586885" sldId="2147483660"/>
              <ac:picMk id="7" creationId="{0201CCF9-3C46-C914-57C1-96899CA6351A}"/>
            </ac:picMkLst>
          </pc:picChg>
          <pc:picChg chg="add mod">
            <ac:chgData name="严 蓓琦 (Yan BeiQi)" userId="8c39ec7c-8b0e-4c57-b58c-a0b5f7579881" providerId="ADAL" clId="{42F73073-5CAB-BD41-9FFB-9F4FA671AAFB}" dt="2022-06-14T14:12:37.810" v="2468" actId="1036"/>
            <ac:picMkLst>
              <pc:docMk/>
              <pc:sldMasterMk cId="3784027784" sldId="2147483648"/>
              <pc:sldLayoutMk cId="2882586885" sldId="2147483660"/>
              <ac:picMk id="8" creationId="{C24B83D1-EA35-C167-2FA3-0C9CBAAA4B41}"/>
            </ac:picMkLst>
          </pc:picChg>
        </pc:sldLayoutChg>
        <pc:sldLayoutChg chg="modSp mod">
          <pc:chgData name="严 蓓琦 (Yan BeiQi)" userId="8c39ec7c-8b0e-4c57-b58c-a0b5f7579881" providerId="ADAL" clId="{42F73073-5CAB-BD41-9FFB-9F4FA671AAFB}" dt="2022-06-14T08:06:33.667" v="128" actId="20577"/>
          <pc:sldLayoutMkLst>
            <pc:docMk/>
            <pc:sldMasterMk cId="3784027784" sldId="2147483648"/>
            <pc:sldLayoutMk cId="2678293667" sldId="2147483662"/>
          </pc:sldLayoutMkLst>
          <pc:spChg chg="mod">
            <ac:chgData name="严 蓓琦 (Yan BeiQi)" userId="8c39ec7c-8b0e-4c57-b58c-a0b5f7579881" providerId="ADAL" clId="{42F73073-5CAB-BD41-9FFB-9F4FA671AAFB}" dt="2022-06-14T08:06:33.667" v="128" actId="20577"/>
            <ac:spMkLst>
              <pc:docMk/>
              <pc:sldMasterMk cId="3784027784" sldId="2147483648"/>
              <pc:sldLayoutMk cId="2678293667" sldId="2147483662"/>
              <ac:spMk id="14" creationId="{783C9B21-C950-4BB2-8D5A-8D24BC999BCB}"/>
            </ac:spMkLst>
          </pc:spChg>
        </pc:sldLayoutChg>
        <pc:sldLayoutChg chg="modSp">
          <pc:chgData name="严 蓓琦 (Yan BeiQi)" userId="8c39ec7c-8b0e-4c57-b58c-a0b5f7579881" providerId="ADAL" clId="{42F73073-5CAB-BD41-9FFB-9F4FA671AAFB}" dt="2022-06-14T08:06:42.558" v="129"/>
          <pc:sldLayoutMkLst>
            <pc:docMk/>
            <pc:sldMasterMk cId="3784027784" sldId="2147483648"/>
            <pc:sldLayoutMk cId="3940374941" sldId="2147483665"/>
          </pc:sldLayoutMkLst>
          <pc:spChg chg="mod">
            <ac:chgData name="严 蓓琦 (Yan BeiQi)" userId="8c39ec7c-8b0e-4c57-b58c-a0b5f7579881" providerId="ADAL" clId="{42F73073-5CAB-BD41-9FFB-9F4FA671AAFB}" dt="2022-06-14T08:06:42.558" v="129"/>
            <ac:spMkLst>
              <pc:docMk/>
              <pc:sldMasterMk cId="3784027784" sldId="2147483648"/>
              <pc:sldLayoutMk cId="3940374941" sldId="2147483665"/>
              <ac:spMk id="8" creationId="{3FE0A611-686D-4957-B01C-FA736556DA37}"/>
            </ac:spMkLst>
          </pc:spChg>
        </pc:sldLayoutChg>
        <pc:sldLayoutChg chg="modSp">
          <pc:chgData name="严 蓓琦 (Yan BeiQi)" userId="8c39ec7c-8b0e-4c57-b58c-a0b5f7579881" providerId="ADAL" clId="{42F73073-5CAB-BD41-9FFB-9F4FA671AAFB}" dt="2022-06-14T08:06:50.393" v="130"/>
          <pc:sldLayoutMkLst>
            <pc:docMk/>
            <pc:sldMasterMk cId="3784027784" sldId="2147483648"/>
            <pc:sldLayoutMk cId="1693397408" sldId="2147483666"/>
          </pc:sldLayoutMkLst>
          <pc:spChg chg="mod">
            <ac:chgData name="严 蓓琦 (Yan BeiQi)" userId="8c39ec7c-8b0e-4c57-b58c-a0b5f7579881" providerId="ADAL" clId="{42F73073-5CAB-BD41-9FFB-9F4FA671AAFB}" dt="2022-06-14T08:06:50.393" v="130"/>
            <ac:spMkLst>
              <pc:docMk/>
              <pc:sldMasterMk cId="3784027784" sldId="2147483648"/>
              <pc:sldLayoutMk cId="1693397408" sldId="2147483666"/>
              <ac:spMk id="4" creationId="{A5A3F001-13E7-4974-B329-DB5883BD24E7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C49B2-44E8-4EFD-A97B-B11A258AE913}" type="datetimeFigureOut">
              <a:rPr lang="zh-CN" altLang="en-US" smtClean="0"/>
              <a:t>2022/6/28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1B3AF3-F35D-4318-B7D7-AB8D96882FE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748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2022/6/28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935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065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fficeplus.cn/Template/Home.shtml" TargetMode="External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7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5" Type="http://schemas.openxmlformats.org/officeDocument/2006/relationships/hyperlink" Target="http://www.officeplus.cn/Template/Home.shtml" TargetMode="External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06ECB370-12D0-4478-B2C1-42041D3548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副标题 2">
            <a:extLst>
              <a:ext uri="{FF2B5EF4-FFF2-40B4-BE49-F238E27FC236}">
                <a16:creationId xmlns:a16="http://schemas.microsoft.com/office/drawing/2014/main" id="{DE4774FD-CA84-4334-A5E6-4018CC8F8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926" y="1337264"/>
            <a:ext cx="10850562" cy="44459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accent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51BC89B0-625D-43E6-B3D9-96B6348FD8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926" y="245558"/>
            <a:ext cx="10850562" cy="1072602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F63CF7FF-9841-453A-8D11-A8042CB0D3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4455" y="5773953"/>
            <a:ext cx="2262117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5" name="文本占位符 13">
            <a:extLst>
              <a:ext uri="{FF2B5EF4-FFF2-40B4-BE49-F238E27FC236}">
                <a16:creationId xmlns:a16="http://schemas.microsoft.com/office/drawing/2014/main" id="{B30B88CF-5CF5-40AB-A59C-05AF2340EE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4455" y="6070224"/>
            <a:ext cx="2262117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7" name="图片 6" descr="卡通人物&#10;&#10;描述已自动生成">
            <a:extLst>
              <a:ext uri="{FF2B5EF4-FFF2-40B4-BE49-F238E27FC236}">
                <a16:creationId xmlns:a16="http://schemas.microsoft.com/office/drawing/2014/main" id="{0201CCF9-3C46-C914-57C1-96899CA635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457" y="3992027"/>
            <a:ext cx="2206263" cy="2824016"/>
          </a:xfrm>
          <a:prstGeom prst="rect">
            <a:avLst/>
          </a:prstGeom>
        </p:spPr>
      </p:pic>
      <p:pic>
        <p:nvPicPr>
          <p:cNvPr id="8" name="图片 7" descr="图形用户界面, 文本&#10;&#10;描述已自动生成">
            <a:extLst>
              <a:ext uri="{FF2B5EF4-FFF2-40B4-BE49-F238E27FC236}">
                <a16:creationId xmlns:a16="http://schemas.microsoft.com/office/drawing/2014/main" id="{C24B83D1-EA35-C167-2FA3-0C9CBAAA4B4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273" y="2193670"/>
            <a:ext cx="6049868" cy="362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F495E1F-136D-4BE1-A02C-183CC0F342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8EB21F71-7218-4FD8-ABCC-48727071B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2269" y="2106386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6" name="文本占位符 2">
            <a:extLst>
              <a:ext uri="{FF2B5EF4-FFF2-40B4-BE49-F238E27FC236}">
                <a16:creationId xmlns:a16="http://schemas.microsoft.com/office/drawing/2014/main" id="{19F0CF5A-B131-4349-8F42-32CB30377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3385" y="3001736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日期占位符 2">
            <a:extLst>
              <a:ext uri="{FF2B5EF4-FFF2-40B4-BE49-F238E27FC236}">
                <a16:creationId xmlns:a16="http://schemas.microsoft.com/office/drawing/2014/main" id="{F021CB09-2624-4284-AFC6-0124B76CA5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fld id="{6489D9C7-5DC6-4263-87FF-7C99F6FB63C3}" type="datetime1">
              <a:rPr lang="zh-CN" altLang="en-US" smtClean="0"/>
              <a:pPr/>
              <a:t>2022/6/28</a:t>
            </a:fld>
            <a:endParaRPr lang="zh-CN" altLang="en-US"/>
          </a:p>
        </p:txBody>
      </p:sp>
      <p:sp>
        <p:nvSpPr>
          <p:cNvPr id="14" name="页脚占位符 3">
            <a:extLst>
              <a:ext uri="{FF2B5EF4-FFF2-40B4-BE49-F238E27FC236}">
                <a16:creationId xmlns:a16="http://schemas.microsoft.com/office/drawing/2014/main" id="{783C9B21-C950-4BB2-8D5A-8D24BC999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en-US" altLang="zh-CN" dirty="0"/>
              <a:t>cybozudev.kf5.com/</a:t>
            </a:r>
            <a:r>
              <a:rPr lang="en-US" altLang="zh-CN" dirty="0" err="1"/>
              <a:t>hc</a:t>
            </a:r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74383B9E-1B45-4B85-959B-1AF9865EE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6" name="标题 5">
            <a:extLst>
              <a:ext uri="{FF2B5EF4-FFF2-40B4-BE49-F238E27FC236}">
                <a16:creationId xmlns:a16="http://schemas.microsoft.com/office/drawing/2014/main" id="{09678C7F-4932-45D0-B060-27F796ED5A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924" y="1"/>
            <a:ext cx="10850563" cy="102869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7" name="内容占位符 7">
            <a:extLst>
              <a:ext uri="{FF2B5EF4-FFF2-40B4-BE49-F238E27FC236}">
                <a16:creationId xmlns:a16="http://schemas.microsoft.com/office/drawing/2014/main" id="{BF34A00D-273C-4CDA-9216-5588AB015D2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829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3668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9418E05-6741-489F-BC17-B35692DAB7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924" y="1"/>
            <a:ext cx="10850563" cy="102869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3BD9754C-2EB9-4F25-A6A6-BC54AF8511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1732" y="6240463"/>
            <a:ext cx="1388536" cy="206381"/>
          </a:xfrm>
        </p:spPr>
        <p:txBody>
          <a:bodyPr/>
          <a:lstStyle/>
          <a:p>
            <a:fld id="{6489D9C7-5DC6-4263-87FF-7C99F6FB63C3}" type="datetime1">
              <a:rPr lang="zh-CN" altLang="en-US" smtClean="0"/>
              <a:pPr/>
              <a:t>2022/6/28</a:t>
            </a:fld>
            <a:endParaRPr lang="zh-CN" altLang="en-US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FE0A611-686D-4957-B01C-FA736556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9924" y="6240463"/>
            <a:ext cx="4140201" cy="206381"/>
          </a:xfrm>
        </p:spPr>
        <p:txBody>
          <a:bodyPr/>
          <a:lstStyle/>
          <a:p>
            <a:r>
              <a:rPr lang="en-US" altLang="zh-CN" dirty="0"/>
              <a:t>cybozudev.kf5.com/</a:t>
            </a:r>
            <a:r>
              <a:rPr lang="en-US" altLang="zh-CN" dirty="0" err="1"/>
              <a:t>hc</a:t>
            </a:r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7B408F-7D37-4BBC-9EBF-42E53956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240463"/>
            <a:ext cx="2909888" cy="206381"/>
          </a:xfrm>
        </p:spPr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37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7EAB898-6665-4BFE-A7DA-D0B6B0EAFB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标题 1">
            <a:extLst>
              <a:ext uri="{FF2B5EF4-FFF2-40B4-BE49-F238E27FC236}">
                <a16:creationId xmlns:a16="http://schemas.microsoft.com/office/drawing/2014/main" id="{23DCF18F-1C52-4FAC-8ABB-3B8FEFDBDB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66581" y="1807491"/>
            <a:ext cx="5426076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7" name="文本占位符 62">
            <a:extLst>
              <a:ext uri="{FF2B5EF4-FFF2-40B4-BE49-F238E27FC236}">
                <a16:creationId xmlns:a16="http://schemas.microsoft.com/office/drawing/2014/main" id="{3573A750-9A1A-4E4F-BB95-77AF14ED7CC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66581" y="4113727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8" name="文本占位符 13">
            <a:extLst>
              <a:ext uri="{FF2B5EF4-FFF2-40B4-BE49-F238E27FC236}">
                <a16:creationId xmlns:a16="http://schemas.microsoft.com/office/drawing/2014/main" id="{980AC26D-505D-4F35-96F2-8E856207FF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66582" y="3817456"/>
            <a:ext cx="542607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DC275-985E-45AD-860F-39764B073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06E8A6F-5490-408C-8C53-2F6FF0E09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pPr/>
              <a:t>2022/6/28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A3F001-13E7-4974-B329-DB5883BD2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cybozudev.kf5.com/</a:t>
            </a:r>
            <a:r>
              <a:rPr lang="en-US" altLang="zh-CN" dirty="0" err="1"/>
              <a:t>hc</a:t>
            </a:r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927F79-CA31-477B-A081-7FA1A46F4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39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使用技巧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440603" y="759873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模板使用技巧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 1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B43CCB-1998-4484-B269-9ACB654ACB71}"/>
              </a:ext>
            </a:extLst>
          </p:cNvPr>
          <p:cNvSpPr txBox="1"/>
          <p:nvPr userDrawn="1"/>
        </p:nvSpPr>
        <p:spPr>
          <a:xfrm>
            <a:off x="431800" y="117423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一键调整模板颜色</a:t>
            </a:r>
            <a:endParaRPr lang="en-US" sz="32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F1532F4-AF97-400D-84E6-F00D2B3D35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0" y="2138895"/>
            <a:ext cx="5295899" cy="384702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A7E11C8-4335-45B0-A270-313A25ABC6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64300" y="2138895"/>
            <a:ext cx="5295900" cy="384702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5615889-3ACE-4C91-970F-789D759EAC1E}"/>
              </a:ext>
            </a:extLst>
          </p:cNvPr>
          <p:cNvSpPr txBox="1"/>
          <p:nvPr userDrawn="1"/>
        </p:nvSpPr>
        <p:spPr>
          <a:xfrm>
            <a:off x="333477" y="6061002"/>
            <a:ext cx="31838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选择“设计”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“变体”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“颜色”；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19D40D-978A-4E04-8450-F6DC61B85399}"/>
              </a:ext>
            </a:extLst>
          </p:cNvPr>
          <p:cNvSpPr txBox="1"/>
          <p:nvPr userDrawn="1"/>
        </p:nvSpPr>
        <p:spPr>
          <a:xfrm>
            <a:off x="6360651" y="6061002"/>
            <a:ext cx="4562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选择你喜欢的颜色搭配，模板一秒调整为你选颜色。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99860AF-0C43-4649-A586-85D19517B6F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05928" y="2609333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6130A4D-8EC7-4AC1-B434-55DC6910286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87853" y="4257158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6313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模板使用技巧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54DB237-C74A-4BA8-A097-6A053DD3C747}"/>
              </a:ext>
            </a:extLst>
          </p:cNvPr>
          <p:cNvSpPr/>
          <p:nvPr userDrawn="1"/>
        </p:nvSpPr>
        <p:spPr>
          <a:xfrm>
            <a:off x="440603" y="759873"/>
            <a:ext cx="1750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lang="zh-CN" altLang="en-US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模板使用技巧</a:t>
            </a:r>
            <a:r>
              <a:rPr lang="en-US" altLang="zh-CN" sz="180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/>
                <a:cs typeface="Segoe UI Light"/>
              </a:rPr>
              <a:t> 2</a:t>
            </a:r>
            <a:endParaRPr lang="zh-CN" altLang="en-US" sz="18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/>
              <a:cs typeface="Segoe UI Ligh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72DAD1-F67C-4AB8-ACEF-004237CB3D3F}"/>
              </a:ext>
            </a:extLst>
          </p:cNvPr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09585"/>
            <a:r>
              <a:rPr kumimoji="1"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 Light"/>
                <a:ea typeface="微软雅黑" charset="0"/>
                <a:cs typeface="Segoe UI Light"/>
              </a:rPr>
              <a:t>OfficePLUS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Segoe UI Light"/>
              <a:ea typeface="微软雅黑" charset="0"/>
              <a:cs typeface="Segoe UI Ligh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00B558-79C0-475E-84A0-11700A36CA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00" y="2138895"/>
            <a:ext cx="5295899" cy="384702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FDE997-A67B-4FD0-B6AC-78D1EFE634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64301" y="2138895"/>
            <a:ext cx="5295900" cy="384702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E1E676E-E869-48CE-BFB9-1C7FC981B376}"/>
              </a:ext>
            </a:extLst>
          </p:cNvPr>
          <p:cNvSpPr txBox="1"/>
          <p:nvPr userDrawn="1"/>
        </p:nvSpPr>
        <p:spPr>
          <a:xfrm>
            <a:off x="431800" y="117423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随时添加模板样式</a:t>
            </a:r>
            <a:endParaRPr lang="en-US" sz="320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68A42A-9DCD-4784-A3EF-F1D80ADC183F}"/>
              </a:ext>
            </a:extLst>
          </p:cNvPr>
          <p:cNvSpPr txBox="1"/>
          <p:nvPr userDrawn="1"/>
        </p:nvSpPr>
        <p:spPr>
          <a:xfrm>
            <a:off x="333477" y="6061002"/>
            <a:ext cx="3010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选择“开始”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“新建幻灯片”；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F8689A3-CABF-445F-829F-6396154A55D1}"/>
              </a:ext>
            </a:extLst>
          </p:cNvPr>
          <p:cNvSpPr txBox="1"/>
          <p:nvPr userDrawn="1"/>
        </p:nvSpPr>
        <p:spPr>
          <a:xfrm>
            <a:off x="6360651" y="6061002"/>
            <a:ext cx="52565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 选择你需要的页面，如封面页，目录页，副标题页，内容页等</a:t>
            </a:r>
            <a:r>
              <a:rPr lang="en-US" altLang="zh-CN" sz="1200" spc="15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sz="1200" spc="1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7C9996A-24BA-4EE9-BA5A-589E184191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0878" y="2428358"/>
            <a:ext cx="819667" cy="8196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579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关注微软Office文档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3BB9638-2D2F-48B1-A8CF-673B237DCC17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0C7C91-35F0-46E5-B511-2314CED2655F}"/>
              </a:ext>
            </a:extLst>
          </p:cNvPr>
          <p:cNvSpPr/>
          <p:nvPr userDrawn="1"/>
        </p:nvSpPr>
        <p:spPr>
          <a:xfrm>
            <a:off x="1079465" y="1527629"/>
            <a:ext cx="3802742" cy="3802742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图片包含 纵横字谜, 文字&#10;&#10;已生成极高可信度的说明">
            <a:extLst>
              <a:ext uri="{FF2B5EF4-FFF2-40B4-BE49-F238E27FC236}">
                <a16:creationId xmlns:a16="http://schemas.microsoft.com/office/drawing/2014/main" id="{25779B21-3BC1-4E47-8650-6B0E785B51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08065" y="1756229"/>
            <a:ext cx="3345542" cy="334554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43024A3-25F7-4B9A-9876-36F35421F6E6}"/>
              </a:ext>
            </a:extLst>
          </p:cNvPr>
          <p:cNvSpPr txBox="1"/>
          <p:nvPr userDrawn="1"/>
        </p:nvSpPr>
        <p:spPr>
          <a:xfrm>
            <a:off x="5239657" y="1566506"/>
            <a:ext cx="6013185" cy="35492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办公模板更新</a:t>
            </a:r>
            <a:endParaRPr lang="en-US" altLang="zh-CN" sz="3600" b="1" ker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微软</a:t>
            </a:r>
            <a:endParaRPr lang="en-US" altLang="zh-CN" sz="3600" b="1" ker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微信扫码关注</a:t>
            </a:r>
            <a:endParaRPr lang="en-US" altLang="zh-CN" sz="36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「 微软</a:t>
            </a:r>
            <a:r>
              <a:rPr lang="en-US" altLang="zh-CN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lang="zh-CN" altLang="en-US" sz="36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」服务号</a:t>
            </a:r>
            <a:endParaRPr lang="en-US" altLang="zh-CN" sz="3600" b="1" ker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图片 6">
            <a:hlinkClick r:id="rId3"/>
            <a:extLst>
              <a:ext uri="{FF2B5EF4-FFF2-40B4-BE49-F238E27FC236}">
                <a16:creationId xmlns:a16="http://schemas.microsoft.com/office/drawing/2014/main" id="{5524D02C-49CE-4D3D-8B89-07CEC3966F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127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微软黑科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E71CC84-193F-4D28-98D9-17F9952F968C}"/>
              </a:ext>
            </a:extLst>
          </p:cNvPr>
          <p:cNvCxnSpPr/>
          <p:nvPr userDrawn="1"/>
        </p:nvCxnSpPr>
        <p:spPr>
          <a:xfrm>
            <a:off x="0" y="657288"/>
            <a:ext cx="12192000" cy="0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23A9F197-1133-4CEE-860F-85366976D0AC}"/>
              </a:ext>
            </a:extLst>
          </p:cNvPr>
          <p:cNvSpPr/>
          <p:nvPr userDrawn="1"/>
        </p:nvSpPr>
        <p:spPr>
          <a:xfrm>
            <a:off x="0" y="3091547"/>
            <a:ext cx="12192000" cy="3766453"/>
          </a:xfrm>
          <a:prstGeom prst="rect">
            <a:avLst/>
          </a:prstGeom>
          <a:solidFill>
            <a:srgbClr val="E73A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A954438-2CEB-4119-883B-8B9196F98504}"/>
              </a:ext>
            </a:extLst>
          </p:cNvPr>
          <p:cNvSpPr/>
          <p:nvPr userDrawn="1"/>
        </p:nvSpPr>
        <p:spPr>
          <a:xfrm>
            <a:off x="621395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CD1A364-B227-4CFB-9287-6198C6C0443B}"/>
              </a:ext>
            </a:extLst>
          </p:cNvPr>
          <p:cNvSpPr/>
          <p:nvPr userDrawn="1"/>
        </p:nvSpPr>
        <p:spPr>
          <a:xfrm>
            <a:off x="4374467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EA6AD26-5781-4DAD-8C16-8C73B2C177AD}"/>
              </a:ext>
            </a:extLst>
          </p:cNvPr>
          <p:cNvSpPr txBox="1"/>
          <p:nvPr userDrawn="1"/>
        </p:nvSpPr>
        <p:spPr>
          <a:xfrm>
            <a:off x="1656327" y="286129"/>
            <a:ext cx="8879354" cy="6701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zh-CN" altLang="en-US" sz="3200" b="1" ker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微信扫描小程序码，使用微软移动办公黑科技 </a:t>
            </a:r>
            <a:endParaRPr lang="en-US" sz="32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2806FD0-33B9-40F1-B8F9-079524CA002C}"/>
              </a:ext>
            </a:extLst>
          </p:cNvPr>
          <p:cNvCxnSpPr>
            <a:cxnSpLocks/>
          </p:cNvCxnSpPr>
          <p:nvPr userDrawn="1"/>
        </p:nvCxnSpPr>
        <p:spPr>
          <a:xfrm flipH="1">
            <a:off x="1523089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59FFD7E-3944-43A3-A5DD-D8673483D044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02443" y="369629"/>
            <a:ext cx="266460" cy="622048"/>
          </a:xfrm>
          <a:prstGeom prst="line">
            <a:avLst/>
          </a:prstGeom>
          <a:ln>
            <a:solidFill>
              <a:srgbClr val="E73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76706F4-B20C-489C-ACB9-010EF43FEF70}"/>
              </a:ext>
            </a:extLst>
          </p:cNvPr>
          <p:cNvSpPr/>
          <p:nvPr userDrawn="1"/>
        </p:nvSpPr>
        <p:spPr>
          <a:xfrm>
            <a:off x="8159751" y="1362836"/>
            <a:ext cx="3462340" cy="3462340"/>
          </a:xfrm>
          <a:prstGeom prst="roundRect">
            <a:avLst>
              <a:gd name="adj" fmla="val 559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50F7A0F-4C8A-4DA1-8AA3-1810FF4E70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3924" t="13924" r="13924" b="13924"/>
          <a:stretch/>
        </p:blipFill>
        <p:spPr>
          <a:xfrm>
            <a:off x="4705130" y="1673081"/>
            <a:ext cx="2743200" cy="27432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60AD2DE-F13F-4332-90AE-87C7001EAD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4439" r="14439"/>
          <a:stretch/>
        </p:blipFill>
        <p:spPr>
          <a:xfrm>
            <a:off x="8519321" y="1673081"/>
            <a:ext cx="2743200" cy="27432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9418449-E7C2-4E37-8045-DD4782B125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0965" y="1673081"/>
            <a:ext cx="2743200" cy="27432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A11A6D6-1DBD-4A10-8942-D3DDC4E182E9}"/>
              </a:ext>
            </a:extLst>
          </p:cNvPr>
          <p:cNvSpPr txBox="1"/>
          <p:nvPr userDrawn="1"/>
        </p:nvSpPr>
        <p:spPr>
          <a:xfrm>
            <a:off x="987447" y="5138740"/>
            <a:ext cx="2730235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在微信访问</a:t>
            </a:r>
            <a:r>
              <a:rPr lang="en-US" altLang="zh-CN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OneDrive</a:t>
            </a: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</a:t>
            </a:r>
            <a:r>
              <a:rPr lang="en-US" altLang="zh-CN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Office</a:t>
            </a: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文档 」</a:t>
            </a:r>
            <a:endParaRPr lang="en-US" sz="20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274E825-3465-469E-BD06-097F250CA889}"/>
              </a:ext>
            </a:extLst>
          </p:cNvPr>
          <p:cNvSpPr txBox="1"/>
          <p:nvPr userDrawn="1"/>
        </p:nvSpPr>
        <p:spPr>
          <a:xfrm>
            <a:off x="4862328" y="5138740"/>
            <a:ext cx="2467342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让你的文档会说话</a:t>
            </a:r>
            <a:endParaRPr lang="en-US" altLang="zh-CN" sz="2000" kern="0">
              <a:solidFill>
                <a:schemeClr val="bg1">
                  <a:alpha val="77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微软听听文档 」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EC4AC92-2800-4841-84A3-26E495F2D178}"/>
              </a:ext>
            </a:extLst>
          </p:cNvPr>
          <p:cNvSpPr txBox="1"/>
          <p:nvPr userDrawn="1"/>
        </p:nvSpPr>
        <p:spPr>
          <a:xfrm>
            <a:off x="8644425" y="5138740"/>
            <a:ext cx="2492990" cy="907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zh-CN" altLang="en-US" sz="2000" kern="0">
                <a:solidFill>
                  <a:schemeClr val="bg1">
                    <a:alpha val="77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你的文档创作小助手</a:t>
            </a:r>
            <a:endParaRPr lang="en-US" altLang="zh-CN" sz="2000" kern="0">
              <a:solidFill>
                <a:schemeClr val="bg1">
                  <a:alpha val="77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40000"/>
              </a:lnSpc>
            </a:pPr>
            <a:r>
              <a:rPr lang="zh-CN" altLang="en-US" sz="20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「 微软小蜜 」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3D082CA-914B-42B8-A86E-16893B7234C9}"/>
              </a:ext>
            </a:extLst>
          </p:cNvPr>
          <p:cNvCxnSpPr/>
          <p:nvPr userDrawn="1"/>
        </p:nvCxnSpPr>
        <p:spPr>
          <a:xfrm>
            <a:off x="419803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421E3BB-42AC-4DCD-9031-7215136A1844}"/>
              </a:ext>
            </a:extLst>
          </p:cNvPr>
          <p:cNvCxnSpPr/>
          <p:nvPr userDrawn="1"/>
        </p:nvCxnSpPr>
        <p:spPr>
          <a:xfrm>
            <a:off x="7976215" y="5330650"/>
            <a:ext cx="0" cy="653143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hlinkClick r:id="rId5"/>
            <a:extLst>
              <a:ext uri="{FF2B5EF4-FFF2-40B4-BE49-F238E27FC236}">
                <a16:creationId xmlns:a16="http://schemas.microsoft.com/office/drawing/2014/main" id="{46C855E7-2DCA-4970-A954-7CB7F69FADA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657" y="6345797"/>
            <a:ext cx="1712686" cy="226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2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占位符 1">
            <a:extLst>
              <a:ext uri="{FF2B5EF4-FFF2-40B4-BE49-F238E27FC236}">
                <a16:creationId xmlns:a16="http://schemas.microsoft.com/office/drawing/2014/main" id="{ED2FF44A-F9A2-4734-B9FC-7C1F743F6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8236A47E-D89B-44EB-9BF9-7FB07A284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90EC732-A8F9-4A9A-AC20-F97FE80F7E32}"/>
              </a:ext>
            </a:extLst>
          </p:cNvPr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日期占位符 3">
            <a:extLst>
              <a:ext uri="{FF2B5EF4-FFF2-40B4-BE49-F238E27FC236}">
                <a16:creationId xmlns:a16="http://schemas.microsoft.com/office/drawing/2014/main" id="{B202BAAB-B381-4751-972E-4B7523C14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pPr/>
              <a:t>2022/6/28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7D59A130-CDC7-49D3-9E11-DF24A27407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www.islide.cc</a:t>
            </a:r>
            <a:endParaRPr lang="zh-CN" altLang="en-US" dirty="0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4F3C11EF-40A7-4E60-85E3-29F5F570C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2" r:id="rId3"/>
    <p:sldLayoutId id="2147483664" r:id="rId4"/>
    <p:sldLayoutId id="2147483665" r:id="rId5"/>
    <p:sldLayoutId id="2147483661" r:id="rId6"/>
    <p:sldLayoutId id="2147483666" r:id="rId7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20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cybozudev.kf5.com/hc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6" y="1054100"/>
            <a:ext cx="10850562" cy="863600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Serverless </a:t>
            </a:r>
            <a:r>
              <a:rPr kumimoji="1" lang="zh-CN" altLang="en-US" dirty="0"/>
              <a:t>和</a:t>
            </a:r>
            <a:r>
              <a:rPr kumimoji="1" lang="en-US" altLang="zh-CN" dirty="0"/>
              <a:t> </a:t>
            </a:r>
            <a:r>
              <a:rPr lang="en-US" altLang="zh-CN" dirty="0">
                <a:solidFill>
                  <a:srgbClr val="FFC000"/>
                </a:solidFill>
              </a:rPr>
              <a:t>kintone</a:t>
            </a:r>
            <a:r>
              <a:rPr lang="en-US" altLang="zh-CN" dirty="0"/>
              <a:t> </a:t>
            </a:r>
            <a:r>
              <a:rPr kumimoji="1" lang="zh-CN" altLang="en-US" dirty="0"/>
              <a:t>的化学反应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354455" y="5626099"/>
            <a:ext cx="2376045" cy="444125"/>
          </a:xfrm>
        </p:spPr>
        <p:txBody>
          <a:bodyPr/>
          <a:lstStyle/>
          <a:p>
            <a:r>
              <a:rPr lang="en-US" altLang="zh-CN" dirty="0"/>
              <a:t>by ER-D </a:t>
            </a:r>
            <a:r>
              <a:rPr lang="zh-CN" altLang="en-US" dirty="0"/>
              <a:t>顾三乐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2022.06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28A4DE6-CC58-47DF-A4F8-451A92F65A96}"/>
              </a:ext>
            </a:extLst>
          </p:cNvPr>
          <p:cNvSpPr/>
          <p:nvPr/>
        </p:nvSpPr>
        <p:spPr>
          <a:xfrm>
            <a:off x="673100" y="2882900"/>
            <a:ext cx="11518900" cy="1104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Serverless </a:t>
            </a:r>
            <a:r>
              <a:rPr kumimoji="1" lang="zh-CN" altLang="en-US" dirty="0"/>
              <a:t>介绍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813385" y="3001736"/>
            <a:ext cx="5419185" cy="2878364"/>
          </a:xfrm>
        </p:spPr>
        <p:txBody>
          <a:bodyPr>
            <a:normAutofit/>
          </a:bodyPr>
          <a:lstStyle/>
          <a:p>
            <a:r>
              <a:rPr lang="en-US" altLang="zh-CN" sz="1600" dirty="0"/>
              <a:t>1.</a:t>
            </a:r>
            <a:r>
              <a:rPr kumimoji="1" lang="en-US" altLang="zh-CN" sz="1600" dirty="0"/>
              <a:t>Serverless </a:t>
            </a:r>
            <a:r>
              <a:rPr kumimoji="1" lang="zh-CN" altLang="en-US" sz="1600" dirty="0"/>
              <a:t>介绍</a:t>
            </a:r>
            <a:endParaRPr kumimoji="1" lang="en-US" altLang="zh-CN" sz="1600" dirty="0"/>
          </a:p>
          <a:p>
            <a:r>
              <a:rPr kumimoji="1" lang="en-US" altLang="zh-CN" sz="1600" dirty="0"/>
              <a:t>2.</a:t>
            </a:r>
            <a:r>
              <a:rPr kumimoji="1" lang="zh-CN" altLang="en-US" sz="1600" dirty="0"/>
              <a:t>提供</a:t>
            </a:r>
            <a:r>
              <a:rPr kumimoji="1" lang="en-US" altLang="zh-CN" sz="1600" dirty="0"/>
              <a:t> Serverless </a:t>
            </a:r>
            <a:r>
              <a:rPr kumimoji="1" lang="zh-CN" altLang="en-US" sz="1600" dirty="0"/>
              <a:t>服务平台</a:t>
            </a:r>
            <a:endParaRPr kumimoji="1" lang="en-US" altLang="zh-CN" sz="1600" dirty="0"/>
          </a:p>
          <a:p>
            <a:r>
              <a:rPr kumimoji="1" lang="en-US" altLang="zh-CN" sz="1600" dirty="0"/>
              <a:t>3. Serverless </a:t>
            </a:r>
            <a:r>
              <a:rPr kumimoji="1" lang="zh-CN" altLang="en-US" sz="1600" dirty="0"/>
              <a:t>支持的语言</a:t>
            </a:r>
            <a:endParaRPr kumimoji="1" lang="en-US" altLang="zh-CN" sz="1600" dirty="0"/>
          </a:p>
          <a:p>
            <a:r>
              <a:rPr kumimoji="1" lang="en-US" altLang="zh-CN" sz="1600" dirty="0"/>
              <a:t>4. Serverless </a:t>
            </a:r>
            <a:r>
              <a:rPr kumimoji="1" lang="zh-CN" altLang="en-US" sz="1600" dirty="0"/>
              <a:t>的触发</a:t>
            </a:r>
            <a:endParaRPr kumimoji="1" lang="en-US" altLang="zh-CN" sz="16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BE1EAA-DA91-4B9A-837F-78A0ED20EE18}"/>
              </a:ext>
            </a:extLst>
          </p:cNvPr>
          <p:cNvSpPr txBox="1"/>
          <p:nvPr/>
        </p:nvSpPr>
        <p:spPr>
          <a:xfrm>
            <a:off x="3433844" y="2604218"/>
            <a:ext cx="858760" cy="923701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01</a:t>
            </a:r>
            <a:endParaRPr lang="zh-CN" altLang="en-US" b="1" dirty="0">
              <a:solidFill>
                <a:schemeClr val="accent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AB374A7-46FA-4001-98D2-9D2A4E9A7A15}"/>
              </a:ext>
            </a:extLst>
          </p:cNvPr>
          <p:cNvCxnSpPr>
            <a:cxnSpLocks/>
          </p:cNvCxnSpPr>
          <p:nvPr/>
        </p:nvCxnSpPr>
        <p:spPr>
          <a:xfrm>
            <a:off x="4632813" y="2489997"/>
            <a:ext cx="0" cy="1152144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4F70C-F51F-4520-832F-2C4161B4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什么是</a:t>
            </a:r>
            <a:r>
              <a:rPr kumimoji="1" lang="en-US" altLang="zh-CN" dirty="0"/>
              <a:t> Serverless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BDEC39-A0D8-4E2E-8039-253EF0F1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3</a:t>
            </a:fld>
            <a:endParaRPr lang="zh-CN" altLang="en-US"/>
          </a:p>
        </p:txBody>
      </p:sp>
      <p:grpSp>
        <p:nvGrpSpPr>
          <p:cNvPr id="7" name="íšḷïḑè">
            <a:extLst>
              <a:ext uri="{FF2B5EF4-FFF2-40B4-BE49-F238E27FC236}">
                <a16:creationId xmlns:a16="http://schemas.microsoft.com/office/drawing/2014/main" id="{069758F4-D789-4D9C-87DB-26AA3E905955}"/>
              </a:ext>
            </a:extLst>
          </p:cNvPr>
          <p:cNvGrpSpPr/>
          <p:nvPr/>
        </p:nvGrpSpPr>
        <p:grpSpPr>
          <a:xfrm>
            <a:off x="673101" y="1130300"/>
            <a:ext cx="6694053" cy="1990465"/>
            <a:chOff x="673100" y="2680785"/>
            <a:chExt cx="7093417" cy="1990465"/>
          </a:xfrm>
        </p:grpSpPr>
        <p:sp>
          <p:nvSpPr>
            <p:cNvPr id="13" name="îṩḷíḑé">
              <a:extLst>
                <a:ext uri="{FF2B5EF4-FFF2-40B4-BE49-F238E27FC236}">
                  <a16:creationId xmlns:a16="http://schemas.microsoft.com/office/drawing/2014/main" id="{28DD1550-CA18-4F89-A86F-42F605122A99}"/>
                </a:ext>
              </a:extLst>
            </p:cNvPr>
            <p:cNvSpPr txBox="1"/>
            <p:nvPr/>
          </p:nvSpPr>
          <p:spPr>
            <a:xfrm>
              <a:off x="673102" y="2680785"/>
              <a:ext cx="7093415" cy="8521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b" anchorCtr="0">
              <a:normAutofit/>
            </a:bodyPr>
            <a:lstStyle/>
            <a:p>
              <a:pPr>
                <a:buSzPct val="25000"/>
              </a:pPr>
              <a:r>
                <a:rPr lang="en" altLang="zh-CN" sz="2000" dirty="0"/>
                <a:t>Serverless </a:t>
              </a:r>
              <a:r>
                <a:rPr lang="zh-CN" altLang="en-US" sz="2000" dirty="0"/>
                <a:t>的全称是</a:t>
              </a:r>
              <a:r>
                <a:rPr lang="en-US" altLang="zh-CN" sz="2000" dirty="0"/>
                <a:t> </a:t>
              </a:r>
              <a:r>
                <a:rPr lang="en" altLang="zh-CN" sz="2000" dirty="0"/>
                <a:t>Serverless computing</a:t>
              </a:r>
              <a:r>
                <a:rPr lang="zh-CN" altLang="en-US" sz="2000" dirty="0"/>
                <a:t> 无服务器运算</a:t>
              </a:r>
              <a:endParaRPr lang="en-US" altLang="zh-CN" sz="2000" dirty="0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5894032-D6B7-4472-ADE7-F1B0726ADD15}"/>
                </a:ext>
              </a:extLst>
            </p:cNvPr>
            <p:cNvCxnSpPr/>
            <p:nvPr/>
          </p:nvCxnSpPr>
          <p:spPr>
            <a:xfrm>
              <a:off x="673103" y="3659947"/>
              <a:ext cx="4072897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îşḷidè">
              <a:extLst>
                <a:ext uri="{FF2B5EF4-FFF2-40B4-BE49-F238E27FC236}">
                  <a16:creationId xmlns:a16="http://schemas.microsoft.com/office/drawing/2014/main" id="{15648CD6-8FCD-4C52-8573-24FA5B910220}"/>
                </a:ext>
              </a:extLst>
            </p:cNvPr>
            <p:cNvSpPr txBox="1"/>
            <p:nvPr/>
          </p:nvSpPr>
          <p:spPr>
            <a:xfrm>
              <a:off x="673100" y="3765447"/>
              <a:ext cx="5067424" cy="9058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t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/>
                <a:t>重要核心：</a:t>
              </a:r>
              <a:endParaRPr lang="en-US" altLang="zh-CN" sz="1600" dirty="0"/>
            </a:p>
            <a:p>
              <a:pPr>
                <a:lnSpc>
                  <a:spcPct val="150000"/>
                </a:lnSpc>
              </a:pPr>
              <a:r>
                <a:rPr lang="en-US" altLang="zh-CN" sz="1600" dirty="0" err="1"/>
                <a:t>Faas</a:t>
              </a:r>
              <a:r>
                <a:rPr lang="zh-CN" altLang="en-US" sz="1600" dirty="0"/>
                <a:t>：函数即服务（</a:t>
              </a:r>
              <a:r>
                <a:rPr lang="en" altLang="zh-CN" sz="1600" dirty="0"/>
                <a:t>Function-as-a-Service</a:t>
              </a:r>
              <a:r>
                <a:rPr lang="zh-CN" altLang="en" sz="1600" dirty="0"/>
                <a:t>）</a:t>
              </a:r>
              <a:endParaRPr lang="en-US" altLang="zh-CN" sz="1600" dirty="0"/>
            </a:p>
          </p:txBody>
        </p:sp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F102035A-CBB8-5781-2312-4CE98AAA7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855" y="2576944"/>
            <a:ext cx="5708073" cy="428105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74B19E0-A549-44A7-283D-A61D9CEA2549}"/>
              </a:ext>
            </a:extLst>
          </p:cNvPr>
          <p:cNvSpPr txBox="1"/>
          <p:nvPr/>
        </p:nvSpPr>
        <p:spPr>
          <a:xfrm>
            <a:off x="6733309" y="3813464"/>
            <a:ext cx="12747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dirty="0"/>
              <a:t>什么是</a:t>
            </a:r>
            <a:r>
              <a:rPr kumimoji="1" lang="en-US" altLang="zh-CN" sz="1100" dirty="0"/>
              <a:t>Serverless</a:t>
            </a:r>
            <a:endParaRPr kumimoji="1"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948312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4F70C-F51F-4520-832F-2C4161B4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提供</a:t>
            </a:r>
            <a:r>
              <a:rPr kumimoji="1" lang="en-US" altLang="zh-CN" dirty="0"/>
              <a:t> Serverless </a:t>
            </a:r>
            <a:r>
              <a:rPr kumimoji="1" lang="zh-CN" altLang="en-US" dirty="0"/>
              <a:t>服务的平台有哪些？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BDEC39-A0D8-4E2E-8039-253EF0F1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4</a:t>
            </a:fld>
            <a:endParaRPr lang="zh-CN" altLang="en-US"/>
          </a:p>
        </p:txBody>
      </p:sp>
      <p:grpSp>
        <p:nvGrpSpPr>
          <p:cNvPr id="7" name="íšḷïḑè">
            <a:extLst>
              <a:ext uri="{FF2B5EF4-FFF2-40B4-BE49-F238E27FC236}">
                <a16:creationId xmlns:a16="http://schemas.microsoft.com/office/drawing/2014/main" id="{069758F4-D789-4D9C-87DB-26AA3E905955}"/>
              </a:ext>
            </a:extLst>
          </p:cNvPr>
          <p:cNvGrpSpPr/>
          <p:nvPr/>
        </p:nvGrpSpPr>
        <p:grpSpPr>
          <a:xfrm>
            <a:off x="673104" y="1130300"/>
            <a:ext cx="3843590" cy="979162"/>
            <a:chOff x="673103" y="2680785"/>
            <a:chExt cx="4072897" cy="979162"/>
          </a:xfrm>
        </p:grpSpPr>
        <p:sp>
          <p:nvSpPr>
            <p:cNvPr id="13" name="îṩḷíḑé">
              <a:extLst>
                <a:ext uri="{FF2B5EF4-FFF2-40B4-BE49-F238E27FC236}">
                  <a16:creationId xmlns:a16="http://schemas.microsoft.com/office/drawing/2014/main" id="{28DD1550-CA18-4F89-A86F-42F605122A99}"/>
                </a:ext>
              </a:extLst>
            </p:cNvPr>
            <p:cNvSpPr txBox="1"/>
            <p:nvPr/>
          </p:nvSpPr>
          <p:spPr>
            <a:xfrm>
              <a:off x="673103" y="2680785"/>
              <a:ext cx="4072897" cy="8521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b" anchorCtr="0">
              <a:normAutofit/>
            </a:bodyPr>
            <a:lstStyle/>
            <a:p>
              <a:r>
                <a:rPr kumimoji="1" lang="zh-CN" altLang="en-US" sz="2000" dirty="0"/>
                <a:t>国外</a:t>
              </a:r>
              <a:endParaRPr kumimoji="1" lang="en-US" altLang="zh-CN" sz="2000" dirty="0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5894032-D6B7-4472-ADE7-F1B0726ADD15}"/>
                </a:ext>
              </a:extLst>
            </p:cNvPr>
            <p:cNvCxnSpPr/>
            <p:nvPr/>
          </p:nvCxnSpPr>
          <p:spPr>
            <a:xfrm>
              <a:off x="673103" y="3659947"/>
              <a:ext cx="4072897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išḻïďè">
            <a:extLst>
              <a:ext uri="{FF2B5EF4-FFF2-40B4-BE49-F238E27FC236}">
                <a16:creationId xmlns:a16="http://schemas.microsoft.com/office/drawing/2014/main" id="{9B32FD68-6090-4322-9C91-1D0168C29E18}"/>
              </a:ext>
            </a:extLst>
          </p:cNvPr>
          <p:cNvGrpSpPr/>
          <p:nvPr/>
        </p:nvGrpSpPr>
        <p:grpSpPr>
          <a:xfrm>
            <a:off x="9108667" y="3736710"/>
            <a:ext cx="2404498" cy="1017430"/>
            <a:chOff x="8661000" y="1781570"/>
            <a:chExt cx="2295000" cy="1017430"/>
          </a:xfrm>
        </p:grpSpPr>
        <p:sp>
          <p:nvSpPr>
            <p:cNvPr id="11" name="îṩ1ídé">
              <a:extLst>
                <a:ext uri="{FF2B5EF4-FFF2-40B4-BE49-F238E27FC236}">
                  <a16:creationId xmlns:a16="http://schemas.microsoft.com/office/drawing/2014/main" id="{1BB3FD0B-B174-49D5-A30B-28C5FC18EA58}"/>
                </a:ext>
              </a:extLst>
            </p:cNvPr>
            <p:cNvSpPr txBox="1"/>
            <p:nvPr/>
          </p:nvSpPr>
          <p:spPr>
            <a:xfrm>
              <a:off x="8661000" y="1781570"/>
              <a:ext cx="229500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t" anchorCtr="0">
              <a:normAutofit lnSpcReduction="10000"/>
            </a:bodyPr>
            <a:lstStyle/>
            <a:p>
              <a:pPr>
                <a:buSzPct val="25000"/>
              </a:pPr>
              <a:r>
                <a:rPr kumimoji="1" lang="zh-CN" altLang="en-US" sz="2000" dirty="0"/>
                <a:t>国内</a:t>
              </a:r>
              <a:endParaRPr kumimoji="1" lang="en-US" altLang="zh-CN" sz="2000" dirty="0"/>
            </a:p>
            <a:p>
              <a:pPr>
                <a:buSzPct val="25000"/>
              </a:pPr>
              <a:endParaRPr lang="de-DE" sz="2000" b="1" dirty="0"/>
            </a:p>
          </p:txBody>
        </p:sp>
        <p:sp>
          <p:nvSpPr>
            <p:cNvPr id="12" name="ïS1iďê">
              <a:extLst>
                <a:ext uri="{FF2B5EF4-FFF2-40B4-BE49-F238E27FC236}">
                  <a16:creationId xmlns:a16="http://schemas.microsoft.com/office/drawing/2014/main" id="{AF2BBDC6-8EC9-4ADC-B35C-9CB18470C4A6}"/>
                </a:ext>
              </a:extLst>
            </p:cNvPr>
            <p:cNvSpPr txBox="1"/>
            <p:nvPr/>
          </p:nvSpPr>
          <p:spPr>
            <a:xfrm>
              <a:off x="8661000" y="2174082"/>
              <a:ext cx="2295000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zh-CN" altLang="en-US" sz="1600" dirty="0"/>
                <a:t>腾讯：</a:t>
              </a:r>
              <a:r>
                <a:rPr lang="zh-CN" altLang="en-US" sz="1600" dirty="0"/>
                <a:t>云开发</a:t>
              </a:r>
              <a:endParaRPr lang="en-US" altLang="zh-CN" sz="1600" dirty="0"/>
            </a:p>
            <a:p>
              <a:pPr>
                <a:lnSpc>
                  <a:spcPct val="150000"/>
                </a:lnSpc>
              </a:pPr>
              <a:r>
                <a:rPr kumimoji="1" lang="zh-CN" altLang="en-US" sz="1600" dirty="0"/>
                <a:t>阿里云：函数计算</a:t>
              </a:r>
              <a:endParaRPr kumimoji="1" lang="en-US" altLang="zh-CN" sz="1600" dirty="0"/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D0E5D2A-A8E4-4EA6-9E27-FE17EF472ABA}"/>
              </a:ext>
            </a:extLst>
          </p:cNvPr>
          <p:cNvCxnSpPr>
            <a:cxnSpLocks/>
          </p:cNvCxnSpPr>
          <p:nvPr/>
        </p:nvCxnSpPr>
        <p:spPr>
          <a:xfrm>
            <a:off x="9207396" y="5192646"/>
            <a:ext cx="2311504" cy="0"/>
          </a:xfrm>
          <a:prstGeom prst="line">
            <a:avLst/>
          </a:prstGeom>
          <a:ln w="3175" cap="rnd">
            <a:solidFill>
              <a:schemeClr val="tx2">
                <a:lumMod val="40000"/>
                <a:lumOff val="6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îşḷidè">
            <a:extLst>
              <a:ext uri="{FF2B5EF4-FFF2-40B4-BE49-F238E27FC236}">
                <a16:creationId xmlns:a16="http://schemas.microsoft.com/office/drawing/2014/main" id="{17D6B0A8-7FA8-9551-D982-DE604575943F}"/>
              </a:ext>
            </a:extLst>
          </p:cNvPr>
          <p:cNvSpPr txBox="1"/>
          <p:nvPr/>
        </p:nvSpPr>
        <p:spPr>
          <a:xfrm>
            <a:off x="673102" y="2214962"/>
            <a:ext cx="3843590" cy="905803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altLang="zh-CN" sz="1600" dirty="0"/>
              <a:t>AWS Lambda</a:t>
            </a:r>
            <a:r>
              <a:rPr lang="zh-CN" altLang="en" sz="1600" dirty="0"/>
              <a:t>，</a:t>
            </a:r>
            <a:r>
              <a:rPr lang="en" altLang="zh-CN" sz="1600" dirty="0"/>
              <a:t>Google Cloud Functions</a:t>
            </a:r>
            <a:r>
              <a:rPr lang="zh-CN" altLang="en" sz="1600" dirty="0"/>
              <a:t>，</a:t>
            </a:r>
            <a:r>
              <a:rPr lang="en" altLang="zh-CN" sz="1600" dirty="0"/>
              <a:t>Azure Functions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9074E88F-6B05-C586-FCEA-29143E0FA86B}"/>
              </a:ext>
            </a:extLst>
          </p:cNvPr>
          <p:cNvGrpSpPr/>
          <p:nvPr/>
        </p:nvGrpSpPr>
        <p:grpSpPr>
          <a:xfrm>
            <a:off x="3591845" y="1502181"/>
            <a:ext cx="5298154" cy="4469058"/>
            <a:chOff x="3312445" y="1449143"/>
            <a:chExt cx="5298154" cy="4469058"/>
          </a:xfrm>
        </p:grpSpPr>
        <p:pic>
          <p:nvPicPr>
            <p:cNvPr id="30" name="图片 29" descr="徽标, 公司名称&#10;&#10;描述已自动生成">
              <a:extLst>
                <a:ext uri="{FF2B5EF4-FFF2-40B4-BE49-F238E27FC236}">
                  <a16:creationId xmlns:a16="http://schemas.microsoft.com/office/drawing/2014/main" id="{2F76F8E8-BA9E-9CBA-5EAB-4DD452391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13399" y="2921001"/>
              <a:ext cx="2997200" cy="2997200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C1D27D69-B310-D39E-35C3-1AC822181D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913"/>
            <a:stretch/>
          </p:blipFill>
          <p:spPr>
            <a:xfrm>
              <a:off x="3312445" y="3281965"/>
              <a:ext cx="2124202" cy="1976782"/>
            </a:xfrm>
            <a:prstGeom prst="rect">
              <a:avLst/>
            </a:prstGeom>
          </p:spPr>
        </p:pic>
        <p:pic>
          <p:nvPicPr>
            <p:cNvPr id="28" name="图片 27" descr="徽标, 公司名称&#10;&#10;描述已自动生成">
              <a:extLst>
                <a:ext uri="{FF2B5EF4-FFF2-40B4-BE49-F238E27FC236}">
                  <a16:creationId xmlns:a16="http://schemas.microsoft.com/office/drawing/2014/main" id="{B43FB4C3-56AF-97CF-FA49-BA6FD07602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26" t="32608" r="54208" b="27885"/>
            <a:stretch/>
          </p:blipFill>
          <p:spPr>
            <a:xfrm>
              <a:off x="4751864" y="2536058"/>
              <a:ext cx="1498120" cy="1625764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35AC63AB-B5A2-1B2B-945C-66395180868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2187" t="36333" r="33227" b="31750"/>
            <a:stretch/>
          </p:blipFill>
          <p:spPr>
            <a:xfrm>
              <a:off x="5956111" y="1449143"/>
              <a:ext cx="1778381" cy="1621412"/>
            </a:xfrm>
            <a:prstGeom prst="rect">
              <a:avLst/>
            </a:prstGeom>
          </p:spPr>
        </p:pic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7E9186F-F554-7175-933D-7009303737AD}"/>
                </a:ext>
              </a:extLst>
            </p:cNvPr>
            <p:cNvSpPr/>
            <p:nvPr/>
          </p:nvSpPr>
          <p:spPr>
            <a:xfrm>
              <a:off x="5821757" y="1996585"/>
              <a:ext cx="546895" cy="455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9E6015C-936C-145C-DB7D-C385ABDEBF8E}"/>
                </a:ext>
              </a:extLst>
            </p:cNvPr>
            <p:cNvSpPr/>
            <p:nvPr/>
          </p:nvSpPr>
          <p:spPr>
            <a:xfrm>
              <a:off x="5143500" y="4129222"/>
              <a:ext cx="337530" cy="3792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B7E4B69-5921-5A84-FBE8-657100FAC87E}"/>
                </a:ext>
              </a:extLst>
            </p:cNvPr>
            <p:cNvSpPr/>
            <p:nvPr/>
          </p:nvSpPr>
          <p:spPr>
            <a:xfrm>
              <a:off x="7048500" y="4441681"/>
              <a:ext cx="1562099" cy="9556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5219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 descr="徽标&#10;&#10;低可信度描述已自动生成">
            <a:extLst>
              <a:ext uri="{FF2B5EF4-FFF2-40B4-BE49-F238E27FC236}">
                <a16:creationId xmlns:a16="http://schemas.microsoft.com/office/drawing/2014/main" id="{79FE14F7-C0EB-B77B-BF91-7B202C6C26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8" b="7456"/>
          <a:stretch/>
        </p:blipFill>
        <p:spPr>
          <a:xfrm>
            <a:off x="998757" y="2912577"/>
            <a:ext cx="4464166" cy="285391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7A4CF6E-436E-4275-AFD6-F9F194769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kumimoji="1" lang="en-US" altLang="zh-CN" dirty="0"/>
              <a:t> Serverless</a:t>
            </a:r>
            <a:r>
              <a:rPr kumimoji="1" lang="zh-CN" altLang="en-US" dirty="0"/>
              <a:t> 支持的语言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B36425-16DA-48C8-AC21-62249AD5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FE6D33F-A68A-D765-8177-87D8C7BFAEC1}"/>
              </a:ext>
            </a:extLst>
          </p:cNvPr>
          <p:cNvSpPr txBox="1"/>
          <p:nvPr/>
        </p:nvSpPr>
        <p:spPr>
          <a:xfrm>
            <a:off x="5691523" y="2001289"/>
            <a:ext cx="4999952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/>
              <a:t>nodejs</a:t>
            </a:r>
            <a:r>
              <a:rPr kumimoji="1" lang="zh-CN" altLang="en-US" dirty="0"/>
              <a:t>，</a:t>
            </a:r>
            <a:r>
              <a:rPr kumimoji="1" lang="en-US" altLang="zh-CN" dirty="0"/>
              <a:t>python</a:t>
            </a:r>
            <a:r>
              <a:rPr kumimoji="1" lang="zh-CN" altLang="en-US" dirty="0"/>
              <a:t>，</a:t>
            </a:r>
            <a:r>
              <a:rPr kumimoji="1" lang="en-US" altLang="zh-CN" dirty="0" err="1"/>
              <a:t>php</a:t>
            </a:r>
            <a:r>
              <a:rPr kumimoji="1" lang="zh-CN" altLang="en-US" dirty="0"/>
              <a:t>，</a:t>
            </a:r>
            <a:r>
              <a:rPr kumimoji="1" lang="en-US" altLang="zh-CN" dirty="0"/>
              <a:t>java</a:t>
            </a:r>
            <a:r>
              <a:rPr kumimoji="1" lang="zh-CN" altLang="en-US" dirty="0"/>
              <a:t>，</a:t>
            </a:r>
            <a:r>
              <a:rPr kumimoji="1" lang="en-US" altLang="zh-CN" dirty="0"/>
              <a:t>c#</a:t>
            </a:r>
            <a:r>
              <a:rPr kumimoji="1" lang="zh-CN" altLang="en-US" dirty="0"/>
              <a:t>，</a:t>
            </a:r>
            <a:r>
              <a:rPr kumimoji="1" lang="en-US" altLang="zh-CN" dirty="0"/>
              <a:t>go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其中</a:t>
            </a:r>
            <a:r>
              <a:rPr kumimoji="1" lang="en-US" altLang="zh-CN" dirty="0"/>
              <a:t>nodejs</a:t>
            </a:r>
            <a:r>
              <a:rPr kumimoji="1" lang="zh-CN" altLang="en-US" dirty="0"/>
              <a:t>有自带</a:t>
            </a:r>
            <a:r>
              <a:rPr kumimoji="1" lang="en-US" altLang="zh-CN" dirty="0"/>
              <a:t>runtime</a:t>
            </a:r>
            <a:r>
              <a:rPr kumimoji="1" lang="zh-CN" altLang="en-US" dirty="0"/>
              <a:t>的环境。而其他都需要部署</a:t>
            </a:r>
            <a:r>
              <a:rPr kumimoji="1" lang="en-US" altLang="zh-CN" dirty="0" err="1"/>
              <a:t>doker</a:t>
            </a:r>
            <a:r>
              <a:rPr kumimoji="1" lang="zh-CN" altLang="en-US" dirty="0"/>
              <a:t>来实现。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297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18DE9D2-8FB5-4BF9-9926-5FE82BAC4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DFFAB20-FE58-4B1C-90C4-2003274A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kumimoji="1" lang="en-US" altLang="zh-CN" dirty="0"/>
              <a:t> Serverless</a:t>
            </a:r>
            <a:r>
              <a:rPr kumimoji="1" lang="zh-CN" altLang="en-US" dirty="0"/>
              <a:t> 的触发</a:t>
            </a:r>
            <a:endParaRPr lang="zh-CN" altLang="en-US" dirty="0"/>
          </a:p>
        </p:txBody>
      </p:sp>
      <p:grpSp>
        <p:nvGrpSpPr>
          <p:cNvPr id="6" name="iṩḻïďe">
            <a:extLst>
              <a:ext uri="{FF2B5EF4-FFF2-40B4-BE49-F238E27FC236}">
                <a16:creationId xmlns:a16="http://schemas.microsoft.com/office/drawing/2014/main" id="{1A1E0B03-A076-4EC9-BA1E-AEB72A43BA61}"/>
              </a:ext>
            </a:extLst>
          </p:cNvPr>
          <p:cNvGrpSpPr/>
          <p:nvPr/>
        </p:nvGrpSpPr>
        <p:grpSpPr>
          <a:xfrm>
            <a:off x="7061200" y="2160654"/>
            <a:ext cx="3416252" cy="3553662"/>
            <a:chOff x="6996112" y="1488143"/>
            <a:chExt cx="4446896" cy="4442405"/>
          </a:xfrm>
        </p:grpSpPr>
        <p:grpSp>
          <p:nvGrpSpPr>
            <p:cNvPr id="26" name="îşlíḋê">
              <a:extLst>
                <a:ext uri="{FF2B5EF4-FFF2-40B4-BE49-F238E27FC236}">
                  <a16:creationId xmlns:a16="http://schemas.microsoft.com/office/drawing/2014/main" id="{9DD17BAD-18B3-47F1-BB10-BFB70D107515}"/>
                </a:ext>
              </a:extLst>
            </p:cNvPr>
            <p:cNvGrpSpPr/>
            <p:nvPr/>
          </p:nvGrpSpPr>
          <p:grpSpPr>
            <a:xfrm>
              <a:off x="7248141" y="2100995"/>
              <a:ext cx="2426727" cy="2426723"/>
              <a:chOff x="953424" y="1486519"/>
              <a:chExt cx="2228412" cy="2228408"/>
            </a:xfrm>
          </p:grpSpPr>
          <p:sp>
            <p:nvSpPr>
              <p:cNvPr id="43" name="išlïḋê">
                <a:extLst>
                  <a:ext uri="{FF2B5EF4-FFF2-40B4-BE49-F238E27FC236}">
                    <a16:creationId xmlns:a16="http://schemas.microsoft.com/office/drawing/2014/main" id="{48BC6B14-0FBF-4136-AA47-12DE1C024492}"/>
                  </a:ext>
                </a:extLst>
              </p:cNvPr>
              <p:cNvSpPr/>
              <p:nvPr/>
            </p:nvSpPr>
            <p:spPr>
              <a:xfrm>
                <a:off x="953424" y="1486519"/>
                <a:ext cx="2228412" cy="2228408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4" name="îṩļidê">
                <a:extLst>
                  <a:ext uri="{FF2B5EF4-FFF2-40B4-BE49-F238E27FC236}">
                    <a16:creationId xmlns:a16="http://schemas.microsoft.com/office/drawing/2014/main" id="{DAA03529-E68B-41BA-8235-0E3B7F9ED7D1}"/>
                  </a:ext>
                </a:extLst>
              </p:cNvPr>
              <p:cNvSpPr/>
              <p:nvPr/>
            </p:nvSpPr>
            <p:spPr>
              <a:xfrm>
                <a:off x="1376346" y="1909439"/>
                <a:ext cx="1382568" cy="1382568"/>
              </a:xfrm>
              <a:prstGeom prst="ellipse">
                <a:avLst/>
              </a:prstGeom>
              <a:solidFill>
                <a:schemeClr val="accent1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7" name="ïśľidê">
              <a:extLst>
                <a:ext uri="{FF2B5EF4-FFF2-40B4-BE49-F238E27FC236}">
                  <a16:creationId xmlns:a16="http://schemas.microsoft.com/office/drawing/2014/main" id="{8769228D-B53C-4A6C-BC7E-7A78CBF2A8C6}"/>
                </a:ext>
              </a:extLst>
            </p:cNvPr>
            <p:cNvGrpSpPr/>
            <p:nvPr/>
          </p:nvGrpSpPr>
          <p:grpSpPr>
            <a:xfrm>
              <a:off x="9244320" y="3356910"/>
              <a:ext cx="2061905" cy="2061901"/>
              <a:chOff x="953424" y="1486519"/>
              <a:chExt cx="2228412" cy="2228408"/>
            </a:xfrm>
          </p:grpSpPr>
          <p:sp>
            <p:nvSpPr>
              <p:cNvPr id="41" name="íşľîḋê">
                <a:extLst>
                  <a:ext uri="{FF2B5EF4-FFF2-40B4-BE49-F238E27FC236}">
                    <a16:creationId xmlns:a16="http://schemas.microsoft.com/office/drawing/2014/main" id="{82DE222C-1138-4B47-A115-A6324C883985}"/>
                  </a:ext>
                </a:extLst>
              </p:cNvPr>
              <p:cNvSpPr/>
              <p:nvPr/>
            </p:nvSpPr>
            <p:spPr>
              <a:xfrm>
                <a:off x="953424" y="1486519"/>
                <a:ext cx="2228412" cy="2228408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íṥļîḋé">
                <a:extLst>
                  <a:ext uri="{FF2B5EF4-FFF2-40B4-BE49-F238E27FC236}">
                    <a16:creationId xmlns:a16="http://schemas.microsoft.com/office/drawing/2014/main" id="{9AEC95C9-0746-4B56-91EB-2D9D35A1E9CE}"/>
                  </a:ext>
                </a:extLst>
              </p:cNvPr>
              <p:cNvSpPr/>
              <p:nvPr/>
            </p:nvSpPr>
            <p:spPr>
              <a:xfrm>
                <a:off x="1335155" y="1868251"/>
                <a:ext cx="1464952" cy="1464946"/>
              </a:xfrm>
              <a:prstGeom prst="ellipse">
                <a:avLst/>
              </a:prstGeom>
              <a:solidFill>
                <a:schemeClr val="accent3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8" name="iṧ1îďé">
              <a:extLst>
                <a:ext uri="{FF2B5EF4-FFF2-40B4-BE49-F238E27FC236}">
                  <a16:creationId xmlns:a16="http://schemas.microsoft.com/office/drawing/2014/main" id="{4A4A93B8-5575-46E0-81FE-21A98D0E5F12}"/>
                </a:ext>
              </a:extLst>
            </p:cNvPr>
            <p:cNvGrpSpPr/>
            <p:nvPr/>
          </p:nvGrpSpPr>
          <p:grpSpPr>
            <a:xfrm>
              <a:off x="7689088" y="4356649"/>
              <a:ext cx="1573901" cy="1573899"/>
              <a:chOff x="953424" y="1486519"/>
              <a:chExt cx="2228412" cy="2228408"/>
            </a:xfrm>
            <a:solidFill>
              <a:srgbClr val="FF3F3F"/>
            </a:solidFill>
          </p:grpSpPr>
          <p:sp>
            <p:nvSpPr>
              <p:cNvPr id="39" name="íṡ1îḋè">
                <a:extLst>
                  <a:ext uri="{FF2B5EF4-FFF2-40B4-BE49-F238E27FC236}">
                    <a16:creationId xmlns:a16="http://schemas.microsoft.com/office/drawing/2014/main" id="{23292A25-797F-4D39-A1CA-A84A72EAB06F}"/>
                  </a:ext>
                </a:extLst>
              </p:cNvPr>
              <p:cNvSpPr/>
              <p:nvPr/>
            </p:nvSpPr>
            <p:spPr>
              <a:xfrm>
                <a:off x="953424" y="1486519"/>
                <a:ext cx="2228412" cy="2228408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0" name="îş1îḍe">
                <a:extLst>
                  <a:ext uri="{FF2B5EF4-FFF2-40B4-BE49-F238E27FC236}">
                    <a16:creationId xmlns:a16="http://schemas.microsoft.com/office/drawing/2014/main" id="{B620B90B-CCEE-4224-B668-C5BA11E3ABB9}"/>
                  </a:ext>
                </a:extLst>
              </p:cNvPr>
              <p:cNvSpPr/>
              <p:nvPr/>
            </p:nvSpPr>
            <p:spPr>
              <a:xfrm>
                <a:off x="1376346" y="1909439"/>
                <a:ext cx="1382568" cy="1382568"/>
              </a:xfrm>
              <a:prstGeom prst="ellipse">
                <a:avLst/>
              </a:prstGeom>
              <a:solidFill>
                <a:schemeClr val="accent2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9" name="ïS1ïḍe">
              <a:extLst>
                <a:ext uri="{FF2B5EF4-FFF2-40B4-BE49-F238E27FC236}">
                  <a16:creationId xmlns:a16="http://schemas.microsoft.com/office/drawing/2014/main" id="{94F9CF25-9DEA-468F-9A38-9E122275B3DA}"/>
                </a:ext>
              </a:extLst>
            </p:cNvPr>
            <p:cNvGrpSpPr/>
            <p:nvPr/>
          </p:nvGrpSpPr>
          <p:grpSpPr>
            <a:xfrm>
              <a:off x="9271412" y="1642285"/>
              <a:ext cx="1539253" cy="1539251"/>
              <a:chOff x="953424" y="1486519"/>
              <a:chExt cx="2228412" cy="2228408"/>
            </a:xfrm>
            <a:solidFill>
              <a:srgbClr val="FFC000"/>
            </a:solidFill>
          </p:grpSpPr>
          <p:sp>
            <p:nvSpPr>
              <p:cNvPr id="37" name="iṩḷîḋé">
                <a:extLst>
                  <a:ext uri="{FF2B5EF4-FFF2-40B4-BE49-F238E27FC236}">
                    <a16:creationId xmlns:a16="http://schemas.microsoft.com/office/drawing/2014/main" id="{FE6A28D6-4E0F-4C2F-880C-2C92C16E7511}"/>
                  </a:ext>
                </a:extLst>
              </p:cNvPr>
              <p:cNvSpPr/>
              <p:nvPr/>
            </p:nvSpPr>
            <p:spPr>
              <a:xfrm>
                <a:off x="953424" y="1486519"/>
                <a:ext cx="2228412" cy="2228408"/>
              </a:xfrm>
              <a:custGeom>
                <a:avLst/>
                <a:gdLst>
                  <a:gd name="connsiteX0" fmla="*/ 1124074 w 1583637"/>
                  <a:gd name="connsiteY0" fmla="*/ 252493 h 1583637"/>
                  <a:gd name="connsiteX1" fmla="*/ 1247256 w 1583637"/>
                  <a:gd name="connsiteY1" fmla="*/ 149126 h 1583637"/>
                  <a:gd name="connsiteX2" fmla="*/ 1345663 w 1583637"/>
                  <a:gd name="connsiteY2" fmla="*/ 231701 h 1583637"/>
                  <a:gd name="connsiteX3" fmla="*/ 1265256 w 1583637"/>
                  <a:gd name="connsiteY3" fmla="*/ 370961 h 1583637"/>
                  <a:gd name="connsiteX4" fmla="*/ 1393012 w 1583637"/>
                  <a:gd name="connsiteY4" fmla="*/ 592241 h 1583637"/>
                  <a:gd name="connsiteX5" fmla="*/ 1553818 w 1583637"/>
                  <a:gd name="connsiteY5" fmla="*/ 592237 h 1583637"/>
                  <a:gd name="connsiteX6" fmla="*/ 1576125 w 1583637"/>
                  <a:gd name="connsiteY6" fmla="*/ 718748 h 1583637"/>
                  <a:gd name="connsiteX7" fmla="*/ 1425015 w 1583637"/>
                  <a:gd name="connsiteY7" fmla="*/ 773743 h 1583637"/>
                  <a:gd name="connsiteX8" fmla="*/ 1380646 w 1583637"/>
                  <a:gd name="connsiteY8" fmla="*/ 1025372 h 1583637"/>
                  <a:gd name="connsiteX9" fmla="*/ 1503833 w 1583637"/>
                  <a:gd name="connsiteY9" fmla="*/ 1128733 h 1583637"/>
                  <a:gd name="connsiteX10" fmla="*/ 1439602 w 1583637"/>
                  <a:gd name="connsiteY10" fmla="*/ 1239984 h 1583637"/>
                  <a:gd name="connsiteX11" fmla="*/ 1288495 w 1583637"/>
                  <a:gd name="connsiteY11" fmla="*/ 1184982 h 1583637"/>
                  <a:gd name="connsiteX12" fmla="*/ 1092761 w 1583637"/>
                  <a:gd name="connsiteY12" fmla="*/ 1349222 h 1583637"/>
                  <a:gd name="connsiteX13" fmla="*/ 1120689 w 1583637"/>
                  <a:gd name="connsiteY13" fmla="*/ 1507584 h 1583637"/>
                  <a:gd name="connsiteX14" fmla="*/ 999974 w 1583637"/>
                  <a:gd name="connsiteY14" fmla="*/ 1551521 h 1583637"/>
                  <a:gd name="connsiteX15" fmla="*/ 919574 w 1583637"/>
                  <a:gd name="connsiteY15" fmla="*/ 1412257 h 1583637"/>
                  <a:gd name="connsiteX16" fmla="*/ 664062 w 1583637"/>
                  <a:gd name="connsiteY16" fmla="*/ 1412257 h 1583637"/>
                  <a:gd name="connsiteX17" fmla="*/ 583663 w 1583637"/>
                  <a:gd name="connsiteY17" fmla="*/ 1551521 h 1583637"/>
                  <a:gd name="connsiteX18" fmla="*/ 462948 w 1583637"/>
                  <a:gd name="connsiteY18" fmla="*/ 1507584 h 1583637"/>
                  <a:gd name="connsiteX19" fmla="*/ 490876 w 1583637"/>
                  <a:gd name="connsiteY19" fmla="*/ 1349222 h 1583637"/>
                  <a:gd name="connsiteX20" fmla="*/ 295142 w 1583637"/>
                  <a:gd name="connsiteY20" fmla="*/ 1184981 h 1583637"/>
                  <a:gd name="connsiteX21" fmla="*/ 144035 w 1583637"/>
                  <a:gd name="connsiteY21" fmla="*/ 1239984 h 1583637"/>
                  <a:gd name="connsiteX22" fmla="*/ 79804 w 1583637"/>
                  <a:gd name="connsiteY22" fmla="*/ 1128733 h 1583637"/>
                  <a:gd name="connsiteX23" fmla="*/ 202991 w 1583637"/>
                  <a:gd name="connsiteY23" fmla="*/ 1025372 h 1583637"/>
                  <a:gd name="connsiteX24" fmla="*/ 158622 w 1583637"/>
                  <a:gd name="connsiteY24" fmla="*/ 773743 h 1583637"/>
                  <a:gd name="connsiteX25" fmla="*/ 7512 w 1583637"/>
                  <a:gd name="connsiteY25" fmla="*/ 718748 h 1583637"/>
                  <a:gd name="connsiteX26" fmla="*/ 29819 w 1583637"/>
                  <a:gd name="connsiteY26" fmla="*/ 592237 h 1583637"/>
                  <a:gd name="connsiteX27" fmla="*/ 190625 w 1583637"/>
                  <a:gd name="connsiteY27" fmla="*/ 592241 h 1583637"/>
                  <a:gd name="connsiteX28" fmla="*/ 318381 w 1583637"/>
                  <a:gd name="connsiteY28" fmla="*/ 370961 h 1583637"/>
                  <a:gd name="connsiteX29" fmla="*/ 237974 w 1583637"/>
                  <a:gd name="connsiteY29" fmla="*/ 231701 h 1583637"/>
                  <a:gd name="connsiteX30" fmla="*/ 336381 w 1583637"/>
                  <a:gd name="connsiteY30" fmla="*/ 149126 h 1583637"/>
                  <a:gd name="connsiteX31" fmla="*/ 459563 w 1583637"/>
                  <a:gd name="connsiteY31" fmla="*/ 252493 h 1583637"/>
                  <a:gd name="connsiteX32" fmla="*/ 699666 w 1583637"/>
                  <a:gd name="connsiteY32" fmla="*/ 165103 h 1583637"/>
                  <a:gd name="connsiteX33" fmla="*/ 727586 w 1583637"/>
                  <a:gd name="connsiteY33" fmla="*/ 6739 h 1583637"/>
                  <a:gd name="connsiteX34" fmla="*/ 856051 w 1583637"/>
                  <a:gd name="connsiteY34" fmla="*/ 6739 h 1583637"/>
                  <a:gd name="connsiteX35" fmla="*/ 883970 w 1583637"/>
                  <a:gd name="connsiteY35" fmla="*/ 165102 h 1583637"/>
                  <a:gd name="connsiteX36" fmla="*/ 1124073 w 1583637"/>
                  <a:gd name="connsiteY36" fmla="*/ 252493 h 1583637"/>
                  <a:gd name="connsiteX37" fmla="*/ 1124074 w 1583637"/>
                  <a:gd name="connsiteY37" fmla="*/ 252493 h 1583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83637" h="1583637">
                    <a:moveTo>
                      <a:pt x="1124074" y="252493"/>
                    </a:moveTo>
                    <a:lnTo>
                      <a:pt x="1247256" y="149126"/>
                    </a:lnTo>
                    <a:lnTo>
                      <a:pt x="1345663" y="231701"/>
                    </a:lnTo>
                    <a:lnTo>
                      <a:pt x="1265256" y="370961"/>
                    </a:lnTo>
                    <a:cubicBezTo>
                      <a:pt x="1322430" y="435278"/>
                      <a:pt x="1365899" y="510569"/>
                      <a:pt x="1393012" y="592241"/>
                    </a:cubicBezTo>
                    <a:lnTo>
                      <a:pt x="1553818" y="592237"/>
                    </a:lnTo>
                    <a:lnTo>
                      <a:pt x="1576125" y="718748"/>
                    </a:lnTo>
                    <a:lnTo>
                      <a:pt x="1425015" y="773743"/>
                    </a:lnTo>
                    <a:cubicBezTo>
                      <a:pt x="1427471" y="859762"/>
                      <a:pt x="1412374" y="945380"/>
                      <a:pt x="1380646" y="1025372"/>
                    </a:cubicBezTo>
                    <a:lnTo>
                      <a:pt x="1503833" y="1128733"/>
                    </a:lnTo>
                    <a:lnTo>
                      <a:pt x="1439602" y="1239984"/>
                    </a:lnTo>
                    <a:lnTo>
                      <a:pt x="1288495" y="1184982"/>
                    </a:lnTo>
                    <a:cubicBezTo>
                      <a:pt x="1235084" y="1252456"/>
                      <a:pt x="1168484" y="1308339"/>
                      <a:pt x="1092761" y="1349222"/>
                    </a:cubicBezTo>
                    <a:lnTo>
                      <a:pt x="1120689" y="1507584"/>
                    </a:lnTo>
                    <a:lnTo>
                      <a:pt x="999974" y="1551521"/>
                    </a:lnTo>
                    <a:lnTo>
                      <a:pt x="919574" y="1412257"/>
                    </a:lnTo>
                    <a:cubicBezTo>
                      <a:pt x="835287" y="1429613"/>
                      <a:pt x="748348" y="1429613"/>
                      <a:pt x="664062" y="1412257"/>
                    </a:cubicBezTo>
                    <a:lnTo>
                      <a:pt x="583663" y="1551521"/>
                    </a:lnTo>
                    <a:lnTo>
                      <a:pt x="462948" y="1507584"/>
                    </a:lnTo>
                    <a:lnTo>
                      <a:pt x="490876" y="1349222"/>
                    </a:lnTo>
                    <a:cubicBezTo>
                      <a:pt x="415153" y="1308339"/>
                      <a:pt x="348553" y="1252455"/>
                      <a:pt x="295142" y="1184981"/>
                    </a:cubicBezTo>
                    <a:lnTo>
                      <a:pt x="144035" y="1239984"/>
                    </a:lnTo>
                    <a:lnTo>
                      <a:pt x="79804" y="1128733"/>
                    </a:lnTo>
                    <a:lnTo>
                      <a:pt x="202991" y="1025372"/>
                    </a:lnTo>
                    <a:cubicBezTo>
                      <a:pt x="171263" y="945380"/>
                      <a:pt x="156166" y="859762"/>
                      <a:pt x="158622" y="773743"/>
                    </a:cubicBezTo>
                    <a:lnTo>
                      <a:pt x="7512" y="718748"/>
                    </a:lnTo>
                    <a:lnTo>
                      <a:pt x="29819" y="592237"/>
                    </a:lnTo>
                    <a:lnTo>
                      <a:pt x="190625" y="592241"/>
                    </a:lnTo>
                    <a:cubicBezTo>
                      <a:pt x="217738" y="510569"/>
                      <a:pt x="261208" y="435277"/>
                      <a:pt x="318381" y="370961"/>
                    </a:cubicBezTo>
                    <a:lnTo>
                      <a:pt x="237974" y="231701"/>
                    </a:lnTo>
                    <a:lnTo>
                      <a:pt x="336381" y="149126"/>
                    </a:lnTo>
                    <a:lnTo>
                      <a:pt x="459563" y="252493"/>
                    </a:lnTo>
                    <a:cubicBezTo>
                      <a:pt x="532831" y="207356"/>
                      <a:pt x="614527" y="177621"/>
                      <a:pt x="699666" y="165103"/>
                    </a:cubicBezTo>
                    <a:lnTo>
                      <a:pt x="727586" y="6739"/>
                    </a:lnTo>
                    <a:lnTo>
                      <a:pt x="856051" y="6739"/>
                    </a:lnTo>
                    <a:lnTo>
                      <a:pt x="883970" y="165102"/>
                    </a:lnTo>
                    <a:cubicBezTo>
                      <a:pt x="969110" y="177621"/>
                      <a:pt x="1050806" y="207356"/>
                      <a:pt x="1124073" y="252493"/>
                    </a:cubicBezTo>
                    <a:lnTo>
                      <a:pt x="1124074" y="25249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8" name="iŝļîḑe">
                <a:extLst>
                  <a:ext uri="{FF2B5EF4-FFF2-40B4-BE49-F238E27FC236}">
                    <a16:creationId xmlns:a16="http://schemas.microsoft.com/office/drawing/2014/main" id="{DB4D43A5-5F14-4AC2-8270-2684655EE69D}"/>
                  </a:ext>
                </a:extLst>
              </p:cNvPr>
              <p:cNvSpPr/>
              <p:nvPr/>
            </p:nvSpPr>
            <p:spPr>
              <a:xfrm>
                <a:off x="1376346" y="1909439"/>
                <a:ext cx="1382568" cy="1382568"/>
              </a:xfrm>
              <a:prstGeom prst="ellipse">
                <a:avLst/>
              </a:prstGeom>
              <a:solidFill>
                <a:schemeClr val="accent4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30" name="îṣḷídé">
              <a:extLst>
                <a:ext uri="{FF2B5EF4-FFF2-40B4-BE49-F238E27FC236}">
                  <a16:creationId xmlns:a16="http://schemas.microsoft.com/office/drawing/2014/main" id="{9C657B3D-F7B9-4086-B72B-720CA50AC928}"/>
                </a:ext>
              </a:extLst>
            </p:cNvPr>
            <p:cNvSpPr/>
            <p:nvPr/>
          </p:nvSpPr>
          <p:spPr>
            <a:xfrm rot="19051047">
              <a:off x="8935351" y="1488143"/>
              <a:ext cx="2181771" cy="2181771"/>
            </a:xfrm>
            <a:prstGeom prst="arc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" name="iṩḷîḑê">
              <a:extLst>
                <a:ext uri="{FF2B5EF4-FFF2-40B4-BE49-F238E27FC236}">
                  <a16:creationId xmlns:a16="http://schemas.microsoft.com/office/drawing/2014/main" id="{D5CEF79B-831D-4564-85E5-612B6E0BB4ED}"/>
                </a:ext>
              </a:extLst>
            </p:cNvPr>
            <p:cNvSpPr/>
            <p:nvPr/>
          </p:nvSpPr>
          <p:spPr>
            <a:xfrm rot="11931966">
              <a:off x="6996112" y="2327651"/>
              <a:ext cx="2181771" cy="2181771"/>
            </a:xfrm>
            <a:prstGeom prst="arc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îsliḍe">
              <a:extLst>
                <a:ext uri="{FF2B5EF4-FFF2-40B4-BE49-F238E27FC236}">
                  <a16:creationId xmlns:a16="http://schemas.microsoft.com/office/drawing/2014/main" id="{8C8C099C-9E53-4539-9F6A-BEE07EBD70D4}"/>
                </a:ext>
              </a:extLst>
            </p:cNvPr>
            <p:cNvSpPr/>
            <p:nvPr/>
          </p:nvSpPr>
          <p:spPr>
            <a:xfrm rot="5691386">
              <a:off x="9261237" y="3412073"/>
              <a:ext cx="2181771" cy="2181771"/>
            </a:xfrm>
            <a:prstGeom prst="arc">
              <a:avLst/>
            </a:prstGeom>
            <a:ln w="28575">
              <a:solidFill>
                <a:schemeClr val="bg1">
                  <a:lumMod val="65000"/>
                </a:schemeClr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" name="ïŝľíḑê">
              <a:extLst>
                <a:ext uri="{FF2B5EF4-FFF2-40B4-BE49-F238E27FC236}">
                  <a16:creationId xmlns:a16="http://schemas.microsoft.com/office/drawing/2014/main" id="{6B1489DA-51F3-4792-A2FE-4F18F49B9B50}"/>
                </a:ext>
              </a:extLst>
            </p:cNvPr>
            <p:cNvSpPr/>
            <p:nvPr/>
          </p:nvSpPr>
          <p:spPr bwMode="auto">
            <a:xfrm>
              <a:off x="8072807" y="3008063"/>
              <a:ext cx="793791" cy="683263"/>
            </a:xfrm>
            <a:custGeom>
              <a:avLst/>
              <a:gdLst/>
              <a:ahLst/>
              <a:cxnLst>
                <a:cxn ang="0">
                  <a:pos x="73" y="47"/>
                </a:cxn>
                <a:cxn ang="0">
                  <a:pos x="67" y="53"/>
                </a:cxn>
                <a:cxn ang="0">
                  <a:pos x="46" y="53"/>
                </a:cxn>
                <a:cxn ang="0">
                  <a:pos x="48" y="60"/>
                </a:cxn>
                <a:cxn ang="0">
                  <a:pos x="46" y="63"/>
                </a:cxn>
                <a:cxn ang="0">
                  <a:pos x="26" y="63"/>
                </a:cxn>
                <a:cxn ang="0">
                  <a:pos x="24" y="60"/>
                </a:cxn>
                <a:cxn ang="0">
                  <a:pos x="26" y="53"/>
                </a:cxn>
                <a:cxn ang="0">
                  <a:pos x="6" y="53"/>
                </a:cxn>
                <a:cxn ang="0">
                  <a:pos x="0" y="47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47"/>
                </a:cxn>
                <a:cxn ang="0">
                  <a:pos x="68" y="6"/>
                </a:cxn>
                <a:cxn ang="0">
                  <a:pos x="67" y="5"/>
                </a:cxn>
                <a:cxn ang="0">
                  <a:pos x="6" y="5"/>
                </a:cxn>
                <a:cxn ang="0">
                  <a:pos x="5" y="6"/>
                </a:cxn>
                <a:cxn ang="0">
                  <a:pos x="5" y="37"/>
                </a:cxn>
                <a:cxn ang="0">
                  <a:pos x="6" y="39"/>
                </a:cxn>
                <a:cxn ang="0">
                  <a:pos x="67" y="39"/>
                </a:cxn>
                <a:cxn ang="0">
                  <a:pos x="68" y="37"/>
                </a:cxn>
                <a:cxn ang="0">
                  <a:pos x="68" y="6"/>
                </a:cxn>
              </a:cxnLst>
              <a:rect l="0" t="0" r="r" b="b"/>
              <a:pathLst>
                <a:path w="73" h="63">
                  <a:moveTo>
                    <a:pt x="73" y="47"/>
                  </a:moveTo>
                  <a:cubicBezTo>
                    <a:pt x="73" y="50"/>
                    <a:pt x="70" y="53"/>
                    <a:pt x="67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6"/>
                    <a:pt x="48" y="59"/>
                    <a:pt x="48" y="60"/>
                  </a:cubicBezTo>
                  <a:cubicBezTo>
                    <a:pt x="48" y="62"/>
                    <a:pt x="47" y="63"/>
                    <a:pt x="4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5" y="63"/>
                    <a:pt x="24" y="62"/>
                    <a:pt x="24" y="60"/>
                  </a:cubicBezTo>
                  <a:cubicBezTo>
                    <a:pt x="24" y="59"/>
                    <a:pt x="26" y="56"/>
                    <a:pt x="26" y="53"/>
                  </a:cubicBezTo>
                  <a:cubicBezTo>
                    <a:pt x="6" y="53"/>
                    <a:pt x="6" y="53"/>
                    <a:pt x="6" y="53"/>
                  </a:cubicBezTo>
                  <a:cubicBezTo>
                    <a:pt x="2" y="53"/>
                    <a:pt x="0" y="50"/>
                    <a:pt x="0" y="4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0" y="0"/>
                    <a:pt x="73" y="2"/>
                    <a:pt x="73" y="6"/>
                  </a:cubicBezTo>
                  <a:lnTo>
                    <a:pt x="73" y="47"/>
                  </a:lnTo>
                  <a:close/>
                  <a:moveTo>
                    <a:pt x="68" y="6"/>
                  </a:moveTo>
                  <a:cubicBezTo>
                    <a:pt x="68" y="5"/>
                    <a:pt x="67" y="5"/>
                    <a:pt x="67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5" y="5"/>
                    <a:pt x="5" y="5"/>
                    <a:pt x="5" y="6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8"/>
                    <a:pt x="5" y="39"/>
                    <a:pt x="6" y="39"/>
                  </a:cubicBezTo>
                  <a:cubicBezTo>
                    <a:pt x="67" y="39"/>
                    <a:pt x="67" y="39"/>
                    <a:pt x="67" y="39"/>
                  </a:cubicBezTo>
                  <a:cubicBezTo>
                    <a:pt x="67" y="39"/>
                    <a:pt x="68" y="38"/>
                    <a:pt x="68" y="37"/>
                  </a:cubicBezTo>
                  <a:lnTo>
                    <a:pt x="68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šlïḓè">
              <a:extLst>
                <a:ext uri="{FF2B5EF4-FFF2-40B4-BE49-F238E27FC236}">
                  <a16:creationId xmlns:a16="http://schemas.microsoft.com/office/drawing/2014/main" id="{BEDE64D7-CE30-44F9-8E4F-CA62B3E85590}"/>
                </a:ext>
              </a:extLst>
            </p:cNvPr>
            <p:cNvSpPr/>
            <p:nvPr/>
          </p:nvSpPr>
          <p:spPr bwMode="auto">
            <a:xfrm>
              <a:off x="9744919" y="2153722"/>
              <a:ext cx="585755" cy="541317"/>
            </a:xfrm>
            <a:custGeom>
              <a:avLst/>
              <a:gdLst/>
              <a:ahLst/>
              <a:cxnLst>
                <a:cxn ang="0">
                  <a:pos x="67" y="20"/>
                </a:cxn>
                <a:cxn ang="0">
                  <a:pos x="46" y="36"/>
                </a:cxn>
                <a:cxn ang="0">
                  <a:pos x="42" y="40"/>
                </a:cxn>
                <a:cxn ang="0">
                  <a:pos x="39" y="47"/>
                </a:cxn>
                <a:cxn ang="0">
                  <a:pos x="44" y="52"/>
                </a:cxn>
                <a:cxn ang="0">
                  <a:pos x="52" y="58"/>
                </a:cxn>
                <a:cxn ang="0">
                  <a:pos x="52" y="61"/>
                </a:cxn>
                <a:cxn ang="0">
                  <a:pos x="51" y="62"/>
                </a:cxn>
                <a:cxn ang="0">
                  <a:pos x="17" y="62"/>
                </a:cxn>
                <a:cxn ang="0">
                  <a:pos x="16" y="61"/>
                </a:cxn>
                <a:cxn ang="0">
                  <a:pos x="16" y="58"/>
                </a:cxn>
                <a:cxn ang="0">
                  <a:pos x="24" y="52"/>
                </a:cxn>
                <a:cxn ang="0">
                  <a:pos x="29" y="47"/>
                </a:cxn>
                <a:cxn ang="0">
                  <a:pos x="26" y="40"/>
                </a:cxn>
                <a:cxn ang="0">
                  <a:pos x="22" y="36"/>
                </a:cxn>
                <a:cxn ang="0">
                  <a:pos x="0" y="20"/>
                </a:cxn>
                <a:cxn ang="0">
                  <a:pos x="0" y="15"/>
                </a:cxn>
                <a:cxn ang="0">
                  <a:pos x="4" y="11"/>
                </a:cxn>
                <a:cxn ang="0">
                  <a:pos x="16" y="11"/>
                </a:cxn>
                <a:cxn ang="0">
                  <a:pos x="16" y="7"/>
                </a:cxn>
                <a:cxn ang="0">
                  <a:pos x="22" y="0"/>
                </a:cxn>
                <a:cxn ang="0">
                  <a:pos x="45" y="0"/>
                </a:cxn>
                <a:cxn ang="0">
                  <a:pos x="52" y="7"/>
                </a:cxn>
                <a:cxn ang="0">
                  <a:pos x="52" y="11"/>
                </a:cxn>
                <a:cxn ang="0">
                  <a:pos x="63" y="11"/>
                </a:cxn>
                <a:cxn ang="0">
                  <a:pos x="67" y="15"/>
                </a:cxn>
                <a:cxn ang="0">
                  <a:pos x="67" y="20"/>
                </a:cxn>
                <a:cxn ang="0">
                  <a:pos x="16" y="16"/>
                </a:cxn>
                <a:cxn ang="0">
                  <a:pos x="6" y="16"/>
                </a:cxn>
                <a:cxn ang="0">
                  <a:pos x="6" y="20"/>
                </a:cxn>
                <a:cxn ang="0">
                  <a:pos x="19" y="31"/>
                </a:cxn>
                <a:cxn ang="0">
                  <a:pos x="16" y="16"/>
                </a:cxn>
                <a:cxn ang="0">
                  <a:pos x="62" y="16"/>
                </a:cxn>
                <a:cxn ang="0">
                  <a:pos x="52" y="16"/>
                </a:cxn>
                <a:cxn ang="0">
                  <a:pos x="49" y="31"/>
                </a:cxn>
                <a:cxn ang="0">
                  <a:pos x="62" y="20"/>
                </a:cxn>
                <a:cxn ang="0">
                  <a:pos x="62" y="16"/>
                </a:cxn>
              </a:cxnLst>
              <a:rect l="0" t="0" r="r" b="b"/>
              <a:pathLst>
                <a:path w="67" h="62">
                  <a:moveTo>
                    <a:pt x="67" y="20"/>
                  </a:moveTo>
                  <a:cubicBezTo>
                    <a:pt x="67" y="27"/>
                    <a:pt x="58" y="36"/>
                    <a:pt x="46" y="36"/>
                  </a:cubicBezTo>
                  <a:cubicBezTo>
                    <a:pt x="44" y="38"/>
                    <a:pt x="42" y="40"/>
                    <a:pt x="42" y="40"/>
                  </a:cubicBezTo>
                  <a:cubicBezTo>
                    <a:pt x="40" y="42"/>
                    <a:pt x="39" y="44"/>
                    <a:pt x="39" y="47"/>
                  </a:cubicBezTo>
                  <a:cubicBezTo>
                    <a:pt x="39" y="49"/>
                    <a:pt x="40" y="52"/>
                    <a:pt x="44" y="52"/>
                  </a:cubicBezTo>
                  <a:cubicBezTo>
                    <a:pt x="48" y="52"/>
                    <a:pt x="52" y="54"/>
                    <a:pt x="52" y="58"/>
                  </a:cubicBezTo>
                  <a:cubicBezTo>
                    <a:pt x="52" y="61"/>
                    <a:pt x="52" y="61"/>
                    <a:pt x="52" y="61"/>
                  </a:cubicBezTo>
                  <a:cubicBezTo>
                    <a:pt x="52" y="62"/>
                    <a:pt x="51" y="62"/>
                    <a:pt x="51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6" y="62"/>
                    <a:pt x="16" y="62"/>
                    <a:pt x="16" y="61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4"/>
                    <a:pt x="20" y="52"/>
                    <a:pt x="24" y="52"/>
                  </a:cubicBezTo>
                  <a:cubicBezTo>
                    <a:pt x="27" y="52"/>
                    <a:pt x="29" y="49"/>
                    <a:pt x="29" y="47"/>
                  </a:cubicBezTo>
                  <a:cubicBezTo>
                    <a:pt x="29" y="44"/>
                    <a:pt x="28" y="42"/>
                    <a:pt x="26" y="40"/>
                  </a:cubicBezTo>
                  <a:cubicBezTo>
                    <a:pt x="25" y="40"/>
                    <a:pt x="24" y="38"/>
                    <a:pt x="22" y="36"/>
                  </a:cubicBezTo>
                  <a:cubicBezTo>
                    <a:pt x="10" y="36"/>
                    <a:pt x="0" y="27"/>
                    <a:pt x="0" y="2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2"/>
                    <a:pt x="2" y="11"/>
                    <a:pt x="4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7"/>
                    <a:pt x="16" y="7"/>
                    <a:pt x="16" y="7"/>
                  </a:cubicBezTo>
                  <a:cubicBezTo>
                    <a:pt x="16" y="3"/>
                    <a:pt x="19" y="0"/>
                    <a:pt x="22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9" y="0"/>
                    <a:pt x="52" y="3"/>
                    <a:pt x="52" y="7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6" y="11"/>
                    <a:pt x="67" y="12"/>
                    <a:pt x="67" y="15"/>
                  </a:cubicBezTo>
                  <a:lnTo>
                    <a:pt x="67" y="20"/>
                  </a:lnTo>
                  <a:close/>
                  <a:moveTo>
                    <a:pt x="16" y="16"/>
                  </a:moveTo>
                  <a:cubicBezTo>
                    <a:pt x="6" y="16"/>
                    <a:pt x="6" y="16"/>
                    <a:pt x="6" y="16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4"/>
                    <a:pt x="11" y="29"/>
                    <a:pt x="19" y="31"/>
                  </a:cubicBezTo>
                  <a:cubicBezTo>
                    <a:pt x="17" y="27"/>
                    <a:pt x="16" y="22"/>
                    <a:pt x="16" y="16"/>
                  </a:cubicBezTo>
                  <a:close/>
                  <a:moveTo>
                    <a:pt x="62" y="16"/>
                  </a:moveTo>
                  <a:cubicBezTo>
                    <a:pt x="52" y="16"/>
                    <a:pt x="52" y="16"/>
                    <a:pt x="52" y="16"/>
                  </a:cubicBezTo>
                  <a:cubicBezTo>
                    <a:pt x="52" y="22"/>
                    <a:pt x="51" y="27"/>
                    <a:pt x="49" y="31"/>
                  </a:cubicBezTo>
                  <a:cubicBezTo>
                    <a:pt x="57" y="29"/>
                    <a:pt x="62" y="24"/>
                    <a:pt x="62" y="20"/>
                  </a:cubicBezTo>
                  <a:lnTo>
                    <a:pt x="62" y="1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ïṧḻiďé">
              <a:extLst>
                <a:ext uri="{FF2B5EF4-FFF2-40B4-BE49-F238E27FC236}">
                  <a16:creationId xmlns:a16="http://schemas.microsoft.com/office/drawing/2014/main" id="{9DFED914-C0E3-4FC9-BF24-5F806643F540}"/>
                </a:ext>
              </a:extLst>
            </p:cNvPr>
            <p:cNvSpPr/>
            <p:nvPr/>
          </p:nvSpPr>
          <p:spPr bwMode="auto">
            <a:xfrm>
              <a:off x="8201658" y="4878218"/>
              <a:ext cx="546325" cy="423753"/>
            </a:xfrm>
            <a:custGeom>
              <a:avLst/>
              <a:gdLst/>
              <a:ahLst/>
              <a:cxnLst>
                <a:cxn ang="0">
                  <a:pos x="67" y="55"/>
                </a:cxn>
                <a:cxn ang="0">
                  <a:pos x="65" y="56"/>
                </a:cxn>
                <a:cxn ang="0">
                  <a:pos x="8" y="56"/>
                </a:cxn>
                <a:cxn ang="0">
                  <a:pos x="6" y="55"/>
                </a:cxn>
                <a:cxn ang="0">
                  <a:pos x="0" y="36"/>
                </a:cxn>
                <a:cxn ang="0">
                  <a:pos x="36" y="0"/>
                </a:cxn>
                <a:cxn ang="0">
                  <a:pos x="72" y="36"/>
                </a:cxn>
                <a:cxn ang="0">
                  <a:pos x="67" y="55"/>
                </a:cxn>
                <a:cxn ang="0">
                  <a:pos x="11" y="30"/>
                </a:cxn>
                <a:cxn ang="0">
                  <a:pos x="6" y="36"/>
                </a:cxn>
                <a:cxn ang="0">
                  <a:pos x="11" y="41"/>
                </a:cxn>
                <a:cxn ang="0">
                  <a:pos x="16" y="36"/>
                </a:cxn>
                <a:cxn ang="0">
                  <a:pos x="11" y="30"/>
                </a:cxn>
                <a:cxn ang="0">
                  <a:pos x="18" y="12"/>
                </a:cxn>
                <a:cxn ang="0">
                  <a:pos x="13" y="18"/>
                </a:cxn>
                <a:cxn ang="0">
                  <a:pos x="18" y="23"/>
                </a:cxn>
                <a:cxn ang="0">
                  <a:pos x="24" y="18"/>
                </a:cxn>
                <a:cxn ang="0">
                  <a:pos x="18" y="12"/>
                </a:cxn>
                <a:cxn ang="0">
                  <a:pos x="45" y="22"/>
                </a:cxn>
                <a:cxn ang="0">
                  <a:pos x="43" y="18"/>
                </a:cxn>
                <a:cxn ang="0">
                  <a:pos x="40" y="20"/>
                </a:cxn>
                <a:cxn ang="0">
                  <a:pos x="36" y="36"/>
                </a:cxn>
                <a:cxn ang="0">
                  <a:pos x="29" y="41"/>
                </a:cxn>
                <a:cxn ang="0">
                  <a:pos x="34" y="51"/>
                </a:cxn>
                <a:cxn ang="0">
                  <a:pos x="44" y="45"/>
                </a:cxn>
                <a:cxn ang="0">
                  <a:pos x="41" y="37"/>
                </a:cxn>
                <a:cxn ang="0">
                  <a:pos x="45" y="22"/>
                </a:cxn>
                <a:cxn ang="0">
                  <a:pos x="36" y="5"/>
                </a:cxn>
                <a:cxn ang="0">
                  <a:pos x="31" y="10"/>
                </a:cxn>
                <a:cxn ang="0">
                  <a:pos x="36" y="15"/>
                </a:cxn>
                <a:cxn ang="0">
                  <a:pos x="42" y="10"/>
                </a:cxn>
                <a:cxn ang="0">
                  <a:pos x="36" y="5"/>
                </a:cxn>
                <a:cxn ang="0">
                  <a:pos x="54" y="12"/>
                </a:cxn>
                <a:cxn ang="0">
                  <a:pos x="49" y="18"/>
                </a:cxn>
                <a:cxn ang="0">
                  <a:pos x="54" y="23"/>
                </a:cxn>
                <a:cxn ang="0">
                  <a:pos x="60" y="18"/>
                </a:cxn>
                <a:cxn ang="0">
                  <a:pos x="54" y="12"/>
                </a:cxn>
                <a:cxn ang="0">
                  <a:pos x="62" y="30"/>
                </a:cxn>
                <a:cxn ang="0">
                  <a:pos x="57" y="36"/>
                </a:cxn>
                <a:cxn ang="0">
                  <a:pos x="62" y="41"/>
                </a:cxn>
                <a:cxn ang="0">
                  <a:pos x="67" y="36"/>
                </a:cxn>
                <a:cxn ang="0">
                  <a:pos x="62" y="30"/>
                </a:cxn>
              </a:cxnLst>
              <a:rect l="0" t="0" r="r" b="b"/>
              <a:pathLst>
                <a:path w="72" h="56">
                  <a:moveTo>
                    <a:pt x="67" y="55"/>
                  </a:moveTo>
                  <a:cubicBezTo>
                    <a:pt x="66" y="56"/>
                    <a:pt x="66" y="56"/>
                    <a:pt x="65" y="56"/>
                  </a:cubicBezTo>
                  <a:cubicBezTo>
                    <a:pt x="8" y="56"/>
                    <a:pt x="8" y="56"/>
                    <a:pt x="8" y="56"/>
                  </a:cubicBezTo>
                  <a:cubicBezTo>
                    <a:pt x="7" y="56"/>
                    <a:pt x="7" y="56"/>
                    <a:pt x="6" y="55"/>
                  </a:cubicBezTo>
                  <a:cubicBezTo>
                    <a:pt x="2" y="49"/>
                    <a:pt x="0" y="42"/>
                    <a:pt x="0" y="36"/>
                  </a:cubicBezTo>
                  <a:cubicBezTo>
                    <a:pt x="0" y="16"/>
                    <a:pt x="17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42"/>
                    <a:pt x="70" y="49"/>
                    <a:pt x="67" y="55"/>
                  </a:cubicBezTo>
                  <a:close/>
                  <a:moveTo>
                    <a:pt x="11" y="30"/>
                  </a:moveTo>
                  <a:cubicBezTo>
                    <a:pt x="8" y="30"/>
                    <a:pt x="6" y="33"/>
                    <a:pt x="6" y="36"/>
                  </a:cubicBezTo>
                  <a:cubicBezTo>
                    <a:pt x="6" y="38"/>
                    <a:pt x="8" y="41"/>
                    <a:pt x="11" y="41"/>
                  </a:cubicBezTo>
                  <a:cubicBezTo>
                    <a:pt x="14" y="41"/>
                    <a:pt x="16" y="38"/>
                    <a:pt x="16" y="36"/>
                  </a:cubicBezTo>
                  <a:cubicBezTo>
                    <a:pt x="16" y="33"/>
                    <a:pt x="14" y="30"/>
                    <a:pt x="11" y="30"/>
                  </a:cubicBezTo>
                  <a:close/>
                  <a:moveTo>
                    <a:pt x="18" y="12"/>
                  </a:moveTo>
                  <a:cubicBezTo>
                    <a:pt x="16" y="12"/>
                    <a:pt x="13" y="15"/>
                    <a:pt x="13" y="18"/>
                  </a:cubicBezTo>
                  <a:cubicBezTo>
                    <a:pt x="13" y="20"/>
                    <a:pt x="16" y="23"/>
                    <a:pt x="18" y="23"/>
                  </a:cubicBezTo>
                  <a:cubicBezTo>
                    <a:pt x="21" y="23"/>
                    <a:pt x="24" y="20"/>
                    <a:pt x="24" y="18"/>
                  </a:cubicBezTo>
                  <a:cubicBezTo>
                    <a:pt x="24" y="15"/>
                    <a:pt x="21" y="12"/>
                    <a:pt x="18" y="12"/>
                  </a:cubicBezTo>
                  <a:close/>
                  <a:moveTo>
                    <a:pt x="45" y="22"/>
                  </a:moveTo>
                  <a:cubicBezTo>
                    <a:pt x="45" y="20"/>
                    <a:pt x="44" y="19"/>
                    <a:pt x="43" y="18"/>
                  </a:cubicBezTo>
                  <a:cubicBezTo>
                    <a:pt x="42" y="18"/>
                    <a:pt x="40" y="19"/>
                    <a:pt x="40" y="20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3" y="36"/>
                    <a:pt x="30" y="38"/>
                    <a:pt x="29" y="41"/>
                  </a:cubicBezTo>
                  <a:cubicBezTo>
                    <a:pt x="28" y="45"/>
                    <a:pt x="30" y="50"/>
                    <a:pt x="34" y="51"/>
                  </a:cubicBezTo>
                  <a:cubicBezTo>
                    <a:pt x="39" y="52"/>
                    <a:pt x="43" y="49"/>
                    <a:pt x="44" y="45"/>
                  </a:cubicBezTo>
                  <a:cubicBezTo>
                    <a:pt x="45" y="42"/>
                    <a:pt x="43" y="39"/>
                    <a:pt x="41" y="37"/>
                  </a:cubicBezTo>
                  <a:lnTo>
                    <a:pt x="45" y="22"/>
                  </a:lnTo>
                  <a:close/>
                  <a:moveTo>
                    <a:pt x="36" y="5"/>
                  </a:moveTo>
                  <a:cubicBezTo>
                    <a:pt x="34" y="5"/>
                    <a:pt x="31" y="7"/>
                    <a:pt x="31" y="10"/>
                  </a:cubicBezTo>
                  <a:cubicBezTo>
                    <a:pt x="31" y="13"/>
                    <a:pt x="34" y="15"/>
                    <a:pt x="36" y="15"/>
                  </a:cubicBezTo>
                  <a:cubicBezTo>
                    <a:pt x="39" y="15"/>
                    <a:pt x="42" y="13"/>
                    <a:pt x="42" y="10"/>
                  </a:cubicBezTo>
                  <a:cubicBezTo>
                    <a:pt x="42" y="7"/>
                    <a:pt x="39" y="5"/>
                    <a:pt x="36" y="5"/>
                  </a:cubicBezTo>
                  <a:close/>
                  <a:moveTo>
                    <a:pt x="54" y="12"/>
                  </a:moveTo>
                  <a:cubicBezTo>
                    <a:pt x="52" y="12"/>
                    <a:pt x="49" y="15"/>
                    <a:pt x="49" y="18"/>
                  </a:cubicBezTo>
                  <a:cubicBezTo>
                    <a:pt x="49" y="20"/>
                    <a:pt x="52" y="23"/>
                    <a:pt x="54" y="23"/>
                  </a:cubicBezTo>
                  <a:cubicBezTo>
                    <a:pt x="57" y="23"/>
                    <a:pt x="60" y="20"/>
                    <a:pt x="60" y="18"/>
                  </a:cubicBezTo>
                  <a:cubicBezTo>
                    <a:pt x="60" y="15"/>
                    <a:pt x="57" y="12"/>
                    <a:pt x="54" y="12"/>
                  </a:cubicBezTo>
                  <a:close/>
                  <a:moveTo>
                    <a:pt x="62" y="30"/>
                  </a:moveTo>
                  <a:cubicBezTo>
                    <a:pt x="59" y="30"/>
                    <a:pt x="57" y="33"/>
                    <a:pt x="57" y="36"/>
                  </a:cubicBezTo>
                  <a:cubicBezTo>
                    <a:pt x="57" y="38"/>
                    <a:pt x="59" y="41"/>
                    <a:pt x="62" y="41"/>
                  </a:cubicBezTo>
                  <a:cubicBezTo>
                    <a:pt x="65" y="41"/>
                    <a:pt x="67" y="38"/>
                    <a:pt x="67" y="36"/>
                  </a:cubicBezTo>
                  <a:cubicBezTo>
                    <a:pt x="67" y="33"/>
                    <a:pt x="65" y="30"/>
                    <a:pt x="62" y="3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îṩḻíḍe">
              <a:extLst>
                <a:ext uri="{FF2B5EF4-FFF2-40B4-BE49-F238E27FC236}">
                  <a16:creationId xmlns:a16="http://schemas.microsoft.com/office/drawing/2014/main" id="{5BF49E4E-823A-4CE6-B6CA-63A41B1377D7}"/>
                </a:ext>
              </a:extLst>
            </p:cNvPr>
            <p:cNvSpPr/>
            <p:nvPr/>
          </p:nvSpPr>
          <p:spPr bwMode="auto">
            <a:xfrm>
              <a:off x="10002235" y="4113922"/>
              <a:ext cx="547288" cy="554735"/>
            </a:xfrm>
            <a:custGeom>
              <a:avLst/>
              <a:gdLst/>
              <a:ahLst/>
              <a:cxnLst>
                <a:cxn ang="0">
                  <a:pos x="66" y="25"/>
                </a:cxn>
                <a:cxn ang="0">
                  <a:pos x="51" y="40"/>
                </a:cxn>
                <a:cxn ang="0">
                  <a:pos x="57" y="46"/>
                </a:cxn>
                <a:cxn ang="0">
                  <a:pos x="51" y="52"/>
                </a:cxn>
                <a:cxn ang="0">
                  <a:pos x="20" y="55"/>
                </a:cxn>
                <a:cxn ang="0">
                  <a:pos x="7" y="69"/>
                </a:cxn>
                <a:cxn ang="0">
                  <a:pos x="0" y="69"/>
                </a:cxn>
                <a:cxn ang="0">
                  <a:pos x="0" y="62"/>
                </a:cxn>
                <a:cxn ang="0">
                  <a:pos x="14" y="48"/>
                </a:cxn>
                <a:cxn ang="0">
                  <a:pos x="17" y="18"/>
                </a:cxn>
                <a:cxn ang="0">
                  <a:pos x="23" y="12"/>
                </a:cxn>
                <a:cxn ang="0">
                  <a:pos x="29" y="17"/>
                </a:cxn>
                <a:cxn ang="0">
                  <a:pos x="44" y="2"/>
                </a:cxn>
                <a:cxn ang="0">
                  <a:pos x="51" y="2"/>
                </a:cxn>
                <a:cxn ang="0">
                  <a:pos x="51" y="9"/>
                </a:cxn>
                <a:cxn ang="0">
                  <a:pos x="35" y="24"/>
                </a:cxn>
                <a:cxn ang="0">
                  <a:pos x="44" y="33"/>
                </a:cxn>
                <a:cxn ang="0">
                  <a:pos x="60" y="18"/>
                </a:cxn>
                <a:cxn ang="0">
                  <a:pos x="66" y="18"/>
                </a:cxn>
                <a:cxn ang="0">
                  <a:pos x="66" y="25"/>
                </a:cxn>
              </a:cxnLst>
              <a:rect l="0" t="0" r="r" b="b"/>
              <a:pathLst>
                <a:path w="68" h="69">
                  <a:moveTo>
                    <a:pt x="66" y="25"/>
                  </a:moveTo>
                  <a:cubicBezTo>
                    <a:pt x="51" y="40"/>
                    <a:pt x="51" y="40"/>
                    <a:pt x="51" y="40"/>
                  </a:cubicBezTo>
                  <a:cubicBezTo>
                    <a:pt x="57" y="46"/>
                    <a:pt x="57" y="46"/>
                    <a:pt x="57" y="46"/>
                  </a:cubicBezTo>
                  <a:cubicBezTo>
                    <a:pt x="51" y="52"/>
                    <a:pt x="51" y="52"/>
                    <a:pt x="51" y="52"/>
                  </a:cubicBezTo>
                  <a:cubicBezTo>
                    <a:pt x="42" y="60"/>
                    <a:pt x="30" y="61"/>
                    <a:pt x="20" y="55"/>
                  </a:cubicBezTo>
                  <a:cubicBezTo>
                    <a:pt x="7" y="69"/>
                    <a:pt x="7" y="69"/>
                    <a:pt x="7" y="6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7" y="39"/>
                    <a:pt x="8" y="26"/>
                    <a:pt x="17" y="18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44" y="2"/>
                    <a:pt x="44" y="2"/>
                    <a:pt x="44" y="2"/>
                  </a:cubicBezTo>
                  <a:cubicBezTo>
                    <a:pt x="46" y="0"/>
                    <a:pt x="49" y="0"/>
                    <a:pt x="51" y="2"/>
                  </a:cubicBezTo>
                  <a:cubicBezTo>
                    <a:pt x="52" y="4"/>
                    <a:pt x="52" y="7"/>
                    <a:pt x="51" y="9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60" y="18"/>
                    <a:pt x="60" y="18"/>
                    <a:pt x="60" y="18"/>
                  </a:cubicBezTo>
                  <a:cubicBezTo>
                    <a:pt x="61" y="16"/>
                    <a:pt x="64" y="16"/>
                    <a:pt x="66" y="18"/>
                  </a:cubicBezTo>
                  <a:cubicBezTo>
                    <a:pt x="68" y="20"/>
                    <a:pt x="68" y="23"/>
                    <a:pt x="66" y="2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E5929D1B-FA11-8FE0-9230-6B530F7CD6A6}"/>
              </a:ext>
            </a:extLst>
          </p:cNvPr>
          <p:cNvSpPr/>
          <p:nvPr/>
        </p:nvSpPr>
        <p:spPr>
          <a:xfrm>
            <a:off x="890235" y="2351154"/>
            <a:ext cx="4859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支持</a:t>
            </a:r>
            <a:r>
              <a:rPr kumimoji="1" lang="en-US" altLang="zh-CN" dirty="0" err="1"/>
              <a:t>api</a:t>
            </a:r>
            <a:r>
              <a:rPr kumimoji="1" lang="zh-CN" altLang="en-US" dirty="0"/>
              <a:t>网关触发，</a:t>
            </a:r>
            <a:r>
              <a:rPr kumimoji="1" lang="en-US" altLang="zh-CN" dirty="0"/>
              <a:t>http</a:t>
            </a:r>
            <a:r>
              <a:rPr kumimoji="1" lang="zh-CN" altLang="en-US" dirty="0"/>
              <a:t>触发，定时触发等。</a:t>
            </a:r>
          </a:p>
        </p:txBody>
      </p:sp>
    </p:spTree>
    <p:extLst>
      <p:ext uri="{BB962C8B-B14F-4D97-AF65-F5344CB8AC3E}">
        <p14:creationId xmlns:p14="http://schemas.microsoft.com/office/powerpoint/2010/main" val="617796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28A4DE6-CC58-47DF-A4F8-451A92F65A96}"/>
              </a:ext>
            </a:extLst>
          </p:cNvPr>
          <p:cNvSpPr/>
          <p:nvPr/>
        </p:nvSpPr>
        <p:spPr>
          <a:xfrm>
            <a:off x="673100" y="2882900"/>
            <a:ext cx="11518900" cy="1104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Serverless </a:t>
            </a:r>
            <a:r>
              <a:rPr kumimoji="1" lang="zh-CN" altLang="en-US" dirty="0"/>
              <a:t>和</a:t>
            </a:r>
            <a:r>
              <a:rPr kumimoji="1" lang="en-US" altLang="zh-CN" dirty="0"/>
              <a:t> kintone </a:t>
            </a:r>
            <a:r>
              <a:rPr kumimoji="1" lang="zh-CN" altLang="en-US" dirty="0"/>
              <a:t>的结合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813385" y="3001737"/>
            <a:ext cx="5419185" cy="776514"/>
          </a:xfrm>
        </p:spPr>
        <p:txBody>
          <a:bodyPr>
            <a:normAutofit/>
          </a:bodyPr>
          <a:lstStyle/>
          <a:p>
            <a:pPr lvl="0"/>
            <a:r>
              <a:rPr lang="en-US" altLang="zh-CN" sz="1600" dirty="0"/>
              <a:t>1.kintone</a:t>
            </a:r>
            <a:r>
              <a:rPr lang="zh-CN" altLang="en-US" sz="1600" dirty="0"/>
              <a:t> </a:t>
            </a:r>
            <a:r>
              <a:rPr kumimoji="1" lang="zh-CN" altLang="en-US" sz="1600" dirty="0"/>
              <a:t>用到</a:t>
            </a:r>
            <a:r>
              <a:rPr kumimoji="1" lang="en-US" altLang="zh-CN" sz="1600" dirty="0"/>
              <a:t> Serverless </a:t>
            </a:r>
            <a:r>
              <a:rPr kumimoji="1" lang="zh-CN" altLang="en-US" sz="1600" dirty="0"/>
              <a:t>的场合</a:t>
            </a:r>
            <a:endParaRPr kumimoji="1" lang="en-US" altLang="zh-CN" sz="1600" dirty="0"/>
          </a:p>
          <a:p>
            <a:pPr lvl="0"/>
            <a:r>
              <a:rPr kumimoji="1" lang="en-US" altLang="zh-CN" sz="1600" dirty="0"/>
              <a:t>2.kintone</a:t>
            </a:r>
            <a:r>
              <a:rPr kumimoji="1" lang="zh-CN" altLang="en-US" sz="1600" dirty="0"/>
              <a:t> 如何触发</a:t>
            </a:r>
            <a:r>
              <a:rPr kumimoji="1" lang="en-US" altLang="zh-CN" sz="1600" dirty="0"/>
              <a:t> Serverless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BE1EAA-DA91-4B9A-837F-78A0ED20EE18}"/>
              </a:ext>
            </a:extLst>
          </p:cNvPr>
          <p:cNvSpPr txBox="1"/>
          <p:nvPr/>
        </p:nvSpPr>
        <p:spPr>
          <a:xfrm>
            <a:off x="3433844" y="2604218"/>
            <a:ext cx="858760" cy="923701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02</a:t>
            </a:r>
            <a:endParaRPr lang="zh-CN" altLang="en-US" b="1" dirty="0">
              <a:solidFill>
                <a:schemeClr val="accent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AB374A7-46FA-4001-98D2-9D2A4E9A7A15}"/>
              </a:ext>
            </a:extLst>
          </p:cNvPr>
          <p:cNvCxnSpPr>
            <a:cxnSpLocks/>
          </p:cNvCxnSpPr>
          <p:nvPr/>
        </p:nvCxnSpPr>
        <p:spPr>
          <a:xfrm>
            <a:off x="4632813" y="2489997"/>
            <a:ext cx="0" cy="1152144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775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572FE0-8D4D-4CF4-8E44-1CCCB7B8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1.kintone</a:t>
            </a:r>
            <a:r>
              <a:rPr kumimoji="1" lang="zh-CN" altLang="en-US" dirty="0"/>
              <a:t> 何时需要用到</a:t>
            </a:r>
            <a:r>
              <a:rPr kumimoji="1" lang="en-US" altLang="zh-CN" dirty="0"/>
              <a:t> Serverless</a:t>
            </a:r>
            <a:r>
              <a:rPr kumimoji="1" lang="zh-CN" altLang="en-US" dirty="0"/>
              <a:t>？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312C88-F8C8-4A6D-A1AB-19AA0A72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8</a:t>
            </a:fld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B81BCD2-EA91-441C-A674-0044434AFF01}"/>
              </a:ext>
            </a:extLst>
          </p:cNvPr>
          <p:cNvCxnSpPr>
            <a:cxnSpLocks/>
          </p:cNvCxnSpPr>
          <p:nvPr/>
        </p:nvCxnSpPr>
        <p:spPr>
          <a:xfrm>
            <a:off x="669925" y="4729618"/>
            <a:ext cx="10850563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ísḻïḋê">
            <a:extLst>
              <a:ext uri="{FF2B5EF4-FFF2-40B4-BE49-F238E27FC236}">
                <a16:creationId xmlns:a16="http://schemas.microsoft.com/office/drawing/2014/main" id="{59C08D25-5945-4274-B8D4-7F40ACD672D5}"/>
              </a:ext>
            </a:extLst>
          </p:cNvPr>
          <p:cNvSpPr/>
          <p:nvPr/>
        </p:nvSpPr>
        <p:spPr>
          <a:xfrm>
            <a:off x="2066409" y="4538062"/>
            <a:ext cx="383106" cy="3831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1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21" name="îš1ide">
            <a:extLst>
              <a:ext uri="{FF2B5EF4-FFF2-40B4-BE49-F238E27FC236}">
                <a16:creationId xmlns:a16="http://schemas.microsoft.com/office/drawing/2014/main" id="{73FC86B1-F385-4942-B525-0CB3F4C07BCB}"/>
              </a:ext>
            </a:extLst>
          </p:cNvPr>
          <p:cNvSpPr txBox="1"/>
          <p:nvPr/>
        </p:nvSpPr>
        <p:spPr>
          <a:xfrm>
            <a:off x="1063625" y="4899258"/>
            <a:ext cx="2835248" cy="145682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/>
              <a:t>想把</a:t>
            </a:r>
            <a:r>
              <a:rPr kumimoji="1" lang="en-US" altLang="zh-CN" sz="2000" dirty="0"/>
              <a:t> kintone </a:t>
            </a:r>
            <a:r>
              <a:rPr kumimoji="1" lang="zh-CN" altLang="en-US" sz="2000" dirty="0"/>
              <a:t>审批数据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传递到企业微信上</a:t>
            </a:r>
            <a:endParaRPr kumimoji="1" lang="en-US" altLang="zh-CN" sz="2000" dirty="0"/>
          </a:p>
        </p:txBody>
      </p:sp>
      <p:sp>
        <p:nvSpPr>
          <p:cNvPr id="16" name="íṥ1íḓê">
            <a:extLst>
              <a:ext uri="{FF2B5EF4-FFF2-40B4-BE49-F238E27FC236}">
                <a16:creationId xmlns:a16="http://schemas.microsoft.com/office/drawing/2014/main" id="{F5A72F13-82DA-4471-9716-E42A7813F277}"/>
              </a:ext>
            </a:extLst>
          </p:cNvPr>
          <p:cNvSpPr/>
          <p:nvPr/>
        </p:nvSpPr>
        <p:spPr>
          <a:xfrm>
            <a:off x="5907710" y="4538062"/>
            <a:ext cx="383106" cy="3831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2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DDF32B8-5C9E-4334-B714-89CC9716E0BD}"/>
              </a:ext>
            </a:extLst>
          </p:cNvPr>
          <p:cNvCxnSpPr/>
          <p:nvPr/>
        </p:nvCxnSpPr>
        <p:spPr>
          <a:xfrm>
            <a:off x="4161000" y="4760802"/>
            <a:ext cx="0" cy="1700562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59CD9D4-66DD-49B3-8A91-2178738BE699}"/>
              </a:ext>
            </a:extLst>
          </p:cNvPr>
          <p:cNvCxnSpPr/>
          <p:nvPr/>
        </p:nvCxnSpPr>
        <p:spPr>
          <a:xfrm>
            <a:off x="8028150" y="4760802"/>
            <a:ext cx="0" cy="1700562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7C5D102D-4664-CBFB-1BB4-D9F0519617FF}"/>
              </a:ext>
            </a:extLst>
          </p:cNvPr>
          <p:cNvSpPr txBox="1"/>
          <p:nvPr/>
        </p:nvSpPr>
        <p:spPr>
          <a:xfrm>
            <a:off x="8280062" y="2985269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/>
              <a:t>典型例子</a:t>
            </a:r>
          </a:p>
        </p:txBody>
      </p:sp>
      <p:grpSp>
        <p:nvGrpSpPr>
          <p:cNvPr id="50" name="i$ļiḋê">
            <a:extLst>
              <a:ext uri="{FF2B5EF4-FFF2-40B4-BE49-F238E27FC236}">
                <a16:creationId xmlns:a16="http://schemas.microsoft.com/office/drawing/2014/main" id="{C3139DB8-34E8-3FF5-CB83-033893535A3F}"/>
              </a:ext>
            </a:extLst>
          </p:cNvPr>
          <p:cNvGrpSpPr/>
          <p:nvPr/>
        </p:nvGrpSpPr>
        <p:grpSpPr>
          <a:xfrm>
            <a:off x="4359179" y="1378506"/>
            <a:ext cx="3097061" cy="2825308"/>
            <a:chOff x="1088828" y="2165990"/>
            <a:chExt cx="4457368" cy="4066252"/>
          </a:xfrm>
        </p:grpSpPr>
        <p:sp>
          <p:nvSpPr>
            <p:cNvPr id="51" name="iṥľïḑe">
              <a:extLst>
                <a:ext uri="{FF2B5EF4-FFF2-40B4-BE49-F238E27FC236}">
                  <a16:creationId xmlns:a16="http://schemas.microsoft.com/office/drawing/2014/main" id="{E87051D9-A2F1-CD1E-1300-011A0DA200ED}"/>
                </a:ext>
              </a:extLst>
            </p:cNvPr>
            <p:cNvSpPr/>
            <p:nvPr/>
          </p:nvSpPr>
          <p:spPr>
            <a:xfrm>
              <a:off x="2754870" y="2165990"/>
              <a:ext cx="1405973" cy="15863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458" extrusionOk="0">
                  <a:moveTo>
                    <a:pt x="14768" y="0"/>
                  </a:moveTo>
                  <a:cubicBezTo>
                    <a:pt x="11682" y="279"/>
                    <a:pt x="8751" y="1325"/>
                    <a:pt x="6316" y="3018"/>
                  </a:cubicBezTo>
                  <a:cubicBezTo>
                    <a:pt x="3974" y="4646"/>
                    <a:pt x="2184" y="6809"/>
                    <a:pt x="1141" y="9271"/>
                  </a:cubicBezTo>
                  <a:cubicBezTo>
                    <a:pt x="2104" y="9290"/>
                    <a:pt x="2984" y="9759"/>
                    <a:pt x="3451" y="10501"/>
                  </a:cubicBezTo>
                  <a:cubicBezTo>
                    <a:pt x="4024" y="11411"/>
                    <a:pt x="3878" y="12542"/>
                    <a:pt x="3086" y="13315"/>
                  </a:cubicBezTo>
                  <a:lnTo>
                    <a:pt x="0" y="15442"/>
                  </a:lnTo>
                  <a:lnTo>
                    <a:pt x="4923" y="15200"/>
                  </a:lnTo>
                  <a:cubicBezTo>
                    <a:pt x="5306" y="15206"/>
                    <a:pt x="5677" y="15267"/>
                    <a:pt x="6024" y="15374"/>
                  </a:cubicBezTo>
                  <a:cubicBezTo>
                    <a:pt x="6371" y="15481"/>
                    <a:pt x="6711" y="15640"/>
                    <a:pt x="6954" y="15902"/>
                  </a:cubicBezTo>
                  <a:cubicBezTo>
                    <a:pt x="7352" y="16332"/>
                    <a:pt x="7393" y="16938"/>
                    <a:pt x="7056" y="17405"/>
                  </a:cubicBezTo>
                  <a:cubicBezTo>
                    <a:pt x="6814" y="17687"/>
                    <a:pt x="6637" y="18007"/>
                    <a:pt x="6534" y="18348"/>
                  </a:cubicBezTo>
                  <a:cubicBezTo>
                    <a:pt x="6441" y="18655"/>
                    <a:pt x="6409" y="18974"/>
                    <a:pt x="6440" y="19291"/>
                  </a:cubicBezTo>
                  <a:cubicBezTo>
                    <a:pt x="6624" y="20412"/>
                    <a:pt x="7633" y="21288"/>
                    <a:pt x="8908" y="21436"/>
                  </a:cubicBezTo>
                  <a:cubicBezTo>
                    <a:pt x="10328" y="21600"/>
                    <a:pt x="11673" y="20831"/>
                    <a:pt x="12079" y="19622"/>
                  </a:cubicBezTo>
                  <a:cubicBezTo>
                    <a:pt x="12197" y="19191"/>
                    <a:pt x="12191" y="18740"/>
                    <a:pt x="12062" y="18311"/>
                  </a:cubicBezTo>
                  <a:cubicBezTo>
                    <a:pt x="11962" y="17978"/>
                    <a:pt x="11789" y="17666"/>
                    <a:pt x="11554" y="17390"/>
                  </a:cubicBezTo>
                  <a:cubicBezTo>
                    <a:pt x="11216" y="16965"/>
                    <a:pt x="11162" y="16414"/>
                    <a:pt x="11412" y="15944"/>
                  </a:cubicBezTo>
                  <a:cubicBezTo>
                    <a:pt x="11706" y="15392"/>
                    <a:pt x="12355" y="15058"/>
                    <a:pt x="13045" y="15102"/>
                  </a:cubicBezTo>
                  <a:lnTo>
                    <a:pt x="15810" y="15677"/>
                  </a:lnTo>
                  <a:lnTo>
                    <a:pt x="16049" y="14612"/>
                  </a:lnTo>
                  <a:cubicBezTo>
                    <a:pt x="15557" y="13797"/>
                    <a:pt x="15190" y="12927"/>
                    <a:pt x="14958" y="12027"/>
                  </a:cubicBezTo>
                  <a:cubicBezTo>
                    <a:pt x="14730" y="11140"/>
                    <a:pt x="14635" y="10231"/>
                    <a:pt x="14674" y="9322"/>
                  </a:cubicBezTo>
                  <a:cubicBezTo>
                    <a:pt x="14713" y="8979"/>
                    <a:pt x="14902" y="8663"/>
                    <a:pt x="15203" y="8441"/>
                  </a:cubicBezTo>
                  <a:cubicBezTo>
                    <a:pt x="15695" y="8077"/>
                    <a:pt x="16391" y="8018"/>
                    <a:pt x="16954" y="8292"/>
                  </a:cubicBezTo>
                  <a:cubicBezTo>
                    <a:pt x="17187" y="8445"/>
                    <a:pt x="17436" y="8578"/>
                    <a:pt x="17696" y="8690"/>
                  </a:cubicBezTo>
                  <a:cubicBezTo>
                    <a:pt x="17915" y="8785"/>
                    <a:pt x="18143" y="8864"/>
                    <a:pt x="18380" y="8912"/>
                  </a:cubicBezTo>
                  <a:cubicBezTo>
                    <a:pt x="18952" y="9030"/>
                    <a:pt x="19554" y="8967"/>
                    <a:pt x="20079" y="8734"/>
                  </a:cubicBezTo>
                  <a:cubicBezTo>
                    <a:pt x="21011" y="8266"/>
                    <a:pt x="21589" y="7396"/>
                    <a:pt x="21595" y="6452"/>
                  </a:cubicBezTo>
                  <a:cubicBezTo>
                    <a:pt x="21600" y="5680"/>
                    <a:pt x="21217" y="4947"/>
                    <a:pt x="20548" y="4448"/>
                  </a:cubicBezTo>
                  <a:cubicBezTo>
                    <a:pt x="20044" y="4129"/>
                    <a:pt x="19435" y="3967"/>
                    <a:pt x="18815" y="3986"/>
                  </a:cubicBezTo>
                  <a:cubicBezTo>
                    <a:pt x="18253" y="4004"/>
                    <a:pt x="17711" y="4171"/>
                    <a:pt x="17260" y="4465"/>
                  </a:cubicBezTo>
                  <a:cubicBezTo>
                    <a:pt x="16658" y="4811"/>
                    <a:pt x="15876" y="4793"/>
                    <a:pt x="15297" y="4418"/>
                  </a:cubicBezTo>
                  <a:cubicBezTo>
                    <a:pt x="14878" y="4147"/>
                    <a:pt x="14626" y="3721"/>
                    <a:pt x="14614" y="3264"/>
                  </a:cubicBezTo>
                  <a:lnTo>
                    <a:pt x="14768" y="0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</a:defRPr>
              </a:pPr>
              <a:endParaRPr/>
            </a:p>
          </p:txBody>
        </p:sp>
        <p:sp>
          <p:nvSpPr>
            <p:cNvPr id="52" name="íS1iḍé">
              <a:extLst>
                <a:ext uri="{FF2B5EF4-FFF2-40B4-BE49-F238E27FC236}">
                  <a16:creationId xmlns:a16="http://schemas.microsoft.com/office/drawing/2014/main" id="{FD6E7EE6-F176-03A3-8C75-520B8CE86873}"/>
                </a:ext>
              </a:extLst>
            </p:cNvPr>
            <p:cNvSpPr/>
            <p:nvPr/>
          </p:nvSpPr>
          <p:spPr>
            <a:xfrm>
              <a:off x="4110125" y="5254924"/>
              <a:ext cx="637136" cy="7049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8603"/>
                  </a:lnTo>
                  <a:lnTo>
                    <a:pt x="3317" y="21600"/>
                  </a:lnTo>
                  <a:lnTo>
                    <a:pt x="18095" y="21600"/>
                  </a:lnTo>
                  <a:lnTo>
                    <a:pt x="21600" y="18432"/>
                  </a:lnTo>
                  <a:lnTo>
                    <a:pt x="21600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53" name="iṩľíďè">
              <a:extLst>
                <a:ext uri="{FF2B5EF4-FFF2-40B4-BE49-F238E27FC236}">
                  <a16:creationId xmlns:a16="http://schemas.microsoft.com/office/drawing/2014/main" id="{D66F2D97-826B-F0E3-C93D-4EC74A374B2F}"/>
                </a:ext>
              </a:extLst>
            </p:cNvPr>
            <p:cNvSpPr/>
            <p:nvPr/>
          </p:nvSpPr>
          <p:spPr>
            <a:xfrm>
              <a:off x="3978266" y="5010187"/>
              <a:ext cx="915351" cy="291882"/>
            </a:xfrm>
            <a:prstGeom prst="roundRect">
              <a:avLst>
                <a:gd name="adj" fmla="val 35919"/>
              </a:avLst>
            </a:prstGeom>
            <a:solidFill>
              <a:schemeClr val="tx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/>
              </a:pPr>
              <a:endParaRPr/>
            </a:p>
          </p:txBody>
        </p:sp>
        <p:sp>
          <p:nvSpPr>
            <p:cNvPr id="54" name="îṥḷîḋé">
              <a:extLst>
                <a:ext uri="{FF2B5EF4-FFF2-40B4-BE49-F238E27FC236}">
                  <a16:creationId xmlns:a16="http://schemas.microsoft.com/office/drawing/2014/main" id="{4215F421-26FC-1DCC-DD21-440F9AC7EF1C}"/>
                </a:ext>
              </a:extLst>
            </p:cNvPr>
            <p:cNvSpPr/>
            <p:nvPr/>
          </p:nvSpPr>
          <p:spPr>
            <a:xfrm>
              <a:off x="1610490" y="2269332"/>
              <a:ext cx="889593" cy="889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8" h="19678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</a:defRPr>
              </a:pPr>
              <a:endParaRPr/>
            </a:p>
          </p:txBody>
        </p:sp>
        <p:sp>
          <p:nvSpPr>
            <p:cNvPr id="55" name="išliḍe">
              <a:extLst>
                <a:ext uri="{FF2B5EF4-FFF2-40B4-BE49-F238E27FC236}">
                  <a16:creationId xmlns:a16="http://schemas.microsoft.com/office/drawing/2014/main" id="{3138E896-B27E-D06C-3C39-8D63D58DDBA4}"/>
                </a:ext>
              </a:extLst>
            </p:cNvPr>
            <p:cNvSpPr/>
            <p:nvPr/>
          </p:nvSpPr>
          <p:spPr>
            <a:xfrm>
              <a:off x="1088828" y="2852951"/>
              <a:ext cx="2320078" cy="33792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50" h="21276" extrusionOk="0">
                  <a:moveTo>
                    <a:pt x="15139" y="153"/>
                  </a:moveTo>
                  <a:lnTo>
                    <a:pt x="10554" y="2666"/>
                  </a:lnTo>
                  <a:lnTo>
                    <a:pt x="8420" y="2691"/>
                  </a:lnTo>
                  <a:lnTo>
                    <a:pt x="9880" y="2576"/>
                  </a:lnTo>
                  <a:cubicBezTo>
                    <a:pt x="9292" y="2366"/>
                    <a:pt x="8640" y="2257"/>
                    <a:pt x="7977" y="2256"/>
                  </a:cubicBezTo>
                  <a:cubicBezTo>
                    <a:pt x="7299" y="2256"/>
                    <a:pt x="6632" y="2371"/>
                    <a:pt x="6033" y="2590"/>
                  </a:cubicBezTo>
                  <a:cubicBezTo>
                    <a:pt x="5847" y="2669"/>
                    <a:pt x="5686" y="2774"/>
                    <a:pt x="5559" y="2897"/>
                  </a:cubicBezTo>
                  <a:cubicBezTo>
                    <a:pt x="5268" y="3179"/>
                    <a:pt x="5183" y="3522"/>
                    <a:pt x="5134" y="3855"/>
                  </a:cubicBezTo>
                  <a:cubicBezTo>
                    <a:pt x="5083" y="4197"/>
                    <a:pt x="5069" y="4546"/>
                    <a:pt x="5094" y="4899"/>
                  </a:cubicBezTo>
                  <a:lnTo>
                    <a:pt x="5880" y="14818"/>
                  </a:lnTo>
                  <a:lnTo>
                    <a:pt x="591" y="18707"/>
                  </a:lnTo>
                  <a:cubicBezTo>
                    <a:pt x="-161" y="19253"/>
                    <a:pt x="-200" y="20099"/>
                    <a:pt x="500" y="20677"/>
                  </a:cubicBezTo>
                  <a:cubicBezTo>
                    <a:pt x="1276" y="21318"/>
                    <a:pt x="2661" y="21405"/>
                    <a:pt x="3592" y="20871"/>
                  </a:cubicBezTo>
                  <a:lnTo>
                    <a:pt x="9585" y="16419"/>
                  </a:lnTo>
                  <a:cubicBezTo>
                    <a:pt x="9810" y="16257"/>
                    <a:pt x="9989" y="16067"/>
                    <a:pt x="10111" y="15859"/>
                  </a:cubicBezTo>
                  <a:cubicBezTo>
                    <a:pt x="10235" y="15649"/>
                    <a:pt x="10300" y="15425"/>
                    <a:pt x="10302" y="15198"/>
                  </a:cubicBezTo>
                  <a:lnTo>
                    <a:pt x="10408" y="12572"/>
                  </a:lnTo>
                  <a:lnTo>
                    <a:pt x="10862" y="12365"/>
                  </a:lnTo>
                  <a:cubicBezTo>
                    <a:pt x="11063" y="12280"/>
                    <a:pt x="11241" y="12172"/>
                    <a:pt x="11387" y="12045"/>
                  </a:cubicBezTo>
                  <a:cubicBezTo>
                    <a:pt x="11527" y="11923"/>
                    <a:pt x="11636" y="11787"/>
                    <a:pt x="11710" y="11641"/>
                  </a:cubicBezTo>
                  <a:lnTo>
                    <a:pt x="12674" y="9915"/>
                  </a:lnTo>
                  <a:lnTo>
                    <a:pt x="11917" y="11736"/>
                  </a:lnTo>
                  <a:cubicBezTo>
                    <a:pt x="11847" y="11880"/>
                    <a:pt x="11742" y="12015"/>
                    <a:pt x="11605" y="12135"/>
                  </a:cubicBezTo>
                  <a:cubicBezTo>
                    <a:pt x="11462" y="12261"/>
                    <a:pt x="11287" y="12368"/>
                    <a:pt x="11089" y="12451"/>
                  </a:cubicBezTo>
                  <a:lnTo>
                    <a:pt x="10671" y="12648"/>
                  </a:lnTo>
                  <a:lnTo>
                    <a:pt x="14607" y="14752"/>
                  </a:lnTo>
                  <a:lnTo>
                    <a:pt x="16850" y="20281"/>
                  </a:lnTo>
                  <a:cubicBezTo>
                    <a:pt x="17307" y="21070"/>
                    <a:pt x="18592" y="21469"/>
                    <a:pt x="19755" y="21183"/>
                  </a:cubicBezTo>
                  <a:cubicBezTo>
                    <a:pt x="20783" y="20930"/>
                    <a:pt x="21400" y="20208"/>
                    <a:pt x="21219" y="19468"/>
                  </a:cubicBezTo>
                  <a:lnTo>
                    <a:pt x="18564" y="13517"/>
                  </a:lnTo>
                  <a:cubicBezTo>
                    <a:pt x="18484" y="13324"/>
                    <a:pt x="18361" y="13141"/>
                    <a:pt x="18198" y="12974"/>
                  </a:cubicBezTo>
                  <a:cubicBezTo>
                    <a:pt x="18060" y="12834"/>
                    <a:pt x="17897" y="12708"/>
                    <a:pt x="17711" y="12598"/>
                  </a:cubicBezTo>
                  <a:lnTo>
                    <a:pt x="12806" y="9592"/>
                  </a:lnTo>
                  <a:lnTo>
                    <a:pt x="12168" y="4943"/>
                  </a:lnTo>
                  <a:lnTo>
                    <a:pt x="12599" y="6696"/>
                  </a:lnTo>
                  <a:lnTo>
                    <a:pt x="13014" y="6844"/>
                  </a:lnTo>
                  <a:cubicBezTo>
                    <a:pt x="13142" y="6874"/>
                    <a:pt x="13274" y="6896"/>
                    <a:pt x="13407" y="6911"/>
                  </a:cubicBezTo>
                  <a:cubicBezTo>
                    <a:pt x="13587" y="6930"/>
                    <a:pt x="13769" y="6934"/>
                    <a:pt x="13950" y="6923"/>
                  </a:cubicBezTo>
                  <a:lnTo>
                    <a:pt x="19601" y="6672"/>
                  </a:lnTo>
                  <a:cubicBezTo>
                    <a:pt x="20440" y="6578"/>
                    <a:pt x="21026" y="6051"/>
                    <a:pt x="20937" y="5470"/>
                  </a:cubicBezTo>
                  <a:cubicBezTo>
                    <a:pt x="20848" y="4885"/>
                    <a:pt x="20105" y="4451"/>
                    <a:pt x="19250" y="4484"/>
                  </a:cubicBezTo>
                  <a:lnTo>
                    <a:pt x="14113" y="4776"/>
                  </a:lnTo>
                  <a:lnTo>
                    <a:pt x="13074" y="4140"/>
                  </a:lnTo>
                  <a:lnTo>
                    <a:pt x="12521" y="4445"/>
                  </a:lnTo>
                  <a:cubicBezTo>
                    <a:pt x="12361" y="4505"/>
                    <a:pt x="12192" y="4553"/>
                    <a:pt x="12017" y="4588"/>
                  </a:cubicBezTo>
                  <a:cubicBezTo>
                    <a:pt x="11788" y="4635"/>
                    <a:pt x="11551" y="4659"/>
                    <a:pt x="11312" y="4660"/>
                  </a:cubicBezTo>
                  <a:lnTo>
                    <a:pt x="10129" y="4744"/>
                  </a:lnTo>
                  <a:lnTo>
                    <a:pt x="11322" y="4611"/>
                  </a:lnTo>
                  <a:cubicBezTo>
                    <a:pt x="11528" y="4586"/>
                    <a:pt x="11730" y="4549"/>
                    <a:pt x="11926" y="4499"/>
                  </a:cubicBezTo>
                  <a:cubicBezTo>
                    <a:pt x="12100" y="4454"/>
                    <a:pt x="12268" y="4399"/>
                    <a:pt x="12429" y="4335"/>
                  </a:cubicBezTo>
                  <a:lnTo>
                    <a:pt x="16883" y="2016"/>
                  </a:lnTo>
                  <a:cubicBezTo>
                    <a:pt x="17624" y="1648"/>
                    <a:pt x="17778" y="933"/>
                    <a:pt x="17225" y="433"/>
                  </a:cubicBezTo>
                  <a:cubicBezTo>
                    <a:pt x="16734" y="-11"/>
                    <a:pt x="15837" y="-131"/>
                    <a:pt x="15139" y="153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</a:defRPr>
              </a:pPr>
              <a:endParaRPr/>
            </a:p>
          </p:txBody>
        </p:sp>
        <p:sp>
          <p:nvSpPr>
            <p:cNvPr id="56" name="išľiḑè">
              <a:extLst>
                <a:ext uri="{FF2B5EF4-FFF2-40B4-BE49-F238E27FC236}">
                  <a16:creationId xmlns:a16="http://schemas.microsoft.com/office/drawing/2014/main" id="{F561EE3C-9C0D-C93B-9C57-21A399071FEF}"/>
                </a:ext>
              </a:extLst>
            </p:cNvPr>
            <p:cNvSpPr/>
            <p:nvPr/>
          </p:nvSpPr>
          <p:spPr>
            <a:xfrm>
              <a:off x="4348796" y="2690054"/>
              <a:ext cx="1197400" cy="11463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54" h="21119" extrusionOk="0">
                  <a:moveTo>
                    <a:pt x="160" y="104"/>
                  </a:moveTo>
                  <a:lnTo>
                    <a:pt x="1" y="4052"/>
                  </a:lnTo>
                  <a:cubicBezTo>
                    <a:pt x="-7" y="4404"/>
                    <a:pt x="39" y="4740"/>
                    <a:pt x="129" y="5058"/>
                  </a:cubicBezTo>
                  <a:cubicBezTo>
                    <a:pt x="208" y="5333"/>
                    <a:pt x="325" y="5616"/>
                    <a:pt x="569" y="5794"/>
                  </a:cubicBezTo>
                  <a:cubicBezTo>
                    <a:pt x="1209" y="6259"/>
                    <a:pt x="1949" y="5684"/>
                    <a:pt x="2629" y="5313"/>
                  </a:cubicBezTo>
                  <a:cubicBezTo>
                    <a:pt x="2861" y="5186"/>
                    <a:pt x="3107" y="5086"/>
                    <a:pt x="3362" y="5016"/>
                  </a:cubicBezTo>
                  <a:cubicBezTo>
                    <a:pt x="5496" y="4484"/>
                    <a:pt x="7636" y="5868"/>
                    <a:pt x="8093" y="8076"/>
                  </a:cubicBezTo>
                  <a:cubicBezTo>
                    <a:pt x="8528" y="10173"/>
                    <a:pt x="7265" y="12246"/>
                    <a:pt x="5240" y="12761"/>
                  </a:cubicBezTo>
                  <a:cubicBezTo>
                    <a:pt x="4654" y="12914"/>
                    <a:pt x="4042" y="12925"/>
                    <a:pt x="3451" y="12793"/>
                  </a:cubicBezTo>
                  <a:cubicBezTo>
                    <a:pt x="3032" y="12700"/>
                    <a:pt x="2632" y="12536"/>
                    <a:pt x="2265" y="12308"/>
                  </a:cubicBezTo>
                  <a:cubicBezTo>
                    <a:pt x="1811" y="11919"/>
                    <a:pt x="1163" y="11880"/>
                    <a:pt x="667" y="12211"/>
                  </a:cubicBezTo>
                  <a:cubicBezTo>
                    <a:pt x="240" y="12497"/>
                    <a:pt x="10" y="13009"/>
                    <a:pt x="75" y="13529"/>
                  </a:cubicBezTo>
                  <a:cubicBezTo>
                    <a:pt x="95" y="14568"/>
                    <a:pt x="216" y="15603"/>
                    <a:pt x="436" y="16617"/>
                  </a:cubicBezTo>
                  <a:cubicBezTo>
                    <a:pt x="679" y="17735"/>
                    <a:pt x="1041" y="18822"/>
                    <a:pt x="1515" y="19858"/>
                  </a:cubicBezTo>
                  <a:lnTo>
                    <a:pt x="8609" y="21077"/>
                  </a:lnTo>
                  <a:cubicBezTo>
                    <a:pt x="8838" y="21129"/>
                    <a:pt x="9067" y="21131"/>
                    <a:pt x="9285" y="21090"/>
                  </a:cubicBezTo>
                  <a:cubicBezTo>
                    <a:pt x="9367" y="21074"/>
                    <a:pt x="9447" y="21053"/>
                    <a:pt x="9526" y="21024"/>
                  </a:cubicBezTo>
                  <a:cubicBezTo>
                    <a:pt x="9604" y="20995"/>
                    <a:pt x="9679" y="20958"/>
                    <a:pt x="9749" y="20913"/>
                  </a:cubicBezTo>
                  <a:cubicBezTo>
                    <a:pt x="9942" y="20788"/>
                    <a:pt x="10091" y="20596"/>
                    <a:pt x="10180" y="20365"/>
                  </a:cubicBezTo>
                  <a:cubicBezTo>
                    <a:pt x="10469" y="19621"/>
                    <a:pt x="10057" y="18873"/>
                    <a:pt x="9804" y="18157"/>
                  </a:cubicBezTo>
                  <a:cubicBezTo>
                    <a:pt x="9643" y="17702"/>
                    <a:pt x="9540" y="17226"/>
                    <a:pt x="9500" y="16737"/>
                  </a:cubicBezTo>
                  <a:cubicBezTo>
                    <a:pt x="9365" y="15414"/>
                    <a:pt x="9896" y="14111"/>
                    <a:pt x="10910" y="13283"/>
                  </a:cubicBezTo>
                  <a:cubicBezTo>
                    <a:pt x="11674" y="12658"/>
                    <a:pt x="12647" y="12367"/>
                    <a:pt x="13619" y="12473"/>
                  </a:cubicBezTo>
                  <a:cubicBezTo>
                    <a:pt x="14755" y="12578"/>
                    <a:pt x="15790" y="13189"/>
                    <a:pt x="16452" y="14144"/>
                  </a:cubicBezTo>
                  <a:cubicBezTo>
                    <a:pt x="17056" y="15017"/>
                    <a:pt x="17295" y="16103"/>
                    <a:pt x="17115" y="17158"/>
                  </a:cubicBezTo>
                  <a:cubicBezTo>
                    <a:pt x="17055" y="17619"/>
                    <a:pt x="16918" y="18062"/>
                    <a:pt x="16713" y="18470"/>
                  </a:cubicBezTo>
                  <a:cubicBezTo>
                    <a:pt x="16450" y="18993"/>
                    <a:pt x="16064" y="19547"/>
                    <a:pt x="16298" y="20112"/>
                  </a:cubicBezTo>
                  <a:cubicBezTo>
                    <a:pt x="16435" y="20441"/>
                    <a:pt x="16733" y="20628"/>
                    <a:pt x="17036" y="20741"/>
                  </a:cubicBezTo>
                  <a:cubicBezTo>
                    <a:pt x="17304" y="20841"/>
                    <a:pt x="17594" y="20892"/>
                    <a:pt x="17897" y="20880"/>
                  </a:cubicBezTo>
                  <a:lnTo>
                    <a:pt x="21448" y="20388"/>
                  </a:lnTo>
                  <a:cubicBezTo>
                    <a:pt x="21593" y="14575"/>
                    <a:pt x="19256" y="8988"/>
                    <a:pt x="15052" y="5098"/>
                  </a:cubicBezTo>
                  <a:cubicBezTo>
                    <a:pt x="10997" y="1345"/>
                    <a:pt x="5588" y="-469"/>
                    <a:pt x="160" y="104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</a:defRPr>
              </a:pPr>
              <a:endParaRPr/>
            </a:p>
          </p:txBody>
        </p:sp>
        <p:sp>
          <p:nvSpPr>
            <p:cNvPr id="57" name="îś1îḑé">
              <a:extLst>
                <a:ext uri="{FF2B5EF4-FFF2-40B4-BE49-F238E27FC236}">
                  <a16:creationId xmlns:a16="http://schemas.microsoft.com/office/drawing/2014/main" id="{8ABD7DF6-D588-5D66-14D7-F2649BC8C664}"/>
                </a:ext>
              </a:extLst>
            </p:cNvPr>
            <p:cNvSpPr/>
            <p:nvPr/>
          </p:nvSpPr>
          <p:spPr>
            <a:xfrm>
              <a:off x="3367949" y="3863414"/>
              <a:ext cx="1445026" cy="11210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571" extrusionOk="0">
                  <a:moveTo>
                    <a:pt x="0" y="314"/>
                  </a:moveTo>
                  <a:lnTo>
                    <a:pt x="4873" y="107"/>
                  </a:lnTo>
                  <a:cubicBezTo>
                    <a:pt x="5177" y="49"/>
                    <a:pt x="5475" y="84"/>
                    <a:pt x="5750" y="194"/>
                  </a:cubicBezTo>
                  <a:cubicBezTo>
                    <a:pt x="5978" y="285"/>
                    <a:pt x="6205" y="432"/>
                    <a:pt x="6345" y="709"/>
                  </a:cubicBezTo>
                  <a:cubicBezTo>
                    <a:pt x="6658" y="1329"/>
                    <a:pt x="6350" y="2057"/>
                    <a:pt x="6129" y="2710"/>
                  </a:cubicBezTo>
                  <a:cubicBezTo>
                    <a:pt x="6003" y="3083"/>
                    <a:pt x="5906" y="3473"/>
                    <a:pt x="5842" y="3879"/>
                  </a:cubicBezTo>
                  <a:cubicBezTo>
                    <a:pt x="5657" y="4975"/>
                    <a:pt x="5829" y="6120"/>
                    <a:pt x="6317" y="7049"/>
                  </a:cubicBezTo>
                  <a:cubicBezTo>
                    <a:pt x="6942" y="8238"/>
                    <a:pt x="7998" y="8928"/>
                    <a:pt x="9111" y="8873"/>
                  </a:cubicBezTo>
                  <a:cubicBezTo>
                    <a:pt x="9937" y="8859"/>
                    <a:pt x="10726" y="8423"/>
                    <a:pt x="11304" y="7660"/>
                  </a:cubicBezTo>
                  <a:cubicBezTo>
                    <a:pt x="11883" y="6896"/>
                    <a:pt x="12204" y="5865"/>
                    <a:pt x="12195" y="4796"/>
                  </a:cubicBezTo>
                  <a:cubicBezTo>
                    <a:pt x="12209" y="4355"/>
                    <a:pt x="12172" y="3913"/>
                    <a:pt x="12085" y="3486"/>
                  </a:cubicBezTo>
                  <a:cubicBezTo>
                    <a:pt x="12002" y="3084"/>
                    <a:pt x="11875" y="2699"/>
                    <a:pt x="11708" y="2342"/>
                  </a:cubicBezTo>
                  <a:cubicBezTo>
                    <a:pt x="11563" y="2084"/>
                    <a:pt x="11478" y="1788"/>
                    <a:pt x="11453" y="1486"/>
                  </a:cubicBezTo>
                  <a:cubicBezTo>
                    <a:pt x="11428" y="1189"/>
                    <a:pt x="11461" y="876"/>
                    <a:pt x="11590" y="606"/>
                  </a:cubicBezTo>
                  <a:cubicBezTo>
                    <a:pt x="11712" y="350"/>
                    <a:pt x="11902" y="175"/>
                    <a:pt x="12110" y="81"/>
                  </a:cubicBezTo>
                  <a:cubicBezTo>
                    <a:pt x="12322" y="-14"/>
                    <a:pt x="12557" y="-29"/>
                    <a:pt x="12785" y="54"/>
                  </a:cubicBezTo>
                  <a:lnTo>
                    <a:pt x="15202" y="732"/>
                  </a:lnTo>
                  <a:lnTo>
                    <a:pt x="14626" y="4996"/>
                  </a:lnTo>
                  <a:cubicBezTo>
                    <a:pt x="14456" y="5780"/>
                    <a:pt x="14650" y="6621"/>
                    <a:pt x="15126" y="7156"/>
                  </a:cubicBezTo>
                  <a:cubicBezTo>
                    <a:pt x="15656" y="7752"/>
                    <a:pt x="16420" y="7850"/>
                    <a:pt x="17031" y="7401"/>
                  </a:cubicBezTo>
                  <a:cubicBezTo>
                    <a:pt x="17428" y="7050"/>
                    <a:pt x="17871" y="6812"/>
                    <a:pt x="18332" y="6694"/>
                  </a:cubicBezTo>
                  <a:cubicBezTo>
                    <a:pt x="18760" y="6585"/>
                    <a:pt x="19207" y="6579"/>
                    <a:pt x="19641" y="6729"/>
                  </a:cubicBezTo>
                  <a:cubicBezTo>
                    <a:pt x="20809" y="7132"/>
                    <a:pt x="21600" y="8534"/>
                    <a:pt x="21539" y="10093"/>
                  </a:cubicBezTo>
                  <a:cubicBezTo>
                    <a:pt x="21597" y="11021"/>
                    <a:pt x="21348" y="11937"/>
                    <a:pt x="20851" y="12614"/>
                  </a:cubicBezTo>
                  <a:cubicBezTo>
                    <a:pt x="20191" y="13515"/>
                    <a:pt x="19198" y="13871"/>
                    <a:pt x="18271" y="13539"/>
                  </a:cubicBezTo>
                  <a:cubicBezTo>
                    <a:pt x="18003" y="13375"/>
                    <a:pt x="17745" y="13204"/>
                    <a:pt x="17495" y="13027"/>
                  </a:cubicBezTo>
                  <a:cubicBezTo>
                    <a:pt x="17264" y="12862"/>
                    <a:pt x="17035" y="12690"/>
                    <a:pt x="16785" y="12597"/>
                  </a:cubicBezTo>
                  <a:cubicBezTo>
                    <a:pt x="16368" y="12443"/>
                    <a:pt x="15905" y="12508"/>
                    <a:pt x="15521" y="12836"/>
                  </a:cubicBezTo>
                  <a:cubicBezTo>
                    <a:pt x="15219" y="13093"/>
                    <a:pt x="15015" y="13476"/>
                    <a:pt x="14886" y="13887"/>
                  </a:cubicBezTo>
                  <a:cubicBezTo>
                    <a:pt x="14743" y="14344"/>
                    <a:pt x="14689" y="14850"/>
                    <a:pt x="14743" y="15362"/>
                  </a:cubicBezTo>
                  <a:lnTo>
                    <a:pt x="15381" y="21571"/>
                  </a:lnTo>
                  <a:lnTo>
                    <a:pt x="7502" y="21086"/>
                  </a:lnTo>
                  <a:cubicBezTo>
                    <a:pt x="7111" y="20411"/>
                    <a:pt x="6769" y="19690"/>
                    <a:pt x="6481" y="18934"/>
                  </a:cubicBezTo>
                  <a:cubicBezTo>
                    <a:pt x="6130" y="18010"/>
                    <a:pt x="5862" y="17039"/>
                    <a:pt x="5681" y="16038"/>
                  </a:cubicBezTo>
                  <a:cubicBezTo>
                    <a:pt x="5501" y="15157"/>
                    <a:pt x="5192" y="14328"/>
                    <a:pt x="4772" y="13596"/>
                  </a:cubicBezTo>
                  <a:cubicBezTo>
                    <a:pt x="4534" y="13180"/>
                    <a:pt x="4261" y="12799"/>
                    <a:pt x="3990" y="12418"/>
                  </a:cubicBezTo>
                  <a:cubicBezTo>
                    <a:pt x="3744" y="12074"/>
                    <a:pt x="3500" y="11728"/>
                    <a:pt x="3256" y="11381"/>
                  </a:cubicBezTo>
                  <a:cubicBezTo>
                    <a:pt x="2270" y="9728"/>
                    <a:pt x="1486" y="7891"/>
                    <a:pt x="930" y="5932"/>
                  </a:cubicBezTo>
                  <a:cubicBezTo>
                    <a:pt x="417" y="4125"/>
                    <a:pt x="104" y="2234"/>
                    <a:pt x="0" y="314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</a:defRPr>
              </a:pPr>
              <a:endParaRPr/>
            </a:p>
          </p:txBody>
        </p:sp>
        <p:sp>
          <p:nvSpPr>
            <p:cNvPr id="58" name="îṥḻîḋè">
              <a:extLst>
                <a:ext uri="{FF2B5EF4-FFF2-40B4-BE49-F238E27FC236}">
                  <a16:creationId xmlns:a16="http://schemas.microsoft.com/office/drawing/2014/main" id="{E161312C-638C-A488-C08B-22E24E0FEAA6}"/>
                </a:ext>
              </a:extLst>
            </p:cNvPr>
            <p:cNvSpPr/>
            <p:nvPr/>
          </p:nvSpPr>
          <p:spPr>
            <a:xfrm>
              <a:off x="4375225" y="3407197"/>
              <a:ext cx="1166487" cy="15547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9" h="21444" extrusionOk="0">
                  <a:moveTo>
                    <a:pt x="1113" y="5524"/>
                  </a:moveTo>
                  <a:lnTo>
                    <a:pt x="50" y="9863"/>
                  </a:lnTo>
                  <a:cubicBezTo>
                    <a:pt x="-31" y="10120"/>
                    <a:pt x="-12" y="10380"/>
                    <a:pt x="91" y="10618"/>
                  </a:cubicBezTo>
                  <a:cubicBezTo>
                    <a:pt x="181" y="10828"/>
                    <a:pt x="339" y="11028"/>
                    <a:pt x="597" y="11160"/>
                  </a:cubicBezTo>
                  <a:cubicBezTo>
                    <a:pt x="871" y="11300"/>
                    <a:pt x="1200" y="11335"/>
                    <a:pt x="1514" y="11318"/>
                  </a:cubicBezTo>
                  <a:cubicBezTo>
                    <a:pt x="1872" y="11299"/>
                    <a:pt x="2227" y="11212"/>
                    <a:pt x="2541" y="11055"/>
                  </a:cubicBezTo>
                  <a:cubicBezTo>
                    <a:pt x="3686" y="10503"/>
                    <a:pt x="5126" y="10420"/>
                    <a:pt x="6371" y="10834"/>
                  </a:cubicBezTo>
                  <a:cubicBezTo>
                    <a:pt x="7680" y="11269"/>
                    <a:pt x="8582" y="12188"/>
                    <a:pt x="8744" y="13250"/>
                  </a:cubicBezTo>
                  <a:cubicBezTo>
                    <a:pt x="8916" y="14139"/>
                    <a:pt x="8522" y="15036"/>
                    <a:pt x="7680" y="15677"/>
                  </a:cubicBezTo>
                  <a:cubicBezTo>
                    <a:pt x="6641" y="16468"/>
                    <a:pt x="5093" y="16754"/>
                    <a:pt x="3679" y="16417"/>
                  </a:cubicBezTo>
                  <a:cubicBezTo>
                    <a:pt x="3315" y="16281"/>
                    <a:pt x="2953" y="16159"/>
                    <a:pt x="2587" y="16051"/>
                  </a:cubicBezTo>
                  <a:cubicBezTo>
                    <a:pt x="2030" y="15886"/>
                    <a:pt x="1394" y="15743"/>
                    <a:pt x="844" y="15975"/>
                  </a:cubicBezTo>
                  <a:cubicBezTo>
                    <a:pt x="546" y="16101"/>
                    <a:pt x="357" y="16313"/>
                    <a:pt x="245" y="16537"/>
                  </a:cubicBezTo>
                  <a:cubicBezTo>
                    <a:pt x="126" y="16776"/>
                    <a:pt x="90" y="17041"/>
                    <a:pt x="158" y="17308"/>
                  </a:cubicBezTo>
                  <a:lnTo>
                    <a:pt x="958" y="21444"/>
                  </a:lnTo>
                  <a:lnTo>
                    <a:pt x="11789" y="21421"/>
                  </a:lnTo>
                  <a:cubicBezTo>
                    <a:pt x="12290" y="21042"/>
                    <a:pt x="12711" y="20608"/>
                    <a:pt x="13035" y="20134"/>
                  </a:cubicBezTo>
                  <a:cubicBezTo>
                    <a:pt x="13378" y="19631"/>
                    <a:pt x="13609" y="19089"/>
                    <a:pt x="13717" y="18531"/>
                  </a:cubicBezTo>
                  <a:cubicBezTo>
                    <a:pt x="13955" y="17950"/>
                    <a:pt x="14289" y="17393"/>
                    <a:pt x="14713" y="16875"/>
                  </a:cubicBezTo>
                  <a:cubicBezTo>
                    <a:pt x="15148" y="16342"/>
                    <a:pt x="15674" y="15854"/>
                    <a:pt x="16276" y="15422"/>
                  </a:cubicBezTo>
                  <a:cubicBezTo>
                    <a:pt x="17987" y="14068"/>
                    <a:pt x="19334" y="12481"/>
                    <a:pt x="20243" y="10747"/>
                  </a:cubicBezTo>
                  <a:cubicBezTo>
                    <a:pt x="21043" y="9221"/>
                    <a:pt x="21492" y="7605"/>
                    <a:pt x="21569" y="5967"/>
                  </a:cubicBezTo>
                  <a:lnTo>
                    <a:pt x="18132" y="6285"/>
                  </a:lnTo>
                  <a:cubicBezTo>
                    <a:pt x="17862" y="6304"/>
                    <a:pt x="17593" y="6301"/>
                    <a:pt x="17330" y="6276"/>
                  </a:cubicBezTo>
                  <a:cubicBezTo>
                    <a:pt x="16700" y="6215"/>
                    <a:pt x="16071" y="6026"/>
                    <a:pt x="15700" y="5619"/>
                  </a:cubicBezTo>
                  <a:cubicBezTo>
                    <a:pt x="15375" y="5263"/>
                    <a:pt x="15332" y="4804"/>
                    <a:pt x="15590" y="4419"/>
                  </a:cubicBezTo>
                  <a:cubicBezTo>
                    <a:pt x="17038" y="3297"/>
                    <a:pt x="16870" y="1489"/>
                    <a:pt x="15230" y="526"/>
                  </a:cubicBezTo>
                  <a:cubicBezTo>
                    <a:pt x="14280" y="-32"/>
                    <a:pt x="12998" y="-156"/>
                    <a:pt x="11889" y="202"/>
                  </a:cubicBezTo>
                  <a:cubicBezTo>
                    <a:pt x="11204" y="429"/>
                    <a:pt x="10647" y="828"/>
                    <a:pt x="10317" y="1330"/>
                  </a:cubicBezTo>
                  <a:cubicBezTo>
                    <a:pt x="9996" y="1818"/>
                    <a:pt x="9907" y="2356"/>
                    <a:pt x="9979" y="2877"/>
                  </a:cubicBezTo>
                  <a:cubicBezTo>
                    <a:pt x="10052" y="3399"/>
                    <a:pt x="10288" y="3911"/>
                    <a:pt x="10686" y="4368"/>
                  </a:cubicBezTo>
                  <a:cubicBezTo>
                    <a:pt x="10959" y="4864"/>
                    <a:pt x="10859" y="5430"/>
                    <a:pt x="10422" y="5855"/>
                  </a:cubicBezTo>
                  <a:cubicBezTo>
                    <a:pt x="9948" y="6318"/>
                    <a:pt x="9161" y="6537"/>
                    <a:pt x="8396" y="6420"/>
                  </a:cubicBezTo>
                  <a:lnTo>
                    <a:pt x="1113" y="5524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</a:defRPr>
              </a:pPr>
              <a:endParaRPr/>
            </a:p>
          </p:txBody>
        </p:sp>
        <p:sp>
          <p:nvSpPr>
            <p:cNvPr id="59" name="iṥ1îḍé">
              <a:extLst>
                <a:ext uri="{FF2B5EF4-FFF2-40B4-BE49-F238E27FC236}">
                  <a16:creationId xmlns:a16="http://schemas.microsoft.com/office/drawing/2014/main" id="{712F0D95-8843-59CE-0A17-B544871FE651}"/>
                </a:ext>
              </a:extLst>
            </p:cNvPr>
            <p:cNvSpPr/>
            <p:nvPr/>
          </p:nvSpPr>
          <p:spPr>
            <a:xfrm>
              <a:off x="4228051" y="5991500"/>
              <a:ext cx="407295" cy="116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98" extrusionOk="0">
                  <a:moveTo>
                    <a:pt x="0" y="102"/>
                  </a:moveTo>
                  <a:lnTo>
                    <a:pt x="2875" y="16209"/>
                  </a:lnTo>
                  <a:cubicBezTo>
                    <a:pt x="5436" y="19804"/>
                    <a:pt x="8177" y="21600"/>
                    <a:pt x="10940" y="21494"/>
                  </a:cubicBezTo>
                  <a:cubicBezTo>
                    <a:pt x="13546" y="21393"/>
                    <a:pt x="16123" y="19601"/>
                    <a:pt x="18539" y="16209"/>
                  </a:cubicBezTo>
                  <a:lnTo>
                    <a:pt x="2160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455612"/>
              <a:endParaRPr>
                <a:solidFill>
                  <a:srgbClr val="070707"/>
                </a:solidFill>
              </a:endParaRPr>
            </a:p>
          </p:txBody>
        </p:sp>
        <p:sp>
          <p:nvSpPr>
            <p:cNvPr id="60" name="ïṡľïḓé">
              <a:extLst>
                <a:ext uri="{FF2B5EF4-FFF2-40B4-BE49-F238E27FC236}">
                  <a16:creationId xmlns:a16="http://schemas.microsoft.com/office/drawing/2014/main" id="{BCCBAB21-9D78-F22C-A6FF-0D9C994C1D63}"/>
                </a:ext>
              </a:extLst>
            </p:cNvPr>
            <p:cNvSpPr/>
            <p:nvPr/>
          </p:nvSpPr>
          <p:spPr>
            <a:xfrm>
              <a:off x="3855467" y="4940379"/>
              <a:ext cx="591994" cy="24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4909" y="21584"/>
                  </a:lnTo>
                  <a:cubicBezTo>
                    <a:pt x="3985" y="20289"/>
                    <a:pt x="3089" y="18888"/>
                    <a:pt x="2222" y="17386"/>
                  </a:cubicBezTo>
                  <a:cubicBezTo>
                    <a:pt x="1456" y="16058"/>
                    <a:pt x="715" y="14653"/>
                    <a:pt x="0" y="13173"/>
                  </a:cubicBezTo>
                  <a:lnTo>
                    <a:pt x="11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</a:defRPr>
              </a:pPr>
              <a:endParaRPr/>
            </a:p>
          </p:txBody>
        </p:sp>
        <p:sp>
          <p:nvSpPr>
            <p:cNvPr id="61" name="ïsļïḋé">
              <a:extLst>
                <a:ext uri="{FF2B5EF4-FFF2-40B4-BE49-F238E27FC236}">
                  <a16:creationId xmlns:a16="http://schemas.microsoft.com/office/drawing/2014/main" id="{D37F8E1E-6B1D-5B90-724F-D44DE92623AA}"/>
                </a:ext>
              </a:extLst>
            </p:cNvPr>
            <p:cNvSpPr/>
            <p:nvPr/>
          </p:nvSpPr>
          <p:spPr>
            <a:xfrm>
              <a:off x="4438857" y="4940379"/>
              <a:ext cx="589498" cy="2492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9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16691" y="21584"/>
                  </a:lnTo>
                  <a:cubicBezTo>
                    <a:pt x="17615" y="20289"/>
                    <a:pt x="18511" y="18888"/>
                    <a:pt x="19378" y="17386"/>
                  </a:cubicBezTo>
                  <a:cubicBezTo>
                    <a:pt x="20144" y="16058"/>
                    <a:pt x="20885" y="14653"/>
                    <a:pt x="21600" y="13173"/>
                  </a:cubicBezTo>
                  <a:lnTo>
                    <a:pt x="2149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1800">
                  <a:solidFill>
                    <a:srgbClr val="070707"/>
                  </a:solidFill>
                </a:defRPr>
              </a:pPr>
              <a:endParaRPr/>
            </a:p>
          </p:txBody>
        </p:sp>
        <p:sp>
          <p:nvSpPr>
            <p:cNvPr id="62" name="işḷiďé">
              <a:extLst>
                <a:ext uri="{FF2B5EF4-FFF2-40B4-BE49-F238E27FC236}">
                  <a16:creationId xmlns:a16="http://schemas.microsoft.com/office/drawing/2014/main" id="{51465BAD-9A9B-FDDD-6CC5-BAFD9D60B1B1}"/>
                </a:ext>
              </a:extLst>
            </p:cNvPr>
            <p:cNvSpPr/>
            <p:nvPr/>
          </p:nvSpPr>
          <p:spPr>
            <a:xfrm>
              <a:off x="3854333" y="4937877"/>
              <a:ext cx="1172956" cy="72311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lvl="0" algn="l" defTabSz="455612">
                <a:defRPr sz="2400"/>
              </a:pPr>
              <a:endParaRPr/>
            </a:p>
          </p:txBody>
        </p:sp>
        <p:sp>
          <p:nvSpPr>
            <p:cNvPr id="63" name="isḻidé">
              <a:extLst>
                <a:ext uri="{FF2B5EF4-FFF2-40B4-BE49-F238E27FC236}">
                  <a16:creationId xmlns:a16="http://schemas.microsoft.com/office/drawing/2014/main" id="{CC4A491F-3E4A-B65C-6C09-52F6D2C2B365}"/>
                </a:ext>
              </a:extLst>
            </p:cNvPr>
            <p:cNvSpPr/>
            <p:nvPr/>
          </p:nvSpPr>
          <p:spPr>
            <a:xfrm rot="21245215">
              <a:off x="4069053" y="5371263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/>
              </a:pPr>
              <a:endParaRPr/>
            </a:p>
          </p:txBody>
        </p:sp>
        <p:sp>
          <p:nvSpPr>
            <p:cNvPr id="64" name="ïṡļïdê">
              <a:extLst>
                <a:ext uri="{FF2B5EF4-FFF2-40B4-BE49-F238E27FC236}">
                  <a16:creationId xmlns:a16="http://schemas.microsoft.com/office/drawing/2014/main" id="{5975EB41-E45D-BD78-AA07-1372ABB6CA1D}"/>
                </a:ext>
              </a:extLst>
            </p:cNvPr>
            <p:cNvSpPr/>
            <p:nvPr/>
          </p:nvSpPr>
          <p:spPr>
            <a:xfrm rot="21245215">
              <a:off x="4069053" y="5493885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/>
              </a:pPr>
              <a:endParaRPr/>
            </a:p>
          </p:txBody>
        </p:sp>
        <p:sp>
          <p:nvSpPr>
            <p:cNvPr id="65" name="iśľîḍè">
              <a:extLst>
                <a:ext uri="{FF2B5EF4-FFF2-40B4-BE49-F238E27FC236}">
                  <a16:creationId xmlns:a16="http://schemas.microsoft.com/office/drawing/2014/main" id="{4DE5D96B-0A46-22E3-D6AF-7AF5716CA5BA}"/>
                </a:ext>
              </a:extLst>
            </p:cNvPr>
            <p:cNvSpPr/>
            <p:nvPr/>
          </p:nvSpPr>
          <p:spPr>
            <a:xfrm rot="21245215">
              <a:off x="4069053" y="5616505"/>
              <a:ext cx="719279" cy="72311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/>
              </a:pPr>
              <a:endParaRPr/>
            </a:p>
          </p:txBody>
        </p:sp>
        <p:sp>
          <p:nvSpPr>
            <p:cNvPr id="66" name="ïṧľíḑè">
              <a:extLst>
                <a:ext uri="{FF2B5EF4-FFF2-40B4-BE49-F238E27FC236}">
                  <a16:creationId xmlns:a16="http://schemas.microsoft.com/office/drawing/2014/main" id="{20EF3EC6-833F-8FB6-7564-2F82D9B2C735}"/>
                </a:ext>
              </a:extLst>
            </p:cNvPr>
            <p:cNvSpPr/>
            <p:nvPr/>
          </p:nvSpPr>
          <p:spPr>
            <a:xfrm rot="21245215">
              <a:off x="4069053" y="5739127"/>
              <a:ext cx="719279" cy="72310"/>
            </a:xfrm>
            <a:prstGeom prst="roundRect">
              <a:avLst>
                <a:gd name="adj" fmla="val 50000"/>
              </a:avLst>
            </a:prstGeom>
            <a:solidFill>
              <a:schemeClr val="tx2">
                <a:lumMod val="20000"/>
                <a:lumOff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lvl="0" defTabSz="825500">
                <a:defRPr sz="3200"/>
              </a:pPr>
              <a:endParaRPr/>
            </a:p>
          </p:txBody>
        </p:sp>
      </p:grpSp>
      <p:sp>
        <p:nvSpPr>
          <p:cNvPr id="68" name="îš1ide">
            <a:extLst>
              <a:ext uri="{FF2B5EF4-FFF2-40B4-BE49-F238E27FC236}">
                <a16:creationId xmlns:a16="http://schemas.microsoft.com/office/drawing/2014/main" id="{04EAF0EE-CFAA-09EE-BA54-10BF94550FCF}"/>
              </a:ext>
            </a:extLst>
          </p:cNvPr>
          <p:cNvSpPr txBox="1"/>
          <p:nvPr/>
        </p:nvSpPr>
        <p:spPr>
          <a:xfrm>
            <a:off x="4603745" y="4900016"/>
            <a:ext cx="3015452" cy="1522659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000" dirty="0"/>
              <a:t>需要将</a:t>
            </a:r>
            <a:r>
              <a:rPr kumimoji="1" lang="en-US" altLang="zh-CN" sz="2000" dirty="0"/>
              <a:t> kintone </a:t>
            </a:r>
            <a:r>
              <a:rPr kumimoji="1" lang="zh-CN" altLang="en-US" sz="2000" dirty="0"/>
              <a:t>的合同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用外部电子合同来管理时</a:t>
            </a:r>
            <a:endParaRPr kumimoji="1" lang="en-US" altLang="zh-CN" sz="2000" dirty="0"/>
          </a:p>
        </p:txBody>
      </p:sp>
      <p:sp>
        <p:nvSpPr>
          <p:cNvPr id="69" name="îš1ide">
            <a:extLst>
              <a:ext uri="{FF2B5EF4-FFF2-40B4-BE49-F238E27FC236}">
                <a16:creationId xmlns:a16="http://schemas.microsoft.com/office/drawing/2014/main" id="{DFF28448-13F9-11D8-671F-C8393B1B83F9}"/>
              </a:ext>
            </a:extLst>
          </p:cNvPr>
          <p:cNvSpPr txBox="1"/>
          <p:nvPr/>
        </p:nvSpPr>
        <p:spPr>
          <a:xfrm>
            <a:off x="8822428" y="5109135"/>
            <a:ext cx="2328170" cy="1142737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kumimoji="1" lang="zh-CN" altLang="en-US" sz="2000" dirty="0"/>
              <a:t>使用</a:t>
            </a:r>
            <a:r>
              <a:rPr kumimoji="1" lang="en-US" altLang="zh-CN" sz="2000" dirty="0"/>
              <a:t> kintone </a:t>
            </a:r>
            <a:r>
              <a:rPr kumimoji="1" lang="zh-CN" altLang="en-US" sz="2000" dirty="0"/>
              <a:t>作为</a:t>
            </a:r>
            <a:endParaRPr kumimoji="1" lang="en-US" altLang="zh-CN" sz="2000" dirty="0"/>
          </a:p>
          <a:p>
            <a:pPr>
              <a:lnSpc>
                <a:spcPct val="150000"/>
              </a:lnSpc>
            </a:pPr>
            <a:r>
              <a:rPr kumimoji="1" lang="zh-CN" altLang="en-US" sz="2000" dirty="0"/>
              <a:t>后台数据的小程序</a:t>
            </a:r>
            <a:endParaRPr kumimoji="1" lang="en-US" altLang="zh-CN" sz="2000" dirty="0"/>
          </a:p>
        </p:txBody>
      </p:sp>
      <p:sp>
        <p:nvSpPr>
          <p:cNvPr id="71" name="ïśḷïḋé">
            <a:extLst>
              <a:ext uri="{FF2B5EF4-FFF2-40B4-BE49-F238E27FC236}">
                <a16:creationId xmlns:a16="http://schemas.microsoft.com/office/drawing/2014/main" id="{8CBBCB89-5798-EDB8-AB15-719141A0FEBB}"/>
              </a:ext>
            </a:extLst>
          </p:cNvPr>
          <p:cNvSpPr/>
          <p:nvPr/>
        </p:nvSpPr>
        <p:spPr>
          <a:xfrm>
            <a:off x="9749012" y="4541970"/>
            <a:ext cx="383106" cy="3831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US" altLang="zh-CN" sz="1600" b="1" dirty="0">
                <a:solidFill>
                  <a:schemeClr val="bg1"/>
                </a:solidFill>
              </a:rPr>
              <a:t>3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6147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18DE9D2-8FB5-4BF9-9926-5FE82BAC4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DFFAB20-FE58-4B1C-90C4-2003274A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kumimoji="1" lang="en-US" altLang="zh-CN" dirty="0"/>
              <a:t> kintone</a:t>
            </a:r>
            <a:r>
              <a:rPr kumimoji="1" lang="zh-CN" altLang="en-US" dirty="0"/>
              <a:t> 如何去触发</a:t>
            </a:r>
            <a:endParaRPr lang="zh-CN" altLang="en-US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5929D1B-FA11-8FE0-9230-6B530F7CD6A6}"/>
              </a:ext>
            </a:extLst>
          </p:cNvPr>
          <p:cNvSpPr/>
          <p:nvPr/>
        </p:nvSpPr>
        <p:spPr>
          <a:xfrm>
            <a:off x="3945096" y="2408884"/>
            <a:ext cx="3290324" cy="1288623"/>
          </a:xfrm>
          <a:prstGeom prst="rect">
            <a:avLst/>
          </a:prstGeom>
        </p:spPr>
        <p:txBody>
          <a:bodyPr wrap="none" tIns="4680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" dirty="0"/>
              <a:t>自定义</a:t>
            </a:r>
            <a:r>
              <a:rPr kumimoji="1" lang="en-US" altLang="zh-CN" dirty="0" err="1"/>
              <a:t>js</a:t>
            </a:r>
            <a:r>
              <a:rPr kumimoji="1" lang="zh-CN" altLang="en-US" dirty="0"/>
              <a:t>中调用</a:t>
            </a:r>
            <a:endParaRPr kumimoji="1" lang="en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CN" dirty="0"/>
              <a:t>Webhook</a:t>
            </a:r>
            <a:r>
              <a:rPr kumimoji="1" lang="zh-CN" altLang="en" dirty="0"/>
              <a:t>（</a:t>
            </a:r>
            <a:r>
              <a:rPr kumimoji="1" lang="zh-CN" altLang="en-US" dirty="0"/>
              <a:t>无需前端代码）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</p:txBody>
      </p:sp>
      <p:pic>
        <p:nvPicPr>
          <p:cNvPr id="5" name="图片 4" descr="徽标&#10;&#10;描述已自动生成">
            <a:extLst>
              <a:ext uri="{FF2B5EF4-FFF2-40B4-BE49-F238E27FC236}">
                <a16:creationId xmlns:a16="http://schemas.microsoft.com/office/drawing/2014/main" id="{7D6460E4-ABE9-E40D-6D70-2AC90088B7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0759" t="27697" r="30029" b="18303"/>
          <a:stretch/>
        </p:blipFill>
        <p:spPr>
          <a:xfrm>
            <a:off x="6874920" y="3283932"/>
            <a:ext cx="1976980" cy="203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36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28A4DE6-CC58-47DF-A4F8-451A92F65A96}"/>
              </a:ext>
            </a:extLst>
          </p:cNvPr>
          <p:cNvSpPr/>
          <p:nvPr/>
        </p:nvSpPr>
        <p:spPr>
          <a:xfrm>
            <a:off x="673100" y="2882900"/>
            <a:ext cx="11518900" cy="1104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Serverless</a:t>
            </a:r>
            <a:r>
              <a:rPr kumimoji="1" lang="zh-CN" altLang="en-US" dirty="0"/>
              <a:t> 注意点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BE1EAA-DA91-4B9A-837F-78A0ED20EE18}"/>
              </a:ext>
            </a:extLst>
          </p:cNvPr>
          <p:cNvSpPr txBox="1"/>
          <p:nvPr/>
        </p:nvSpPr>
        <p:spPr>
          <a:xfrm>
            <a:off x="3433844" y="2604218"/>
            <a:ext cx="858760" cy="923701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03</a:t>
            </a:r>
            <a:endParaRPr lang="zh-CN" altLang="en-US" b="1" dirty="0">
              <a:solidFill>
                <a:schemeClr val="accent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AB374A7-46FA-4001-98D2-9D2A4E9A7A15}"/>
              </a:ext>
            </a:extLst>
          </p:cNvPr>
          <p:cNvCxnSpPr>
            <a:cxnSpLocks/>
          </p:cNvCxnSpPr>
          <p:nvPr/>
        </p:nvCxnSpPr>
        <p:spPr>
          <a:xfrm>
            <a:off x="4632813" y="2489997"/>
            <a:ext cx="0" cy="1152144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5">
            <a:extLst>
              <a:ext uri="{FF2B5EF4-FFF2-40B4-BE49-F238E27FC236}">
                <a16:creationId xmlns:a16="http://schemas.microsoft.com/office/drawing/2014/main" id="{22ED50B3-CFCB-68C1-AE93-A69DE32BD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3385" y="3001736"/>
            <a:ext cx="5419185" cy="1015623"/>
          </a:xfrm>
        </p:spPr>
        <p:txBody>
          <a:bodyPr>
            <a:normAutofit lnSpcReduction="10000"/>
          </a:bodyPr>
          <a:lstStyle/>
          <a:p>
            <a:pPr lvl="0"/>
            <a:r>
              <a:rPr lang="en-US" altLang="zh-CN" sz="1600" dirty="0"/>
              <a:t>1.</a:t>
            </a:r>
            <a:r>
              <a:rPr lang="zh-CN" altLang="en-US" sz="1600" dirty="0"/>
              <a:t>访问控制</a:t>
            </a:r>
            <a:endParaRPr kumimoji="1" lang="en-US" altLang="zh-CN" sz="1600" dirty="0"/>
          </a:p>
          <a:p>
            <a:pPr lvl="0"/>
            <a:r>
              <a:rPr kumimoji="1" lang="en-US" altLang="zh-CN" sz="1600" dirty="0"/>
              <a:t>2.</a:t>
            </a:r>
            <a:r>
              <a:rPr kumimoji="1" lang="zh-CN" altLang="en-US" sz="1600" dirty="0"/>
              <a:t>冷启动</a:t>
            </a:r>
            <a:endParaRPr kumimoji="1" lang="en-US" altLang="zh-CN" sz="1600" dirty="0"/>
          </a:p>
          <a:p>
            <a:r>
              <a:rPr kumimoji="1" lang="en-US" altLang="zh-CN" sz="1600" dirty="0"/>
              <a:t>3. Log</a:t>
            </a:r>
            <a:r>
              <a:rPr kumimoji="1" lang="zh-CN" altLang="en-US" sz="1600" dirty="0"/>
              <a:t>定时报警</a:t>
            </a:r>
          </a:p>
          <a:p>
            <a:pPr lvl="0"/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584102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ïsḷíḍê">
            <a:extLst>
              <a:ext uri="{FF2B5EF4-FFF2-40B4-BE49-F238E27FC236}">
                <a16:creationId xmlns:a16="http://schemas.microsoft.com/office/drawing/2014/main" id="{6420B678-690F-431B-A366-EB214B14BB0A}"/>
              </a:ext>
            </a:extLst>
          </p:cNvPr>
          <p:cNvGrpSpPr/>
          <p:nvPr/>
        </p:nvGrpSpPr>
        <p:grpSpPr>
          <a:xfrm>
            <a:off x="669925" y="2041409"/>
            <a:ext cx="3251006" cy="2926464"/>
            <a:chOff x="1006669" y="2157562"/>
            <a:chExt cx="3251006" cy="2926464"/>
          </a:xfrm>
        </p:grpSpPr>
        <p:sp>
          <p:nvSpPr>
            <p:cNvPr id="34" name="íSľíďé">
              <a:extLst>
                <a:ext uri="{FF2B5EF4-FFF2-40B4-BE49-F238E27FC236}">
                  <a16:creationId xmlns:a16="http://schemas.microsoft.com/office/drawing/2014/main" id="{71AE357A-D800-4410-82A4-44193808AA67}"/>
                </a:ext>
              </a:extLst>
            </p:cNvPr>
            <p:cNvSpPr/>
            <p:nvPr/>
          </p:nvSpPr>
          <p:spPr>
            <a:xfrm>
              <a:off x="1006669" y="2157562"/>
              <a:ext cx="3251006" cy="29264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691" y="0"/>
                  </a:moveTo>
                  <a:cubicBezTo>
                    <a:pt x="14962" y="0"/>
                    <a:pt x="19247" y="4690"/>
                    <a:pt x="19375" y="10530"/>
                  </a:cubicBezTo>
                  <a:lnTo>
                    <a:pt x="21600" y="10530"/>
                  </a:lnTo>
                  <a:lnTo>
                    <a:pt x="18065" y="16006"/>
                  </a:lnTo>
                  <a:lnTo>
                    <a:pt x="14627" y="10530"/>
                  </a:lnTo>
                  <a:lnTo>
                    <a:pt x="16952" y="10530"/>
                  </a:lnTo>
                  <a:cubicBezTo>
                    <a:pt x="16825" y="6181"/>
                    <a:pt x="13624" y="2699"/>
                    <a:pt x="9691" y="2699"/>
                  </a:cubicBezTo>
                  <a:cubicBezTo>
                    <a:pt x="5677" y="2699"/>
                    <a:pt x="2423" y="6327"/>
                    <a:pt x="2423" y="10799"/>
                  </a:cubicBezTo>
                  <a:cubicBezTo>
                    <a:pt x="2423" y="15273"/>
                    <a:pt x="5677" y="18901"/>
                    <a:pt x="9691" y="18901"/>
                  </a:cubicBezTo>
                  <a:cubicBezTo>
                    <a:pt x="11300" y="18901"/>
                    <a:pt x="12788" y="18315"/>
                    <a:pt x="13991" y="17329"/>
                  </a:cubicBezTo>
                  <a:lnTo>
                    <a:pt x="15657" y="19310"/>
                  </a:lnTo>
                  <a:cubicBezTo>
                    <a:pt x="14013" y="20745"/>
                    <a:pt x="11941" y="21600"/>
                    <a:pt x="9691" y="21600"/>
                  </a:cubicBezTo>
                  <a:cubicBezTo>
                    <a:pt x="4339" y="21600"/>
                    <a:pt x="0" y="16766"/>
                    <a:pt x="0" y="10799"/>
                  </a:cubicBezTo>
                  <a:cubicBezTo>
                    <a:pt x="0" y="4836"/>
                    <a:pt x="4339" y="0"/>
                    <a:pt x="9691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12700">
              <a:miter lim="400000"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îṥḻïďè">
              <a:extLst>
                <a:ext uri="{FF2B5EF4-FFF2-40B4-BE49-F238E27FC236}">
                  <a16:creationId xmlns:a16="http://schemas.microsoft.com/office/drawing/2014/main" id="{18966605-AF3B-4410-AF70-7329EEE3A996}"/>
                </a:ext>
              </a:extLst>
            </p:cNvPr>
            <p:cNvSpPr/>
            <p:nvPr/>
          </p:nvSpPr>
          <p:spPr>
            <a:xfrm>
              <a:off x="1813180" y="3009283"/>
              <a:ext cx="1262285" cy="126317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none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</a:rPr>
                <a:t>注意点</a:t>
              </a:r>
              <a:endParaRPr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is1íḓè">
            <a:extLst>
              <a:ext uri="{FF2B5EF4-FFF2-40B4-BE49-F238E27FC236}">
                <a16:creationId xmlns:a16="http://schemas.microsoft.com/office/drawing/2014/main" id="{C906D028-70AA-40D7-8AFC-B8E6EDBFB414}"/>
              </a:ext>
            </a:extLst>
          </p:cNvPr>
          <p:cNvGrpSpPr/>
          <p:nvPr/>
        </p:nvGrpSpPr>
        <p:grpSpPr>
          <a:xfrm>
            <a:off x="4104781" y="2041409"/>
            <a:ext cx="3389923" cy="3397618"/>
            <a:chOff x="4071000" y="1185888"/>
            <a:chExt cx="3389923" cy="3397618"/>
          </a:xfrm>
        </p:grpSpPr>
        <p:sp>
          <p:nvSpPr>
            <p:cNvPr id="28" name="iṡ1iḑe" title="ry6MHxwOH8WsTKLSa514qPVJnvhhWFnRDjZGIbRZNsFBp">
              <a:extLst>
                <a:ext uri="{FF2B5EF4-FFF2-40B4-BE49-F238E27FC236}">
                  <a16:creationId xmlns:a16="http://schemas.microsoft.com/office/drawing/2014/main" id="{3CA4BC40-6E1F-4FA8-89C7-701EEE5E63F3}"/>
                </a:ext>
              </a:extLst>
            </p:cNvPr>
            <p:cNvSpPr/>
            <p:nvPr/>
          </p:nvSpPr>
          <p:spPr bwMode="auto">
            <a:xfrm>
              <a:off x="4988442" y="1380416"/>
              <a:ext cx="1644426" cy="1155539"/>
            </a:xfrm>
            <a:custGeom>
              <a:avLst/>
              <a:gdLst>
                <a:gd name="connsiteX0" fmla="*/ 450100 w 607639"/>
                <a:gd name="connsiteY0" fmla="*/ 313203 h 426991"/>
                <a:gd name="connsiteX1" fmla="*/ 450100 w 607639"/>
                <a:gd name="connsiteY1" fmla="*/ 403167 h 426991"/>
                <a:gd name="connsiteX2" fmla="*/ 585744 w 607639"/>
                <a:gd name="connsiteY2" fmla="*/ 403167 h 426991"/>
                <a:gd name="connsiteX3" fmla="*/ 586100 w 607639"/>
                <a:gd name="connsiteY3" fmla="*/ 313203 h 426991"/>
                <a:gd name="connsiteX4" fmla="*/ 530294 w 607639"/>
                <a:gd name="connsiteY4" fmla="*/ 313203 h 426991"/>
                <a:gd name="connsiteX5" fmla="*/ 530116 w 607639"/>
                <a:gd name="connsiteY5" fmla="*/ 313203 h 426991"/>
                <a:gd name="connsiteX6" fmla="*/ 529760 w 607639"/>
                <a:gd name="connsiteY6" fmla="*/ 313203 h 426991"/>
                <a:gd name="connsiteX7" fmla="*/ 450901 w 607639"/>
                <a:gd name="connsiteY7" fmla="*/ 313203 h 426991"/>
                <a:gd name="connsiteX8" fmla="*/ 236309 w 607639"/>
                <a:gd name="connsiteY8" fmla="*/ 313203 h 426991"/>
                <a:gd name="connsiteX9" fmla="*/ 236309 w 607639"/>
                <a:gd name="connsiteY9" fmla="*/ 403167 h 426991"/>
                <a:gd name="connsiteX10" fmla="*/ 371953 w 607639"/>
                <a:gd name="connsiteY10" fmla="*/ 403167 h 426991"/>
                <a:gd name="connsiteX11" fmla="*/ 372754 w 607639"/>
                <a:gd name="connsiteY11" fmla="*/ 313203 h 426991"/>
                <a:gd name="connsiteX12" fmla="*/ 237110 w 607639"/>
                <a:gd name="connsiteY12" fmla="*/ 313203 h 426991"/>
                <a:gd name="connsiteX13" fmla="*/ 22519 w 607639"/>
                <a:gd name="connsiteY13" fmla="*/ 313203 h 426991"/>
                <a:gd name="connsiteX14" fmla="*/ 22519 w 607639"/>
                <a:gd name="connsiteY14" fmla="*/ 403167 h 426991"/>
                <a:gd name="connsiteX15" fmla="*/ 158163 w 607639"/>
                <a:gd name="connsiteY15" fmla="*/ 403167 h 426991"/>
                <a:gd name="connsiteX16" fmla="*/ 158964 w 607639"/>
                <a:gd name="connsiteY16" fmla="*/ 313203 h 426991"/>
                <a:gd name="connsiteX17" fmla="*/ 91498 w 607639"/>
                <a:gd name="connsiteY17" fmla="*/ 313203 h 426991"/>
                <a:gd name="connsiteX18" fmla="*/ 91231 w 607639"/>
                <a:gd name="connsiteY18" fmla="*/ 313203 h 426991"/>
                <a:gd name="connsiteX19" fmla="*/ 90964 w 607639"/>
                <a:gd name="connsiteY19" fmla="*/ 313203 h 426991"/>
                <a:gd name="connsiteX20" fmla="*/ 23320 w 607639"/>
                <a:gd name="connsiteY20" fmla="*/ 313203 h 426991"/>
                <a:gd name="connsiteX21" fmla="*/ 91409 w 607639"/>
                <a:gd name="connsiteY21" fmla="*/ 224751 h 426991"/>
                <a:gd name="connsiteX22" fmla="*/ 530294 w 607639"/>
                <a:gd name="connsiteY22" fmla="*/ 224751 h 426991"/>
                <a:gd name="connsiteX23" fmla="*/ 540084 w 607639"/>
                <a:gd name="connsiteY23" fmla="*/ 234530 h 426991"/>
                <a:gd name="connsiteX24" fmla="*/ 540084 w 607639"/>
                <a:gd name="connsiteY24" fmla="*/ 292135 h 426991"/>
                <a:gd name="connsiteX25" fmla="*/ 586456 w 607639"/>
                <a:gd name="connsiteY25" fmla="*/ 292135 h 426991"/>
                <a:gd name="connsiteX26" fmla="*/ 607639 w 607639"/>
                <a:gd name="connsiteY26" fmla="*/ 313203 h 426991"/>
                <a:gd name="connsiteX27" fmla="*/ 607639 w 607639"/>
                <a:gd name="connsiteY27" fmla="*/ 403167 h 426991"/>
                <a:gd name="connsiteX28" fmla="*/ 586456 w 607639"/>
                <a:gd name="connsiteY28" fmla="*/ 426991 h 426991"/>
                <a:gd name="connsiteX29" fmla="*/ 451524 w 607639"/>
                <a:gd name="connsiteY29" fmla="*/ 426991 h 426991"/>
                <a:gd name="connsiteX30" fmla="*/ 427582 w 607639"/>
                <a:gd name="connsiteY30" fmla="*/ 403167 h 426991"/>
                <a:gd name="connsiteX31" fmla="*/ 427582 w 607639"/>
                <a:gd name="connsiteY31" fmla="*/ 313203 h 426991"/>
                <a:gd name="connsiteX32" fmla="*/ 451524 w 607639"/>
                <a:gd name="connsiteY32" fmla="*/ 292135 h 426991"/>
                <a:gd name="connsiteX33" fmla="*/ 517566 w 607639"/>
                <a:gd name="connsiteY33" fmla="*/ 292135 h 426991"/>
                <a:gd name="connsiteX34" fmla="*/ 517566 w 607639"/>
                <a:gd name="connsiteY34" fmla="*/ 247242 h 426991"/>
                <a:gd name="connsiteX35" fmla="*/ 315079 w 607639"/>
                <a:gd name="connsiteY35" fmla="*/ 247242 h 426991"/>
                <a:gd name="connsiteX36" fmla="*/ 315079 w 607639"/>
                <a:gd name="connsiteY36" fmla="*/ 292135 h 426991"/>
                <a:gd name="connsiteX37" fmla="*/ 372665 w 607639"/>
                <a:gd name="connsiteY37" fmla="*/ 292135 h 426991"/>
                <a:gd name="connsiteX38" fmla="*/ 393849 w 607639"/>
                <a:gd name="connsiteY38" fmla="*/ 313203 h 426991"/>
                <a:gd name="connsiteX39" fmla="*/ 393849 w 607639"/>
                <a:gd name="connsiteY39" fmla="*/ 403167 h 426991"/>
                <a:gd name="connsiteX40" fmla="*/ 372665 w 607639"/>
                <a:gd name="connsiteY40" fmla="*/ 426991 h 426991"/>
                <a:gd name="connsiteX41" fmla="*/ 237733 w 607639"/>
                <a:gd name="connsiteY41" fmla="*/ 426991 h 426991"/>
                <a:gd name="connsiteX42" fmla="*/ 213791 w 607639"/>
                <a:gd name="connsiteY42" fmla="*/ 403167 h 426991"/>
                <a:gd name="connsiteX43" fmla="*/ 213791 w 607639"/>
                <a:gd name="connsiteY43" fmla="*/ 313203 h 426991"/>
                <a:gd name="connsiteX44" fmla="*/ 237733 w 607639"/>
                <a:gd name="connsiteY44" fmla="*/ 292135 h 426991"/>
                <a:gd name="connsiteX45" fmla="*/ 292561 w 607639"/>
                <a:gd name="connsiteY45" fmla="*/ 292135 h 426991"/>
                <a:gd name="connsiteX46" fmla="*/ 292561 w 607639"/>
                <a:gd name="connsiteY46" fmla="*/ 247242 h 426991"/>
                <a:gd name="connsiteX47" fmla="*/ 101288 w 607639"/>
                <a:gd name="connsiteY47" fmla="*/ 247242 h 426991"/>
                <a:gd name="connsiteX48" fmla="*/ 101288 w 607639"/>
                <a:gd name="connsiteY48" fmla="*/ 292135 h 426991"/>
                <a:gd name="connsiteX49" fmla="*/ 158875 w 607639"/>
                <a:gd name="connsiteY49" fmla="*/ 292135 h 426991"/>
                <a:gd name="connsiteX50" fmla="*/ 180058 w 607639"/>
                <a:gd name="connsiteY50" fmla="*/ 313203 h 426991"/>
                <a:gd name="connsiteX51" fmla="*/ 180058 w 607639"/>
                <a:gd name="connsiteY51" fmla="*/ 403167 h 426991"/>
                <a:gd name="connsiteX52" fmla="*/ 158875 w 607639"/>
                <a:gd name="connsiteY52" fmla="*/ 426991 h 426991"/>
                <a:gd name="connsiteX53" fmla="*/ 24032 w 607639"/>
                <a:gd name="connsiteY53" fmla="*/ 426991 h 426991"/>
                <a:gd name="connsiteX54" fmla="*/ 0 w 607639"/>
                <a:gd name="connsiteY54" fmla="*/ 403167 h 426991"/>
                <a:gd name="connsiteX55" fmla="*/ 0 w 607639"/>
                <a:gd name="connsiteY55" fmla="*/ 313203 h 426991"/>
                <a:gd name="connsiteX56" fmla="*/ 24032 w 607639"/>
                <a:gd name="connsiteY56" fmla="*/ 292135 h 426991"/>
                <a:gd name="connsiteX57" fmla="*/ 78770 w 607639"/>
                <a:gd name="connsiteY57" fmla="*/ 292135 h 426991"/>
                <a:gd name="connsiteX58" fmla="*/ 78770 w 607639"/>
                <a:gd name="connsiteY58" fmla="*/ 234530 h 426991"/>
                <a:gd name="connsiteX59" fmla="*/ 91409 w 607639"/>
                <a:gd name="connsiteY59" fmla="*/ 224751 h 426991"/>
                <a:gd name="connsiteX60" fmla="*/ 236326 w 607639"/>
                <a:gd name="connsiteY60" fmla="*/ 21066 h 426991"/>
                <a:gd name="connsiteX61" fmla="*/ 236326 w 607639"/>
                <a:gd name="connsiteY61" fmla="*/ 111021 h 426991"/>
                <a:gd name="connsiteX62" fmla="*/ 371758 w 607639"/>
                <a:gd name="connsiteY62" fmla="*/ 111021 h 426991"/>
                <a:gd name="connsiteX63" fmla="*/ 372380 w 607639"/>
                <a:gd name="connsiteY63" fmla="*/ 21066 h 426991"/>
                <a:gd name="connsiteX64" fmla="*/ 237127 w 607639"/>
                <a:gd name="connsiteY64" fmla="*/ 21066 h 426991"/>
                <a:gd name="connsiteX65" fmla="*/ 237750 w 607639"/>
                <a:gd name="connsiteY65" fmla="*/ 0 h 426991"/>
                <a:gd name="connsiteX66" fmla="*/ 372647 w 607639"/>
                <a:gd name="connsiteY66" fmla="*/ 0 h 426991"/>
                <a:gd name="connsiteX67" fmla="*/ 393825 w 607639"/>
                <a:gd name="connsiteY67" fmla="*/ 21066 h 426991"/>
                <a:gd name="connsiteX68" fmla="*/ 393825 w 607639"/>
                <a:gd name="connsiteY68" fmla="*/ 111021 h 426991"/>
                <a:gd name="connsiteX69" fmla="*/ 372647 w 607639"/>
                <a:gd name="connsiteY69" fmla="*/ 134843 h 426991"/>
                <a:gd name="connsiteX70" fmla="*/ 315076 w 607639"/>
                <a:gd name="connsiteY70" fmla="*/ 134843 h 426991"/>
                <a:gd name="connsiteX71" fmla="*/ 315076 w 607639"/>
                <a:gd name="connsiteY71" fmla="*/ 191020 h 426991"/>
                <a:gd name="connsiteX72" fmla="*/ 292563 w 607639"/>
                <a:gd name="connsiteY72" fmla="*/ 191020 h 426991"/>
                <a:gd name="connsiteX73" fmla="*/ 292563 w 607639"/>
                <a:gd name="connsiteY73" fmla="*/ 134843 h 426991"/>
                <a:gd name="connsiteX74" fmla="*/ 237750 w 607639"/>
                <a:gd name="connsiteY74" fmla="*/ 134843 h 426991"/>
                <a:gd name="connsiteX75" fmla="*/ 213813 w 607639"/>
                <a:gd name="connsiteY75" fmla="*/ 111021 h 426991"/>
                <a:gd name="connsiteX76" fmla="*/ 213813 w 607639"/>
                <a:gd name="connsiteY76" fmla="*/ 21066 h 426991"/>
                <a:gd name="connsiteX77" fmla="*/ 237750 w 607639"/>
                <a:gd name="connsiteY77" fmla="*/ 0 h 42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07639" h="426991">
                  <a:moveTo>
                    <a:pt x="450100" y="313203"/>
                  </a:moveTo>
                  <a:lnTo>
                    <a:pt x="450100" y="403167"/>
                  </a:lnTo>
                  <a:lnTo>
                    <a:pt x="585744" y="403167"/>
                  </a:lnTo>
                  <a:lnTo>
                    <a:pt x="586100" y="313203"/>
                  </a:lnTo>
                  <a:lnTo>
                    <a:pt x="530294" y="313203"/>
                  </a:lnTo>
                  <a:cubicBezTo>
                    <a:pt x="530294" y="313203"/>
                    <a:pt x="530116" y="313203"/>
                    <a:pt x="530116" y="313203"/>
                  </a:cubicBezTo>
                  <a:cubicBezTo>
                    <a:pt x="530027" y="313203"/>
                    <a:pt x="529849" y="313203"/>
                    <a:pt x="529760" y="313203"/>
                  </a:cubicBezTo>
                  <a:lnTo>
                    <a:pt x="450901" y="313203"/>
                  </a:lnTo>
                  <a:close/>
                  <a:moveTo>
                    <a:pt x="236309" y="313203"/>
                  </a:moveTo>
                  <a:lnTo>
                    <a:pt x="236309" y="403167"/>
                  </a:lnTo>
                  <a:lnTo>
                    <a:pt x="371953" y="403167"/>
                  </a:lnTo>
                  <a:lnTo>
                    <a:pt x="372754" y="313203"/>
                  </a:lnTo>
                  <a:lnTo>
                    <a:pt x="237110" y="313203"/>
                  </a:lnTo>
                  <a:close/>
                  <a:moveTo>
                    <a:pt x="22519" y="313203"/>
                  </a:moveTo>
                  <a:lnTo>
                    <a:pt x="22519" y="403167"/>
                  </a:lnTo>
                  <a:lnTo>
                    <a:pt x="158163" y="403167"/>
                  </a:lnTo>
                  <a:lnTo>
                    <a:pt x="158964" y="313203"/>
                  </a:lnTo>
                  <a:lnTo>
                    <a:pt x="91498" y="313203"/>
                  </a:lnTo>
                  <a:cubicBezTo>
                    <a:pt x="91409" y="313203"/>
                    <a:pt x="91320" y="313203"/>
                    <a:pt x="91231" y="313203"/>
                  </a:cubicBezTo>
                  <a:cubicBezTo>
                    <a:pt x="91231" y="313203"/>
                    <a:pt x="90964" y="313203"/>
                    <a:pt x="90964" y="313203"/>
                  </a:cubicBezTo>
                  <a:lnTo>
                    <a:pt x="23320" y="313203"/>
                  </a:lnTo>
                  <a:close/>
                  <a:moveTo>
                    <a:pt x="91409" y="224751"/>
                  </a:moveTo>
                  <a:lnTo>
                    <a:pt x="530294" y="224751"/>
                  </a:lnTo>
                  <a:cubicBezTo>
                    <a:pt x="536435" y="224751"/>
                    <a:pt x="540084" y="228396"/>
                    <a:pt x="540084" y="234530"/>
                  </a:cubicBezTo>
                  <a:lnTo>
                    <a:pt x="540084" y="292135"/>
                  </a:lnTo>
                  <a:lnTo>
                    <a:pt x="586456" y="292135"/>
                  </a:lnTo>
                  <a:cubicBezTo>
                    <a:pt x="598917" y="292135"/>
                    <a:pt x="607639" y="300847"/>
                    <a:pt x="607639" y="313203"/>
                  </a:cubicBezTo>
                  <a:lnTo>
                    <a:pt x="607639" y="403167"/>
                  </a:lnTo>
                  <a:cubicBezTo>
                    <a:pt x="607639" y="415524"/>
                    <a:pt x="598917" y="426991"/>
                    <a:pt x="586456" y="426991"/>
                  </a:cubicBezTo>
                  <a:lnTo>
                    <a:pt x="451524" y="426991"/>
                  </a:lnTo>
                  <a:cubicBezTo>
                    <a:pt x="439152" y="426991"/>
                    <a:pt x="427582" y="415524"/>
                    <a:pt x="427582" y="403167"/>
                  </a:cubicBezTo>
                  <a:lnTo>
                    <a:pt x="427582" y="313203"/>
                  </a:lnTo>
                  <a:cubicBezTo>
                    <a:pt x="427582" y="300847"/>
                    <a:pt x="439152" y="292135"/>
                    <a:pt x="451524" y="292135"/>
                  </a:cubicBezTo>
                  <a:lnTo>
                    <a:pt x="517566" y="292135"/>
                  </a:lnTo>
                  <a:lnTo>
                    <a:pt x="517566" y="247242"/>
                  </a:lnTo>
                  <a:lnTo>
                    <a:pt x="315079" y="247242"/>
                  </a:lnTo>
                  <a:lnTo>
                    <a:pt x="315079" y="292135"/>
                  </a:lnTo>
                  <a:lnTo>
                    <a:pt x="372665" y="292135"/>
                  </a:lnTo>
                  <a:cubicBezTo>
                    <a:pt x="385126" y="292135"/>
                    <a:pt x="393849" y="300847"/>
                    <a:pt x="393849" y="313203"/>
                  </a:cubicBezTo>
                  <a:lnTo>
                    <a:pt x="393849" y="403167"/>
                  </a:lnTo>
                  <a:cubicBezTo>
                    <a:pt x="393849" y="415524"/>
                    <a:pt x="385126" y="426991"/>
                    <a:pt x="372665" y="426991"/>
                  </a:cubicBezTo>
                  <a:lnTo>
                    <a:pt x="237733" y="426991"/>
                  </a:lnTo>
                  <a:cubicBezTo>
                    <a:pt x="225362" y="426991"/>
                    <a:pt x="213791" y="415524"/>
                    <a:pt x="213791" y="403167"/>
                  </a:cubicBezTo>
                  <a:lnTo>
                    <a:pt x="213791" y="313203"/>
                  </a:lnTo>
                  <a:cubicBezTo>
                    <a:pt x="213791" y="300847"/>
                    <a:pt x="225362" y="292135"/>
                    <a:pt x="237733" y="292135"/>
                  </a:cubicBezTo>
                  <a:lnTo>
                    <a:pt x="292561" y="292135"/>
                  </a:lnTo>
                  <a:lnTo>
                    <a:pt x="292561" y="247242"/>
                  </a:lnTo>
                  <a:lnTo>
                    <a:pt x="101288" y="247242"/>
                  </a:lnTo>
                  <a:lnTo>
                    <a:pt x="101288" y="292135"/>
                  </a:lnTo>
                  <a:lnTo>
                    <a:pt x="158875" y="292135"/>
                  </a:lnTo>
                  <a:cubicBezTo>
                    <a:pt x="171335" y="292135"/>
                    <a:pt x="180058" y="300847"/>
                    <a:pt x="180058" y="313203"/>
                  </a:cubicBezTo>
                  <a:lnTo>
                    <a:pt x="180058" y="403167"/>
                  </a:lnTo>
                  <a:cubicBezTo>
                    <a:pt x="180058" y="415524"/>
                    <a:pt x="171335" y="426991"/>
                    <a:pt x="158875" y="426991"/>
                  </a:cubicBezTo>
                  <a:lnTo>
                    <a:pt x="24032" y="426991"/>
                  </a:lnTo>
                  <a:cubicBezTo>
                    <a:pt x="11571" y="426991"/>
                    <a:pt x="0" y="415524"/>
                    <a:pt x="0" y="403167"/>
                  </a:cubicBezTo>
                  <a:lnTo>
                    <a:pt x="0" y="313203"/>
                  </a:lnTo>
                  <a:cubicBezTo>
                    <a:pt x="0" y="300847"/>
                    <a:pt x="11571" y="292135"/>
                    <a:pt x="24032" y="292135"/>
                  </a:cubicBezTo>
                  <a:lnTo>
                    <a:pt x="78770" y="292135"/>
                  </a:lnTo>
                  <a:lnTo>
                    <a:pt x="78770" y="234530"/>
                  </a:lnTo>
                  <a:cubicBezTo>
                    <a:pt x="78770" y="228396"/>
                    <a:pt x="85178" y="224751"/>
                    <a:pt x="91409" y="224751"/>
                  </a:cubicBezTo>
                  <a:close/>
                  <a:moveTo>
                    <a:pt x="236326" y="21066"/>
                  </a:moveTo>
                  <a:lnTo>
                    <a:pt x="236326" y="111021"/>
                  </a:lnTo>
                  <a:lnTo>
                    <a:pt x="371758" y="111021"/>
                  </a:lnTo>
                  <a:lnTo>
                    <a:pt x="372380" y="21066"/>
                  </a:lnTo>
                  <a:lnTo>
                    <a:pt x="237127" y="21066"/>
                  </a:lnTo>
                  <a:close/>
                  <a:moveTo>
                    <a:pt x="237750" y="0"/>
                  </a:moveTo>
                  <a:lnTo>
                    <a:pt x="372647" y="0"/>
                  </a:lnTo>
                  <a:cubicBezTo>
                    <a:pt x="385105" y="0"/>
                    <a:pt x="393825" y="8711"/>
                    <a:pt x="393825" y="21066"/>
                  </a:cubicBezTo>
                  <a:lnTo>
                    <a:pt x="393825" y="111021"/>
                  </a:lnTo>
                  <a:cubicBezTo>
                    <a:pt x="393825" y="123376"/>
                    <a:pt x="385105" y="134843"/>
                    <a:pt x="372647" y="134843"/>
                  </a:cubicBezTo>
                  <a:lnTo>
                    <a:pt x="315076" y="134843"/>
                  </a:lnTo>
                  <a:lnTo>
                    <a:pt x="315076" y="191020"/>
                  </a:lnTo>
                  <a:lnTo>
                    <a:pt x="292563" y="191020"/>
                  </a:lnTo>
                  <a:lnTo>
                    <a:pt x="292563" y="134843"/>
                  </a:lnTo>
                  <a:lnTo>
                    <a:pt x="237750" y="134843"/>
                  </a:lnTo>
                  <a:cubicBezTo>
                    <a:pt x="225381" y="134843"/>
                    <a:pt x="213813" y="123376"/>
                    <a:pt x="213813" y="111021"/>
                  </a:cubicBezTo>
                  <a:lnTo>
                    <a:pt x="213813" y="21066"/>
                  </a:lnTo>
                  <a:cubicBezTo>
                    <a:pt x="213813" y="8711"/>
                    <a:pt x="225381" y="0"/>
                    <a:pt x="237750" y="0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64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" name="îṥlîḍè">
              <a:extLst>
                <a:ext uri="{FF2B5EF4-FFF2-40B4-BE49-F238E27FC236}">
                  <a16:creationId xmlns:a16="http://schemas.microsoft.com/office/drawing/2014/main" id="{415C4121-02D4-4243-85C2-44CCA4BFF5A0}"/>
                </a:ext>
              </a:extLst>
            </p:cNvPr>
            <p:cNvSpPr/>
            <p:nvPr/>
          </p:nvSpPr>
          <p:spPr>
            <a:xfrm>
              <a:off x="5225961" y="2074468"/>
              <a:ext cx="1080000" cy="3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ïšļiḍé">
              <a:extLst>
                <a:ext uri="{FF2B5EF4-FFF2-40B4-BE49-F238E27FC236}">
                  <a16:creationId xmlns:a16="http://schemas.microsoft.com/office/drawing/2014/main" id="{7DE3274E-9EE1-4D2B-85C0-053A9DC3E133}"/>
                </a:ext>
              </a:extLst>
            </p:cNvPr>
            <p:cNvSpPr txBox="1"/>
            <p:nvPr/>
          </p:nvSpPr>
          <p:spPr>
            <a:xfrm>
              <a:off x="5409811" y="1185888"/>
              <a:ext cx="712301" cy="923293"/>
            </a:xfrm>
            <a:prstGeom prst="rect">
              <a:avLst/>
            </a:prstGeom>
            <a:noFill/>
          </p:spPr>
          <p:txBody>
            <a:bodyPr wrap="none" lIns="182843" tIns="91422" rIns="182843" bIns="91422" anchor="ctr" anchorCtr="0">
              <a:normAutofit/>
            </a:bodyPr>
            <a:lstStyle/>
            <a:p>
              <a:pPr algn="ctr"/>
              <a:r>
                <a:rPr lang="en-US" sz="4800" dirty="0">
                  <a:solidFill>
                    <a:schemeClr val="accent1"/>
                  </a:solidFill>
                  <a:latin typeface="Impact" panose="020B0806030902050204" pitchFamily="34" charset="0"/>
                </a:rPr>
                <a:t>1</a:t>
              </a:r>
            </a:p>
          </p:txBody>
        </p:sp>
        <p:grpSp>
          <p:nvGrpSpPr>
            <p:cNvPr id="31" name="îṥ1ïḑe">
              <a:extLst>
                <a:ext uri="{FF2B5EF4-FFF2-40B4-BE49-F238E27FC236}">
                  <a16:creationId xmlns:a16="http://schemas.microsoft.com/office/drawing/2014/main" id="{1C8FC583-5AAC-47F7-B880-9FF1203CCC83}"/>
                </a:ext>
              </a:extLst>
            </p:cNvPr>
            <p:cNvGrpSpPr/>
            <p:nvPr/>
          </p:nvGrpSpPr>
          <p:grpSpPr>
            <a:xfrm>
              <a:off x="4071000" y="2157562"/>
              <a:ext cx="3389923" cy="2425944"/>
              <a:chOff x="821646" y="2632959"/>
              <a:chExt cx="3389923" cy="2425944"/>
            </a:xfrm>
          </p:grpSpPr>
          <p:sp>
            <p:nvSpPr>
              <p:cNvPr id="32" name="işļïḓe">
                <a:extLst>
                  <a:ext uri="{FF2B5EF4-FFF2-40B4-BE49-F238E27FC236}">
                    <a16:creationId xmlns:a16="http://schemas.microsoft.com/office/drawing/2014/main" id="{C7593951-E2C3-45C4-B1A1-A77418517826}"/>
                  </a:ext>
                </a:extLst>
              </p:cNvPr>
              <p:cNvSpPr/>
              <p:nvPr/>
            </p:nvSpPr>
            <p:spPr>
              <a:xfrm>
                <a:off x="821647" y="3085418"/>
                <a:ext cx="3385926" cy="1973485"/>
              </a:xfrm>
              <a:prstGeom prst="snip2SameRect">
                <a:avLst>
                  <a:gd name="adj1" fmla="val 0"/>
                  <a:gd name="adj2" fmla="val 0"/>
                </a:avLst>
              </a:prstGeom>
              <a:ln>
                <a:noFill/>
              </a:ln>
            </p:spPr>
            <p:txBody>
              <a:bodyPr wrap="square" anchor="t">
                <a:normAutofit/>
              </a:bodyPr>
              <a:lstStyle/>
              <a:p>
                <a:pPr marL="285750" indent="-2857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程序中限定</a:t>
                </a:r>
                <a:r>
                  <a:rPr lang="en" altLang="zh-CN" sz="1600" dirty="0" err="1"/>
                  <a:t>ip</a:t>
                </a:r>
                <a:r>
                  <a:rPr lang="zh-CN" altLang="en-US" sz="1600" dirty="0"/>
                  <a:t>访问 </a:t>
                </a:r>
                <a:endParaRPr lang="en-US" altLang="zh-CN" sz="1600" dirty="0"/>
              </a:p>
              <a:p>
                <a:pPr marL="285750" indent="-2857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使用</a:t>
                </a:r>
                <a:r>
                  <a:rPr lang="en" altLang="zh-CN" sz="1600" dirty="0" err="1"/>
                  <a:t>api</a:t>
                </a:r>
                <a:r>
                  <a:rPr lang="zh-CN" altLang="en-US" sz="1600" dirty="0"/>
                  <a:t>网关触发，在网关设置</a:t>
                </a:r>
                <a:r>
                  <a:rPr lang="en" altLang="zh-CN" sz="1600" dirty="0" err="1"/>
                  <a:t>ip</a:t>
                </a:r>
                <a:r>
                  <a:rPr lang="zh-CN" altLang="en-US" sz="1600" dirty="0"/>
                  <a:t>黑白名单 </a:t>
                </a:r>
                <a:endParaRPr lang="en-US" altLang="zh-CN" sz="1600" dirty="0"/>
              </a:p>
              <a:p>
                <a:pPr marL="285750" indent="-2857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" altLang="zh-CN" sz="1600" dirty="0" err="1"/>
                  <a:t>Jwt</a:t>
                </a:r>
                <a:r>
                  <a:rPr lang="zh-CN" altLang="en-US" sz="1600" dirty="0"/>
                  <a:t>认证访问</a:t>
                </a:r>
              </a:p>
            </p:txBody>
          </p:sp>
          <p:sp>
            <p:nvSpPr>
              <p:cNvPr id="33" name="iṣḷîdé">
                <a:extLst>
                  <a:ext uri="{FF2B5EF4-FFF2-40B4-BE49-F238E27FC236}">
                    <a16:creationId xmlns:a16="http://schemas.microsoft.com/office/drawing/2014/main" id="{A4726A26-4749-4C4C-A6BF-8F043337EBEB}"/>
                  </a:ext>
                </a:extLst>
              </p:cNvPr>
              <p:cNvSpPr txBox="1"/>
              <p:nvPr/>
            </p:nvSpPr>
            <p:spPr bwMode="auto">
              <a:xfrm>
                <a:off x="821646" y="2632959"/>
                <a:ext cx="3389923" cy="436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kumimoji="1" lang="zh-CN" altLang="en-US" sz="2000" b="1" dirty="0"/>
                  <a:t>访问控制</a:t>
                </a:r>
                <a:endParaRPr kumimoji="1" lang="en-US" altLang="zh-CN" sz="2000" b="1" dirty="0"/>
              </a:p>
            </p:txBody>
          </p:sp>
        </p:grpSp>
      </p:grpSp>
      <p:grpSp>
        <p:nvGrpSpPr>
          <p:cNvPr id="5" name="î$ľíḍé">
            <a:extLst>
              <a:ext uri="{FF2B5EF4-FFF2-40B4-BE49-F238E27FC236}">
                <a16:creationId xmlns:a16="http://schemas.microsoft.com/office/drawing/2014/main" id="{FD319EAC-40B8-4D08-BF55-9F8DD26702BD}"/>
              </a:ext>
            </a:extLst>
          </p:cNvPr>
          <p:cNvGrpSpPr/>
          <p:nvPr/>
        </p:nvGrpSpPr>
        <p:grpSpPr>
          <a:xfrm>
            <a:off x="8130565" y="1185888"/>
            <a:ext cx="3569772" cy="2378111"/>
            <a:chOff x="8130565" y="1185888"/>
            <a:chExt cx="3569772" cy="2378111"/>
          </a:xfrm>
        </p:grpSpPr>
        <p:sp>
          <p:nvSpPr>
            <p:cNvPr id="22" name="iṣ1îdè" title="ry6MHxwOH8WsTKLSa514qPVJnvhhWFnRDjZGIbRZNsFBp">
              <a:extLst>
                <a:ext uri="{FF2B5EF4-FFF2-40B4-BE49-F238E27FC236}">
                  <a16:creationId xmlns:a16="http://schemas.microsoft.com/office/drawing/2014/main" id="{54964156-24A5-4398-A073-422BD1DCA880}"/>
                </a:ext>
              </a:extLst>
            </p:cNvPr>
            <p:cNvSpPr/>
            <p:nvPr/>
          </p:nvSpPr>
          <p:spPr bwMode="auto">
            <a:xfrm>
              <a:off x="9048007" y="1380416"/>
              <a:ext cx="1644426" cy="1155539"/>
            </a:xfrm>
            <a:custGeom>
              <a:avLst/>
              <a:gdLst>
                <a:gd name="connsiteX0" fmla="*/ 450100 w 607639"/>
                <a:gd name="connsiteY0" fmla="*/ 313203 h 426991"/>
                <a:gd name="connsiteX1" fmla="*/ 450100 w 607639"/>
                <a:gd name="connsiteY1" fmla="*/ 403167 h 426991"/>
                <a:gd name="connsiteX2" fmla="*/ 585744 w 607639"/>
                <a:gd name="connsiteY2" fmla="*/ 403167 h 426991"/>
                <a:gd name="connsiteX3" fmla="*/ 586100 w 607639"/>
                <a:gd name="connsiteY3" fmla="*/ 313203 h 426991"/>
                <a:gd name="connsiteX4" fmla="*/ 530294 w 607639"/>
                <a:gd name="connsiteY4" fmla="*/ 313203 h 426991"/>
                <a:gd name="connsiteX5" fmla="*/ 530116 w 607639"/>
                <a:gd name="connsiteY5" fmla="*/ 313203 h 426991"/>
                <a:gd name="connsiteX6" fmla="*/ 529760 w 607639"/>
                <a:gd name="connsiteY6" fmla="*/ 313203 h 426991"/>
                <a:gd name="connsiteX7" fmla="*/ 450901 w 607639"/>
                <a:gd name="connsiteY7" fmla="*/ 313203 h 426991"/>
                <a:gd name="connsiteX8" fmla="*/ 236309 w 607639"/>
                <a:gd name="connsiteY8" fmla="*/ 313203 h 426991"/>
                <a:gd name="connsiteX9" fmla="*/ 236309 w 607639"/>
                <a:gd name="connsiteY9" fmla="*/ 403167 h 426991"/>
                <a:gd name="connsiteX10" fmla="*/ 371953 w 607639"/>
                <a:gd name="connsiteY10" fmla="*/ 403167 h 426991"/>
                <a:gd name="connsiteX11" fmla="*/ 372754 w 607639"/>
                <a:gd name="connsiteY11" fmla="*/ 313203 h 426991"/>
                <a:gd name="connsiteX12" fmla="*/ 237110 w 607639"/>
                <a:gd name="connsiteY12" fmla="*/ 313203 h 426991"/>
                <a:gd name="connsiteX13" fmla="*/ 22519 w 607639"/>
                <a:gd name="connsiteY13" fmla="*/ 313203 h 426991"/>
                <a:gd name="connsiteX14" fmla="*/ 22519 w 607639"/>
                <a:gd name="connsiteY14" fmla="*/ 403167 h 426991"/>
                <a:gd name="connsiteX15" fmla="*/ 158163 w 607639"/>
                <a:gd name="connsiteY15" fmla="*/ 403167 h 426991"/>
                <a:gd name="connsiteX16" fmla="*/ 158964 w 607639"/>
                <a:gd name="connsiteY16" fmla="*/ 313203 h 426991"/>
                <a:gd name="connsiteX17" fmla="*/ 91498 w 607639"/>
                <a:gd name="connsiteY17" fmla="*/ 313203 h 426991"/>
                <a:gd name="connsiteX18" fmla="*/ 91231 w 607639"/>
                <a:gd name="connsiteY18" fmla="*/ 313203 h 426991"/>
                <a:gd name="connsiteX19" fmla="*/ 90964 w 607639"/>
                <a:gd name="connsiteY19" fmla="*/ 313203 h 426991"/>
                <a:gd name="connsiteX20" fmla="*/ 23320 w 607639"/>
                <a:gd name="connsiteY20" fmla="*/ 313203 h 426991"/>
                <a:gd name="connsiteX21" fmla="*/ 91409 w 607639"/>
                <a:gd name="connsiteY21" fmla="*/ 224751 h 426991"/>
                <a:gd name="connsiteX22" fmla="*/ 530294 w 607639"/>
                <a:gd name="connsiteY22" fmla="*/ 224751 h 426991"/>
                <a:gd name="connsiteX23" fmla="*/ 540084 w 607639"/>
                <a:gd name="connsiteY23" fmla="*/ 234530 h 426991"/>
                <a:gd name="connsiteX24" fmla="*/ 540084 w 607639"/>
                <a:gd name="connsiteY24" fmla="*/ 292135 h 426991"/>
                <a:gd name="connsiteX25" fmla="*/ 586456 w 607639"/>
                <a:gd name="connsiteY25" fmla="*/ 292135 h 426991"/>
                <a:gd name="connsiteX26" fmla="*/ 607639 w 607639"/>
                <a:gd name="connsiteY26" fmla="*/ 313203 h 426991"/>
                <a:gd name="connsiteX27" fmla="*/ 607639 w 607639"/>
                <a:gd name="connsiteY27" fmla="*/ 403167 h 426991"/>
                <a:gd name="connsiteX28" fmla="*/ 586456 w 607639"/>
                <a:gd name="connsiteY28" fmla="*/ 426991 h 426991"/>
                <a:gd name="connsiteX29" fmla="*/ 451524 w 607639"/>
                <a:gd name="connsiteY29" fmla="*/ 426991 h 426991"/>
                <a:gd name="connsiteX30" fmla="*/ 427582 w 607639"/>
                <a:gd name="connsiteY30" fmla="*/ 403167 h 426991"/>
                <a:gd name="connsiteX31" fmla="*/ 427582 w 607639"/>
                <a:gd name="connsiteY31" fmla="*/ 313203 h 426991"/>
                <a:gd name="connsiteX32" fmla="*/ 451524 w 607639"/>
                <a:gd name="connsiteY32" fmla="*/ 292135 h 426991"/>
                <a:gd name="connsiteX33" fmla="*/ 517566 w 607639"/>
                <a:gd name="connsiteY33" fmla="*/ 292135 h 426991"/>
                <a:gd name="connsiteX34" fmla="*/ 517566 w 607639"/>
                <a:gd name="connsiteY34" fmla="*/ 247242 h 426991"/>
                <a:gd name="connsiteX35" fmla="*/ 315079 w 607639"/>
                <a:gd name="connsiteY35" fmla="*/ 247242 h 426991"/>
                <a:gd name="connsiteX36" fmla="*/ 315079 w 607639"/>
                <a:gd name="connsiteY36" fmla="*/ 292135 h 426991"/>
                <a:gd name="connsiteX37" fmla="*/ 372665 w 607639"/>
                <a:gd name="connsiteY37" fmla="*/ 292135 h 426991"/>
                <a:gd name="connsiteX38" fmla="*/ 393849 w 607639"/>
                <a:gd name="connsiteY38" fmla="*/ 313203 h 426991"/>
                <a:gd name="connsiteX39" fmla="*/ 393849 w 607639"/>
                <a:gd name="connsiteY39" fmla="*/ 403167 h 426991"/>
                <a:gd name="connsiteX40" fmla="*/ 372665 w 607639"/>
                <a:gd name="connsiteY40" fmla="*/ 426991 h 426991"/>
                <a:gd name="connsiteX41" fmla="*/ 237733 w 607639"/>
                <a:gd name="connsiteY41" fmla="*/ 426991 h 426991"/>
                <a:gd name="connsiteX42" fmla="*/ 213791 w 607639"/>
                <a:gd name="connsiteY42" fmla="*/ 403167 h 426991"/>
                <a:gd name="connsiteX43" fmla="*/ 213791 w 607639"/>
                <a:gd name="connsiteY43" fmla="*/ 313203 h 426991"/>
                <a:gd name="connsiteX44" fmla="*/ 237733 w 607639"/>
                <a:gd name="connsiteY44" fmla="*/ 292135 h 426991"/>
                <a:gd name="connsiteX45" fmla="*/ 292561 w 607639"/>
                <a:gd name="connsiteY45" fmla="*/ 292135 h 426991"/>
                <a:gd name="connsiteX46" fmla="*/ 292561 w 607639"/>
                <a:gd name="connsiteY46" fmla="*/ 247242 h 426991"/>
                <a:gd name="connsiteX47" fmla="*/ 101288 w 607639"/>
                <a:gd name="connsiteY47" fmla="*/ 247242 h 426991"/>
                <a:gd name="connsiteX48" fmla="*/ 101288 w 607639"/>
                <a:gd name="connsiteY48" fmla="*/ 292135 h 426991"/>
                <a:gd name="connsiteX49" fmla="*/ 158875 w 607639"/>
                <a:gd name="connsiteY49" fmla="*/ 292135 h 426991"/>
                <a:gd name="connsiteX50" fmla="*/ 180058 w 607639"/>
                <a:gd name="connsiteY50" fmla="*/ 313203 h 426991"/>
                <a:gd name="connsiteX51" fmla="*/ 180058 w 607639"/>
                <a:gd name="connsiteY51" fmla="*/ 403167 h 426991"/>
                <a:gd name="connsiteX52" fmla="*/ 158875 w 607639"/>
                <a:gd name="connsiteY52" fmla="*/ 426991 h 426991"/>
                <a:gd name="connsiteX53" fmla="*/ 24032 w 607639"/>
                <a:gd name="connsiteY53" fmla="*/ 426991 h 426991"/>
                <a:gd name="connsiteX54" fmla="*/ 0 w 607639"/>
                <a:gd name="connsiteY54" fmla="*/ 403167 h 426991"/>
                <a:gd name="connsiteX55" fmla="*/ 0 w 607639"/>
                <a:gd name="connsiteY55" fmla="*/ 313203 h 426991"/>
                <a:gd name="connsiteX56" fmla="*/ 24032 w 607639"/>
                <a:gd name="connsiteY56" fmla="*/ 292135 h 426991"/>
                <a:gd name="connsiteX57" fmla="*/ 78770 w 607639"/>
                <a:gd name="connsiteY57" fmla="*/ 292135 h 426991"/>
                <a:gd name="connsiteX58" fmla="*/ 78770 w 607639"/>
                <a:gd name="connsiteY58" fmla="*/ 234530 h 426991"/>
                <a:gd name="connsiteX59" fmla="*/ 91409 w 607639"/>
                <a:gd name="connsiteY59" fmla="*/ 224751 h 426991"/>
                <a:gd name="connsiteX60" fmla="*/ 236326 w 607639"/>
                <a:gd name="connsiteY60" fmla="*/ 21066 h 426991"/>
                <a:gd name="connsiteX61" fmla="*/ 236326 w 607639"/>
                <a:gd name="connsiteY61" fmla="*/ 111021 h 426991"/>
                <a:gd name="connsiteX62" fmla="*/ 371758 w 607639"/>
                <a:gd name="connsiteY62" fmla="*/ 111021 h 426991"/>
                <a:gd name="connsiteX63" fmla="*/ 372380 w 607639"/>
                <a:gd name="connsiteY63" fmla="*/ 21066 h 426991"/>
                <a:gd name="connsiteX64" fmla="*/ 237127 w 607639"/>
                <a:gd name="connsiteY64" fmla="*/ 21066 h 426991"/>
                <a:gd name="connsiteX65" fmla="*/ 237750 w 607639"/>
                <a:gd name="connsiteY65" fmla="*/ 0 h 426991"/>
                <a:gd name="connsiteX66" fmla="*/ 372647 w 607639"/>
                <a:gd name="connsiteY66" fmla="*/ 0 h 426991"/>
                <a:gd name="connsiteX67" fmla="*/ 393825 w 607639"/>
                <a:gd name="connsiteY67" fmla="*/ 21066 h 426991"/>
                <a:gd name="connsiteX68" fmla="*/ 393825 w 607639"/>
                <a:gd name="connsiteY68" fmla="*/ 111021 h 426991"/>
                <a:gd name="connsiteX69" fmla="*/ 372647 w 607639"/>
                <a:gd name="connsiteY69" fmla="*/ 134843 h 426991"/>
                <a:gd name="connsiteX70" fmla="*/ 315076 w 607639"/>
                <a:gd name="connsiteY70" fmla="*/ 134843 h 426991"/>
                <a:gd name="connsiteX71" fmla="*/ 315076 w 607639"/>
                <a:gd name="connsiteY71" fmla="*/ 191020 h 426991"/>
                <a:gd name="connsiteX72" fmla="*/ 292563 w 607639"/>
                <a:gd name="connsiteY72" fmla="*/ 191020 h 426991"/>
                <a:gd name="connsiteX73" fmla="*/ 292563 w 607639"/>
                <a:gd name="connsiteY73" fmla="*/ 134843 h 426991"/>
                <a:gd name="connsiteX74" fmla="*/ 237750 w 607639"/>
                <a:gd name="connsiteY74" fmla="*/ 134843 h 426991"/>
                <a:gd name="connsiteX75" fmla="*/ 213813 w 607639"/>
                <a:gd name="connsiteY75" fmla="*/ 111021 h 426991"/>
                <a:gd name="connsiteX76" fmla="*/ 213813 w 607639"/>
                <a:gd name="connsiteY76" fmla="*/ 21066 h 426991"/>
                <a:gd name="connsiteX77" fmla="*/ 237750 w 607639"/>
                <a:gd name="connsiteY77" fmla="*/ 0 h 42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07639" h="426991">
                  <a:moveTo>
                    <a:pt x="450100" y="313203"/>
                  </a:moveTo>
                  <a:lnTo>
                    <a:pt x="450100" y="403167"/>
                  </a:lnTo>
                  <a:lnTo>
                    <a:pt x="585744" y="403167"/>
                  </a:lnTo>
                  <a:lnTo>
                    <a:pt x="586100" y="313203"/>
                  </a:lnTo>
                  <a:lnTo>
                    <a:pt x="530294" y="313203"/>
                  </a:lnTo>
                  <a:cubicBezTo>
                    <a:pt x="530294" y="313203"/>
                    <a:pt x="530116" y="313203"/>
                    <a:pt x="530116" y="313203"/>
                  </a:cubicBezTo>
                  <a:cubicBezTo>
                    <a:pt x="530027" y="313203"/>
                    <a:pt x="529849" y="313203"/>
                    <a:pt x="529760" y="313203"/>
                  </a:cubicBezTo>
                  <a:lnTo>
                    <a:pt x="450901" y="313203"/>
                  </a:lnTo>
                  <a:close/>
                  <a:moveTo>
                    <a:pt x="236309" y="313203"/>
                  </a:moveTo>
                  <a:lnTo>
                    <a:pt x="236309" y="403167"/>
                  </a:lnTo>
                  <a:lnTo>
                    <a:pt x="371953" y="403167"/>
                  </a:lnTo>
                  <a:lnTo>
                    <a:pt x="372754" y="313203"/>
                  </a:lnTo>
                  <a:lnTo>
                    <a:pt x="237110" y="313203"/>
                  </a:lnTo>
                  <a:close/>
                  <a:moveTo>
                    <a:pt x="22519" y="313203"/>
                  </a:moveTo>
                  <a:lnTo>
                    <a:pt x="22519" y="403167"/>
                  </a:lnTo>
                  <a:lnTo>
                    <a:pt x="158163" y="403167"/>
                  </a:lnTo>
                  <a:lnTo>
                    <a:pt x="158964" y="313203"/>
                  </a:lnTo>
                  <a:lnTo>
                    <a:pt x="91498" y="313203"/>
                  </a:lnTo>
                  <a:cubicBezTo>
                    <a:pt x="91409" y="313203"/>
                    <a:pt x="91320" y="313203"/>
                    <a:pt x="91231" y="313203"/>
                  </a:cubicBezTo>
                  <a:cubicBezTo>
                    <a:pt x="91231" y="313203"/>
                    <a:pt x="90964" y="313203"/>
                    <a:pt x="90964" y="313203"/>
                  </a:cubicBezTo>
                  <a:lnTo>
                    <a:pt x="23320" y="313203"/>
                  </a:lnTo>
                  <a:close/>
                  <a:moveTo>
                    <a:pt x="91409" y="224751"/>
                  </a:moveTo>
                  <a:lnTo>
                    <a:pt x="530294" y="224751"/>
                  </a:lnTo>
                  <a:cubicBezTo>
                    <a:pt x="536435" y="224751"/>
                    <a:pt x="540084" y="228396"/>
                    <a:pt x="540084" y="234530"/>
                  </a:cubicBezTo>
                  <a:lnTo>
                    <a:pt x="540084" y="292135"/>
                  </a:lnTo>
                  <a:lnTo>
                    <a:pt x="586456" y="292135"/>
                  </a:lnTo>
                  <a:cubicBezTo>
                    <a:pt x="598917" y="292135"/>
                    <a:pt x="607639" y="300847"/>
                    <a:pt x="607639" y="313203"/>
                  </a:cubicBezTo>
                  <a:lnTo>
                    <a:pt x="607639" y="403167"/>
                  </a:lnTo>
                  <a:cubicBezTo>
                    <a:pt x="607639" y="415524"/>
                    <a:pt x="598917" y="426991"/>
                    <a:pt x="586456" y="426991"/>
                  </a:cubicBezTo>
                  <a:lnTo>
                    <a:pt x="451524" y="426991"/>
                  </a:lnTo>
                  <a:cubicBezTo>
                    <a:pt x="439152" y="426991"/>
                    <a:pt x="427582" y="415524"/>
                    <a:pt x="427582" y="403167"/>
                  </a:cubicBezTo>
                  <a:lnTo>
                    <a:pt x="427582" y="313203"/>
                  </a:lnTo>
                  <a:cubicBezTo>
                    <a:pt x="427582" y="300847"/>
                    <a:pt x="439152" y="292135"/>
                    <a:pt x="451524" y="292135"/>
                  </a:cubicBezTo>
                  <a:lnTo>
                    <a:pt x="517566" y="292135"/>
                  </a:lnTo>
                  <a:lnTo>
                    <a:pt x="517566" y="247242"/>
                  </a:lnTo>
                  <a:lnTo>
                    <a:pt x="315079" y="247242"/>
                  </a:lnTo>
                  <a:lnTo>
                    <a:pt x="315079" y="292135"/>
                  </a:lnTo>
                  <a:lnTo>
                    <a:pt x="372665" y="292135"/>
                  </a:lnTo>
                  <a:cubicBezTo>
                    <a:pt x="385126" y="292135"/>
                    <a:pt x="393849" y="300847"/>
                    <a:pt x="393849" y="313203"/>
                  </a:cubicBezTo>
                  <a:lnTo>
                    <a:pt x="393849" y="403167"/>
                  </a:lnTo>
                  <a:cubicBezTo>
                    <a:pt x="393849" y="415524"/>
                    <a:pt x="385126" y="426991"/>
                    <a:pt x="372665" y="426991"/>
                  </a:cubicBezTo>
                  <a:lnTo>
                    <a:pt x="237733" y="426991"/>
                  </a:lnTo>
                  <a:cubicBezTo>
                    <a:pt x="225362" y="426991"/>
                    <a:pt x="213791" y="415524"/>
                    <a:pt x="213791" y="403167"/>
                  </a:cubicBezTo>
                  <a:lnTo>
                    <a:pt x="213791" y="313203"/>
                  </a:lnTo>
                  <a:cubicBezTo>
                    <a:pt x="213791" y="300847"/>
                    <a:pt x="225362" y="292135"/>
                    <a:pt x="237733" y="292135"/>
                  </a:cubicBezTo>
                  <a:lnTo>
                    <a:pt x="292561" y="292135"/>
                  </a:lnTo>
                  <a:lnTo>
                    <a:pt x="292561" y="247242"/>
                  </a:lnTo>
                  <a:lnTo>
                    <a:pt x="101288" y="247242"/>
                  </a:lnTo>
                  <a:lnTo>
                    <a:pt x="101288" y="292135"/>
                  </a:lnTo>
                  <a:lnTo>
                    <a:pt x="158875" y="292135"/>
                  </a:lnTo>
                  <a:cubicBezTo>
                    <a:pt x="171335" y="292135"/>
                    <a:pt x="180058" y="300847"/>
                    <a:pt x="180058" y="313203"/>
                  </a:cubicBezTo>
                  <a:lnTo>
                    <a:pt x="180058" y="403167"/>
                  </a:lnTo>
                  <a:cubicBezTo>
                    <a:pt x="180058" y="415524"/>
                    <a:pt x="171335" y="426991"/>
                    <a:pt x="158875" y="426991"/>
                  </a:cubicBezTo>
                  <a:lnTo>
                    <a:pt x="24032" y="426991"/>
                  </a:lnTo>
                  <a:cubicBezTo>
                    <a:pt x="11571" y="426991"/>
                    <a:pt x="0" y="415524"/>
                    <a:pt x="0" y="403167"/>
                  </a:cubicBezTo>
                  <a:lnTo>
                    <a:pt x="0" y="313203"/>
                  </a:lnTo>
                  <a:cubicBezTo>
                    <a:pt x="0" y="300847"/>
                    <a:pt x="11571" y="292135"/>
                    <a:pt x="24032" y="292135"/>
                  </a:cubicBezTo>
                  <a:lnTo>
                    <a:pt x="78770" y="292135"/>
                  </a:lnTo>
                  <a:lnTo>
                    <a:pt x="78770" y="234530"/>
                  </a:lnTo>
                  <a:cubicBezTo>
                    <a:pt x="78770" y="228396"/>
                    <a:pt x="85178" y="224751"/>
                    <a:pt x="91409" y="224751"/>
                  </a:cubicBezTo>
                  <a:close/>
                  <a:moveTo>
                    <a:pt x="236326" y="21066"/>
                  </a:moveTo>
                  <a:lnTo>
                    <a:pt x="236326" y="111021"/>
                  </a:lnTo>
                  <a:lnTo>
                    <a:pt x="371758" y="111021"/>
                  </a:lnTo>
                  <a:lnTo>
                    <a:pt x="372380" y="21066"/>
                  </a:lnTo>
                  <a:lnTo>
                    <a:pt x="237127" y="21066"/>
                  </a:lnTo>
                  <a:close/>
                  <a:moveTo>
                    <a:pt x="237750" y="0"/>
                  </a:moveTo>
                  <a:lnTo>
                    <a:pt x="372647" y="0"/>
                  </a:lnTo>
                  <a:cubicBezTo>
                    <a:pt x="385105" y="0"/>
                    <a:pt x="393825" y="8711"/>
                    <a:pt x="393825" y="21066"/>
                  </a:cubicBezTo>
                  <a:lnTo>
                    <a:pt x="393825" y="111021"/>
                  </a:lnTo>
                  <a:cubicBezTo>
                    <a:pt x="393825" y="123376"/>
                    <a:pt x="385105" y="134843"/>
                    <a:pt x="372647" y="134843"/>
                  </a:cubicBezTo>
                  <a:lnTo>
                    <a:pt x="315076" y="134843"/>
                  </a:lnTo>
                  <a:lnTo>
                    <a:pt x="315076" y="191020"/>
                  </a:lnTo>
                  <a:lnTo>
                    <a:pt x="292563" y="191020"/>
                  </a:lnTo>
                  <a:lnTo>
                    <a:pt x="292563" y="134843"/>
                  </a:lnTo>
                  <a:lnTo>
                    <a:pt x="237750" y="134843"/>
                  </a:lnTo>
                  <a:cubicBezTo>
                    <a:pt x="225381" y="134843"/>
                    <a:pt x="213813" y="123376"/>
                    <a:pt x="213813" y="111021"/>
                  </a:cubicBezTo>
                  <a:lnTo>
                    <a:pt x="213813" y="21066"/>
                  </a:lnTo>
                  <a:cubicBezTo>
                    <a:pt x="213813" y="8711"/>
                    <a:pt x="225381" y="0"/>
                    <a:pt x="237750" y="0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64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3" name="îŝḷiḓé">
              <a:extLst>
                <a:ext uri="{FF2B5EF4-FFF2-40B4-BE49-F238E27FC236}">
                  <a16:creationId xmlns:a16="http://schemas.microsoft.com/office/drawing/2014/main" id="{0CDA986E-EA84-43E9-B01E-22DC4BEB7E02}"/>
                </a:ext>
              </a:extLst>
            </p:cNvPr>
            <p:cNvSpPr/>
            <p:nvPr/>
          </p:nvSpPr>
          <p:spPr>
            <a:xfrm>
              <a:off x="9285526" y="2074468"/>
              <a:ext cx="1080000" cy="3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4" name="îṧļiḑe">
              <a:extLst>
                <a:ext uri="{FF2B5EF4-FFF2-40B4-BE49-F238E27FC236}">
                  <a16:creationId xmlns:a16="http://schemas.microsoft.com/office/drawing/2014/main" id="{13B8859F-982C-4657-8088-2EE82CC6800F}"/>
                </a:ext>
              </a:extLst>
            </p:cNvPr>
            <p:cNvSpPr txBox="1"/>
            <p:nvPr/>
          </p:nvSpPr>
          <p:spPr>
            <a:xfrm>
              <a:off x="9469376" y="1185888"/>
              <a:ext cx="712301" cy="923293"/>
            </a:xfrm>
            <a:prstGeom prst="rect">
              <a:avLst/>
            </a:prstGeom>
            <a:noFill/>
          </p:spPr>
          <p:txBody>
            <a:bodyPr wrap="none" lIns="182843" tIns="91422" rIns="182843" bIns="91422" anchor="ctr" anchorCtr="0">
              <a:normAutofit/>
            </a:bodyPr>
            <a:lstStyle/>
            <a:p>
              <a:pPr algn="ctr"/>
              <a:r>
                <a:rPr lang="en-US" sz="4800" dirty="0">
                  <a:solidFill>
                    <a:schemeClr val="accent1"/>
                  </a:solidFill>
                  <a:latin typeface="Impact" panose="020B0806030902050204" pitchFamily="34" charset="0"/>
                </a:rPr>
                <a:t>2</a:t>
              </a:r>
            </a:p>
          </p:txBody>
        </p:sp>
        <p:grpSp>
          <p:nvGrpSpPr>
            <p:cNvPr id="25" name="í$ḻíďe">
              <a:extLst>
                <a:ext uri="{FF2B5EF4-FFF2-40B4-BE49-F238E27FC236}">
                  <a16:creationId xmlns:a16="http://schemas.microsoft.com/office/drawing/2014/main" id="{1D8A157C-A2BF-46FC-A157-418BB658320C}"/>
                </a:ext>
              </a:extLst>
            </p:cNvPr>
            <p:cNvGrpSpPr/>
            <p:nvPr/>
          </p:nvGrpSpPr>
          <p:grpSpPr>
            <a:xfrm>
              <a:off x="8130565" y="2157562"/>
              <a:ext cx="3569772" cy="1406437"/>
              <a:chOff x="821646" y="2632959"/>
              <a:chExt cx="3569772" cy="1406437"/>
            </a:xfrm>
          </p:grpSpPr>
          <p:sp>
            <p:nvSpPr>
              <p:cNvPr id="26" name="ïṩ1íḓê">
                <a:extLst>
                  <a:ext uri="{FF2B5EF4-FFF2-40B4-BE49-F238E27FC236}">
                    <a16:creationId xmlns:a16="http://schemas.microsoft.com/office/drawing/2014/main" id="{F6742762-8F87-481A-B65B-90182B716456}"/>
                  </a:ext>
                </a:extLst>
              </p:cNvPr>
              <p:cNvSpPr/>
              <p:nvPr/>
            </p:nvSpPr>
            <p:spPr>
              <a:xfrm>
                <a:off x="821646" y="3085418"/>
                <a:ext cx="3569772" cy="953978"/>
              </a:xfrm>
              <a:prstGeom prst="snip2SameRect">
                <a:avLst>
                  <a:gd name="adj1" fmla="val 0"/>
                  <a:gd name="adj2" fmla="val 0"/>
                </a:avLst>
              </a:prstGeom>
              <a:ln>
                <a:noFill/>
              </a:ln>
            </p:spPr>
            <p:txBody>
              <a:bodyPr wrap="square" anchor="t">
                <a:noAutofit/>
              </a:bodyPr>
              <a:lstStyle/>
              <a:p>
                <a:pPr marL="285750" indent="-2857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预留实例（定时脚本实现定时启动） </a:t>
                </a:r>
                <a:endParaRPr lang="en-US" altLang="zh-CN" sz="1600" dirty="0"/>
              </a:p>
              <a:p>
                <a:pPr marL="285750" indent="-28575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1600" dirty="0"/>
                  <a:t>使用路由，合并请求到一个云函数</a:t>
                </a:r>
              </a:p>
            </p:txBody>
          </p:sp>
          <p:sp>
            <p:nvSpPr>
              <p:cNvPr id="27" name="ïṩļidê">
                <a:extLst>
                  <a:ext uri="{FF2B5EF4-FFF2-40B4-BE49-F238E27FC236}">
                    <a16:creationId xmlns:a16="http://schemas.microsoft.com/office/drawing/2014/main" id="{CDB06AA0-50BC-41EA-9453-D299FFDDEDDE}"/>
                  </a:ext>
                </a:extLst>
              </p:cNvPr>
              <p:cNvSpPr txBox="1"/>
              <p:nvPr/>
            </p:nvSpPr>
            <p:spPr bwMode="auto">
              <a:xfrm>
                <a:off x="821646" y="2632959"/>
                <a:ext cx="3389923" cy="436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kumimoji="1" lang="zh-CN" altLang="en-US" sz="2000" b="1" dirty="0"/>
                  <a:t>冷启动</a:t>
                </a:r>
                <a:endParaRPr kumimoji="1" lang="en-US" altLang="zh-CN" sz="2000" b="1" dirty="0"/>
              </a:p>
            </p:txBody>
          </p:sp>
        </p:grpSp>
      </p:grpSp>
      <p:grpSp>
        <p:nvGrpSpPr>
          <p:cNvPr id="7" name="îślïde">
            <a:extLst>
              <a:ext uri="{FF2B5EF4-FFF2-40B4-BE49-F238E27FC236}">
                <a16:creationId xmlns:a16="http://schemas.microsoft.com/office/drawing/2014/main" id="{F5C3BD1B-46F7-427B-B348-08C482D41C23}"/>
              </a:ext>
            </a:extLst>
          </p:cNvPr>
          <p:cNvGrpSpPr/>
          <p:nvPr/>
        </p:nvGrpSpPr>
        <p:grpSpPr>
          <a:xfrm>
            <a:off x="8130565" y="3789000"/>
            <a:ext cx="3389923" cy="2034394"/>
            <a:chOff x="8130565" y="1185888"/>
            <a:chExt cx="3389923" cy="2034394"/>
          </a:xfrm>
        </p:grpSpPr>
        <p:sp>
          <p:nvSpPr>
            <p:cNvPr id="10" name="ïṣļïďê" title="ry6MHxwOH8WsTKLSa514qPVJnvhhWFnRDjZGIbRZNsFBp">
              <a:extLst>
                <a:ext uri="{FF2B5EF4-FFF2-40B4-BE49-F238E27FC236}">
                  <a16:creationId xmlns:a16="http://schemas.microsoft.com/office/drawing/2014/main" id="{BF492E6E-A004-43D3-8859-9A21BCFA1C1F}"/>
                </a:ext>
              </a:extLst>
            </p:cNvPr>
            <p:cNvSpPr/>
            <p:nvPr/>
          </p:nvSpPr>
          <p:spPr bwMode="auto">
            <a:xfrm>
              <a:off x="9048007" y="1380416"/>
              <a:ext cx="1644426" cy="1155539"/>
            </a:xfrm>
            <a:custGeom>
              <a:avLst/>
              <a:gdLst>
                <a:gd name="connsiteX0" fmla="*/ 450100 w 607639"/>
                <a:gd name="connsiteY0" fmla="*/ 313203 h 426991"/>
                <a:gd name="connsiteX1" fmla="*/ 450100 w 607639"/>
                <a:gd name="connsiteY1" fmla="*/ 403167 h 426991"/>
                <a:gd name="connsiteX2" fmla="*/ 585744 w 607639"/>
                <a:gd name="connsiteY2" fmla="*/ 403167 h 426991"/>
                <a:gd name="connsiteX3" fmla="*/ 586100 w 607639"/>
                <a:gd name="connsiteY3" fmla="*/ 313203 h 426991"/>
                <a:gd name="connsiteX4" fmla="*/ 530294 w 607639"/>
                <a:gd name="connsiteY4" fmla="*/ 313203 h 426991"/>
                <a:gd name="connsiteX5" fmla="*/ 530116 w 607639"/>
                <a:gd name="connsiteY5" fmla="*/ 313203 h 426991"/>
                <a:gd name="connsiteX6" fmla="*/ 529760 w 607639"/>
                <a:gd name="connsiteY6" fmla="*/ 313203 h 426991"/>
                <a:gd name="connsiteX7" fmla="*/ 450901 w 607639"/>
                <a:gd name="connsiteY7" fmla="*/ 313203 h 426991"/>
                <a:gd name="connsiteX8" fmla="*/ 236309 w 607639"/>
                <a:gd name="connsiteY8" fmla="*/ 313203 h 426991"/>
                <a:gd name="connsiteX9" fmla="*/ 236309 w 607639"/>
                <a:gd name="connsiteY9" fmla="*/ 403167 h 426991"/>
                <a:gd name="connsiteX10" fmla="*/ 371953 w 607639"/>
                <a:gd name="connsiteY10" fmla="*/ 403167 h 426991"/>
                <a:gd name="connsiteX11" fmla="*/ 372754 w 607639"/>
                <a:gd name="connsiteY11" fmla="*/ 313203 h 426991"/>
                <a:gd name="connsiteX12" fmla="*/ 237110 w 607639"/>
                <a:gd name="connsiteY12" fmla="*/ 313203 h 426991"/>
                <a:gd name="connsiteX13" fmla="*/ 22519 w 607639"/>
                <a:gd name="connsiteY13" fmla="*/ 313203 h 426991"/>
                <a:gd name="connsiteX14" fmla="*/ 22519 w 607639"/>
                <a:gd name="connsiteY14" fmla="*/ 403167 h 426991"/>
                <a:gd name="connsiteX15" fmla="*/ 158163 w 607639"/>
                <a:gd name="connsiteY15" fmla="*/ 403167 h 426991"/>
                <a:gd name="connsiteX16" fmla="*/ 158964 w 607639"/>
                <a:gd name="connsiteY16" fmla="*/ 313203 h 426991"/>
                <a:gd name="connsiteX17" fmla="*/ 91498 w 607639"/>
                <a:gd name="connsiteY17" fmla="*/ 313203 h 426991"/>
                <a:gd name="connsiteX18" fmla="*/ 91231 w 607639"/>
                <a:gd name="connsiteY18" fmla="*/ 313203 h 426991"/>
                <a:gd name="connsiteX19" fmla="*/ 90964 w 607639"/>
                <a:gd name="connsiteY19" fmla="*/ 313203 h 426991"/>
                <a:gd name="connsiteX20" fmla="*/ 23320 w 607639"/>
                <a:gd name="connsiteY20" fmla="*/ 313203 h 426991"/>
                <a:gd name="connsiteX21" fmla="*/ 91409 w 607639"/>
                <a:gd name="connsiteY21" fmla="*/ 224751 h 426991"/>
                <a:gd name="connsiteX22" fmla="*/ 530294 w 607639"/>
                <a:gd name="connsiteY22" fmla="*/ 224751 h 426991"/>
                <a:gd name="connsiteX23" fmla="*/ 540084 w 607639"/>
                <a:gd name="connsiteY23" fmla="*/ 234530 h 426991"/>
                <a:gd name="connsiteX24" fmla="*/ 540084 w 607639"/>
                <a:gd name="connsiteY24" fmla="*/ 292135 h 426991"/>
                <a:gd name="connsiteX25" fmla="*/ 586456 w 607639"/>
                <a:gd name="connsiteY25" fmla="*/ 292135 h 426991"/>
                <a:gd name="connsiteX26" fmla="*/ 607639 w 607639"/>
                <a:gd name="connsiteY26" fmla="*/ 313203 h 426991"/>
                <a:gd name="connsiteX27" fmla="*/ 607639 w 607639"/>
                <a:gd name="connsiteY27" fmla="*/ 403167 h 426991"/>
                <a:gd name="connsiteX28" fmla="*/ 586456 w 607639"/>
                <a:gd name="connsiteY28" fmla="*/ 426991 h 426991"/>
                <a:gd name="connsiteX29" fmla="*/ 451524 w 607639"/>
                <a:gd name="connsiteY29" fmla="*/ 426991 h 426991"/>
                <a:gd name="connsiteX30" fmla="*/ 427582 w 607639"/>
                <a:gd name="connsiteY30" fmla="*/ 403167 h 426991"/>
                <a:gd name="connsiteX31" fmla="*/ 427582 w 607639"/>
                <a:gd name="connsiteY31" fmla="*/ 313203 h 426991"/>
                <a:gd name="connsiteX32" fmla="*/ 451524 w 607639"/>
                <a:gd name="connsiteY32" fmla="*/ 292135 h 426991"/>
                <a:gd name="connsiteX33" fmla="*/ 517566 w 607639"/>
                <a:gd name="connsiteY33" fmla="*/ 292135 h 426991"/>
                <a:gd name="connsiteX34" fmla="*/ 517566 w 607639"/>
                <a:gd name="connsiteY34" fmla="*/ 247242 h 426991"/>
                <a:gd name="connsiteX35" fmla="*/ 315079 w 607639"/>
                <a:gd name="connsiteY35" fmla="*/ 247242 h 426991"/>
                <a:gd name="connsiteX36" fmla="*/ 315079 w 607639"/>
                <a:gd name="connsiteY36" fmla="*/ 292135 h 426991"/>
                <a:gd name="connsiteX37" fmla="*/ 372665 w 607639"/>
                <a:gd name="connsiteY37" fmla="*/ 292135 h 426991"/>
                <a:gd name="connsiteX38" fmla="*/ 393849 w 607639"/>
                <a:gd name="connsiteY38" fmla="*/ 313203 h 426991"/>
                <a:gd name="connsiteX39" fmla="*/ 393849 w 607639"/>
                <a:gd name="connsiteY39" fmla="*/ 403167 h 426991"/>
                <a:gd name="connsiteX40" fmla="*/ 372665 w 607639"/>
                <a:gd name="connsiteY40" fmla="*/ 426991 h 426991"/>
                <a:gd name="connsiteX41" fmla="*/ 237733 w 607639"/>
                <a:gd name="connsiteY41" fmla="*/ 426991 h 426991"/>
                <a:gd name="connsiteX42" fmla="*/ 213791 w 607639"/>
                <a:gd name="connsiteY42" fmla="*/ 403167 h 426991"/>
                <a:gd name="connsiteX43" fmla="*/ 213791 w 607639"/>
                <a:gd name="connsiteY43" fmla="*/ 313203 h 426991"/>
                <a:gd name="connsiteX44" fmla="*/ 237733 w 607639"/>
                <a:gd name="connsiteY44" fmla="*/ 292135 h 426991"/>
                <a:gd name="connsiteX45" fmla="*/ 292561 w 607639"/>
                <a:gd name="connsiteY45" fmla="*/ 292135 h 426991"/>
                <a:gd name="connsiteX46" fmla="*/ 292561 w 607639"/>
                <a:gd name="connsiteY46" fmla="*/ 247242 h 426991"/>
                <a:gd name="connsiteX47" fmla="*/ 101288 w 607639"/>
                <a:gd name="connsiteY47" fmla="*/ 247242 h 426991"/>
                <a:gd name="connsiteX48" fmla="*/ 101288 w 607639"/>
                <a:gd name="connsiteY48" fmla="*/ 292135 h 426991"/>
                <a:gd name="connsiteX49" fmla="*/ 158875 w 607639"/>
                <a:gd name="connsiteY49" fmla="*/ 292135 h 426991"/>
                <a:gd name="connsiteX50" fmla="*/ 180058 w 607639"/>
                <a:gd name="connsiteY50" fmla="*/ 313203 h 426991"/>
                <a:gd name="connsiteX51" fmla="*/ 180058 w 607639"/>
                <a:gd name="connsiteY51" fmla="*/ 403167 h 426991"/>
                <a:gd name="connsiteX52" fmla="*/ 158875 w 607639"/>
                <a:gd name="connsiteY52" fmla="*/ 426991 h 426991"/>
                <a:gd name="connsiteX53" fmla="*/ 24032 w 607639"/>
                <a:gd name="connsiteY53" fmla="*/ 426991 h 426991"/>
                <a:gd name="connsiteX54" fmla="*/ 0 w 607639"/>
                <a:gd name="connsiteY54" fmla="*/ 403167 h 426991"/>
                <a:gd name="connsiteX55" fmla="*/ 0 w 607639"/>
                <a:gd name="connsiteY55" fmla="*/ 313203 h 426991"/>
                <a:gd name="connsiteX56" fmla="*/ 24032 w 607639"/>
                <a:gd name="connsiteY56" fmla="*/ 292135 h 426991"/>
                <a:gd name="connsiteX57" fmla="*/ 78770 w 607639"/>
                <a:gd name="connsiteY57" fmla="*/ 292135 h 426991"/>
                <a:gd name="connsiteX58" fmla="*/ 78770 w 607639"/>
                <a:gd name="connsiteY58" fmla="*/ 234530 h 426991"/>
                <a:gd name="connsiteX59" fmla="*/ 91409 w 607639"/>
                <a:gd name="connsiteY59" fmla="*/ 224751 h 426991"/>
                <a:gd name="connsiteX60" fmla="*/ 236326 w 607639"/>
                <a:gd name="connsiteY60" fmla="*/ 21066 h 426991"/>
                <a:gd name="connsiteX61" fmla="*/ 236326 w 607639"/>
                <a:gd name="connsiteY61" fmla="*/ 111021 h 426991"/>
                <a:gd name="connsiteX62" fmla="*/ 371758 w 607639"/>
                <a:gd name="connsiteY62" fmla="*/ 111021 h 426991"/>
                <a:gd name="connsiteX63" fmla="*/ 372380 w 607639"/>
                <a:gd name="connsiteY63" fmla="*/ 21066 h 426991"/>
                <a:gd name="connsiteX64" fmla="*/ 237127 w 607639"/>
                <a:gd name="connsiteY64" fmla="*/ 21066 h 426991"/>
                <a:gd name="connsiteX65" fmla="*/ 237750 w 607639"/>
                <a:gd name="connsiteY65" fmla="*/ 0 h 426991"/>
                <a:gd name="connsiteX66" fmla="*/ 372647 w 607639"/>
                <a:gd name="connsiteY66" fmla="*/ 0 h 426991"/>
                <a:gd name="connsiteX67" fmla="*/ 393825 w 607639"/>
                <a:gd name="connsiteY67" fmla="*/ 21066 h 426991"/>
                <a:gd name="connsiteX68" fmla="*/ 393825 w 607639"/>
                <a:gd name="connsiteY68" fmla="*/ 111021 h 426991"/>
                <a:gd name="connsiteX69" fmla="*/ 372647 w 607639"/>
                <a:gd name="connsiteY69" fmla="*/ 134843 h 426991"/>
                <a:gd name="connsiteX70" fmla="*/ 315076 w 607639"/>
                <a:gd name="connsiteY70" fmla="*/ 134843 h 426991"/>
                <a:gd name="connsiteX71" fmla="*/ 315076 w 607639"/>
                <a:gd name="connsiteY71" fmla="*/ 191020 h 426991"/>
                <a:gd name="connsiteX72" fmla="*/ 292563 w 607639"/>
                <a:gd name="connsiteY72" fmla="*/ 191020 h 426991"/>
                <a:gd name="connsiteX73" fmla="*/ 292563 w 607639"/>
                <a:gd name="connsiteY73" fmla="*/ 134843 h 426991"/>
                <a:gd name="connsiteX74" fmla="*/ 237750 w 607639"/>
                <a:gd name="connsiteY74" fmla="*/ 134843 h 426991"/>
                <a:gd name="connsiteX75" fmla="*/ 213813 w 607639"/>
                <a:gd name="connsiteY75" fmla="*/ 111021 h 426991"/>
                <a:gd name="connsiteX76" fmla="*/ 213813 w 607639"/>
                <a:gd name="connsiteY76" fmla="*/ 21066 h 426991"/>
                <a:gd name="connsiteX77" fmla="*/ 237750 w 607639"/>
                <a:gd name="connsiteY77" fmla="*/ 0 h 426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607639" h="426991">
                  <a:moveTo>
                    <a:pt x="450100" y="313203"/>
                  </a:moveTo>
                  <a:lnTo>
                    <a:pt x="450100" y="403167"/>
                  </a:lnTo>
                  <a:lnTo>
                    <a:pt x="585744" y="403167"/>
                  </a:lnTo>
                  <a:lnTo>
                    <a:pt x="586100" y="313203"/>
                  </a:lnTo>
                  <a:lnTo>
                    <a:pt x="530294" y="313203"/>
                  </a:lnTo>
                  <a:cubicBezTo>
                    <a:pt x="530294" y="313203"/>
                    <a:pt x="530116" y="313203"/>
                    <a:pt x="530116" y="313203"/>
                  </a:cubicBezTo>
                  <a:cubicBezTo>
                    <a:pt x="530027" y="313203"/>
                    <a:pt x="529849" y="313203"/>
                    <a:pt x="529760" y="313203"/>
                  </a:cubicBezTo>
                  <a:lnTo>
                    <a:pt x="450901" y="313203"/>
                  </a:lnTo>
                  <a:close/>
                  <a:moveTo>
                    <a:pt x="236309" y="313203"/>
                  </a:moveTo>
                  <a:lnTo>
                    <a:pt x="236309" y="403167"/>
                  </a:lnTo>
                  <a:lnTo>
                    <a:pt x="371953" y="403167"/>
                  </a:lnTo>
                  <a:lnTo>
                    <a:pt x="372754" y="313203"/>
                  </a:lnTo>
                  <a:lnTo>
                    <a:pt x="237110" y="313203"/>
                  </a:lnTo>
                  <a:close/>
                  <a:moveTo>
                    <a:pt x="22519" y="313203"/>
                  </a:moveTo>
                  <a:lnTo>
                    <a:pt x="22519" y="403167"/>
                  </a:lnTo>
                  <a:lnTo>
                    <a:pt x="158163" y="403167"/>
                  </a:lnTo>
                  <a:lnTo>
                    <a:pt x="158964" y="313203"/>
                  </a:lnTo>
                  <a:lnTo>
                    <a:pt x="91498" y="313203"/>
                  </a:lnTo>
                  <a:cubicBezTo>
                    <a:pt x="91409" y="313203"/>
                    <a:pt x="91320" y="313203"/>
                    <a:pt x="91231" y="313203"/>
                  </a:cubicBezTo>
                  <a:cubicBezTo>
                    <a:pt x="91231" y="313203"/>
                    <a:pt x="90964" y="313203"/>
                    <a:pt x="90964" y="313203"/>
                  </a:cubicBezTo>
                  <a:lnTo>
                    <a:pt x="23320" y="313203"/>
                  </a:lnTo>
                  <a:close/>
                  <a:moveTo>
                    <a:pt x="91409" y="224751"/>
                  </a:moveTo>
                  <a:lnTo>
                    <a:pt x="530294" y="224751"/>
                  </a:lnTo>
                  <a:cubicBezTo>
                    <a:pt x="536435" y="224751"/>
                    <a:pt x="540084" y="228396"/>
                    <a:pt x="540084" y="234530"/>
                  </a:cubicBezTo>
                  <a:lnTo>
                    <a:pt x="540084" y="292135"/>
                  </a:lnTo>
                  <a:lnTo>
                    <a:pt x="586456" y="292135"/>
                  </a:lnTo>
                  <a:cubicBezTo>
                    <a:pt x="598917" y="292135"/>
                    <a:pt x="607639" y="300847"/>
                    <a:pt x="607639" y="313203"/>
                  </a:cubicBezTo>
                  <a:lnTo>
                    <a:pt x="607639" y="403167"/>
                  </a:lnTo>
                  <a:cubicBezTo>
                    <a:pt x="607639" y="415524"/>
                    <a:pt x="598917" y="426991"/>
                    <a:pt x="586456" y="426991"/>
                  </a:cubicBezTo>
                  <a:lnTo>
                    <a:pt x="451524" y="426991"/>
                  </a:lnTo>
                  <a:cubicBezTo>
                    <a:pt x="439152" y="426991"/>
                    <a:pt x="427582" y="415524"/>
                    <a:pt x="427582" y="403167"/>
                  </a:cubicBezTo>
                  <a:lnTo>
                    <a:pt x="427582" y="313203"/>
                  </a:lnTo>
                  <a:cubicBezTo>
                    <a:pt x="427582" y="300847"/>
                    <a:pt x="439152" y="292135"/>
                    <a:pt x="451524" y="292135"/>
                  </a:cubicBezTo>
                  <a:lnTo>
                    <a:pt x="517566" y="292135"/>
                  </a:lnTo>
                  <a:lnTo>
                    <a:pt x="517566" y="247242"/>
                  </a:lnTo>
                  <a:lnTo>
                    <a:pt x="315079" y="247242"/>
                  </a:lnTo>
                  <a:lnTo>
                    <a:pt x="315079" y="292135"/>
                  </a:lnTo>
                  <a:lnTo>
                    <a:pt x="372665" y="292135"/>
                  </a:lnTo>
                  <a:cubicBezTo>
                    <a:pt x="385126" y="292135"/>
                    <a:pt x="393849" y="300847"/>
                    <a:pt x="393849" y="313203"/>
                  </a:cubicBezTo>
                  <a:lnTo>
                    <a:pt x="393849" y="403167"/>
                  </a:lnTo>
                  <a:cubicBezTo>
                    <a:pt x="393849" y="415524"/>
                    <a:pt x="385126" y="426991"/>
                    <a:pt x="372665" y="426991"/>
                  </a:cubicBezTo>
                  <a:lnTo>
                    <a:pt x="237733" y="426991"/>
                  </a:lnTo>
                  <a:cubicBezTo>
                    <a:pt x="225362" y="426991"/>
                    <a:pt x="213791" y="415524"/>
                    <a:pt x="213791" y="403167"/>
                  </a:cubicBezTo>
                  <a:lnTo>
                    <a:pt x="213791" y="313203"/>
                  </a:lnTo>
                  <a:cubicBezTo>
                    <a:pt x="213791" y="300847"/>
                    <a:pt x="225362" y="292135"/>
                    <a:pt x="237733" y="292135"/>
                  </a:cubicBezTo>
                  <a:lnTo>
                    <a:pt x="292561" y="292135"/>
                  </a:lnTo>
                  <a:lnTo>
                    <a:pt x="292561" y="247242"/>
                  </a:lnTo>
                  <a:lnTo>
                    <a:pt x="101288" y="247242"/>
                  </a:lnTo>
                  <a:lnTo>
                    <a:pt x="101288" y="292135"/>
                  </a:lnTo>
                  <a:lnTo>
                    <a:pt x="158875" y="292135"/>
                  </a:lnTo>
                  <a:cubicBezTo>
                    <a:pt x="171335" y="292135"/>
                    <a:pt x="180058" y="300847"/>
                    <a:pt x="180058" y="313203"/>
                  </a:cubicBezTo>
                  <a:lnTo>
                    <a:pt x="180058" y="403167"/>
                  </a:lnTo>
                  <a:cubicBezTo>
                    <a:pt x="180058" y="415524"/>
                    <a:pt x="171335" y="426991"/>
                    <a:pt x="158875" y="426991"/>
                  </a:cubicBezTo>
                  <a:lnTo>
                    <a:pt x="24032" y="426991"/>
                  </a:lnTo>
                  <a:cubicBezTo>
                    <a:pt x="11571" y="426991"/>
                    <a:pt x="0" y="415524"/>
                    <a:pt x="0" y="403167"/>
                  </a:cubicBezTo>
                  <a:lnTo>
                    <a:pt x="0" y="313203"/>
                  </a:lnTo>
                  <a:cubicBezTo>
                    <a:pt x="0" y="300847"/>
                    <a:pt x="11571" y="292135"/>
                    <a:pt x="24032" y="292135"/>
                  </a:cubicBezTo>
                  <a:lnTo>
                    <a:pt x="78770" y="292135"/>
                  </a:lnTo>
                  <a:lnTo>
                    <a:pt x="78770" y="234530"/>
                  </a:lnTo>
                  <a:cubicBezTo>
                    <a:pt x="78770" y="228396"/>
                    <a:pt x="85178" y="224751"/>
                    <a:pt x="91409" y="224751"/>
                  </a:cubicBezTo>
                  <a:close/>
                  <a:moveTo>
                    <a:pt x="236326" y="21066"/>
                  </a:moveTo>
                  <a:lnTo>
                    <a:pt x="236326" y="111021"/>
                  </a:lnTo>
                  <a:lnTo>
                    <a:pt x="371758" y="111021"/>
                  </a:lnTo>
                  <a:lnTo>
                    <a:pt x="372380" y="21066"/>
                  </a:lnTo>
                  <a:lnTo>
                    <a:pt x="237127" y="21066"/>
                  </a:lnTo>
                  <a:close/>
                  <a:moveTo>
                    <a:pt x="237750" y="0"/>
                  </a:moveTo>
                  <a:lnTo>
                    <a:pt x="372647" y="0"/>
                  </a:lnTo>
                  <a:cubicBezTo>
                    <a:pt x="385105" y="0"/>
                    <a:pt x="393825" y="8711"/>
                    <a:pt x="393825" y="21066"/>
                  </a:cubicBezTo>
                  <a:lnTo>
                    <a:pt x="393825" y="111021"/>
                  </a:lnTo>
                  <a:cubicBezTo>
                    <a:pt x="393825" y="123376"/>
                    <a:pt x="385105" y="134843"/>
                    <a:pt x="372647" y="134843"/>
                  </a:cubicBezTo>
                  <a:lnTo>
                    <a:pt x="315076" y="134843"/>
                  </a:lnTo>
                  <a:lnTo>
                    <a:pt x="315076" y="191020"/>
                  </a:lnTo>
                  <a:lnTo>
                    <a:pt x="292563" y="191020"/>
                  </a:lnTo>
                  <a:lnTo>
                    <a:pt x="292563" y="134843"/>
                  </a:lnTo>
                  <a:lnTo>
                    <a:pt x="237750" y="134843"/>
                  </a:lnTo>
                  <a:cubicBezTo>
                    <a:pt x="225381" y="134843"/>
                    <a:pt x="213813" y="123376"/>
                    <a:pt x="213813" y="111021"/>
                  </a:cubicBezTo>
                  <a:lnTo>
                    <a:pt x="213813" y="21066"/>
                  </a:lnTo>
                  <a:cubicBezTo>
                    <a:pt x="213813" y="8711"/>
                    <a:pt x="225381" y="0"/>
                    <a:pt x="237750" y="0"/>
                  </a:cubicBezTo>
                  <a:close/>
                </a:path>
              </a:pathLst>
            </a:custGeom>
            <a:solidFill>
              <a:schemeClr val="bg1">
                <a:lumMod val="95000"/>
                <a:alpha val="64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işľïďe">
              <a:extLst>
                <a:ext uri="{FF2B5EF4-FFF2-40B4-BE49-F238E27FC236}">
                  <a16:creationId xmlns:a16="http://schemas.microsoft.com/office/drawing/2014/main" id="{824CB0CB-0CB8-43C9-A2FA-21344FA5509E}"/>
                </a:ext>
              </a:extLst>
            </p:cNvPr>
            <p:cNvSpPr/>
            <p:nvPr/>
          </p:nvSpPr>
          <p:spPr>
            <a:xfrm>
              <a:off x="9285526" y="2074468"/>
              <a:ext cx="1080000" cy="36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iṣ1íḍé">
              <a:extLst>
                <a:ext uri="{FF2B5EF4-FFF2-40B4-BE49-F238E27FC236}">
                  <a16:creationId xmlns:a16="http://schemas.microsoft.com/office/drawing/2014/main" id="{410830B6-40B6-4389-B889-53FCE1C801B5}"/>
                </a:ext>
              </a:extLst>
            </p:cNvPr>
            <p:cNvSpPr txBox="1"/>
            <p:nvPr/>
          </p:nvSpPr>
          <p:spPr>
            <a:xfrm>
              <a:off x="9469376" y="1185888"/>
              <a:ext cx="712301" cy="923293"/>
            </a:xfrm>
            <a:prstGeom prst="rect">
              <a:avLst/>
            </a:prstGeom>
            <a:noFill/>
          </p:spPr>
          <p:txBody>
            <a:bodyPr wrap="none" lIns="182843" tIns="91422" rIns="182843" bIns="91422" anchor="ctr" anchorCtr="0">
              <a:normAutofit/>
            </a:bodyPr>
            <a:lstStyle/>
            <a:p>
              <a:pPr algn="ctr"/>
              <a:r>
                <a:rPr lang="en-US" altLang="zh-CN" sz="4800" dirty="0">
                  <a:solidFill>
                    <a:schemeClr val="accent1"/>
                  </a:solidFill>
                  <a:latin typeface="Impact" panose="020B0806030902050204" pitchFamily="34" charset="0"/>
                </a:rPr>
                <a:t>3</a:t>
              </a:r>
              <a:endParaRPr lang="en-US" sz="4800" dirty="0">
                <a:solidFill>
                  <a:schemeClr val="accent1"/>
                </a:solidFill>
                <a:latin typeface="Impact" panose="020B0806030902050204" pitchFamily="34" charset="0"/>
              </a:endParaRPr>
            </a:p>
          </p:txBody>
        </p:sp>
        <p:grpSp>
          <p:nvGrpSpPr>
            <p:cNvPr id="13" name="iS1ïḋê">
              <a:extLst>
                <a:ext uri="{FF2B5EF4-FFF2-40B4-BE49-F238E27FC236}">
                  <a16:creationId xmlns:a16="http://schemas.microsoft.com/office/drawing/2014/main" id="{77D01D5E-D7C8-4426-93E1-E6C7A4B79D2A}"/>
                </a:ext>
              </a:extLst>
            </p:cNvPr>
            <p:cNvGrpSpPr/>
            <p:nvPr/>
          </p:nvGrpSpPr>
          <p:grpSpPr>
            <a:xfrm>
              <a:off x="8130565" y="2157562"/>
              <a:ext cx="3389923" cy="1062720"/>
              <a:chOff x="821646" y="2632959"/>
              <a:chExt cx="3389923" cy="1062720"/>
            </a:xfrm>
          </p:grpSpPr>
          <p:sp>
            <p:nvSpPr>
              <p:cNvPr id="14" name="îşlîḓè">
                <a:extLst>
                  <a:ext uri="{FF2B5EF4-FFF2-40B4-BE49-F238E27FC236}">
                    <a16:creationId xmlns:a16="http://schemas.microsoft.com/office/drawing/2014/main" id="{94D05F16-82AC-49F9-924A-AF4D34F6D74E}"/>
                  </a:ext>
                </a:extLst>
              </p:cNvPr>
              <p:cNvSpPr/>
              <p:nvPr/>
            </p:nvSpPr>
            <p:spPr>
              <a:xfrm>
                <a:off x="821646" y="3085418"/>
                <a:ext cx="3389923" cy="610261"/>
              </a:xfrm>
              <a:prstGeom prst="snip2SameRect">
                <a:avLst>
                  <a:gd name="adj1" fmla="val 0"/>
                  <a:gd name="adj2" fmla="val 0"/>
                </a:avLst>
              </a:prstGeom>
              <a:ln>
                <a:noFill/>
              </a:ln>
            </p:spPr>
            <p:txBody>
              <a:bodyPr wrap="square" anchor="t">
                <a:norm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endParaRPr lang="zh-CN" altLang="en-US" sz="900" dirty="0"/>
              </a:p>
            </p:txBody>
          </p:sp>
          <p:sp>
            <p:nvSpPr>
              <p:cNvPr id="15" name="ïṣ1ïdè">
                <a:extLst>
                  <a:ext uri="{FF2B5EF4-FFF2-40B4-BE49-F238E27FC236}">
                    <a16:creationId xmlns:a16="http://schemas.microsoft.com/office/drawing/2014/main" id="{3986D427-F430-4EFA-9039-FDD9FB1E1F2B}"/>
                  </a:ext>
                </a:extLst>
              </p:cNvPr>
              <p:cNvSpPr txBox="1"/>
              <p:nvPr/>
            </p:nvSpPr>
            <p:spPr bwMode="auto">
              <a:xfrm>
                <a:off x="821646" y="2632959"/>
                <a:ext cx="3389923" cy="436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r>
                  <a:rPr kumimoji="1" lang="en-US" altLang="zh-CN" sz="2000" b="1" dirty="0"/>
                  <a:t>Log</a:t>
                </a:r>
                <a:r>
                  <a:rPr kumimoji="1" lang="zh-CN" altLang="en-US" sz="2000" b="1" dirty="0"/>
                  <a:t>定时报警</a:t>
                </a:r>
                <a:endParaRPr kumimoji="1" lang="en-US" altLang="zh-CN" sz="2000" b="1" dirty="0"/>
              </a:p>
            </p:txBody>
          </p:sp>
        </p:grpSp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100C2F9-9713-4E91-A597-EA1C2B9A3A5A}"/>
              </a:ext>
            </a:extLst>
          </p:cNvPr>
          <p:cNvCxnSpPr>
            <a:cxnSpLocks/>
          </p:cNvCxnSpPr>
          <p:nvPr/>
        </p:nvCxnSpPr>
        <p:spPr>
          <a:xfrm>
            <a:off x="7023100" y="3563999"/>
            <a:ext cx="4497388" cy="1"/>
          </a:xfrm>
          <a:prstGeom prst="line">
            <a:avLst/>
          </a:prstGeom>
          <a:ln w="3175" cap="rnd">
            <a:gradFill flip="none" rotWithShape="1">
              <a:gsLst>
                <a:gs pos="0">
                  <a:schemeClr val="bg1">
                    <a:lumMod val="75000"/>
                    <a:alpha val="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  <a:alpha val="0"/>
                  </a:schemeClr>
                </a:gs>
              </a:gsLst>
              <a:lin ang="0" scaled="1"/>
              <a:tileRect/>
            </a:gra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8C3E9F4-944D-48D9-946D-58C1F631F55E}"/>
              </a:ext>
            </a:extLst>
          </p:cNvPr>
          <p:cNvCxnSpPr>
            <a:cxnSpLocks/>
          </p:cNvCxnSpPr>
          <p:nvPr/>
        </p:nvCxnSpPr>
        <p:spPr>
          <a:xfrm>
            <a:off x="7640775" y="1123950"/>
            <a:ext cx="0" cy="5019675"/>
          </a:xfrm>
          <a:prstGeom prst="line">
            <a:avLst/>
          </a:prstGeom>
          <a:ln w="3175" cap="rnd">
            <a:gradFill flip="none" rotWithShape="1">
              <a:gsLst>
                <a:gs pos="0">
                  <a:schemeClr val="bg1">
                    <a:lumMod val="75000"/>
                    <a:alpha val="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  <a:alpha val="0"/>
                  </a:schemeClr>
                </a:gs>
              </a:gsLst>
              <a:lin ang="5400000" scaled="1"/>
              <a:tileRect/>
            </a:gra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5688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28A4DE6-CC58-47DF-A4F8-451A92F65A96}"/>
              </a:ext>
            </a:extLst>
          </p:cNvPr>
          <p:cNvSpPr/>
          <p:nvPr/>
        </p:nvSpPr>
        <p:spPr>
          <a:xfrm>
            <a:off x="673100" y="2882900"/>
            <a:ext cx="11518900" cy="1104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Serverless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Framework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BE1EAA-DA91-4B9A-837F-78A0ED20EE18}"/>
              </a:ext>
            </a:extLst>
          </p:cNvPr>
          <p:cNvSpPr txBox="1"/>
          <p:nvPr/>
        </p:nvSpPr>
        <p:spPr>
          <a:xfrm>
            <a:off x="3433844" y="2604218"/>
            <a:ext cx="858760" cy="923701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04</a:t>
            </a:r>
            <a:endParaRPr lang="zh-CN" altLang="en-US" b="1" dirty="0">
              <a:solidFill>
                <a:schemeClr val="accent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AB374A7-46FA-4001-98D2-9D2A4E9A7A15}"/>
              </a:ext>
            </a:extLst>
          </p:cNvPr>
          <p:cNvCxnSpPr>
            <a:cxnSpLocks/>
          </p:cNvCxnSpPr>
          <p:nvPr/>
        </p:nvCxnSpPr>
        <p:spPr>
          <a:xfrm>
            <a:off x="4632813" y="2489997"/>
            <a:ext cx="0" cy="1152144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5">
            <a:extLst>
              <a:ext uri="{FF2B5EF4-FFF2-40B4-BE49-F238E27FC236}">
                <a16:creationId xmlns:a16="http://schemas.microsoft.com/office/drawing/2014/main" id="{22ED50B3-CFCB-68C1-AE93-A69DE32BD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3385" y="3001736"/>
            <a:ext cx="5419185" cy="1015623"/>
          </a:xfrm>
        </p:spPr>
        <p:txBody>
          <a:bodyPr>
            <a:normAutofit lnSpcReduction="10000"/>
          </a:bodyPr>
          <a:lstStyle/>
          <a:p>
            <a:pPr lvl="0"/>
            <a:r>
              <a:rPr lang="en-US" altLang="zh-CN" sz="1600" dirty="0"/>
              <a:t>1.</a:t>
            </a:r>
            <a:r>
              <a:rPr kumimoji="1" lang="en-US" altLang="zh-CN" sz="1600" dirty="0"/>
              <a:t> Serverless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Framework</a:t>
            </a:r>
            <a:r>
              <a:rPr kumimoji="1" lang="zh-CN" altLang="en-US" sz="1600" dirty="0"/>
              <a:t> 的选择</a:t>
            </a:r>
            <a:endParaRPr kumimoji="1" lang="en-US" altLang="zh-CN" sz="1600" dirty="0"/>
          </a:p>
          <a:p>
            <a:pPr lvl="0"/>
            <a:r>
              <a:rPr kumimoji="1" lang="en-US" altLang="zh-CN" sz="1600" dirty="0"/>
              <a:t>2.</a:t>
            </a:r>
            <a:r>
              <a:rPr kumimoji="1" lang="zh-CN" altLang="en-US" sz="1600" dirty="0"/>
              <a:t>构建 </a:t>
            </a:r>
            <a:r>
              <a:rPr kumimoji="1" lang="en-US" altLang="zh-CN" sz="1600" dirty="0"/>
              <a:t>Serverless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Framework</a:t>
            </a:r>
          </a:p>
          <a:p>
            <a:r>
              <a:rPr kumimoji="1" lang="en-US" altLang="zh-CN" sz="1600" dirty="0"/>
              <a:t>3. </a:t>
            </a:r>
            <a:r>
              <a:rPr kumimoji="1" lang="zh-CN" altLang="en-US" sz="1600" dirty="0"/>
              <a:t>调试</a:t>
            </a:r>
            <a:r>
              <a:rPr kumimoji="1" lang="en-US" altLang="zh-CN" sz="1600" dirty="0"/>
              <a:t>&amp;</a:t>
            </a:r>
            <a:r>
              <a:rPr kumimoji="1" lang="zh-CN" altLang="en-US" sz="1600" dirty="0"/>
              <a:t>部署 </a:t>
            </a:r>
            <a:r>
              <a:rPr kumimoji="1" lang="en-US" altLang="zh-CN" sz="1600" dirty="0"/>
              <a:t>Serverless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Framework</a:t>
            </a:r>
            <a:endParaRPr kumimoji="1" lang="zh-CN" altLang="en-US" sz="1600" dirty="0"/>
          </a:p>
          <a:p>
            <a:pPr lvl="0"/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397343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8B951-E90F-4AC6-98E3-F2D2848EC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1.Serverless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Framework</a:t>
            </a:r>
            <a:r>
              <a:rPr kumimoji="1" lang="zh-CN" altLang="en-US" dirty="0"/>
              <a:t> 的选择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C3633F-FE0F-4284-96A0-99B87CF9A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13</a:t>
            </a:fld>
            <a:endParaRPr lang="zh-CN" altLang="en-US"/>
          </a:p>
        </p:txBody>
      </p:sp>
      <p:grpSp>
        <p:nvGrpSpPr>
          <p:cNvPr id="5" name="319b1377-74b8-43b7-9029-41aa7878dff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AFBDD5F-6214-458D-A8D8-4534D435E449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2117401"/>
            <a:ext cx="10840067" cy="3288383"/>
            <a:chOff x="673100" y="1584003"/>
            <a:chExt cx="10840067" cy="3288383"/>
          </a:xfrm>
        </p:grpSpPr>
        <p:grpSp>
          <p:nvGrpSpPr>
            <p:cNvPr id="6" name="iŝļidê">
              <a:extLst>
                <a:ext uri="{FF2B5EF4-FFF2-40B4-BE49-F238E27FC236}">
                  <a16:creationId xmlns:a16="http://schemas.microsoft.com/office/drawing/2014/main" id="{814CE815-69E0-4271-8D76-2CA79FFBE159}"/>
                </a:ext>
              </a:extLst>
            </p:cNvPr>
            <p:cNvGrpSpPr/>
            <p:nvPr/>
          </p:nvGrpSpPr>
          <p:grpSpPr>
            <a:xfrm>
              <a:off x="3948376" y="1584003"/>
              <a:ext cx="4295253" cy="3288383"/>
              <a:chOff x="4179643" y="2132856"/>
              <a:chExt cx="3832714" cy="2934268"/>
            </a:xfrm>
          </p:grpSpPr>
          <p:sp>
            <p:nvSpPr>
              <p:cNvPr id="19" name="iSľiḓé">
                <a:extLst>
                  <a:ext uri="{FF2B5EF4-FFF2-40B4-BE49-F238E27FC236}">
                    <a16:creationId xmlns:a16="http://schemas.microsoft.com/office/drawing/2014/main" id="{ADBCDBE4-D954-4DCC-B9A0-728E1AE9BEAD}"/>
                  </a:ext>
                </a:extLst>
              </p:cNvPr>
              <p:cNvSpPr/>
              <p:nvPr/>
            </p:nvSpPr>
            <p:spPr>
              <a:xfrm rot="878204">
                <a:off x="4179643" y="4264127"/>
                <a:ext cx="3518329" cy="12132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íṡļïḍê">
                <a:extLst>
                  <a:ext uri="{FF2B5EF4-FFF2-40B4-BE49-F238E27FC236}">
                    <a16:creationId xmlns:a16="http://schemas.microsoft.com/office/drawing/2014/main" id="{1FE4C104-45B2-4FB3-A6B9-A11A1E98413A}"/>
                  </a:ext>
                </a:extLst>
              </p:cNvPr>
              <p:cNvSpPr/>
              <p:nvPr/>
            </p:nvSpPr>
            <p:spPr>
              <a:xfrm rot="878204">
                <a:off x="4316588" y="3470418"/>
                <a:ext cx="1297137" cy="432377"/>
              </a:xfrm>
              <a:prstGeom prst="roundRect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íṥļïḍé">
                <a:extLst>
                  <a:ext uri="{FF2B5EF4-FFF2-40B4-BE49-F238E27FC236}">
                    <a16:creationId xmlns:a16="http://schemas.microsoft.com/office/drawing/2014/main" id="{55DACD13-D4A4-4F5A-B77C-E6BE05A74914}"/>
                  </a:ext>
                </a:extLst>
              </p:cNvPr>
              <p:cNvSpPr/>
              <p:nvPr/>
            </p:nvSpPr>
            <p:spPr>
              <a:xfrm rot="878204">
                <a:off x="4441350" y="2992708"/>
                <a:ext cx="1297137" cy="432377"/>
              </a:xfrm>
              <a:prstGeom prst="roundRect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2" name="îsḷiďe">
                <a:extLst>
                  <a:ext uri="{FF2B5EF4-FFF2-40B4-BE49-F238E27FC236}">
                    <a16:creationId xmlns:a16="http://schemas.microsoft.com/office/drawing/2014/main" id="{B53B3449-2A08-4DA6-B753-C6A3A5C770D2}"/>
                  </a:ext>
                </a:extLst>
              </p:cNvPr>
              <p:cNvSpPr/>
              <p:nvPr/>
            </p:nvSpPr>
            <p:spPr>
              <a:xfrm rot="878204">
                <a:off x="6465696" y="4031688"/>
                <a:ext cx="1297137" cy="43237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3" name="isļîde">
                <a:extLst>
                  <a:ext uri="{FF2B5EF4-FFF2-40B4-BE49-F238E27FC236}">
                    <a16:creationId xmlns:a16="http://schemas.microsoft.com/office/drawing/2014/main" id="{E172B2E4-4736-4B36-8013-529FB2426306}"/>
                  </a:ext>
                </a:extLst>
              </p:cNvPr>
              <p:cNvSpPr/>
              <p:nvPr/>
            </p:nvSpPr>
            <p:spPr>
              <a:xfrm rot="878204">
                <a:off x="6590459" y="3553978"/>
                <a:ext cx="1297137" cy="43237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ïşḻïdè">
                <a:extLst>
                  <a:ext uri="{FF2B5EF4-FFF2-40B4-BE49-F238E27FC236}">
                    <a16:creationId xmlns:a16="http://schemas.microsoft.com/office/drawing/2014/main" id="{69C61690-2EA5-43B6-A716-775776FA946C}"/>
                  </a:ext>
                </a:extLst>
              </p:cNvPr>
              <p:cNvSpPr/>
              <p:nvPr/>
            </p:nvSpPr>
            <p:spPr>
              <a:xfrm rot="878204">
                <a:off x="6715220" y="3076268"/>
                <a:ext cx="1297137" cy="43237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5" name="íŝļídè">
                <a:extLst>
                  <a:ext uri="{FF2B5EF4-FFF2-40B4-BE49-F238E27FC236}">
                    <a16:creationId xmlns:a16="http://schemas.microsoft.com/office/drawing/2014/main" id="{7461F6B3-E65D-4933-81FD-369DEA3A2B5D}"/>
                  </a:ext>
                </a:extLst>
              </p:cNvPr>
              <p:cNvSpPr/>
              <p:nvPr/>
            </p:nvSpPr>
            <p:spPr>
              <a:xfrm>
                <a:off x="5545225" y="4453136"/>
                <a:ext cx="712215" cy="613975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6" name="iṣľïḍê">
                <a:extLst>
                  <a:ext uri="{FF2B5EF4-FFF2-40B4-BE49-F238E27FC236}">
                    <a16:creationId xmlns:a16="http://schemas.microsoft.com/office/drawing/2014/main" id="{02A49C0E-0B05-46B6-B9E7-3C9FA1E5F2DF}"/>
                  </a:ext>
                </a:extLst>
              </p:cNvPr>
              <p:cNvSpPr/>
              <p:nvPr/>
            </p:nvSpPr>
            <p:spPr>
              <a:xfrm>
                <a:off x="4441349" y="2132856"/>
                <a:ext cx="1297137" cy="432377"/>
              </a:xfrm>
              <a:prstGeom prst="roundRect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lvl="0" algn="ctr" defTabSz="914378">
                  <a:defRPr/>
                </a:pPr>
                <a:r>
                  <a:rPr lang="en" altLang="zh-CN" sz="1400" dirty="0"/>
                  <a:t>Serverless Devs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ï$ľíḍê">
                <a:extLst>
                  <a:ext uri="{FF2B5EF4-FFF2-40B4-BE49-F238E27FC236}">
                    <a16:creationId xmlns:a16="http://schemas.microsoft.com/office/drawing/2014/main" id="{06935345-5BCE-419B-8F99-7F1D572114B7}"/>
                  </a:ext>
                </a:extLst>
              </p:cNvPr>
              <p:cNvSpPr/>
              <p:nvPr/>
            </p:nvSpPr>
            <p:spPr>
              <a:xfrm>
                <a:off x="6715219" y="2132856"/>
                <a:ext cx="1297137" cy="432377"/>
              </a:xfrm>
              <a:prstGeom prst="roundRect">
                <a:avLst/>
              </a:prstGeom>
              <a:solidFill>
                <a:schemeClr val="accent2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Autofit/>
              </a:bodyPr>
              <a:lstStyle/>
              <a:p>
                <a:pPr lvl="0" algn="ctr" defTabSz="914378">
                  <a:defRPr/>
                </a:pPr>
                <a:r>
                  <a:rPr lang="en" altLang="zh-CN" sz="1400" dirty="0"/>
                  <a:t>Serverless </a:t>
                </a:r>
              </a:p>
              <a:p>
                <a:pPr lvl="0" algn="ctr" defTabSz="914378">
                  <a:defRPr/>
                </a:pPr>
                <a:r>
                  <a:rPr lang="en" altLang="zh-CN" sz="1400" dirty="0"/>
                  <a:t>Framework</a:t>
                </a:r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0F00F5B1-1246-49A1-B5A0-0BC6E7FB929B}"/>
                  </a:ext>
                </a:extLst>
              </p:cNvPr>
              <p:cNvCxnSpPr/>
              <p:nvPr/>
            </p:nvCxnSpPr>
            <p:spPr>
              <a:xfrm>
                <a:off x="5089918" y="5067124"/>
                <a:ext cx="1625301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íŝḷîḍe">
              <a:extLst>
                <a:ext uri="{FF2B5EF4-FFF2-40B4-BE49-F238E27FC236}">
                  <a16:creationId xmlns:a16="http://schemas.microsoft.com/office/drawing/2014/main" id="{3B14B428-721D-4F67-B829-34E84BAA8218}"/>
                </a:ext>
              </a:extLst>
            </p:cNvPr>
            <p:cNvGrpSpPr/>
            <p:nvPr/>
          </p:nvGrpSpPr>
          <p:grpSpPr>
            <a:xfrm>
              <a:off x="673100" y="2344050"/>
              <a:ext cx="3127900" cy="1017430"/>
              <a:chOff x="8661000" y="1781570"/>
              <a:chExt cx="2295000" cy="1017430"/>
            </a:xfrm>
          </p:grpSpPr>
          <p:sp>
            <p:nvSpPr>
              <p:cNvPr id="17" name="îš1ídé">
                <a:extLst>
                  <a:ext uri="{FF2B5EF4-FFF2-40B4-BE49-F238E27FC236}">
                    <a16:creationId xmlns:a16="http://schemas.microsoft.com/office/drawing/2014/main" id="{68DCE07D-D1A4-4ED3-9350-66A927DC4E33}"/>
                  </a:ext>
                </a:extLst>
              </p:cNvPr>
              <p:cNvSpPr txBox="1"/>
              <p:nvPr/>
            </p:nvSpPr>
            <p:spPr>
              <a:xfrm>
                <a:off x="8661000" y="1781570"/>
                <a:ext cx="2295000" cy="392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91440" tIns="45720" rIns="91440" bIns="45720" anchor="t" anchorCtr="0">
                <a:normAutofit lnSpcReduction="10000"/>
              </a:bodyPr>
              <a:lstStyle/>
              <a:p>
                <a:r>
                  <a:rPr kumimoji="1" lang="en-US" altLang="zh-CN" sz="2000" dirty="0"/>
                  <a:t>Serverless</a:t>
                </a:r>
                <a:r>
                  <a:rPr kumimoji="1" lang="zh-CN" altLang="en-US" sz="2000" dirty="0"/>
                  <a:t>的开发框架</a:t>
                </a:r>
                <a:endParaRPr kumimoji="1" lang="en-US" altLang="zh-CN" sz="2000" dirty="0"/>
              </a:p>
            </p:txBody>
          </p:sp>
          <p:sp>
            <p:nvSpPr>
              <p:cNvPr id="18" name="iṧlíďè">
                <a:extLst>
                  <a:ext uri="{FF2B5EF4-FFF2-40B4-BE49-F238E27FC236}">
                    <a16:creationId xmlns:a16="http://schemas.microsoft.com/office/drawing/2014/main" id="{744DB599-BA4D-400A-9231-236FFCD7603F}"/>
                  </a:ext>
                </a:extLst>
              </p:cNvPr>
              <p:cNvSpPr txBox="1"/>
              <p:nvPr/>
            </p:nvSpPr>
            <p:spPr>
              <a:xfrm>
                <a:off x="8661000" y="2174082"/>
                <a:ext cx="2295000" cy="6249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1440" tIns="45720" rIns="91440" bIns="45720" anchor="t" anchorCtr="0">
                <a:noAutofit/>
              </a:bodyPr>
              <a:lstStyle/>
              <a:p>
                <a:pPr>
                  <a:lnSpc>
                    <a:spcPct val="150000"/>
                  </a:lnSpc>
                  <a:spcBef>
                    <a:spcPct val="0"/>
                  </a:spcBef>
                  <a:buSzPct val="25000"/>
                </a:pPr>
                <a:r>
                  <a:rPr lang="zh-CN" altLang="en-US" sz="1600" dirty="0"/>
                  <a:t>阿里云：</a:t>
                </a:r>
                <a:r>
                  <a:rPr lang="en-US" sz="1600" dirty="0"/>
                  <a:t>Serverless Devs</a:t>
                </a:r>
                <a:endParaRPr lang="de-DE" sz="1600" dirty="0"/>
              </a:p>
            </p:txBody>
          </p:sp>
        </p:grpSp>
        <p:sp>
          <p:nvSpPr>
            <p:cNvPr id="16" name="îsļîḓê">
              <a:extLst>
                <a:ext uri="{FF2B5EF4-FFF2-40B4-BE49-F238E27FC236}">
                  <a16:creationId xmlns:a16="http://schemas.microsoft.com/office/drawing/2014/main" id="{437912B5-1A7B-4968-B438-FA44FBC2DF58}"/>
                </a:ext>
              </a:extLst>
            </p:cNvPr>
            <p:cNvSpPr txBox="1"/>
            <p:nvPr/>
          </p:nvSpPr>
          <p:spPr>
            <a:xfrm>
              <a:off x="8385267" y="2736562"/>
              <a:ext cx="3127900" cy="624918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rmAutofit/>
            </a:bodyPr>
            <a:lstStyle/>
            <a:p>
              <a:pPr algn="r">
                <a:lnSpc>
                  <a:spcPct val="150000"/>
                </a:lnSpc>
                <a:buSzPct val="25000"/>
              </a:pPr>
              <a:r>
                <a:rPr lang="zh-CN" altLang="en-US" sz="1600" dirty="0"/>
                <a:t>其他：</a:t>
              </a:r>
              <a:r>
                <a:rPr lang="en-US" sz="1600" dirty="0"/>
                <a:t>Serverless Framework</a:t>
              </a:r>
              <a:endParaRPr lang="de-DE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15151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4F70C-F51F-4520-832F-2C4161B4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kumimoji="1" lang="en-US" altLang="zh-CN" dirty="0"/>
              <a:t> Serverless</a:t>
            </a:r>
            <a:r>
              <a:rPr kumimoji="1" lang="zh-CN" altLang="en-US" dirty="0"/>
              <a:t>框架做了什么？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BDEC39-A0D8-4E2E-8039-253EF0F1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14</a:t>
            </a:fld>
            <a:endParaRPr lang="zh-CN" altLang="en-US"/>
          </a:p>
        </p:txBody>
      </p:sp>
      <p:grpSp>
        <p:nvGrpSpPr>
          <p:cNvPr id="7" name="íšḷïḑè">
            <a:extLst>
              <a:ext uri="{FF2B5EF4-FFF2-40B4-BE49-F238E27FC236}">
                <a16:creationId xmlns:a16="http://schemas.microsoft.com/office/drawing/2014/main" id="{069758F4-D789-4D9C-87DB-26AA3E905955}"/>
              </a:ext>
            </a:extLst>
          </p:cNvPr>
          <p:cNvGrpSpPr/>
          <p:nvPr/>
        </p:nvGrpSpPr>
        <p:grpSpPr>
          <a:xfrm>
            <a:off x="673104" y="1130300"/>
            <a:ext cx="3843590" cy="979162"/>
            <a:chOff x="673103" y="2680785"/>
            <a:chExt cx="4072897" cy="979162"/>
          </a:xfrm>
        </p:grpSpPr>
        <p:sp>
          <p:nvSpPr>
            <p:cNvPr id="13" name="îṩḷíḑé">
              <a:extLst>
                <a:ext uri="{FF2B5EF4-FFF2-40B4-BE49-F238E27FC236}">
                  <a16:creationId xmlns:a16="http://schemas.microsoft.com/office/drawing/2014/main" id="{28DD1550-CA18-4F89-A86F-42F605122A99}"/>
                </a:ext>
              </a:extLst>
            </p:cNvPr>
            <p:cNvSpPr txBox="1"/>
            <p:nvPr/>
          </p:nvSpPr>
          <p:spPr>
            <a:xfrm>
              <a:off x="673103" y="2680785"/>
              <a:ext cx="4072897" cy="85216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0000" tIns="46800" rIns="90000" bIns="46800" anchor="b" anchorCtr="0">
              <a:normAutofit/>
            </a:bodyPr>
            <a:lstStyle/>
            <a:p>
              <a:pPr>
                <a:buSzPct val="25000"/>
              </a:pPr>
              <a:r>
                <a:rPr lang="en-US" sz="2000" b="1" dirty="0" err="1"/>
                <a:t>构建</a:t>
              </a:r>
              <a:endParaRPr lang="en-US" sz="2000" b="1" dirty="0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F5894032-D6B7-4472-ADE7-F1B0726ADD15}"/>
                </a:ext>
              </a:extLst>
            </p:cNvPr>
            <p:cNvCxnSpPr/>
            <p:nvPr/>
          </p:nvCxnSpPr>
          <p:spPr>
            <a:xfrm>
              <a:off x="673103" y="3659947"/>
              <a:ext cx="4072897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内容占位符 4" descr="表格&#10;&#10;描述已自动生成">
            <a:extLst>
              <a:ext uri="{FF2B5EF4-FFF2-40B4-BE49-F238E27FC236}">
                <a16:creationId xmlns:a16="http://schemas.microsoft.com/office/drawing/2014/main" id="{472E6C42-EBC5-07B1-3020-F4998B901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679" y="320684"/>
            <a:ext cx="6521523" cy="638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40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04F70C-F51F-4520-832F-2C4161B4B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kumimoji="1" lang="en-US" altLang="zh-CN" dirty="0"/>
              <a:t> Serverless</a:t>
            </a:r>
            <a:r>
              <a:rPr kumimoji="1" lang="zh-CN" altLang="en-US" dirty="0"/>
              <a:t>框架做了什么？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BDEC39-A0D8-4E2E-8039-253EF0F1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13" name="îṩḷíḑé">
            <a:extLst>
              <a:ext uri="{FF2B5EF4-FFF2-40B4-BE49-F238E27FC236}">
                <a16:creationId xmlns:a16="http://schemas.microsoft.com/office/drawing/2014/main" id="{28DD1550-CA18-4F89-A86F-42F605122A99}"/>
              </a:ext>
            </a:extLst>
          </p:cNvPr>
          <p:cNvSpPr txBox="1"/>
          <p:nvPr/>
        </p:nvSpPr>
        <p:spPr>
          <a:xfrm>
            <a:off x="1038224" y="1545241"/>
            <a:ext cx="3843590" cy="1917700"/>
          </a:xfrm>
          <a:prstGeom prst="rect">
            <a:avLst/>
          </a:prstGeom>
          <a:noFill/>
          <a:ln>
            <a:noFill/>
          </a:ln>
        </p:spPr>
        <p:txBody>
          <a:bodyPr wrap="square" lIns="90000" tIns="46800" rIns="90000" bIns="46800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latin typeface="+mn-ea"/>
              </a:rPr>
              <a:t>调试</a:t>
            </a:r>
            <a:endParaRPr kumimoji="1" lang="en-US" altLang="zh-CN" sz="20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000" b="1" dirty="0">
                <a:latin typeface="+mn-ea"/>
              </a:rPr>
              <a:t>部署</a:t>
            </a:r>
            <a:endParaRPr kumimoji="1" lang="en-US" altLang="zh-CN" sz="2000" b="1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……</a:t>
            </a:r>
            <a:endParaRPr kumimoji="1" lang="en-US" altLang="zh-CN" sz="2000" b="1" dirty="0">
              <a:latin typeface="+mn-ea"/>
            </a:endParaRPr>
          </a:p>
        </p:txBody>
      </p:sp>
      <p:pic>
        <p:nvPicPr>
          <p:cNvPr id="8" name="内容占位符 4" descr="表格&#10;&#10;描述已自动生成">
            <a:extLst>
              <a:ext uri="{FF2B5EF4-FFF2-40B4-BE49-F238E27FC236}">
                <a16:creationId xmlns:a16="http://schemas.microsoft.com/office/drawing/2014/main" id="{5727F38C-D42D-9526-264C-F80139536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61" y="3526442"/>
            <a:ext cx="11839439" cy="265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69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28A4DE6-CC58-47DF-A4F8-451A92F65A96}"/>
              </a:ext>
            </a:extLst>
          </p:cNvPr>
          <p:cNvSpPr/>
          <p:nvPr/>
        </p:nvSpPr>
        <p:spPr>
          <a:xfrm>
            <a:off x="673100" y="2882900"/>
            <a:ext cx="11518900" cy="1104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开发示例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扩展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BE1EAA-DA91-4B9A-837F-78A0ED20EE18}"/>
              </a:ext>
            </a:extLst>
          </p:cNvPr>
          <p:cNvSpPr txBox="1"/>
          <p:nvPr/>
        </p:nvSpPr>
        <p:spPr>
          <a:xfrm>
            <a:off x="3433844" y="2604218"/>
            <a:ext cx="858760" cy="923701"/>
          </a:xfrm>
          <a:prstGeom prst="rect">
            <a:avLst/>
          </a:prstGeom>
          <a:noFill/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b="1" dirty="0">
                <a:solidFill>
                  <a:schemeClr val="accent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05</a:t>
            </a:r>
            <a:endParaRPr lang="zh-CN" altLang="en-US" b="1" dirty="0">
              <a:solidFill>
                <a:schemeClr val="accent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AB374A7-46FA-4001-98D2-9D2A4E9A7A15}"/>
              </a:ext>
            </a:extLst>
          </p:cNvPr>
          <p:cNvCxnSpPr>
            <a:cxnSpLocks/>
          </p:cNvCxnSpPr>
          <p:nvPr/>
        </p:nvCxnSpPr>
        <p:spPr>
          <a:xfrm>
            <a:off x="4632813" y="2489997"/>
            <a:ext cx="0" cy="1152144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5">
            <a:extLst>
              <a:ext uri="{FF2B5EF4-FFF2-40B4-BE49-F238E27FC236}">
                <a16:creationId xmlns:a16="http://schemas.microsoft.com/office/drawing/2014/main" id="{22ED50B3-CFCB-68C1-AE93-A69DE32BD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3385" y="3001736"/>
            <a:ext cx="5419185" cy="1015623"/>
          </a:xfrm>
        </p:spPr>
        <p:txBody>
          <a:bodyPr>
            <a:normAutofit/>
          </a:bodyPr>
          <a:lstStyle/>
          <a:p>
            <a:r>
              <a:rPr lang="en-US" altLang="zh-CN" sz="1600" dirty="0"/>
              <a:t>1.</a:t>
            </a:r>
            <a:r>
              <a:rPr kumimoji="1" lang="zh-CN" altLang="en-US" sz="1600" dirty="0"/>
              <a:t>开发示例 </a:t>
            </a:r>
            <a:r>
              <a:rPr kumimoji="1" lang="en-US" altLang="zh-CN" sz="1600" dirty="0"/>
              <a:t>—</a:t>
            </a:r>
            <a:r>
              <a:rPr kumimoji="1" lang="zh-CN" altLang="en-US" sz="1600" dirty="0"/>
              <a:t> </a:t>
            </a:r>
            <a:r>
              <a:rPr kumimoji="1" lang="en-US" altLang="zh-CN" sz="1600" dirty="0" err="1"/>
              <a:t>kintone</a:t>
            </a:r>
            <a:r>
              <a:rPr kumimoji="1" lang="zh-CN" altLang="en-US" sz="1600" dirty="0"/>
              <a:t> 发送通知到企业微信</a:t>
            </a:r>
            <a:endParaRPr lang="en-US" altLang="zh-CN" sz="1600" dirty="0"/>
          </a:p>
          <a:p>
            <a:pPr lvl="0"/>
            <a:r>
              <a:rPr lang="en-US" altLang="zh-CN" sz="1600" dirty="0"/>
              <a:t>2.</a:t>
            </a:r>
            <a:r>
              <a:rPr lang="zh-CN" altLang="en-US" sz="1600" dirty="0"/>
              <a:t>扩展 </a:t>
            </a:r>
            <a:r>
              <a:rPr kumimoji="1" lang="en-US" altLang="zh-CN" sz="1600" dirty="0"/>
              <a:t>—</a:t>
            </a:r>
            <a:r>
              <a:rPr kumimoji="1" lang="zh-CN" altLang="en-US" sz="1600" dirty="0"/>
              <a:t> </a:t>
            </a:r>
            <a:r>
              <a:rPr lang="zh-CN" altLang="en-US" sz="1600" dirty="0"/>
              <a:t>微信小程序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232439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开发示例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17</a:t>
            </a:fld>
            <a:endParaRPr lang="zh-CN" altLang="en-US"/>
          </a:p>
        </p:txBody>
      </p:sp>
      <p:grpSp>
        <p:nvGrpSpPr>
          <p:cNvPr id="66" name="f317fc5a-95b2-42f5-83eb-fb476d8d1ec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89D51DAB-9839-C24B-D9F4-FFE072E89A4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859111" y="1332773"/>
            <a:ext cx="11332889" cy="4810852"/>
            <a:chOff x="859111" y="1332773"/>
            <a:chExt cx="11332889" cy="4810852"/>
          </a:xfrm>
        </p:grpSpPr>
        <p:sp>
          <p:nvSpPr>
            <p:cNvPr id="67" name="išlîḍê">
              <a:extLst>
                <a:ext uri="{FF2B5EF4-FFF2-40B4-BE49-F238E27FC236}">
                  <a16:creationId xmlns:a16="http://schemas.microsoft.com/office/drawing/2014/main" id="{F523FD88-BD79-3BF0-556E-049D039E9A6C}"/>
                </a:ext>
              </a:extLst>
            </p:cNvPr>
            <p:cNvSpPr/>
            <p:nvPr/>
          </p:nvSpPr>
          <p:spPr bwMode="auto">
            <a:xfrm>
              <a:off x="6665560" y="2000504"/>
              <a:ext cx="1009573" cy="2117140"/>
            </a:xfrm>
            <a:custGeom>
              <a:avLst/>
              <a:gdLst/>
              <a:ahLst/>
              <a:cxnLst>
                <a:cxn ang="0">
                  <a:pos x="132" y="716"/>
                </a:cxn>
                <a:cxn ang="0">
                  <a:pos x="4" y="771"/>
                </a:cxn>
                <a:cxn ang="0">
                  <a:pos x="140" y="1089"/>
                </a:cxn>
                <a:cxn ang="0">
                  <a:pos x="268" y="1034"/>
                </a:cxn>
                <a:cxn ang="0">
                  <a:pos x="351" y="1133"/>
                </a:cxn>
                <a:cxn ang="0">
                  <a:pos x="540" y="946"/>
                </a:cxn>
                <a:cxn ang="0">
                  <a:pos x="427" y="778"/>
                </a:cxn>
                <a:cxn ang="0">
                  <a:pos x="540" y="187"/>
                </a:cxn>
                <a:cxn ang="0">
                  <a:pos x="351" y="0"/>
                </a:cxn>
                <a:cxn ang="0">
                  <a:pos x="258" y="113"/>
                </a:cxn>
                <a:cxn ang="0">
                  <a:pos x="129" y="61"/>
                </a:cxn>
                <a:cxn ang="0">
                  <a:pos x="0" y="381"/>
                </a:cxn>
                <a:cxn ang="0">
                  <a:pos x="129" y="433"/>
                </a:cxn>
                <a:cxn ang="0">
                  <a:pos x="132" y="716"/>
                </a:cxn>
              </a:cxnLst>
              <a:rect l="0" t="0" r="r" b="b"/>
              <a:pathLst>
                <a:path w="540" h="1133">
                  <a:moveTo>
                    <a:pt x="132" y="716"/>
                  </a:moveTo>
                  <a:cubicBezTo>
                    <a:pt x="4" y="771"/>
                    <a:pt x="4" y="771"/>
                    <a:pt x="4" y="771"/>
                  </a:cubicBezTo>
                  <a:cubicBezTo>
                    <a:pt x="140" y="1089"/>
                    <a:pt x="140" y="1089"/>
                    <a:pt x="140" y="1089"/>
                  </a:cubicBezTo>
                  <a:cubicBezTo>
                    <a:pt x="268" y="1034"/>
                    <a:pt x="268" y="1034"/>
                    <a:pt x="268" y="1034"/>
                  </a:cubicBezTo>
                  <a:cubicBezTo>
                    <a:pt x="293" y="1069"/>
                    <a:pt x="321" y="1103"/>
                    <a:pt x="351" y="1133"/>
                  </a:cubicBezTo>
                  <a:cubicBezTo>
                    <a:pt x="540" y="946"/>
                    <a:pt x="540" y="946"/>
                    <a:pt x="540" y="946"/>
                  </a:cubicBezTo>
                  <a:cubicBezTo>
                    <a:pt x="493" y="899"/>
                    <a:pt x="454" y="842"/>
                    <a:pt x="427" y="778"/>
                  </a:cubicBezTo>
                  <a:cubicBezTo>
                    <a:pt x="339" y="571"/>
                    <a:pt x="391" y="338"/>
                    <a:pt x="540" y="187"/>
                  </a:cubicBezTo>
                  <a:cubicBezTo>
                    <a:pt x="351" y="0"/>
                    <a:pt x="351" y="0"/>
                    <a:pt x="351" y="0"/>
                  </a:cubicBezTo>
                  <a:cubicBezTo>
                    <a:pt x="317" y="34"/>
                    <a:pt x="286" y="72"/>
                    <a:pt x="258" y="113"/>
                  </a:cubicBezTo>
                  <a:cubicBezTo>
                    <a:pt x="129" y="61"/>
                    <a:pt x="129" y="61"/>
                    <a:pt x="129" y="61"/>
                  </a:cubicBezTo>
                  <a:cubicBezTo>
                    <a:pt x="0" y="381"/>
                    <a:pt x="0" y="381"/>
                    <a:pt x="0" y="381"/>
                  </a:cubicBezTo>
                  <a:cubicBezTo>
                    <a:pt x="129" y="433"/>
                    <a:pt x="129" y="433"/>
                    <a:pt x="129" y="433"/>
                  </a:cubicBezTo>
                  <a:cubicBezTo>
                    <a:pt x="113" y="527"/>
                    <a:pt x="114" y="622"/>
                    <a:pt x="132" y="716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bg1"/>
              </a:solidFill>
              <a:rou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8" name="îṡ1idé">
              <a:extLst>
                <a:ext uri="{FF2B5EF4-FFF2-40B4-BE49-F238E27FC236}">
                  <a16:creationId xmlns:a16="http://schemas.microsoft.com/office/drawing/2014/main" id="{07FB391F-4C01-DAEA-1D8E-142CCD68A5D3}"/>
                </a:ext>
              </a:extLst>
            </p:cNvPr>
            <p:cNvSpPr/>
            <p:nvPr/>
          </p:nvSpPr>
          <p:spPr bwMode="auto">
            <a:xfrm>
              <a:off x="9108588" y="2000504"/>
              <a:ext cx="1009573" cy="2117140"/>
            </a:xfrm>
            <a:custGeom>
              <a:avLst/>
              <a:gdLst/>
              <a:ahLst/>
              <a:cxnLst>
                <a:cxn ang="0">
                  <a:pos x="189" y="1133"/>
                </a:cxn>
                <a:cxn ang="0">
                  <a:pos x="282" y="1020"/>
                </a:cxn>
                <a:cxn ang="0">
                  <a:pos x="411" y="1072"/>
                </a:cxn>
                <a:cxn ang="0">
                  <a:pos x="540" y="752"/>
                </a:cxn>
                <a:cxn ang="0">
                  <a:pos x="411" y="700"/>
                </a:cxn>
                <a:cxn ang="0">
                  <a:pos x="408" y="417"/>
                </a:cxn>
                <a:cxn ang="0">
                  <a:pos x="536" y="362"/>
                </a:cxn>
                <a:cxn ang="0">
                  <a:pos x="401" y="44"/>
                </a:cxn>
                <a:cxn ang="0">
                  <a:pos x="272" y="99"/>
                </a:cxn>
                <a:cxn ang="0">
                  <a:pos x="189" y="0"/>
                </a:cxn>
                <a:cxn ang="0">
                  <a:pos x="0" y="186"/>
                </a:cxn>
                <a:cxn ang="0">
                  <a:pos x="113" y="355"/>
                </a:cxn>
                <a:cxn ang="0">
                  <a:pos x="0" y="946"/>
                </a:cxn>
                <a:cxn ang="0">
                  <a:pos x="189" y="1133"/>
                </a:cxn>
              </a:cxnLst>
              <a:rect l="0" t="0" r="r" b="b"/>
              <a:pathLst>
                <a:path w="540" h="1133">
                  <a:moveTo>
                    <a:pt x="189" y="1133"/>
                  </a:moveTo>
                  <a:cubicBezTo>
                    <a:pt x="223" y="1099"/>
                    <a:pt x="254" y="1061"/>
                    <a:pt x="282" y="1020"/>
                  </a:cubicBezTo>
                  <a:cubicBezTo>
                    <a:pt x="411" y="1072"/>
                    <a:pt x="411" y="1072"/>
                    <a:pt x="411" y="1072"/>
                  </a:cubicBezTo>
                  <a:cubicBezTo>
                    <a:pt x="540" y="752"/>
                    <a:pt x="540" y="752"/>
                    <a:pt x="540" y="752"/>
                  </a:cubicBezTo>
                  <a:cubicBezTo>
                    <a:pt x="411" y="700"/>
                    <a:pt x="411" y="700"/>
                    <a:pt x="411" y="700"/>
                  </a:cubicBezTo>
                  <a:cubicBezTo>
                    <a:pt x="427" y="605"/>
                    <a:pt x="426" y="511"/>
                    <a:pt x="408" y="417"/>
                  </a:cubicBezTo>
                  <a:cubicBezTo>
                    <a:pt x="536" y="362"/>
                    <a:pt x="536" y="362"/>
                    <a:pt x="536" y="362"/>
                  </a:cubicBezTo>
                  <a:cubicBezTo>
                    <a:pt x="401" y="44"/>
                    <a:pt x="401" y="44"/>
                    <a:pt x="401" y="44"/>
                  </a:cubicBezTo>
                  <a:cubicBezTo>
                    <a:pt x="272" y="99"/>
                    <a:pt x="272" y="99"/>
                    <a:pt x="272" y="99"/>
                  </a:cubicBezTo>
                  <a:cubicBezTo>
                    <a:pt x="247" y="63"/>
                    <a:pt x="219" y="30"/>
                    <a:pt x="189" y="0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47" y="234"/>
                    <a:pt x="86" y="291"/>
                    <a:pt x="113" y="355"/>
                  </a:cubicBezTo>
                  <a:cubicBezTo>
                    <a:pt x="201" y="562"/>
                    <a:pt x="149" y="795"/>
                    <a:pt x="0" y="946"/>
                  </a:cubicBezTo>
                  <a:lnTo>
                    <a:pt x="189" y="1133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bg1"/>
              </a:solidFill>
              <a:rou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69" name="ïṧľîḍè">
              <a:extLst>
                <a:ext uri="{FF2B5EF4-FFF2-40B4-BE49-F238E27FC236}">
                  <a16:creationId xmlns:a16="http://schemas.microsoft.com/office/drawing/2014/main" id="{DC650675-C240-7A1F-44BD-8C94842F28C6}"/>
                </a:ext>
              </a:extLst>
            </p:cNvPr>
            <p:cNvSpPr/>
            <p:nvPr/>
          </p:nvSpPr>
          <p:spPr bwMode="auto">
            <a:xfrm>
              <a:off x="7321896" y="1332773"/>
              <a:ext cx="2139929" cy="1016409"/>
            </a:xfrm>
            <a:custGeom>
              <a:avLst/>
              <a:gdLst/>
              <a:ahLst/>
              <a:cxnLst>
                <a:cxn ang="0">
                  <a:pos x="1145" y="357"/>
                </a:cxn>
                <a:cxn ang="0">
                  <a:pos x="1026" y="258"/>
                </a:cxn>
                <a:cxn ang="0">
                  <a:pos x="1078" y="129"/>
                </a:cxn>
                <a:cxn ang="0">
                  <a:pos x="758" y="0"/>
                </a:cxn>
                <a:cxn ang="0">
                  <a:pos x="706" y="129"/>
                </a:cxn>
                <a:cxn ang="0">
                  <a:pos x="423" y="132"/>
                </a:cxn>
                <a:cxn ang="0">
                  <a:pos x="368" y="4"/>
                </a:cxn>
                <a:cxn ang="0">
                  <a:pos x="50" y="139"/>
                </a:cxn>
                <a:cxn ang="0">
                  <a:pos x="105" y="268"/>
                </a:cxn>
                <a:cxn ang="0">
                  <a:pos x="0" y="357"/>
                </a:cxn>
                <a:cxn ang="0">
                  <a:pos x="189" y="544"/>
                </a:cxn>
                <a:cxn ang="0">
                  <a:pos x="361" y="427"/>
                </a:cxn>
                <a:cxn ang="0">
                  <a:pos x="361" y="427"/>
                </a:cxn>
                <a:cxn ang="0">
                  <a:pos x="572" y="384"/>
                </a:cxn>
                <a:cxn ang="0">
                  <a:pos x="956" y="543"/>
                </a:cxn>
                <a:cxn ang="0">
                  <a:pos x="1145" y="357"/>
                </a:cxn>
              </a:cxnLst>
              <a:rect l="0" t="0" r="r" b="b"/>
              <a:pathLst>
                <a:path w="1145" h="544">
                  <a:moveTo>
                    <a:pt x="1145" y="357"/>
                  </a:moveTo>
                  <a:cubicBezTo>
                    <a:pt x="1109" y="320"/>
                    <a:pt x="1069" y="287"/>
                    <a:pt x="1026" y="258"/>
                  </a:cubicBezTo>
                  <a:cubicBezTo>
                    <a:pt x="1078" y="129"/>
                    <a:pt x="1078" y="129"/>
                    <a:pt x="1078" y="129"/>
                  </a:cubicBezTo>
                  <a:cubicBezTo>
                    <a:pt x="758" y="0"/>
                    <a:pt x="758" y="0"/>
                    <a:pt x="758" y="0"/>
                  </a:cubicBezTo>
                  <a:cubicBezTo>
                    <a:pt x="706" y="129"/>
                    <a:pt x="706" y="129"/>
                    <a:pt x="706" y="129"/>
                  </a:cubicBezTo>
                  <a:cubicBezTo>
                    <a:pt x="612" y="114"/>
                    <a:pt x="516" y="115"/>
                    <a:pt x="423" y="132"/>
                  </a:cubicBezTo>
                  <a:cubicBezTo>
                    <a:pt x="368" y="4"/>
                    <a:pt x="368" y="4"/>
                    <a:pt x="368" y="4"/>
                  </a:cubicBezTo>
                  <a:cubicBezTo>
                    <a:pt x="50" y="139"/>
                    <a:pt x="50" y="139"/>
                    <a:pt x="50" y="139"/>
                  </a:cubicBezTo>
                  <a:cubicBezTo>
                    <a:pt x="105" y="268"/>
                    <a:pt x="105" y="268"/>
                    <a:pt x="105" y="268"/>
                  </a:cubicBezTo>
                  <a:cubicBezTo>
                    <a:pt x="67" y="295"/>
                    <a:pt x="32" y="324"/>
                    <a:pt x="0" y="357"/>
                  </a:cubicBezTo>
                  <a:cubicBezTo>
                    <a:pt x="189" y="544"/>
                    <a:pt x="189" y="544"/>
                    <a:pt x="189" y="544"/>
                  </a:cubicBezTo>
                  <a:cubicBezTo>
                    <a:pt x="237" y="495"/>
                    <a:pt x="295" y="455"/>
                    <a:pt x="361" y="427"/>
                  </a:cubicBezTo>
                  <a:cubicBezTo>
                    <a:pt x="361" y="427"/>
                    <a:pt x="361" y="427"/>
                    <a:pt x="361" y="427"/>
                  </a:cubicBezTo>
                  <a:cubicBezTo>
                    <a:pt x="428" y="398"/>
                    <a:pt x="500" y="384"/>
                    <a:pt x="572" y="384"/>
                  </a:cubicBezTo>
                  <a:cubicBezTo>
                    <a:pt x="719" y="384"/>
                    <a:pt x="857" y="443"/>
                    <a:pt x="956" y="543"/>
                  </a:cubicBezTo>
                  <a:lnTo>
                    <a:pt x="1145" y="357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bg1"/>
              </a:solidFill>
              <a:rou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0" name="îś1íḋê">
              <a:extLst>
                <a:ext uri="{FF2B5EF4-FFF2-40B4-BE49-F238E27FC236}">
                  <a16:creationId xmlns:a16="http://schemas.microsoft.com/office/drawing/2014/main" id="{0EF755BF-B12A-7BE8-2B1F-A03EE993307F}"/>
                </a:ext>
              </a:extLst>
            </p:cNvPr>
            <p:cNvSpPr/>
            <p:nvPr/>
          </p:nvSpPr>
          <p:spPr bwMode="auto">
            <a:xfrm>
              <a:off x="7321896" y="3768965"/>
              <a:ext cx="2139929" cy="1016409"/>
            </a:xfrm>
            <a:custGeom>
              <a:avLst/>
              <a:gdLst/>
              <a:ahLst/>
              <a:cxnLst>
                <a:cxn ang="0">
                  <a:pos x="0" y="187"/>
                </a:cxn>
                <a:cxn ang="0">
                  <a:pos x="119" y="286"/>
                </a:cxn>
                <a:cxn ang="0">
                  <a:pos x="67" y="415"/>
                </a:cxn>
                <a:cxn ang="0">
                  <a:pos x="387" y="544"/>
                </a:cxn>
                <a:cxn ang="0">
                  <a:pos x="440" y="415"/>
                </a:cxn>
                <a:cxn ang="0">
                  <a:pos x="722" y="412"/>
                </a:cxn>
                <a:cxn ang="0">
                  <a:pos x="777" y="540"/>
                </a:cxn>
                <a:cxn ang="0">
                  <a:pos x="1095" y="405"/>
                </a:cxn>
                <a:cxn ang="0">
                  <a:pos x="1040" y="276"/>
                </a:cxn>
                <a:cxn ang="0">
                  <a:pos x="1145" y="187"/>
                </a:cxn>
                <a:cxn ang="0">
                  <a:pos x="956" y="0"/>
                </a:cxn>
                <a:cxn ang="0">
                  <a:pos x="784" y="117"/>
                </a:cxn>
                <a:cxn ang="0">
                  <a:pos x="573" y="160"/>
                </a:cxn>
                <a:cxn ang="0">
                  <a:pos x="189" y="0"/>
                </a:cxn>
                <a:cxn ang="0">
                  <a:pos x="0" y="187"/>
                </a:cxn>
              </a:cxnLst>
              <a:rect l="0" t="0" r="r" b="b"/>
              <a:pathLst>
                <a:path w="1145" h="544">
                  <a:moveTo>
                    <a:pt x="0" y="187"/>
                  </a:moveTo>
                  <a:cubicBezTo>
                    <a:pt x="36" y="224"/>
                    <a:pt x="76" y="257"/>
                    <a:pt x="119" y="286"/>
                  </a:cubicBezTo>
                  <a:cubicBezTo>
                    <a:pt x="67" y="415"/>
                    <a:pt x="67" y="415"/>
                    <a:pt x="67" y="415"/>
                  </a:cubicBezTo>
                  <a:cubicBezTo>
                    <a:pt x="387" y="544"/>
                    <a:pt x="387" y="544"/>
                    <a:pt x="387" y="544"/>
                  </a:cubicBezTo>
                  <a:cubicBezTo>
                    <a:pt x="440" y="415"/>
                    <a:pt x="440" y="415"/>
                    <a:pt x="440" y="415"/>
                  </a:cubicBezTo>
                  <a:cubicBezTo>
                    <a:pt x="533" y="430"/>
                    <a:pt x="629" y="429"/>
                    <a:pt x="722" y="412"/>
                  </a:cubicBezTo>
                  <a:cubicBezTo>
                    <a:pt x="777" y="540"/>
                    <a:pt x="777" y="540"/>
                    <a:pt x="777" y="540"/>
                  </a:cubicBezTo>
                  <a:cubicBezTo>
                    <a:pt x="1095" y="405"/>
                    <a:pt x="1095" y="405"/>
                    <a:pt x="1095" y="405"/>
                  </a:cubicBezTo>
                  <a:cubicBezTo>
                    <a:pt x="1040" y="276"/>
                    <a:pt x="1040" y="276"/>
                    <a:pt x="1040" y="276"/>
                  </a:cubicBezTo>
                  <a:cubicBezTo>
                    <a:pt x="1078" y="249"/>
                    <a:pt x="1113" y="220"/>
                    <a:pt x="1145" y="187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08" y="49"/>
                    <a:pt x="850" y="89"/>
                    <a:pt x="784" y="117"/>
                  </a:cubicBezTo>
                  <a:cubicBezTo>
                    <a:pt x="717" y="146"/>
                    <a:pt x="646" y="160"/>
                    <a:pt x="573" y="160"/>
                  </a:cubicBezTo>
                  <a:cubicBezTo>
                    <a:pt x="426" y="160"/>
                    <a:pt x="289" y="101"/>
                    <a:pt x="189" y="0"/>
                  </a:cubicBezTo>
                  <a:lnTo>
                    <a:pt x="0" y="187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28575">
              <a:solidFill>
                <a:schemeClr val="bg1"/>
              </a:solidFill>
              <a:rou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grpSp>
          <p:nvGrpSpPr>
            <p:cNvPr id="71" name="í$ļiḑé">
              <a:extLst>
                <a:ext uri="{FF2B5EF4-FFF2-40B4-BE49-F238E27FC236}">
                  <a16:creationId xmlns:a16="http://schemas.microsoft.com/office/drawing/2014/main" id="{966F0B7C-A77E-5008-4D5D-1990F40B51D5}"/>
                </a:ext>
              </a:extLst>
            </p:cNvPr>
            <p:cNvGrpSpPr/>
            <p:nvPr/>
          </p:nvGrpSpPr>
          <p:grpSpPr>
            <a:xfrm flipH="1">
              <a:off x="7139580" y="4550642"/>
              <a:ext cx="3928900" cy="1592983"/>
              <a:chOff x="1123520" y="4464309"/>
              <a:chExt cx="3928900" cy="1592983"/>
            </a:xfrm>
          </p:grpSpPr>
          <p:grpSp>
            <p:nvGrpSpPr>
              <p:cNvPr id="79" name="îšliḋe">
                <a:extLst>
                  <a:ext uri="{FF2B5EF4-FFF2-40B4-BE49-F238E27FC236}">
                    <a16:creationId xmlns:a16="http://schemas.microsoft.com/office/drawing/2014/main" id="{0207E245-A83D-B22F-FF72-344A06720B40}"/>
                  </a:ext>
                </a:extLst>
              </p:cNvPr>
              <p:cNvGrpSpPr/>
              <p:nvPr/>
            </p:nvGrpSpPr>
            <p:grpSpPr>
              <a:xfrm>
                <a:off x="1123520" y="4464309"/>
                <a:ext cx="3928900" cy="1592983"/>
                <a:chOff x="1123520" y="4464309"/>
                <a:chExt cx="3928900" cy="1592983"/>
              </a:xfrm>
            </p:grpSpPr>
            <p:sp>
              <p:nvSpPr>
                <p:cNvPr id="91" name="išḻiďe">
                  <a:extLst>
                    <a:ext uri="{FF2B5EF4-FFF2-40B4-BE49-F238E27FC236}">
                      <a16:creationId xmlns:a16="http://schemas.microsoft.com/office/drawing/2014/main" id="{3950B556-8BCE-8BF7-C391-C126CB403788}"/>
                    </a:ext>
                  </a:extLst>
                </p:cNvPr>
                <p:cNvSpPr/>
                <p:nvPr/>
              </p:nvSpPr>
              <p:spPr bwMode="auto">
                <a:xfrm flipH="1">
                  <a:off x="1123520" y="4464309"/>
                  <a:ext cx="3928900" cy="1592983"/>
                </a:xfrm>
                <a:custGeom>
                  <a:avLst/>
                  <a:gdLst/>
                  <a:ahLst/>
                  <a:cxnLst>
                    <a:cxn ang="0">
                      <a:pos x="1887" y="0"/>
                    </a:cxn>
                    <a:cxn ang="0">
                      <a:pos x="1370" y="77"/>
                    </a:cxn>
                    <a:cxn ang="0">
                      <a:pos x="1044" y="175"/>
                    </a:cxn>
                    <a:cxn ang="0">
                      <a:pos x="906" y="319"/>
                    </a:cxn>
                    <a:cxn ang="0">
                      <a:pos x="834" y="352"/>
                    </a:cxn>
                    <a:cxn ang="0">
                      <a:pos x="779" y="380"/>
                    </a:cxn>
                    <a:cxn ang="0">
                      <a:pos x="674" y="366"/>
                    </a:cxn>
                    <a:cxn ang="0">
                      <a:pos x="584" y="357"/>
                    </a:cxn>
                    <a:cxn ang="0">
                      <a:pos x="468" y="353"/>
                    </a:cxn>
                    <a:cxn ang="0">
                      <a:pos x="351" y="335"/>
                    </a:cxn>
                    <a:cxn ang="0">
                      <a:pos x="306" y="340"/>
                    </a:cxn>
                    <a:cxn ang="0">
                      <a:pos x="241" y="291"/>
                    </a:cxn>
                    <a:cxn ang="0">
                      <a:pos x="197" y="258"/>
                    </a:cxn>
                    <a:cxn ang="0">
                      <a:pos x="91" y="204"/>
                    </a:cxn>
                    <a:cxn ang="0">
                      <a:pos x="37" y="270"/>
                    </a:cxn>
                    <a:cxn ang="0">
                      <a:pos x="55" y="297"/>
                    </a:cxn>
                    <a:cxn ang="0">
                      <a:pos x="32" y="366"/>
                    </a:cxn>
                    <a:cxn ang="0">
                      <a:pos x="112" y="443"/>
                    </a:cxn>
                    <a:cxn ang="0">
                      <a:pos x="273" y="569"/>
                    </a:cxn>
                    <a:cxn ang="0">
                      <a:pos x="443" y="684"/>
                    </a:cxn>
                    <a:cxn ang="0">
                      <a:pos x="684" y="739"/>
                    </a:cxn>
                    <a:cxn ang="0">
                      <a:pos x="849" y="827"/>
                    </a:cxn>
                    <a:cxn ang="0">
                      <a:pos x="1259" y="653"/>
                    </a:cxn>
                    <a:cxn ang="0">
                      <a:pos x="1893" y="463"/>
                    </a:cxn>
                    <a:cxn ang="0">
                      <a:pos x="1887" y="0"/>
                    </a:cxn>
                  </a:cxnLst>
                  <a:rect l="0" t="0" r="r" b="b"/>
                  <a:pathLst>
                    <a:path w="2102" h="853">
                      <a:moveTo>
                        <a:pt x="1887" y="0"/>
                      </a:moveTo>
                      <a:cubicBezTo>
                        <a:pt x="1767" y="2"/>
                        <a:pt x="1450" y="64"/>
                        <a:pt x="1370" y="77"/>
                      </a:cubicBezTo>
                      <a:cubicBezTo>
                        <a:pt x="1253" y="60"/>
                        <a:pt x="1140" y="86"/>
                        <a:pt x="1044" y="175"/>
                      </a:cubicBezTo>
                      <a:cubicBezTo>
                        <a:pt x="948" y="264"/>
                        <a:pt x="906" y="319"/>
                        <a:pt x="906" y="319"/>
                      </a:cubicBezTo>
                      <a:cubicBezTo>
                        <a:pt x="906" y="319"/>
                        <a:pt x="870" y="340"/>
                        <a:pt x="834" y="352"/>
                      </a:cubicBezTo>
                      <a:cubicBezTo>
                        <a:pt x="799" y="364"/>
                        <a:pt x="779" y="380"/>
                        <a:pt x="779" y="380"/>
                      </a:cubicBezTo>
                      <a:cubicBezTo>
                        <a:pt x="779" y="380"/>
                        <a:pt x="709" y="361"/>
                        <a:pt x="674" y="366"/>
                      </a:cubicBezTo>
                      <a:cubicBezTo>
                        <a:pt x="638" y="371"/>
                        <a:pt x="627" y="363"/>
                        <a:pt x="584" y="357"/>
                      </a:cubicBezTo>
                      <a:cubicBezTo>
                        <a:pt x="541" y="351"/>
                        <a:pt x="499" y="359"/>
                        <a:pt x="468" y="353"/>
                      </a:cubicBezTo>
                      <a:cubicBezTo>
                        <a:pt x="436" y="347"/>
                        <a:pt x="385" y="334"/>
                        <a:pt x="351" y="335"/>
                      </a:cubicBezTo>
                      <a:cubicBezTo>
                        <a:pt x="318" y="336"/>
                        <a:pt x="306" y="340"/>
                        <a:pt x="306" y="340"/>
                      </a:cubicBezTo>
                      <a:cubicBezTo>
                        <a:pt x="306" y="340"/>
                        <a:pt x="264" y="302"/>
                        <a:pt x="241" y="291"/>
                      </a:cubicBezTo>
                      <a:cubicBezTo>
                        <a:pt x="219" y="280"/>
                        <a:pt x="197" y="258"/>
                        <a:pt x="197" y="258"/>
                      </a:cubicBezTo>
                      <a:cubicBezTo>
                        <a:pt x="197" y="258"/>
                        <a:pt x="158" y="198"/>
                        <a:pt x="91" y="204"/>
                      </a:cubicBezTo>
                      <a:cubicBezTo>
                        <a:pt x="24" y="210"/>
                        <a:pt x="21" y="250"/>
                        <a:pt x="37" y="270"/>
                      </a:cubicBezTo>
                      <a:cubicBezTo>
                        <a:pt x="53" y="290"/>
                        <a:pt x="55" y="297"/>
                        <a:pt x="55" y="297"/>
                      </a:cubicBezTo>
                      <a:cubicBezTo>
                        <a:pt x="55" y="297"/>
                        <a:pt x="0" y="331"/>
                        <a:pt x="32" y="366"/>
                      </a:cubicBezTo>
                      <a:cubicBezTo>
                        <a:pt x="64" y="401"/>
                        <a:pt x="91" y="417"/>
                        <a:pt x="112" y="443"/>
                      </a:cubicBezTo>
                      <a:cubicBezTo>
                        <a:pt x="133" y="469"/>
                        <a:pt x="207" y="521"/>
                        <a:pt x="273" y="569"/>
                      </a:cubicBezTo>
                      <a:cubicBezTo>
                        <a:pt x="339" y="617"/>
                        <a:pt x="391" y="661"/>
                        <a:pt x="443" y="684"/>
                      </a:cubicBezTo>
                      <a:cubicBezTo>
                        <a:pt x="495" y="708"/>
                        <a:pt x="614" y="714"/>
                        <a:pt x="684" y="739"/>
                      </a:cubicBezTo>
                      <a:cubicBezTo>
                        <a:pt x="753" y="765"/>
                        <a:pt x="808" y="801"/>
                        <a:pt x="849" y="827"/>
                      </a:cubicBezTo>
                      <a:cubicBezTo>
                        <a:pt x="889" y="853"/>
                        <a:pt x="1137" y="725"/>
                        <a:pt x="1259" y="653"/>
                      </a:cubicBezTo>
                      <a:cubicBezTo>
                        <a:pt x="1380" y="582"/>
                        <a:pt x="1684" y="439"/>
                        <a:pt x="1893" y="463"/>
                      </a:cubicBezTo>
                      <a:cubicBezTo>
                        <a:pt x="2102" y="488"/>
                        <a:pt x="2057" y="10"/>
                        <a:pt x="1887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92" name="îšļîdé">
                  <a:extLst>
                    <a:ext uri="{FF2B5EF4-FFF2-40B4-BE49-F238E27FC236}">
                      <a16:creationId xmlns:a16="http://schemas.microsoft.com/office/drawing/2014/main" id="{22433912-D388-24F9-5B5B-C176BD7CDDD2}"/>
                    </a:ext>
                  </a:extLst>
                </p:cNvPr>
                <p:cNvSpPr/>
                <p:nvPr/>
              </p:nvSpPr>
              <p:spPr bwMode="auto">
                <a:xfrm flipH="1">
                  <a:off x="1251141" y="4833498"/>
                  <a:ext cx="3801279" cy="1223794"/>
                </a:xfrm>
                <a:custGeom>
                  <a:avLst/>
                  <a:gdLst/>
                  <a:ahLst/>
                  <a:cxnLst>
                    <a:cxn ang="0">
                      <a:pos x="779" y="182"/>
                    </a:cxn>
                    <a:cxn ang="0">
                      <a:pos x="674" y="168"/>
                    </a:cxn>
                    <a:cxn ang="0">
                      <a:pos x="584" y="159"/>
                    </a:cxn>
                    <a:cxn ang="0">
                      <a:pos x="468" y="155"/>
                    </a:cxn>
                    <a:cxn ang="0">
                      <a:pos x="351" y="137"/>
                    </a:cxn>
                    <a:cxn ang="0">
                      <a:pos x="306" y="142"/>
                    </a:cxn>
                    <a:cxn ang="0">
                      <a:pos x="197" y="60"/>
                    </a:cxn>
                    <a:cxn ang="0">
                      <a:pos x="91" y="6"/>
                    </a:cxn>
                    <a:cxn ang="0">
                      <a:pos x="37" y="72"/>
                    </a:cxn>
                    <a:cxn ang="0">
                      <a:pos x="55" y="99"/>
                    </a:cxn>
                    <a:cxn ang="0">
                      <a:pos x="32" y="168"/>
                    </a:cxn>
                    <a:cxn ang="0">
                      <a:pos x="112" y="245"/>
                    </a:cxn>
                    <a:cxn ang="0">
                      <a:pos x="273" y="371"/>
                    </a:cxn>
                    <a:cxn ang="0">
                      <a:pos x="443" y="486"/>
                    </a:cxn>
                    <a:cxn ang="0">
                      <a:pos x="684" y="541"/>
                    </a:cxn>
                    <a:cxn ang="0">
                      <a:pos x="849" y="629"/>
                    </a:cxn>
                    <a:cxn ang="0">
                      <a:pos x="1259" y="455"/>
                    </a:cxn>
                    <a:cxn ang="0">
                      <a:pos x="1893" y="265"/>
                    </a:cxn>
                    <a:cxn ang="0">
                      <a:pos x="2011" y="101"/>
                    </a:cxn>
                    <a:cxn ang="0">
                      <a:pos x="1362" y="142"/>
                    </a:cxn>
                    <a:cxn ang="0">
                      <a:pos x="1065" y="316"/>
                    </a:cxn>
                    <a:cxn ang="0">
                      <a:pos x="1157" y="349"/>
                    </a:cxn>
                    <a:cxn ang="0">
                      <a:pos x="1050" y="510"/>
                    </a:cxn>
                    <a:cxn ang="0">
                      <a:pos x="865" y="581"/>
                    </a:cxn>
                    <a:cxn ang="0">
                      <a:pos x="629" y="510"/>
                    </a:cxn>
                    <a:cxn ang="0">
                      <a:pos x="684" y="476"/>
                    </a:cxn>
                    <a:cxn ang="0">
                      <a:pos x="811" y="453"/>
                    </a:cxn>
                    <a:cxn ang="0">
                      <a:pos x="835" y="454"/>
                    </a:cxn>
                    <a:cxn ang="0">
                      <a:pos x="879" y="417"/>
                    </a:cxn>
                    <a:cxn ang="0">
                      <a:pos x="934" y="413"/>
                    </a:cxn>
                    <a:cxn ang="0">
                      <a:pos x="1114" y="380"/>
                    </a:cxn>
                    <a:cxn ang="0">
                      <a:pos x="1078" y="372"/>
                    </a:cxn>
                    <a:cxn ang="0">
                      <a:pos x="835" y="411"/>
                    </a:cxn>
                    <a:cxn ang="0">
                      <a:pos x="515" y="485"/>
                    </a:cxn>
                    <a:cxn ang="0">
                      <a:pos x="406" y="411"/>
                    </a:cxn>
                    <a:cxn ang="0">
                      <a:pos x="453" y="311"/>
                    </a:cxn>
                    <a:cxn ang="0">
                      <a:pos x="597" y="237"/>
                    </a:cxn>
                    <a:cxn ang="0">
                      <a:pos x="779" y="182"/>
                    </a:cxn>
                  </a:cxnLst>
                  <a:rect l="0" t="0" r="r" b="b"/>
                  <a:pathLst>
                    <a:path w="2033" h="655">
                      <a:moveTo>
                        <a:pt x="779" y="182"/>
                      </a:moveTo>
                      <a:cubicBezTo>
                        <a:pt x="779" y="182"/>
                        <a:pt x="709" y="163"/>
                        <a:pt x="674" y="168"/>
                      </a:cubicBezTo>
                      <a:cubicBezTo>
                        <a:pt x="638" y="173"/>
                        <a:pt x="627" y="165"/>
                        <a:pt x="584" y="159"/>
                      </a:cubicBezTo>
                      <a:cubicBezTo>
                        <a:pt x="541" y="153"/>
                        <a:pt x="499" y="161"/>
                        <a:pt x="468" y="155"/>
                      </a:cubicBezTo>
                      <a:cubicBezTo>
                        <a:pt x="436" y="149"/>
                        <a:pt x="385" y="136"/>
                        <a:pt x="351" y="137"/>
                      </a:cubicBezTo>
                      <a:cubicBezTo>
                        <a:pt x="318" y="138"/>
                        <a:pt x="306" y="142"/>
                        <a:pt x="306" y="142"/>
                      </a:cubicBezTo>
                      <a:cubicBezTo>
                        <a:pt x="265" y="112"/>
                        <a:pt x="240" y="91"/>
                        <a:pt x="197" y="60"/>
                      </a:cubicBezTo>
                      <a:cubicBezTo>
                        <a:pt x="197" y="60"/>
                        <a:pt x="158" y="0"/>
                        <a:pt x="91" y="6"/>
                      </a:cubicBezTo>
                      <a:cubicBezTo>
                        <a:pt x="24" y="12"/>
                        <a:pt x="21" y="52"/>
                        <a:pt x="37" y="72"/>
                      </a:cubicBezTo>
                      <a:cubicBezTo>
                        <a:pt x="53" y="92"/>
                        <a:pt x="55" y="99"/>
                        <a:pt x="55" y="99"/>
                      </a:cubicBezTo>
                      <a:cubicBezTo>
                        <a:pt x="55" y="99"/>
                        <a:pt x="0" y="133"/>
                        <a:pt x="32" y="168"/>
                      </a:cubicBezTo>
                      <a:cubicBezTo>
                        <a:pt x="64" y="203"/>
                        <a:pt x="91" y="219"/>
                        <a:pt x="112" y="245"/>
                      </a:cubicBezTo>
                      <a:cubicBezTo>
                        <a:pt x="133" y="271"/>
                        <a:pt x="207" y="323"/>
                        <a:pt x="273" y="371"/>
                      </a:cubicBezTo>
                      <a:cubicBezTo>
                        <a:pt x="339" y="419"/>
                        <a:pt x="391" y="463"/>
                        <a:pt x="443" y="486"/>
                      </a:cubicBezTo>
                      <a:cubicBezTo>
                        <a:pt x="495" y="510"/>
                        <a:pt x="614" y="516"/>
                        <a:pt x="684" y="541"/>
                      </a:cubicBezTo>
                      <a:cubicBezTo>
                        <a:pt x="753" y="567"/>
                        <a:pt x="808" y="603"/>
                        <a:pt x="849" y="629"/>
                      </a:cubicBezTo>
                      <a:cubicBezTo>
                        <a:pt x="889" y="655"/>
                        <a:pt x="1137" y="527"/>
                        <a:pt x="1259" y="455"/>
                      </a:cubicBezTo>
                      <a:cubicBezTo>
                        <a:pt x="1380" y="384"/>
                        <a:pt x="1753" y="249"/>
                        <a:pt x="1893" y="265"/>
                      </a:cubicBezTo>
                      <a:cubicBezTo>
                        <a:pt x="2033" y="282"/>
                        <a:pt x="1990" y="169"/>
                        <a:pt x="2011" y="101"/>
                      </a:cubicBezTo>
                      <a:cubicBezTo>
                        <a:pt x="1979" y="96"/>
                        <a:pt x="1402" y="124"/>
                        <a:pt x="1362" y="142"/>
                      </a:cubicBezTo>
                      <a:cubicBezTo>
                        <a:pt x="1266" y="185"/>
                        <a:pt x="1098" y="278"/>
                        <a:pt x="1065" y="316"/>
                      </a:cubicBezTo>
                      <a:cubicBezTo>
                        <a:pt x="1027" y="359"/>
                        <a:pt x="1118" y="371"/>
                        <a:pt x="1157" y="349"/>
                      </a:cubicBezTo>
                      <a:cubicBezTo>
                        <a:pt x="1223" y="313"/>
                        <a:pt x="1146" y="451"/>
                        <a:pt x="1050" y="510"/>
                      </a:cubicBezTo>
                      <a:cubicBezTo>
                        <a:pt x="955" y="570"/>
                        <a:pt x="899" y="604"/>
                        <a:pt x="865" y="581"/>
                      </a:cubicBezTo>
                      <a:cubicBezTo>
                        <a:pt x="832" y="557"/>
                        <a:pt x="719" y="508"/>
                        <a:pt x="629" y="510"/>
                      </a:cubicBezTo>
                      <a:cubicBezTo>
                        <a:pt x="539" y="512"/>
                        <a:pt x="640" y="486"/>
                        <a:pt x="684" y="476"/>
                      </a:cubicBezTo>
                      <a:cubicBezTo>
                        <a:pt x="728" y="467"/>
                        <a:pt x="796" y="442"/>
                        <a:pt x="811" y="453"/>
                      </a:cubicBezTo>
                      <a:cubicBezTo>
                        <a:pt x="827" y="464"/>
                        <a:pt x="837" y="474"/>
                        <a:pt x="835" y="454"/>
                      </a:cubicBezTo>
                      <a:cubicBezTo>
                        <a:pt x="833" y="434"/>
                        <a:pt x="836" y="427"/>
                        <a:pt x="879" y="417"/>
                      </a:cubicBezTo>
                      <a:cubicBezTo>
                        <a:pt x="922" y="406"/>
                        <a:pt x="909" y="416"/>
                        <a:pt x="934" y="413"/>
                      </a:cubicBezTo>
                      <a:cubicBezTo>
                        <a:pt x="958" y="410"/>
                        <a:pt x="1063" y="401"/>
                        <a:pt x="1114" y="380"/>
                      </a:cubicBezTo>
                      <a:cubicBezTo>
                        <a:pt x="1165" y="359"/>
                        <a:pt x="1161" y="344"/>
                        <a:pt x="1078" y="372"/>
                      </a:cubicBezTo>
                      <a:cubicBezTo>
                        <a:pt x="995" y="400"/>
                        <a:pt x="946" y="382"/>
                        <a:pt x="835" y="411"/>
                      </a:cubicBezTo>
                      <a:cubicBezTo>
                        <a:pt x="724" y="440"/>
                        <a:pt x="595" y="483"/>
                        <a:pt x="515" y="485"/>
                      </a:cubicBezTo>
                      <a:cubicBezTo>
                        <a:pt x="434" y="486"/>
                        <a:pt x="416" y="442"/>
                        <a:pt x="406" y="411"/>
                      </a:cubicBezTo>
                      <a:cubicBezTo>
                        <a:pt x="396" y="380"/>
                        <a:pt x="414" y="346"/>
                        <a:pt x="453" y="311"/>
                      </a:cubicBezTo>
                      <a:cubicBezTo>
                        <a:pt x="493" y="277"/>
                        <a:pt x="548" y="249"/>
                        <a:pt x="597" y="237"/>
                      </a:cubicBezTo>
                      <a:cubicBezTo>
                        <a:pt x="646" y="225"/>
                        <a:pt x="730" y="205"/>
                        <a:pt x="779" y="182"/>
                      </a:cubicBez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</p:grpSp>
          <p:grpSp>
            <p:nvGrpSpPr>
              <p:cNvPr id="80" name="ïŝḻïḓe">
                <a:extLst>
                  <a:ext uri="{FF2B5EF4-FFF2-40B4-BE49-F238E27FC236}">
                    <a16:creationId xmlns:a16="http://schemas.microsoft.com/office/drawing/2014/main" id="{5E7F6AD0-80C2-97E0-9FDC-F04FB2AB4CE3}"/>
                  </a:ext>
                </a:extLst>
              </p:cNvPr>
              <p:cNvGrpSpPr/>
              <p:nvPr/>
            </p:nvGrpSpPr>
            <p:grpSpPr>
              <a:xfrm>
                <a:off x="1948497" y="4831220"/>
                <a:ext cx="3028718" cy="1071104"/>
                <a:chOff x="1948497" y="4831220"/>
                <a:chExt cx="3028718" cy="1071104"/>
              </a:xfrm>
            </p:grpSpPr>
            <p:sp>
              <p:nvSpPr>
                <p:cNvPr id="82" name="îşḷíḑê">
                  <a:extLst>
                    <a:ext uri="{FF2B5EF4-FFF2-40B4-BE49-F238E27FC236}">
                      <a16:creationId xmlns:a16="http://schemas.microsoft.com/office/drawing/2014/main" id="{121F89A5-80C5-DB4C-DCB7-A0996C34810D}"/>
                    </a:ext>
                  </a:extLst>
                </p:cNvPr>
                <p:cNvSpPr/>
                <p:nvPr/>
              </p:nvSpPr>
              <p:spPr bwMode="auto">
                <a:xfrm flipH="1">
                  <a:off x="1948497" y="4838056"/>
                  <a:ext cx="2354150" cy="920693"/>
                </a:xfrm>
                <a:custGeom>
                  <a:avLst/>
                  <a:gdLst/>
                  <a:ahLst/>
                  <a:cxnLst>
                    <a:cxn ang="0">
                      <a:pos x="1218" y="75"/>
                    </a:cxn>
                    <a:cxn ang="0">
                      <a:pos x="1019" y="37"/>
                    </a:cxn>
                    <a:cxn ang="0">
                      <a:pos x="742" y="193"/>
                    </a:cxn>
                    <a:cxn ang="0">
                      <a:pos x="612" y="311"/>
                    </a:cxn>
                    <a:cxn ang="0">
                      <a:pos x="356" y="305"/>
                    </a:cxn>
                    <a:cxn ang="0">
                      <a:pos x="237" y="355"/>
                    </a:cxn>
                    <a:cxn ang="0">
                      <a:pos x="185" y="335"/>
                    </a:cxn>
                    <a:cxn ang="0">
                      <a:pos x="53" y="328"/>
                    </a:cxn>
                    <a:cxn ang="0">
                      <a:pos x="14" y="429"/>
                    </a:cxn>
                    <a:cxn ang="0">
                      <a:pos x="59" y="484"/>
                    </a:cxn>
                    <a:cxn ang="0">
                      <a:pos x="166" y="493"/>
                    </a:cxn>
                    <a:cxn ang="0">
                      <a:pos x="283" y="464"/>
                    </a:cxn>
                    <a:cxn ang="0">
                      <a:pos x="479" y="401"/>
                    </a:cxn>
                    <a:cxn ang="0">
                      <a:pos x="611" y="389"/>
                    </a:cxn>
                    <a:cxn ang="0">
                      <a:pos x="726" y="361"/>
                    </a:cxn>
                    <a:cxn ang="0">
                      <a:pos x="760" y="342"/>
                    </a:cxn>
                    <a:cxn ang="0">
                      <a:pos x="701" y="318"/>
                    </a:cxn>
                    <a:cxn ang="0">
                      <a:pos x="984" y="159"/>
                    </a:cxn>
                    <a:cxn ang="0">
                      <a:pos x="1186" y="126"/>
                    </a:cxn>
                    <a:cxn ang="0">
                      <a:pos x="1218" y="75"/>
                    </a:cxn>
                  </a:cxnLst>
                  <a:rect l="0" t="0" r="r" b="b"/>
                  <a:pathLst>
                    <a:path w="1259" h="493">
                      <a:moveTo>
                        <a:pt x="1218" y="75"/>
                      </a:moveTo>
                      <a:cubicBezTo>
                        <a:pt x="1152" y="64"/>
                        <a:pt x="1063" y="0"/>
                        <a:pt x="1019" y="37"/>
                      </a:cubicBezTo>
                      <a:cubicBezTo>
                        <a:pt x="974" y="74"/>
                        <a:pt x="793" y="186"/>
                        <a:pt x="742" y="193"/>
                      </a:cubicBezTo>
                      <a:cubicBezTo>
                        <a:pt x="691" y="200"/>
                        <a:pt x="693" y="291"/>
                        <a:pt x="612" y="311"/>
                      </a:cubicBezTo>
                      <a:cubicBezTo>
                        <a:pt x="531" y="330"/>
                        <a:pt x="415" y="321"/>
                        <a:pt x="356" y="305"/>
                      </a:cubicBezTo>
                      <a:cubicBezTo>
                        <a:pt x="297" y="290"/>
                        <a:pt x="260" y="312"/>
                        <a:pt x="237" y="355"/>
                      </a:cubicBezTo>
                      <a:cubicBezTo>
                        <a:pt x="214" y="397"/>
                        <a:pt x="210" y="361"/>
                        <a:pt x="185" y="335"/>
                      </a:cubicBezTo>
                      <a:cubicBezTo>
                        <a:pt x="160" y="308"/>
                        <a:pt x="91" y="309"/>
                        <a:pt x="53" y="328"/>
                      </a:cubicBezTo>
                      <a:cubicBezTo>
                        <a:pt x="14" y="347"/>
                        <a:pt x="0" y="399"/>
                        <a:pt x="14" y="429"/>
                      </a:cubicBezTo>
                      <a:cubicBezTo>
                        <a:pt x="29" y="460"/>
                        <a:pt x="59" y="484"/>
                        <a:pt x="59" y="484"/>
                      </a:cubicBezTo>
                      <a:cubicBezTo>
                        <a:pt x="166" y="493"/>
                        <a:pt x="166" y="493"/>
                        <a:pt x="166" y="493"/>
                      </a:cubicBezTo>
                      <a:cubicBezTo>
                        <a:pt x="283" y="464"/>
                        <a:pt x="283" y="464"/>
                        <a:pt x="283" y="464"/>
                      </a:cubicBezTo>
                      <a:cubicBezTo>
                        <a:pt x="479" y="401"/>
                        <a:pt x="479" y="401"/>
                        <a:pt x="479" y="401"/>
                      </a:cubicBezTo>
                      <a:cubicBezTo>
                        <a:pt x="611" y="389"/>
                        <a:pt x="611" y="389"/>
                        <a:pt x="611" y="389"/>
                      </a:cubicBezTo>
                      <a:cubicBezTo>
                        <a:pt x="726" y="361"/>
                        <a:pt x="726" y="361"/>
                        <a:pt x="726" y="361"/>
                      </a:cubicBezTo>
                      <a:cubicBezTo>
                        <a:pt x="726" y="361"/>
                        <a:pt x="788" y="334"/>
                        <a:pt x="760" y="342"/>
                      </a:cubicBezTo>
                      <a:cubicBezTo>
                        <a:pt x="732" y="350"/>
                        <a:pt x="669" y="351"/>
                        <a:pt x="701" y="318"/>
                      </a:cubicBezTo>
                      <a:cubicBezTo>
                        <a:pt x="732" y="285"/>
                        <a:pt x="942" y="165"/>
                        <a:pt x="984" y="159"/>
                      </a:cubicBezTo>
                      <a:cubicBezTo>
                        <a:pt x="1026" y="152"/>
                        <a:pt x="1120" y="146"/>
                        <a:pt x="1186" y="126"/>
                      </a:cubicBezTo>
                      <a:cubicBezTo>
                        <a:pt x="1252" y="106"/>
                        <a:pt x="1259" y="75"/>
                        <a:pt x="1218" y="75"/>
                      </a:cubicBez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83" name="ïšḷïḋè">
                  <a:extLst>
                    <a:ext uri="{FF2B5EF4-FFF2-40B4-BE49-F238E27FC236}">
                      <a16:creationId xmlns:a16="http://schemas.microsoft.com/office/drawing/2014/main" id="{4D8ED5C1-6892-6B86-0BA6-BBF4D3EDCAFC}"/>
                    </a:ext>
                  </a:extLst>
                </p:cNvPr>
                <p:cNvSpPr/>
                <p:nvPr/>
              </p:nvSpPr>
              <p:spPr bwMode="auto">
                <a:xfrm flipH="1">
                  <a:off x="3924342" y="5437419"/>
                  <a:ext cx="389700" cy="300821"/>
                </a:xfrm>
                <a:custGeom>
                  <a:avLst/>
                  <a:gdLst/>
                  <a:ahLst/>
                  <a:cxnLst>
                    <a:cxn ang="0">
                      <a:pos x="194" y="45"/>
                    </a:cxn>
                    <a:cxn ang="0">
                      <a:pos x="145" y="133"/>
                    </a:cxn>
                    <a:cxn ang="0">
                      <a:pos x="23" y="110"/>
                    </a:cxn>
                    <a:cxn ang="0">
                      <a:pos x="111" y="4"/>
                    </a:cxn>
                    <a:cxn ang="0">
                      <a:pos x="194" y="45"/>
                    </a:cxn>
                  </a:cxnLst>
                  <a:rect l="0" t="0" r="r" b="b"/>
                  <a:pathLst>
                    <a:path w="208" h="161">
                      <a:moveTo>
                        <a:pt x="194" y="45"/>
                      </a:moveTo>
                      <a:cubicBezTo>
                        <a:pt x="205" y="78"/>
                        <a:pt x="208" y="119"/>
                        <a:pt x="145" y="133"/>
                      </a:cubicBezTo>
                      <a:cubicBezTo>
                        <a:pt x="83" y="148"/>
                        <a:pt x="44" y="161"/>
                        <a:pt x="23" y="110"/>
                      </a:cubicBezTo>
                      <a:cubicBezTo>
                        <a:pt x="0" y="55"/>
                        <a:pt x="42" y="7"/>
                        <a:pt x="111" y="4"/>
                      </a:cubicBezTo>
                      <a:cubicBezTo>
                        <a:pt x="181" y="0"/>
                        <a:pt x="186" y="22"/>
                        <a:pt x="194" y="45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84" name="ïš1îḋe">
                  <a:extLst>
                    <a:ext uri="{FF2B5EF4-FFF2-40B4-BE49-F238E27FC236}">
                      <a16:creationId xmlns:a16="http://schemas.microsoft.com/office/drawing/2014/main" id="{87C07B6E-EBF0-1D86-0A55-3DC794058FEB}"/>
                    </a:ext>
                  </a:extLst>
                </p:cNvPr>
                <p:cNvSpPr/>
                <p:nvPr/>
              </p:nvSpPr>
              <p:spPr bwMode="auto">
                <a:xfrm flipH="1">
                  <a:off x="3662263" y="5129761"/>
                  <a:ext cx="708752" cy="166364"/>
                </a:xfrm>
                <a:custGeom>
                  <a:avLst/>
                  <a:gdLst/>
                  <a:ahLst/>
                  <a:cxnLst>
                    <a:cxn ang="0">
                      <a:pos x="343" y="34"/>
                    </a:cxn>
                    <a:cxn ang="0">
                      <a:pos x="226" y="72"/>
                    </a:cxn>
                    <a:cxn ang="0">
                      <a:pos x="138" y="76"/>
                    </a:cxn>
                    <a:cxn ang="0">
                      <a:pos x="23" y="12"/>
                    </a:cxn>
                    <a:cxn ang="0">
                      <a:pos x="86" y="7"/>
                    </a:cxn>
                    <a:cxn ang="0">
                      <a:pos x="108" y="33"/>
                    </a:cxn>
                    <a:cxn ang="0">
                      <a:pos x="217" y="18"/>
                    </a:cxn>
                    <a:cxn ang="0">
                      <a:pos x="320" y="23"/>
                    </a:cxn>
                    <a:cxn ang="0">
                      <a:pos x="343" y="34"/>
                    </a:cxn>
                  </a:cxnLst>
                  <a:rect l="0" t="0" r="r" b="b"/>
                  <a:pathLst>
                    <a:path w="379" h="88">
                      <a:moveTo>
                        <a:pt x="343" y="34"/>
                      </a:moveTo>
                      <a:cubicBezTo>
                        <a:pt x="306" y="43"/>
                        <a:pt x="265" y="60"/>
                        <a:pt x="226" y="72"/>
                      </a:cubicBezTo>
                      <a:cubicBezTo>
                        <a:pt x="186" y="84"/>
                        <a:pt x="161" y="88"/>
                        <a:pt x="138" y="76"/>
                      </a:cubicBezTo>
                      <a:cubicBezTo>
                        <a:pt x="114" y="64"/>
                        <a:pt x="47" y="24"/>
                        <a:pt x="23" y="12"/>
                      </a:cubicBezTo>
                      <a:cubicBezTo>
                        <a:pt x="0" y="0"/>
                        <a:pt x="72" y="2"/>
                        <a:pt x="86" y="7"/>
                      </a:cubicBezTo>
                      <a:cubicBezTo>
                        <a:pt x="101" y="12"/>
                        <a:pt x="91" y="48"/>
                        <a:pt x="108" y="33"/>
                      </a:cubicBezTo>
                      <a:cubicBezTo>
                        <a:pt x="126" y="19"/>
                        <a:pt x="181" y="19"/>
                        <a:pt x="217" y="18"/>
                      </a:cubicBezTo>
                      <a:cubicBezTo>
                        <a:pt x="253" y="18"/>
                        <a:pt x="300" y="26"/>
                        <a:pt x="320" y="23"/>
                      </a:cubicBezTo>
                      <a:cubicBezTo>
                        <a:pt x="339" y="21"/>
                        <a:pt x="379" y="33"/>
                        <a:pt x="343" y="34"/>
                      </a:cubicBezTo>
                      <a:close/>
                    </a:path>
                  </a:pathLst>
                </a:custGeom>
                <a:solidFill>
                  <a:schemeClr val="accent1">
                    <a:lumMod val="40000"/>
                    <a:lumOff val="60000"/>
                  </a:schemeClr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85" name="ïṧļíḑè">
                  <a:extLst>
                    <a:ext uri="{FF2B5EF4-FFF2-40B4-BE49-F238E27FC236}">
                      <a16:creationId xmlns:a16="http://schemas.microsoft.com/office/drawing/2014/main" id="{40F06E48-3DC4-CDE3-F078-F1E85AB5A9B8}"/>
                    </a:ext>
                  </a:extLst>
                </p:cNvPr>
                <p:cNvSpPr/>
                <p:nvPr/>
              </p:nvSpPr>
              <p:spPr bwMode="auto">
                <a:xfrm flipH="1">
                  <a:off x="4195536" y="5004420"/>
                  <a:ext cx="781679" cy="647220"/>
                </a:xfrm>
                <a:custGeom>
                  <a:avLst/>
                  <a:gdLst/>
                  <a:ahLst/>
                  <a:cxnLst>
                    <a:cxn ang="0">
                      <a:pos x="418" y="200"/>
                    </a:cxn>
                    <a:cxn ang="0">
                      <a:pos x="379" y="221"/>
                    </a:cxn>
                    <a:cxn ang="0">
                      <a:pos x="373" y="178"/>
                    </a:cxn>
                    <a:cxn ang="0">
                      <a:pos x="339" y="170"/>
                    </a:cxn>
                    <a:cxn ang="0">
                      <a:pos x="298" y="126"/>
                    </a:cxn>
                    <a:cxn ang="0">
                      <a:pos x="227" y="123"/>
                    </a:cxn>
                    <a:cxn ang="0">
                      <a:pos x="176" y="48"/>
                    </a:cxn>
                    <a:cxn ang="0">
                      <a:pos x="21" y="15"/>
                    </a:cxn>
                    <a:cxn ang="0">
                      <a:pos x="56" y="100"/>
                    </a:cxn>
                    <a:cxn ang="0">
                      <a:pos x="173" y="209"/>
                    </a:cxn>
                    <a:cxn ang="0">
                      <a:pos x="320" y="324"/>
                    </a:cxn>
                    <a:cxn ang="0">
                      <a:pos x="354" y="306"/>
                    </a:cxn>
                    <a:cxn ang="0">
                      <a:pos x="418" y="200"/>
                    </a:cxn>
                  </a:cxnLst>
                  <a:rect l="0" t="0" r="r" b="b"/>
                  <a:pathLst>
                    <a:path w="418" h="347">
                      <a:moveTo>
                        <a:pt x="418" y="200"/>
                      </a:moveTo>
                      <a:cubicBezTo>
                        <a:pt x="406" y="200"/>
                        <a:pt x="395" y="202"/>
                        <a:pt x="379" y="221"/>
                      </a:cubicBezTo>
                      <a:cubicBezTo>
                        <a:pt x="363" y="239"/>
                        <a:pt x="392" y="192"/>
                        <a:pt x="373" y="178"/>
                      </a:cubicBezTo>
                      <a:cubicBezTo>
                        <a:pt x="354" y="165"/>
                        <a:pt x="353" y="164"/>
                        <a:pt x="339" y="170"/>
                      </a:cubicBezTo>
                      <a:cubicBezTo>
                        <a:pt x="325" y="176"/>
                        <a:pt x="324" y="142"/>
                        <a:pt x="298" y="126"/>
                      </a:cubicBezTo>
                      <a:cubicBezTo>
                        <a:pt x="273" y="111"/>
                        <a:pt x="261" y="113"/>
                        <a:pt x="227" y="123"/>
                      </a:cubicBezTo>
                      <a:cubicBezTo>
                        <a:pt x="193" y="133"/>
                        <a:pt x="275" y="101"/>
                        <a:pt x="176" y="48"/>
                      </a:cubicBezTo>
                      <a:cubicBezTo>
                        <a:pt x="115" y="15"/>
                        <a:pt x="43" y="0"/>
                        <a:pt x="21" y="15"/>
                      </a:cubicBezTo>
                      <a:cubicBezTo>
                        <a:pt x="0" y="30"/>
                        <a:pt x="28" y="81"/>
                        <a:pt x="56" y="100"/>
                      </a:cubicBezTo>
                      <a:cubicBezTo>
                        <a:pt x="83" y="119"/>
                        <a:pt x="151" y="193"/>
                        <a:pt x="173" y="209"/>
                      </a:cubicBezTo>
                      <a:cubicBezTo>
                        <a:pt x="194" y="225"/>
                        <a:pt x="295" y="301"/>
                        <a:pt x="320" y="324"/>
                      </a:cubicBezTo>
                      <a:cubicBezTo>
                        <a:pt x="346" y="347"/>
                        <a:pt x="360" y="341"/>
                        <a:pt x="354" y="306"/>
                      </a:cubicBezTo>
                      <a:cubicBezTo>
                        <a:pt x="348" y="270"/>
                        <a:pt x="376" y="244"/>
                        <a:pt x="418" y="200"/>
                      </a:cubicBez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86" name="ïṡľïḍe">
                  <a:extLst>
                    <a:ext uri="{FF2B5EF4-FFF2-40B4-BE49-F238E27FC236}">
                      <a16:creationId xmlns:a16="http://schemas.microsoft.com/office/drawing/2014/main" id="{44618992-6213-C541-B6C2-4336AFCCAD00}"/>
                    </a:ext>
                  </a:extLst>
                </p:cNvPr>
                <p:cNvSpPr/>
                <p:nvPr/>
              </p:nvSpPr>
              <p:spPr bwMode="auto">
                <a:xfrm flipH="1">
                  <a:off x="4560168" y="4831220"/>
                  <a:ext cx="410210" cy="278031"/>
                </a:xfrm>
                <a:custGeom>
                  <a:avLst/>
                  <a:gdLst/>
                  <a:ahLst/>
                  <a:cxnLst>
                    <a:cxn ang="0">
                      <a:pos x="30" y="24"/>
                    </a:cxn>
                    <a:cxn ang="0">
                      <a:pos x="20" y="85"/>
                    </a:cxn>
                    <a:cxn ang="0">
                      <a:pos x="209" y="148"/>
                    </a:cxn>
                    <a:cxn ang="0">
                      <a:pos x="133" y="56"/>
                    </a:cxn>
                    <a:cxn ang="0">
                      <a:pos x="30" y="24"/>
                    </a:cxn>
                  </a:cxnLst>
                  <a:rect l="0" t="0" r="r" b="b"/>
                  <a:pathLst>
                    <a:path w="219" h="148">
                      <a:moveTo>
                        <a:pt x="30" y="24"/>
                      </a:moveTo>
                      <a:cubicBezTo>
                        <a:pt x="0" y="42"/>
                        <a:pt x="6" y="63"/>
                        <a:pt x="20" y="85"/>
                      </a:cubicBezTo>
                      <a:cubicBezTo>
                        <a:pt x="53" y="76"/>
                        <a:pt x="186" y="118"/>
                        <a:pt x="209" y="148"/>
                      </a:cubicBezTo>
                      <a:cubicBezTo>
                        <a:pt x="219" y="113"/>
                        <a:pt x="177" y="100"/>
                        <a:pt x="133" y="56"/>
                      </a:cubicBezTo>
                      <a:cubicBezTo>
                        <a:pt x="112" y="35"/>
                        <a:pt x="71" y="0"/>
                        <a:pt x="30" y="24"/>
                      </a:cubicBez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87" name="ï$ḷïdé">
                  <a:extLst>
                    <a:ext uri="{FF2B5EF4-FFF2-40B4-BE49-F238E27FC236}">
                      <a16:creationId xmlns:a16="http://schemas.microsoft.com/office/drawing/2014/main" id="{CFED55E9-F66A-242A-B2EA-5D8A497BECB8}"/>
                    </a:ext>
                  </a:extLst>
                </p:cNvPr>
                <p:cNvSpPr/>
                <p:nvPr/>
              </p:nvSpPr>
              <p:spPr bwMode="auto">
                <a:xfrm flipH="1">
                  <a:off x="4184142" y="5106972"/>
                  <a:ext cx="330448" cy="227894"/>
                </a:xfrm>
                <a:custGeom>
                  <a:avLst/>
                  <a:gdLst/>
                  <a:ahLst/>
                  <a:cxnLst>
                    <a:cxn ang="0">
                      <a:pos x="18" y="36"/>
                    </a:cxn>
                    <a:cxn ang="0">
                      <a:pos x="145" y="108"/>
                    </a:cxn>
                    <a:cxn ang="0">
                      <a:pos x="162" y="90"/>
                    </a:cxn>
                    <a:cxn ang="0">
                      <a:pos x="18" y="36"/>
                    </a:cxn>
                  </a:cxnLst>
                  <a:rect l="0" t="0" r="r" b="b"/>
                  <a:pathLst>
                    <a:path w="177" h="122">
                      <a:moveTo>
                        <a:pt x="18" y="36"/>
                      </a:moveTo>
                      <a:cubicBezTo>
                        <a:pt x="39" y="44"/>
                        <a:pt x="120" y="93"/>
                        <a:pt x="145" y="108"/>
                      </a:cubicBezTo>
                      <a:cubicBezTo>
                        <a:pt x="171" y="122"/>
                        <a:pt x="177" y="106"/>
                        <a:pt x="162" y="90"/>
                      </a:cubicBezTo>
                      <a:cubicBezTo>
                        <a:pt x="146" y="73"/>
                        <a:pt x="0" y="0"/>
                        <a:pt x="18" y="36"/>
                      </a:cubicBez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88" name="îśḷíḑè">
                  <a:extLst>
                    <a:ext uri="{FF2B5EF4-FFF2-40B4-BE49-F238E27FC236}">
                      <a16:creationId xmlns:a16="http://schemas.microsoft.com/office/drawing/2014/main" id="{BA549F16-CE97-0AEB-262A-429540C7F51E}"/>
                    </a:ext>
                  </a:extLst>
                </p:cNvPr>
                <p:cNvSpPr/>
                <p:nvPr/>
              </p:nvSpPr>
              <p:spPr bwMode="auto">
                <a:xfrm flipH="1">
                  <a:off x="3587058" y="5419188"/>
                  <a:ext cx="230174" cy="225616"/>
                </a:xfrm>
                <a:custGeom>
                  <a:avLst/>
                  <a:gdLst/>
                  <a:ahLst/>
                  <a:cxnLst>
                    <a:cxn ang="0">
                      <a:pos x="109" y="105"/>
                    </a:cxn>
                    <a:cxn ang="0">
                      <a:pos x="89" y="15"/>
                    </a:cxn>
                    <a:cxn ang="0">
                      <a:pos x="109" y="105"/>
                    </a:cxn>
                    <a:cxn ang="0">
                      <a:pos x="46" y="120"/>
                    </a:cxn>
                    <a:cxn ang="0">
                      <a:pos x="46" y="118"/>
                    </a:cxn>
                    <a:cxn ang="0">
                      <a:pos x="48" y="121"/>
                    </a:cxn>
                    <a:cxn ang="0">
                      <a:pos x="46" y="120"/>
                    </a:cxn>
                    <a:cxn ang="0">
                      <a:pos x="46" y="40"/>
                    </a:cxn>
                    <a:cxn ang="0">
                      <a:pos x="46" y="5"/>
                    </a:cxn>
                    <a:cxn ang="0">
                      <a:pos x="49" y="0"/>
                    </a:cxn>
                    <a:cxn ang="0">
                      <a:pos x="76" y="103"/>
                    </a:cxn>
                    <a:cxn ang="0">
                      <a:pos x="46" y="40"/>
                    </a:cxn>
                    <a:cxn ang="0">
                      <a:pos x="46" y="5"/>
                    </a:cxn>
                    <a:cxn ang="0">
                      <a:pos x="46" y="40"/>
                    </a:cxn>
                    <a:cxn ang="0">
                      <a:pos x="46" y="5"/>
                    </a:cxn>
                    <a:cxn ang="0">
                      <a:pos x="46" y="118"/>
                    </a:cxn>
                    <a:cxn ang="0">
                      <a:pos x="16" y="8"/>
                    </a:cxn>
                    <a:cxn ang="0">
                      <a:pos x="46" y="120"/>
                    </a:cxn>
                    <a:cxn ang="0">
                      <a:pos x="46" y="118"/>
                    </a:cxn>
                  </a:cxnLst>
                  <a:rect l="0" t="0" r="r" b="b"/>
                  <a:pathLst>
                    <a:path w="124" h="121">
                      <a:moveTo>
                        <a:pt x="109" y="105"/>
                      </a:moveTo>
                      <a:cubicBezTo>
                        <a:pt x="112" y="80"/>
                        <a:pt x="107" y="44"/>
                        <a:pt x="89" y="15"/>
                      </a:cubicBezTo>
                      <a:cubicBezTo>
                        <a:pt x="123" y="43"/>
                        <a:pt x="124" y="79"/>
                        <a:pt x="109" y="105"/>
                      </a:cubicBezTo>
                      <a:close/>
                      <a:moveTo>
                        <a:pt x="46" y="120"/>
                      </a:moveTo>
                      <a:cubicBezTo>
                        <a:pt x="46" y="118"/>
                        <a:pt x="46" y="118"/>
                        <a:pt x="46" y="118"/>
                      </a:cubicBezTo>
                      <a:cubicBezTo>
                        <a:pt x="47" y="119"/>
                        <a:pt x="47" y="120"/>
                        <a:pt x="48" y="121"/>
                      </a:cubicBezTo>
                      <a:cubicBezTo>
                        <a:pt x="47" y="121"/>
                        <a:pt x="47" y="121"/>
                        <a:pt x="46" y="120"/>
                      </a:cubicBezTo>
                      <a:close/>
                      <a:moveTo>
                        <a:pt x="46" y="40"/>
                      </a:moveTo>
                      <a:cubicBezTo>
                        <a:pt x="46" y="5"/>
                        <a:pt x="46" y="5"/>
                        <a:pt x="46" y="5"/>
                      </a:cubicBezTo>
                      <a:cubicBezTo>
                        <a:pt x="47" y="3"/>
                        <a:pt x="48" y="1"/>
                        <a:pt x="49" y="0"/>
                      </a:cubicBezTo>
                      <a:cubicBezTo>
                        <a:pt x="49" y="19"/>
                        <a:pt x="68" y="89"/>
                        <a:pt x="76" y="103"/>
                      </a:cubicBezTo>
                      <a:cubicBezTo>
                        <a:pt x="63" y="95"/>
                        <a:pt x="51" y="66"/>
                        <a:pt x="46" y="40"/>
                      </a:cubicBezTo>
                      <a:close/>
                      <a:moveTo>
                        <a:pt x="46" y="5"/>
                      </a:moveTo>
                      <a:cubicBezTo>
                        <a:pt x="46" y="40"/>
                        <a:pt x="46" y="40"/>
                        <a:pt x="46" y="40"/>
                      </a:cubicBezTo>
                      <a:cubicBezTo>
                        <a:pt x="43" y="27"/>
                        <a:pt x="43" y="13"/>
                        <a:pt x="46" y="5"/>
                      </a:cubicBezTo>
                      <a:close/>
                      <a:moveTo>
                        <a:pt x="46" y="118"/>
                      </a:moveTo>
                      <a:cubicBezTo>
                        <a:pt x="30" y="92"/>
                        <a:pt x="16" y="38"/>
                        <a:pt x="16" y="8"/>
                      </a:cubicBezTo>
                      <a:cubicBezTo>
                        <a:pt x="0" y="43"/>
                        <a:pt x="11" y="99"/>
                        <a:pt x="46" y="120"/>
                      </a:cubicBezTo>
                      <a:lnTo>
                        <a:pt x="46" y="118"/>
                      </a:ln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89" name="i$ļîde">
                  <a:extLst>
                    <a:ext uri="{FF2B5EF4-FFF2-40B4-BE49-F238E27FC236}">
                      <a16:creationId xmlns:a16="http://schemas.microsoft.com/office/drawing/2014/main" id="{FED16DCD-CE9B-EB74-40B1-7EE02C54177D}"/>
                    </a:ext>
                  </a:extLst>
                </p:cNvPr>
                <p:cNvSpPr/>
                <p:nvPr/>
              </p:nvSpPr>
              <p:spPr bwMode="auto">
                <a:xfrm flipH="1">
                  <a:off x="2864632" y="5462487"/>
                  <a:ext cx="1387878" cy="439837"/>
                </a:xfrm>
                <a:custGeom>
                  <a:avLst/>
                  <a:gdLst/>
                  <a:ahLst/>
                  <a:cxnLst>
                    <a:cxn ang="0">
                      <a:pos x="0" y="115"/>
                    </a:cxn>
                    <a:cxn ang="0">
                      <a:pos x="289" y="105"/>
                    </a:cxn>
                    <a:cxn ang="0">
                      <a:pos x="708" y="22"/>
                    </a:cxn>
                    <a:cxn ang="0">
                      <a:pos x="508" y="65"/>
                    </a:cxn>
                    <a:cxn ang="0">
                      <a:pos x="0" y="115"/>
                    </a:cxn>
                  </a:cxnLst>
                  <a:rect l="0" t="0" r="r" b="b"/>
                  <a:pathLst>
                    <a:path w="743" h="235">
                      <a:moveTo>
                        <a:pt x="0" y="115"/>
                      </a:moveTo>
                      <a:cubicBezTo>
                        <a:pt x="31" y="147"/>
                        <a:pt x="116" y="167"/>
                        <a:pt x="289" y="105"/>
                      </a:cubicBezTo>
                      <a:cubicBezTo>
                        <a:pt x="462" y="43"/>
                        <a:pt x="673" y="44"/>
                        <a:pt x="708" y="22"/>
                      </a:cubicBezTo>
                      <a:cubicBezTo>
                        <a:pt x="743" y="0"/>
                        <a:pt x="696" y="54"/>
                        <a:pt x="508" y="65"/>
                      </a:cubicBezTo>
                      <a:cubicBezTo>
                        <a:pt x="320" y="76"/>
                        <a:pt x="123" y="235"/>
                        <a:pt x="0" y="115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  <p:sp>
              <p:nvSpPr>
                <p:cNvPr id="90" name="işļíḑe">
                  <a:extLst>
                    <a:ext uri="{FF2B5EF4-FFF2-40B4-BE49-F238E27FC236}">
                      <a16:creationId xmlns:a16="http://schemas.microsoft.com/office/drawing/2014/main" id="{DF8F6EB5-3191-8619-422F-B83AB931E491}"/>
                    </a:ext>
                  </a:extLst>
                </p:cNvPr>
                <p:cNvSpPr/>
                <p:nvPr/>
              </p:nvSpPr>
              <p:spPr bwMode="auto">
                <a:xfrm flipH="1">
                  <a:off x="3696447" y="5161666"/>
                  <a:ext cx="635826" cy="218779"/>
                </a:xfrm>
                <a:custGeom>
                  <a:avLst/>
                  <a:gdLst/>
                  <a:ahLst/>
                  <a:cxnLst>
                    <a:cxn ang="0">
                      <a:pos x="340" y="26"/>
                    </a:cxn>
                    <a:cxn ang="0">
                      <a:pos x="188" y="67"/>
                    </a:cxn>
                    <a:cxn ang="0">
                      <a:pos x="111" y="103"/>
                    </a:cxn>
                    <a:cxn ang="0">
                      <a:pos x="112" y="75"/>
                    </a:cxn>
                    <a:cxn ang="0">
                      <a:pos x="32" y="19"/>
                    </a:cxn>
                    <a:cxn ang="0">
                      <a:pos x="128" y="70"/>
                    </a:cxn>
                    <a:cxn ang="0">
                      <a:pos x="340" y="26"/>
                    </a:cxn>
                  </a:cxnLst>
                  <a:rect l="0" t="0" r="r" b="b"/>
                  <a:pathLst>
                    <a:path w="340" h="116">
                      <a:moveTo>
                        <a:pt x="340" y="26"/>
                      </a:moveTo>
                      <a:cubicBezTo>
                        <a:pt x="286" y="47"/>
                        <a:pt x="219" y="57"/>
                        <a:pt x="188" y="67"/>
                      </a:cubicBezTo>
                      <a:cubicBezTo>
                        <a:pt x="156" y="76"/>
                        <a:pt x="132" y="91"/>
                        <a:pt x="111" y="103"/>
                      </a:cubicBezTo>
                      <a:cubicBezTo>
                        <a:pt x="90" y="116"/>
                        <a:pt x="139" y="96"/>
                        <a:pt x="112" y="75"/>
                      </a:cubicBezTo>
                      <a:cubicBezTo>
                        <a:pt x="85" y="55"/>
                        <a:pt x="64" y="38"/>
                        <a:pt x="32" y="19"/>
                      </a:cubicBezTo>
                      <a:cubicBezTo>
                        <a:pt x="0" y="0"/>
                        <a:pt x="105" y="60"/>
                        <a:pt x="128" y="70"/>
                      </a:cubicBezTo>
                      <a:cubicBezTo>
                        <a:pt x="151" y="80"/>
                        <a:pt x="270" y="38"/>
                        <a:pt x="340" y="26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  <a:endParaRPr dirty="0"/>
                </a:p>
              </p:txBody>
            </p:sp>
          </p:grpSp>
          <p:sp>
            <p:nvSpPr>
              <p:cNvPr id="81" name="iSlíḋe">
                <a:extLst>
                  <a:ext uri="{FF2B5EF4-FFF2-40B4-BE49-F238E27FC236}">
                    <a16:creationId xmlns:a16="http://schemas.microsoft.com/office/drawing/2014/main" id="{75163FF3-1E0F-1343-83C8-434612125352}"/>
                  </a:ext>
                </a:extLst>
              </p:cNvPr>
              <p:cNvSpPr/>
              <p:nvPr/>
            </p:nvSpPr>
            <p:spPr bwMode="auto">
              <a:xfrm flipH="1">
                <a:off x="1586145" y="4505330"/>
                <a:ext cx="920693" cy="877394"/>
              </a:xfrm>
              <a:custGeom>
                <a:avLst/>
                <a:gdLst/>
                <a:ahLst/>
                <a:cxnLst>
                  <a:cxn ang="0">
                    <a:pos x="212" y="18"/>
                  </a:cxn>
                  <a:cxn ang="0">
                    <a:pos x="114" y="205"/>
                  </a:cxn>
                  <a:cxn ang="0">
                    <a:pos x="125" y="323"/>
                  </a:cxn>
                  <a:cxn ang="0">
                    <a:pos x="276" y="469"/>
                  </a:cxn>
                  <a:cxn ang="0">
                    <a:pos x="315" y="6"/>
                  </a:cxn>
                  <a:cxn ang="0">
                    <a:pos x="212" y="18"/>
                  </a:cxn>
                </a:cxnLst>
                <a:rect l="0" t="0" r="r" b="b"/>
                <a:pathLst>
                  <a:path w="492" h="469">
                    <a:moveTo>
                      <a:pt x="212" y="18"/>
                    </a:moveTo>
                    <a:cubicBezTo>
                      <a:pt x="205" y="158"/>
                      <a:pt x="196" y="211"/>
                      <a:pt x="114" y="205"/>
                    </a:cubicBezTo>
                    <a:cubicBezTo>
                      <a:pt x="31" y="200"/>
                      <a:pt x="0" y="295"/>
                      <a:pt x="125" y="323"/>
                    </a:cubicBezTo>
                    <a:cubicBezTo>
                      <a:pt x="220" y="345"/>
                      <a:pt x="224" y="420"/>
                      <a:pt x="276" y="469"/>
                    </a:cubicBezTo>
                    <a:cubicBezTo>
                      <a:pt x="276" y="469"/>
                      <a:pt x="492" y="61"/>
                      <a:pt x="315" y="6"/>
                    </a:cubicBezTo>
                    <a:cubicBezTo>
                      <a:pt x="298" y="0"/>
                      <a:pt x="236" y="14"/>
                      <a:pt x="212" y="18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  <a:endParaRPr dirty="0"/>
              </a:p>
            </p:txBody>
          </p:sp>
        </p:grpSp>
        <p:sp>
          <p:nvSpPr>
            <p:cNvPr id="72" name="íšľîďe">
              <a:extLst>
                <a:ext uri="{FF2B5EF4-FFF2-40B4-BE49-F238E27FC236}">
                  <a16:creationId xmlns:a16="http://schemas.microsoft.com/office/drawing/2014/main" id="{8B910D3F-C3D8-2F3F-7727-B66266D9CDF4}"/>
                </a:ext>
              </a:extLst>
            </p:cNvPr>
            <p:cNvSpPr/>
            <p:nvPr/>
          </p:nvSpPr>
          <p:spPr bwMode="auto">
            <a:xfrm>
              <a:off x="10170576" y="4425301"/>
              <a:ext cx="2021424" cy="1317230"/>
            </a:xfrm>
            <a:custGeom>
              <a:avLst/>
              <a:gdLst/>
              <a:ahLst/>
              <a:cxnLst>
                <a:cxn ang="0">
                  <a:pos x="416" y="31"/>
                </a:cxn>
                <a:cxn ang="0">
                  <a:pos x="363" y="31"/>
                </a:cxn>
                <a:cxn ang="0">
                  <a:pos x="34" y="68"/>
                </a:cxn>
                <a:cxn ang="0">
                  <a:pos x="13" y="235"/>
                </a:cxn>
                <a:cxn ang="0">
                  <a:pos x="72" y="704"/>
                </a:cxn>
                <a:cxn ang="0">
                  <a:pos x="410" y="696"/>
                </a:cxn>
                <a:cxn ang="0">
                  <a:pos x="1082" y="696"/>
                </a:cxn>
                <a:cxn ang="0">
                  <a:pos x="1082" y="0"/>
                </a:cxn>
                <a:cxn ang="0">
                  <a:pos x="416" y="31"/>
                </a:cxn>
              </a:cxnLst>
              <a:rect l="0" t="0" r="r" b="b"/>
              <a:pathLst>
                <a:path w="1082" h="704">
                  <a:moveTo>
                    <a:pt x="416" y="31"/>
                  </a:moveTo>
                  <a:cubicBezTo>
                    <a:pt x="397" y="31"/>
                    <a:pt x="379" y="31"/>
                    <a:pt x="363" y="31"/>
                  </a:cubicBezTo>
                  <a:cubicBezTo>
                    <a:pt x="229" y="27"/>
                    <a:pt x="69" y="64"/>
                    <a:pt x="34" y="68"/>
                  </a:cubicBezTo>
                  <a:cubicBezTo>
                    <a:pt x="0" y="71"/>
                    <a:pt x="7" y="130"/>
                    <a:pt x="13" y="235"/>
                  </a:cubicBezTo>
                  <a:cubicBezTo>
                    <a:pt x="18" y="341"/>
                    <a:pt x="62" y="672"/>
                    <a:pt x="72" y="704"/>
                  </a:cubicBezTo>
                  <a:cubicBezTo>
                    <a:pt x="190" y="698"/>
                    <a:pt x="303" y="696"/>
                    <a:pt x="410" y="696"/>
                  </a:cubicBezTo>
                  <a:cubicBezTo>
                    <a:pt x="1082" y="696"/>
                    <a:pt x="1082" y="696"/>
                    <a:pt x="1082" y="696"/>
                  </a:cubicBezTo>
                  <a:cubicBezTo>
                    <a:pt x="1082" y="0"/>
                    <a:pt x="1082" y="0"/>
                    <a:pt x="1082" y="0"/>
                  </a:cubicBezTo>
                  <a:lnTo>
                    <a:pt x="416" y="31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3" name="îsḷîdê">
              <a:extLst>
                <a:ext uri="{FF2B5EF4-FFF2-40B4-BE49-F238E27FC236}">
                  <a16:creationId xmlns:a16="http://schemas.microsoft.com/office/drawing/2014/main" id="{318DF715-4542-3DDF-1A88-4648C62BE628}"/>
                </a:ext>
              </a:extLst>
            </p:cNvPr>
            <p:cNvSpPr/>
            <p:nvPr/>
          </p:nvSpPr>
          <p:spPr bwMode="auto">
            <a:xfrm>
              <a:off x="10202481" y="4457206"/>
              <a:ext cx="1989519" cy="1246583"/>
            </a:xfrm>
            <a:custGeom>
              <a:avLst/>
              <a:gdLst/>
              <a:ahLst/>
              <a:cxnLst>
                <a:cxn ang="0">
                  <a:pos x="1065" y="0"/>
                </a:cxn>
                <a:cxn ang="0">
                  <a:pos x="345" y="28"/>
                </a:cxn>
                <a:cxn ang="0">
                  <a:pos x="33" y="63"/>
                </a:cxn>
                <a:cxn ang="0">
                  <a:pos x="12" y="222"/>
                </a:cxn>
                <a:cxn ang="0">
                  <a:pos x="69" y="666"/>
                </a:cxn>
                <a:cxn ang="0">
                  <a:pos x="420" y="648"/>
                </a:cxn>
                <a:cxn ang="0">
                  <a:pos x="1065" y="652"/>
                </a:cxn>
                <a:cxn ang="0">
                  <a:pos x="1065" y="0"/>
                </a:cxn>
              </a:cxnLst>
              <a:rect l="0" t="0" r="r" b="b"/>
              <a:pathLst>
                <a:path w="1065" h="666">
                  <a:moveTo>
                    <a:pt x="1065" y="0"/>
                  </a:moveTo>
                  <a:cubicBezTo>
                    <a:pt x="1039" y="1"/>
                    <a:pt x="419" y="30"/>
                    <a:pt x="345" y="28"/>
                  </a:cubicBezTo>
                  <a:cubicBezTo>
                    <a:pt x="271" y="26"/>
                    <a:pt x="66" y="60"/>
                    <a:pt x="33" y="63"/>
                  </a:cubicBezTo>
                  <a:cubicBezTo>
                    <a:pt x="0" y="66"/>
                    <a:pt x="7" y="122"/>
                    <a:pt x="12" y="222"/>
                  </a:cubicBezTo>
                  <a:cubicBezTo>
                    <a:pt x="18" y="322"/>
                    <a:pt x="59" y="635"/>
                    <a:pt x="69" y="666"/>
                  </a:cubicBezTo>
                  <a:cubicBezTo>
                    <a:pt x="110" y="650"/>
                    <a:pt x="252" y="646"/>
                    <a:pt x="420" y="648"/>
                  </a:cubicBezTo>
                  <a:cubicBezTo>
                    <a:pt x="1065" y="652"/>
                    <a:pt x="1065" y="652"/>
                    <a:pt x="1065" y="652"/>
                  </a:cubicBezTo>
                  <a:lnTo>
                    <a:pt x="1065" y="0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4" name="íṣliḍè">
              <a:extLst>
                <a:ext uri="{FF2B5EF4-FFF2-40B4-BE49-F238E27FC236}">
                  <a16:creationId xmlns:a16="http://schemas.microsoft.com/office/drawing/2014/main" id="{025FD52D-343A-4B3A-C458-91770D943941}"/>
                </a:ext>
              </a:extLst>
            </p:cNvPr>
            <p:cNvSpPr/>
            <p:nvPr/>
          </p:nvSpPr>
          <p:spPr bwMode="auto">
            <a:xfrm>
              <a:off x="7381148" y="2046083"/>
              <a:ext cx="2021424" cy="2021424"/>
            </a:xfrm>
            <a:prstGeom prst="ellipse">
              <a:avLst/>
            </a:pr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  <a:endParaRPr dirty="0"/>
            </a:p>
          </p:txBody>
        </p:sp>
        <p:sp>
          <p:nvSpPr>
            <p:cNvPr id="75" name="ïṩlíďè">
              <a:extLst>
                <a:ext uri="{FF2B5EF4-FFF2-40B4-BE49-F238E27FC236}">
                  <a16:creationId xmlns:a16="http://schemas.microsoft.com/office/drawing/2014/main" id="{E41EABBB-75B9-25B7-7A7D-5DC737E1B066}"/>
                </a:ext>
              </a:extLst>
            </p:cNvPr>
            <p:cNvSpPr/>
            <p:nvPr/>
          </p:nvSpPr>
          <p:spPr bwMode="auto">
            <a:xfrm>
              <a:off x="7775522" y="2441615"/>
              <a:ext cx="1232676" cy="1230362"/>
            </a:xfrm>
            <a:custGeom>
              <a:avLst/>
              <a:gdLst>
                <a:gd name="connsiteX0" fmla="*/ 278663 w 601358"/>
                <a:gd name="connsiteY0" fmla="*/ 227291 h 600230"/>
                <a:gd name="connsiteX1" fmla="*/ 321097 w 601358"/>
                <a:gd name="connsiteY1" fmla="*/ 237836 h 600230"/>
                <a:gd name="connsiteX2" fmla="*/ 278077 w 601358"/>
                <a:gd name="connsiteY2" fmla="*/ 280600 h 600230"/>
                <a:gd name="connsiteX3" fmla="*/ 237207 w 601358"/>
                <a:gd name="connsiteY3" fmla="*/ 321998 h 600230"/>
                <a:gd name="connsiteX4" fmla="*/ 278663 w 601358"/>
                <a:gd name="connsiteY4" fmla="*/ 363591 h 600230"/>
                <a:gd name="connsiteX5" fmla="*/ 320119 w 601358"/>
                <a:gd name="connsiteY5" fmla="*/ 322779 h 600230"/>
                <a:gd name="connsiteX6" fmla="*/ 363139 w 601358"/>
                <a:gd name="connsiteY6" fmla="*/ 279819 h 600230"/>
                <a:gd name="connsiteX7" fmla="*/ 373503 w 601358"/>
                <a:gd name="connsiteY7" fmla="*/ 321998 h 600230"/>
                <a:gd name="connsiteX8" fmla="*/ 278663 w 601358"/>
                <a:gd name="connsiteY8" fmla="*/ 416900 h 600230"/>
                <a:gd name="connsiteX9" fmla="*/ 183823 w 601358"/>
                <a:gd name="connsiteY9" fmla="*/ 321998 h 600230"/>
                <a:gd name="connsiteX10" fmla="*/ 278663 w 601358"/>
                <a:gd name="connsiteY10" fmla="*/ 227291 h 600230"/>
                <a:gd name="connsiteX11" fmla="*/ 278663 w 601358"/>
                <a:gd name="connsiteY11" fmla="*/ 135486 h 600230"/>
                <a:gd name="connsiteX12" fmla="*/ 387996 w 601358"/>
                <a:gd name="connsiteY12" fmla="*/ 171031 h 600230"/>
                <a:gd name="connsiteX13" fmla="*/ 349466 w 601358"/>
                <a:gd name="connsiteY13" fmla="*/ 209310 h 600230"/>
                <a:gd name="connsiteX14" fmla="*/ 278663 w 601358"/>
                <a:gd name="connsiteY14" fmla="*/ 188803 h 600230"/>
                <a:gd name="connsiteX15" fmla="*/ 145271 w 601358"/>
                <a:gd name="connsiteY15" fmla="*/ 321999 h 600230"/>
                <a:gd name="connsiteX16" fmla="*/ 278663 w 601358"/>
                <a:gd name="connsiteY16" fmla="*/ 455390 h 600230"/>
                <a:gd name="connsiteX17" fmla="*/ 412249 w 601358"/>
                <a:gd name="connsiteY17" fmla="*/ 321999 h 600230"/>
                <a:gd name="connsiteX18" fmla="*/ 391517 w 601358"/>
                <a:gd name="connsiteY18" fmla="*/ 251300 h 600230"/>
                <a:gd name="connsiteX19" fmla="*/ 430048 w 601358"/>
                <a:gd name="connsiteY19" fmla="*/ 213021 h 600230"/>
                <a:gd name="connsiteX20" fmla="*/ 465449 w 601358"/>
                <a:gd name="connsiteY20" fmla="*/ 321999 h 600230"/>
                <a:gd name="connsiteX21" fmla="*/ 278663 w 601358"/>
                <a:gd name="connsiteY21" fmla="*/ 508707 h 600230"/>
                <a:gd name="connsiteX22" fmla="*/ 91876 w 601358"/>
                <a:gd name="connsiteY22" fmla="*/ 321999 h 600230"/>
                <a:gd name="connsiteX23" fmla="*/ 278663 w 601358"/>
                <a:gd name="connsiteY23" fmla="*/ 135486 h 600230"/>
                <a:gd name="connsiteX24" fmla="*/ 278671 w 601358"/>
                <a:gd name="connsiteY24" fmla="*/ 43751 h 600230"/>
                <a:gd name="connsiteX25" fmla="*/ 453500 w 601358"/>
                <a:gd name="connsiteY25" fmla="*/ 105647 h 600230"/>
                <a:gd name="connsiteX26" fmla="*/ 415366 w 601358"/>
                <a:gd name="connsiteY26" fmla="*/ 143527 h 600230"/>
                <a:gd name="connsiteX27" fmla="*/ 278671 w 601358"/>
                <a:gd name="connsiteY27" fmla="*/ 97056 h 600230"/>
                <a:gd name="connsiteX28" fmla="*/ 53387 w 601358"/>
                <a:gd name="connsiteY28" fmla="*/ 321991 h 600230"/>
                <a:gd name="connsiteX29" fmla="*/ 278671 w 601358"/>
                <a:gd name="connsiteY29" fmla="*/ 547120 h 600230"/>
                <a:gd name="connsiteX30" fmla="*/ 504150 w 601358"/>
                <a:gd name="connsiteY30" fmla="*/ 321991 h 600230"/>
                <a:gd name="connsiteX31" fmla="*/ 457411 w 601358"/>
                <a:gd name="connsiteY31" fmla="*/ 185507 h 600230"/>
                <a:gd name="connsiteX32" fmla="*/ 495545 w 601358"/>
                <a:gd name="connsiteY32" fmla="*/ 147627 h 600230"/>
                <a:gd name="connsiteX33" fmla="*/ 557537 w 601358"/>
                <a:gd name="connsiteY33" fmla="*/ 321991 h 600230"/>
                <a:gd name="connsiteX34" fmla="*/ 278671 w 601358"/>
                <a:gd name="connsiteY34" fmla="*/ 600230 h 600230"/>
                <a:gd name="connsiteX35" fmla="*/ 0 w 601358"/>
                <a:gd name="connsiteY35" fmla="*/ 321991 h 600230"/>
                <a:gd name="connsiteX36" fmla="*/ 278671 w 601358"/>
                <a:gd name="connsiteY36" fmla="*/ 43751 h 600230"/>
                <a:gd name="connsiteX37" fmla="*/ 531345 w 601358"/>
                <a:gd name="connsiteY37" fmla="*/ 0 h 600230"/>
                <a:gd name="connsiteX38" fmla="*/ 549142 w 601358"/>
                <a:gd name="connsiteY38" fmla="*/ 17770 h 600230"/>
                <a:gd name="connsiteX39" fmla="*/ 549142 w 601358"/>
                <a:gd name="connsiteY39" fmla="*/ 52138 h 600230"/>
                <a:gd name="connsiteX40" fmla="*/ 583562 w 601358"/>
                <a:gd name="connsiteY40" fmla="*/ 52138 h 600230"/>
                <a:gd name="connsiteX41" fmla="*/ 601358 w 601358"/>
                <a:gd name="connsiteY41" fmla="*/ 69907 h 600230"/>
                <a:gd name="connsiteX42" fmla="*/ 583562 w 601358"/>
                <a:gd name="connsiteY42" fmla="*/ 87677 h 600230"/>
                <a:gd name="connsiteX43" fmla="*/ 538777 w 601358"/>
                <a:gd name="connsiteY43" fmla="*/ 87677 h 600230"/>
                <a:gd name="connsiteX44" fmla="*/ 522936 w 601358"/>
                <a:gd name="connsiteY44" fmla="*/ 103299 h 600230"/>
                <a:gd name="connsiteX45" fmla="*/ 531150 w 601358"/>
                <a:gd name="connsiteY45" fmla="*/ 103299 h 600230"/>
                <a:gd name="connsiteX46" fmla="*/ 548946 w 601358"/>
                <a:gd name="connsiteY46" fmla="*/ 121069 h 600230"/>
                <a:gd name="connsiteX47" fmla="*/ 531150 w 601358"/>
                <a:gd name="connsiteY47" fmla="*/ 138838 h 600230"/>
                <a:gd name="connsiteX48" fmla="*/ 487343 w 601358"/>
                <a:gd name="connsiteY48" fmla="*/ 138838 h 600230"/>
                <a:gd name="connsiteX49" fmla="*/ 291385 w 601358"/>
                <a:gd name="connsiteY49" fmla="*/ 334696 h 600230"/>
                <a:gd name="connsiteX50" fmla="*/ 278673 w 601358"/>
                <a:gd name="connsiteY50" fmla="*/ 339773 h 600230"/>
                <a:gd name="connsiteX51" fmla="*/ 266157 w 601358"/>
                <a:gd name="connsiteY51" fmla="*/ 334696 h 600230"/>
                <a:gd name="connsiteX52" fmla="*/ 266157 w 601358"/>
                <a:gd name="connsiteY52" fmla="*/ 309506 h 600230"/>
                <a:gd name="connsiteX53" fmla="*/ 461332 w 601358"/>
                <a:gd name="connsiteY53" fmla="*/ 114625 h 600230"/>
                <a:gd name="connsiteX54" fmla="*/ 461332 w 601358"/>
                <a:gd name="connsiteY54" fmla="*/ 69126 h 600230"/>
                <a:gd name="connsiteX55" fmla="*/ 479129 w 601358"/>
                <a:gd name="connsiteY55" fmla="*/ 51356 h 600230"/>
                <a:gd name="connsiteX56" fmla="*/ 496926 w 601358"/>
                <a:gd name="connsiteY56" fmla="*/ 69126 h 600230"/>
                <a:gd name="connsiteX57" fmla="*/ 496926 w 601358"/>
                <a:gd name="connsiteY57" fmla="*/ 79085 h 600230"/>
                <a:gd name="connsiteX58" fmla="*/ 513549 w 601358"/>
                <a:gd name="connsiteY58" fmla="*/ 62487 h 600230"/>
                <a:gd name="connsiteX59" fmla="*/ 513549 w 601358"/>
                <a:gd name="connsiteY59" fmla="*/ 17770 h 600230"/>
                <a:gd name="connsiteX60" fmla="*/ 531345 w 601358"/>
                <a:gd name="connsiteY60" fmla="*/ 0 h 600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601358" h="600230">
                  <a:moveTo>
                    <a:pt x="278663" y="227291"/>
                  </a:moveTo>
                  <a:cubicBezTo>
                    <a:pt x="293916" y="227291"/>
                    <a:pt x="308191" y="231392"/>
                    <a:pt x="321097" y="237836"/>
                  </a:cubicBezTo>
                  <a:lnTo>
                    <a:pt x="278077" y="280600"/>
                  </a:lnTo>
                  <a:cubicBezTo>
                    <a:pt x="255393" y="280991"/>
                    <a:pt x="237207" y="299346"/>
                    <a:pt x="237207" y="321998"/>
                  </a:cubicBezTo>
                  <a:cubicBezTo>
                    <a:pt x="237207" y="344845"/>
                    <a:pt x="255784" y="363591"/>
                    <a:pt x="278663" y="363591"/>
                  </a:cubicBezTo>
                  <a:cubicBezTo>
                    <a:pt x="301347" y="363591"/>
                    <a:pt x="319728" y="345235"/>
                    <a:pt x="320119" y="322779"/>
                  </a:cubicBezTo>
                  <a:lnTo>
                    <a:pt x="363139" y="279819"/>
                  </a:lnTo>
                  <a:cubicBezTo>
                    <a:pt x="369592" y="292512"/>
                    <a:pt x="373503" y="306767"/>
                    <a:pt x="373503" y="321998"/>
                  </a:cubicBezTo>
                  <a:cubicBezTo>
                    <a:pt x="373503" y="374331"/>
                    <a:pt x="331070" y="416900"/>
                    <a:pt x="278663" y="416900"/>
                  </a:cubicBezTo>
                  <a:cubicBezTo>
                    <a:pt x="226452" y="416900"/>
                    <a:pt x="183823" y="374331"/>
                    <a:pt x="183823" y="321998"/>
                  </a:cubicBezTo>
                  <a:cubicBezTo>
                    <a:pt x="183823" y="269860"/>
                    <a:pt x="226452" y="227291"/>
                    <a:pt x="278663" y="227291"/>
                  </a:cubicBezTo>
                  <a:close/>
                  <a:moveTo>
                    <a:pt x="278663" y="135486"/>
                  </a:moveTo>
                  <a:cubicBezTo>
                    <a:pt x="319541" y="135486"/>
                    <a:pt x="357094" y="148766"/>
                    <a:pt x="387996" y="171031"/>
                  </a:cubicBezTo>
                  <a:lnTo>
                    <a:pt x="349466" y="209310"/>
                  </a:lnTo>
                  <a:cubicBezTo>
                    <a:pt x="328929" y="196420"/>
                    <a:pt x="304676" y="188803"/>
                    <a:pt x="278663" y="188803"/>
                  </a:cubicBezTo>
                  <a:cubicBezTo>
                    <a:pt x="205121" y="188803"/>
                    <a:pt x="145271" y="248566"/>
                    <a:pt x="145271" y="321999"/>
                  </a:cubicBezTo>
                  <a:cubicBezTo>
                    <a:pt x="145271" y="395432"/>
                    <a:pt x="205121" y="455390"/>
                    <a:pt x="278663" y="455390"/>
                  </a:cubicBezTo>
                  <a:cubicBezTo>
                    <a:pt x="352204" y="455390"/>
                    <a:pt x="412249" y="395627"/>
                    <a:pt x="412249" y="321999"/>
                  </a:cubicBezTo>
                  <a:cubicBezTo>
                    <a:pt x="412249" y="296024"/>
                    <a:pt x="404621" y="271806"/>
                    <a:pt x="391517" y="251300"/>
                  </a:cubicBezTo>
                  <a:lnTo>
                    <a:pt x="430048" y="213021"/>
                  </a:lnTo>
                  <a:cubicBezTo>
                    <a:pt x="452345" y="243683"/>
                    <a:pt x="465449" y="281376"/>
                    <a:pt x="465449" y="321999"/>
                  </a:cubicBezTo>
                  <a:cubicBezTo>
                    <a:pt x="465449" y="424923"/>
                    <a:pt x="381738" y="508707"/>
                    <a:pt x="278663" y="508707"/>
                  </a:cubicBezTo>
                  <a:cubicBezTo>
                    <a:pt x="175587" y="508707"/>
                    <a:pt x="91876" y="424923"/>
                    <a:pt x="91876" y="321999"/>
                  </a:cubicBezTo>
                  <a:cubicBezTo>
                    <a:pt x="91876" y="219270"/>
                    <a:pt x="175587" y="135486"/>
                    <a:pt x="278663" y="135486"/>
                  </a:cubicBezTo>
                  <a:close/>
                  <a:moveTo>
                    <a:pt x="278671" y="43751"/>
                  </a:moveTo>
                  <a:cubicBezTo>
                    <a:pt x="344770" y="43751"/>
                    <a:pt x="405588" y="66986"/>
                    <a:pt x="453500" y="105647"/>
                  </a:cubicBezTo>
                  <a:lnTo>
                    <a:pt x="415366" y="143527"/>
                  </a:lnTo>
                  <a:cubicBezTo>
                    <a:pt x="377428" y="114629"/>
                    <a:pt x="330103" y="97056"/>
                    <a:pt x="278671" y="97056"/>
                  </a:cubicBezTo>
                  <a:cubicBezTo>
                    <a:pt x="154491" y="97056"/>
                    <a:pt x="53387" y="198003"/>
                    <a:pt x="53387" y="321991"/>
                  </a:cubicBezTo>
                  <a:cubicBezTo>
                    <a:pt x="53387" y="446173"/>
                    <a:pt x="154491" y="547120"/>
                    <a:pt x="278671" y="547120"/>
                  </a:cubicBezTo>
                  <a:cubicBezTo>
                    <a:pt x="403046" y="547120"/>
                    <a:pt x="504150" y="446173"/>
                    <a:pt x="504150" y="321991"/>
                  </a:cubicBezTo>
                  <a:cubicBezTo>
                    <a:pt x="504150" y="270638"/>
                    <a:pt x="486550" y="223582"/>
                    <a:pt x="457411" y="185507"/>
                  </a:cubicBezTo>
                  <a:lnTo>
                    <a:pt x="495545" y="147627"/>
                  </a:lnTo>
                  <a:cubicBezTo>
                    <a:pt x="534070" y="195269"/>
                    <a:pt x="557537" y="255994"/>
                    <a:pt x="557537" y="321991"/>
                  </a:cubicBezTo>
                  <a:cubicBezTo>
                    <a:pt x="557537" y="475462"/>
                    <a:pt x="432380" y="600230"/>
                    <a:pt x="278671" y="600230"/>
                  </a:cubicBezTo>
                  <a:cubicBezTo>
                    <a:pt x="124962" y="600230"/>
                    <a:pt x="0" y="475462"/>
                    <a:pt x="0" y="321991"/>
                  </a:cubicBezTo>
                  <a:cubicBezTo>
                    <a:pt x="0" y="168519"/>
                    <a:pt x="124962" y="43751"/>
                    <a:pt x="278671" y="43751"/>
                  </a:cubicBezTo>
                  <a:close/>
                  <a:moveTo>
                    <a:pt x="531345" y="0"/>
                  </a:moveTo>
                  <a:cubicBezTo>
                    <a:pt x="541124" y="0"/>
                    <a:pt x="549142" y="8006"/>
                    <a:pt x="549142" y="17770"/>
                  </a:cubicBezTo>
                  <a:lnTo>
                    <a:pt x="549142" y="52138"/>
                  </a:lnTo>
                  <a:lnTo>
                    <a:pt x="583562" y="52138"/>
                  </a:lnTo>
                  <a:cubicBezTo>
                    <a:pt x="593340" y="52138"/>
                    <a:pt x="601358" y="59948"/>
                    <a:pt x="601358" y="69907"/>
                  </a:cubicBezTo>
                  <a:cubicBezTo>
                    <a:pt x="601358" y="79671"/>
                    <a:pt x="593340" y="87677"/>
                    <a:pt x="583562" y="87677"/>
                  </a:cubicBezTo>
                  <a:lnTo>
                    <a:pt x="538777" y="87677"/>
                  </a:lnTo>
                  <a:lnTo>
                    <a:pt x="522936" y="103299"/>
                  </a:lnTo>
                  <a:lnTo>
                    <a:pt x="531150" y="103299"/>
                  </a:lnTo>
                  <a:cubicBezTo>
                    <a:pt x="541124" y="103299"/>
                    <a:pt x="548946" y="111305"/>
                    <a:pt x="548946" y="121069"/>
                  </a:cubicBezTo>
                  <a:cubicBezTo>
                    <a:pt x="548946" y="130832"/>
                    <a:pt x="541124" y="138838"/>
                    <a:pt x="531150" y="138838"/>
                  </a:cubicBezTo>
                  <a:lnTo>
                    <a:pt x="487343" y="138838"/>
                  </a:lnTo>
                  <a:lnTo>
                    <a:pt x="291385" y="334696"/>
                  </a:lnTo>
                  <a:cubicBezTo>
                    <a:pt x="287865" y="338016"/>
                    <a:pt x="283367" y="339773"/>
                    <a:pt x="278673" y="339773"/>
                  </a:cubicBezTo>
                  <a:cubicBezTo>
                    <a:pt x="274175" y="339773"/>
                    <a:pt x="269677" y="338016"/>
                    <a:pt x="266157" y="334696"/>
                  </a:cubicBezTo>
                  <a:cubicBezTo>
                    <a:pt x="259116" y="327666"/>
                    <a:pt x="259116" y="316536"/>
                    <a:pt x="266157" y="309506"/>
                  </a:cubicBezTo>
                  <a:lnTo>
                    <a:pt x="461332" y="114625"/>
                  </a:lnTo>
                  <a:lnTo>
                    <a:pt x="461332" y="69126"/>
                  </a:lnTo>
                  <a:cubicBezTo>
                    <a:pt x="461332" y="59167"/>
                    <a:pt x="469155" y="51356"/>
                    <a:pt x="479129" y="51356"/>
                  </a:cubicBezTo>
                  <a:cubicBezTo>
                    <a:pt x="488907" y="51356"/>
                    <a:pt x="496926" y="59167"/>
                    <a:pt x="496926" y="69126"/>
                  </a:cubicBezTo>
                  <a:lnTo>
                    <a:pt x="496926" y="79085"/>
                  </a:lnTo>
                  <a:lnTo>
                    <a:pt x="513549" y="62487"/>
                  </a:lnTo>
                  <a:lnTo>
                    <a:pt x="513549" y="17770"/>
                  </a:lnTo>
                  <a:cubicBezTo>
                    <a:pt x="513549" y="8006"/>
                    <a:pt x="521567" y="0"/>
                    <a:pt x="531345" y="0"/>
                  </a:cubicBezTo>
                  <a:close/>
                </a:path>
              </a:pathLst>
            </a:custGeom>
            <a:solidFill>
              <a:schemeClr val="accent1"/>
            </a:solidFill>
            <a:ln w="9525">
              <a:noFill/>
              <a:round/>
            </a:ln>
          </p:spPr>
          <p:txBody>
            <a:bodyPr wrap="square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 dirty="0"/>
            </a:p>
          </p:txBody>
        </p:sp>
        <p:sp>
          <p:nvSpPr>
            <p:cNvPr id="78" name="i$ḻîďé">
              <a:extLst>
                <a:ext uri="{FF2B5EF4-FFF2-40B4-BE49-F238E27FC236}">
                  <a16:creationId xmlns:a16="http://schemas.microsoft.com/office/drawing/2014/main" id="{992CAC67-F38F-28E1-1F61-AED3C730D0EB}"/>
                </a:ext>
              </a:extLst>
            </p:cNvPr>
            <p:cNvSpPr txBox="1"/>
            <p:nvPr/>
          </p:nvSpPr>
          <p:spPr bwMode="auto">
            <a:xfrm>
              <a:off x="859111" y="2349182"/>
              <a:ext cx="5583229" cy="1284211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342900" indent="-342900" algn="ctr">
                <a:buFont typeface="Arial" panose="020B0604020202020204" pitchFamily="34" charset="0"/>
                <a:buChar char="•"/>
              </a:pPr>
              <a:r>
                <a:rPr kumimoji="1" lang="en-US" altLang="zh-CN" sz="2000" dirty="0"/>
                <a:t>kintone</a:t>
              </a:r>
              <a:r>
                <a:rPr kumimoji="1" lang="zh-CN" altLang="en-US" sz="2000" dirty="0"/>
                <a:t> 发送通知到企业微信</a:t>
              </a:r>
              <a:endParaRPr lang="zh-CN" altLang="en-US" sz="2000" b="1" dirty="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扩展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6" name="图片 5" descr="图形用户界面, 文本, 应用程序, 聊天或短信&#10;&#10;描述已自动生成">
            <a:extLst>
              <a:ext uri="{FF2B5EF4-FFF2-40B4-BE49-F238E27FC236}">
                <a16:creationId xmlns:a16="http://schemas.microsoft.com/office/drawing/2014/main" id="{1E6818B9-46EF-C22B-1CFF-FED148148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084" y="2254869"/>
            <a:ext cx="2667000" cy="1993900"/>
          </a:xfrm>
          <a:prstGeom prst="rect">
            <a:avLst/>
          </a:prstGeom>
        </p:spPr>
      </p:pic>
      <p:sp>
        <p:nvSpPr>
          <p:cNvPr id="11" name="右箭头 10">
            <a:extLst>
              <a:ext uri="{FF2B5EF4-FFF2-40B4-BE49-F238E27FC236}">
                <a16:creationId xmlns:a16="http://schemas.microsoft.com/office/drawing/2014/main" id="{C1DBB874-7371-3A99-D490-C457069E370C}"/>
              </a:ext>
            </a:extLst>
          </p:cNvPr>
          <p:cNvSpPr/>
          <p:nvPr/>
        </p:nvSpPr>
        <p:spPr>
          <a:xfrm>
            <a:off x="5162002" y="2933767"/>
            <a:ext cx="735495" cy="3180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5" name="右箭头 124">
            <a:extLst>
              <a:ext uri="{FF2B5EF4-FFF2-40B4-BE49-F238E27FC236}">
                <a16:creationId xmlns:a16="http://schemas.microsoft.com/office/drawing/2014/main" id="{38B76C0C-CC88-B341-9BE5-D47963E1DD85}"/>
              </a:ext>
            </a:extLst>
          </p:cNvPr>
          <p:cNvSpPr/>
          <p:nvPr/>
        </p:nvSpPr>
        <p:spPr>
          <a:xfrm rot="10800000">
            <a:off x="5162002" y="3450239"/>
            <a:ext cx="735495" cy="3180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 descr="黑白色的花&#10;&#10;中度可信度描述已自动生成">
            <a:extLst>
              <a:ext uri="{FF2B5EF4-FFF2-40B4-BE49-F238E27FC236}">
                <a16:creationId xmlns:a16="http://schemas.microsoft.com/office/drawing/2014/main" id="{A4ABF521-EF2E-91E0-A0E6-8C5432B578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328" y="1927330"/>
            <a:ext cx="6074159" cy="2747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01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 for watching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https://cybozudev.kf5.com/hc/</a:t>
            </a:r>
            <a:endParaRPr lang="en-US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cybozu developer</a:t>
            </a:r>
            <a:r>
              <a:rPr lang="zh-CN" altLang="en-US" dirty="0"/>
              <a:t> </a:t>
            </a:r>
            <a:r>
              <a:rPr lang="en-US" altLang="zh-CN" dirty="0"/>
              <a:t>network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860C710-3350-4AE9-B939-016A992F7A48}"/>
              </a:ext>
            </a:extLst>
          </p:cNvPr>
          <p:cNvCxnSpPr>
            <a:cxnSpLocks/>
          </p:cNvCxnSpPr>
          <p:nvPr/>
        </p:nvCxnSpPr>
        <p:spPr>
          <a:xfrm>
            <a:off x="4621912" y="2509837"/>
            <a:ext cx="0" cy="18383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0299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adb7b82f-fffe-4569-b84a-2f8768b349b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319b1377-74b8-43b7-9029-41aa7878dff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f317fc5a-95b2-42f5-83eb-fb476d8d1ecc"/>
</p:tagLst>
</file>

<file path=ppt/theme/theme1.xml><?xml version="1.0" encoding="utf-8"?>
<a:theme xmlns:a="http://schemas.openxmlformats.org/drawingml/2006/main" name="主题5">
  <a:themeElements>
    <a:clrScheme name="自定义 4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768394"/>
      </a:accent1>
      <a:accent2>
        <a:srgbClr val="858585"/>
      </a:accent2>
      <a:accent3>
        <a:srgbClr val="767676"/>
      </a:accent3>
      <a:accent4>
        <a:srgbClr val="666666"/>
      </a:accent4>
      <a:accent5>
        <a:srgbClr val="797979"/>
      </a:accent5>
      <a:accent6>
        <a:srgbClr val="515151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">
    <a:dk1>
      <a:srgbClr val="000000"/>
    </a:dk1>
    <a:lt1>
      <a:srgbClr val="FFFFFF"/>
    </a:lt1>
    <a:dk2>
      <a:srgbClr val="768394"/>
    </a:dk2>
    <a:lt2>
      <a:srgbClr val="F0F0F0"/>
    </a:lt2>
    <a:accent1>
      <a:srgbClr val="768394"/>
    </a:accent1>
    <a:accent2>
      <a:srgbClr val="858585"/>
    </a:accent2>
    <a:accent3>
      <a:srgbClr val="767676"/>
    </a:accent3>
    <a:accent4>
      <a:srgbClr val="666666"/>
    </a:accent4>
    <a:accent5>
      <a:srgbClr val="797979"/>
    </a:accent5>
    <a:accent6>
      <a:srgbClr val="515151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4">
    <a:dk1>
      <a:srgbClr val="000000"/>
    </a:dk1>
    <a:lt1>
      <a:srgbClr val="FFFFFF"/>
    </a:lt1>
    <a:dk2>
      <a:srgbClr val="768394"/>
    </a:dk2>
    <a:lt2>
      <a:srgbClr val="F0F0F0"/>
    </a:lt2>
    <a:accent1>
      <a:srgbClr val="768394"/>
    </a:accent1>
    <a:accent2>
      <a:srgbClr val="858585"/>
    </a:accent2>
    <a:accent3>
      <a:srgbClr val="767676"/>
    </a:accent3>
    <a:accent4>
      <a:srgbClr val="666666"/>
    </a:accent4>
    <a:accent5>
      <a:srgbClr val="797979"/>
    </a:accent5>
    <a:accent6>
      <a:srgbClr val="515151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4170</TotalTime>
  <Words>422</Words>
  <Application>Microsoft Macintosh PowerPoint</Application>
  <PresentationFormat>宽屏</PresentationFormat>
  <Paragraphs>101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微软雅黑</vt:lpstr>
      <vt:lpstr>Arial</vt:lpstr>
      <vt:lpstr>Calibri</vt:lpstr>
      <vt:lpstr>Impact</vt:lpstr>
      <vt:lpstr>Segoe UI Light</vt:lpstr>
      <vt:lpstr>主题5</vt:lpstr>
      <vt:lpstr>OfficePLUS</vt:lpstr>
      <vt:lpstr>Serverless 和 kintone 的化学反应</vt:lpstr>
      <vt:lpstr>Serverless 介绍</vt:lpstr>
      <vt:lpstr>1.什么是 Serverless</vt:lpstr>
      <vt:lpstr>2.提供 Serverless 服务的平台有哪些？</vt:lpstr>
      <vt:lpstr>3. Serverless 支持的语言</vt:lpstr>
      <vt:lpstr>4. Serverless 的触发</vt:lpstr>
      <vt:lpstr>Serverless 和 kintone 的结合</vt:lpstr>
      <vt:lpstr>1.kintone 何时需要用到 Serverless？</vt:lpstr>
      <vt:lpstr>2. kintone 如何去触发</vt:lpstr>
      <vt:lpstr>Serverless 注意点</vt:lpstr>
      <vt:lpstr>PowerPoint 演示文稿</vt:lpstr>
      <vt:lpstr>Serverless Framework</vt:lpstr>
      <vt:lpstr>1.Serverless Framework 的选择</vt:lpstr>
      <vt:lpstr>2. Serverless框架做了什么？</vt:lpstr>
      <vt:lpstr>3. Serverless框架做了什么？</vt:lpstr>
      <vt:lpstr>开发示例&amp;扩展</vt:lpstr>
      <vt:lpstr>1.开发示例</vt:lpstr>
      <vt:lpstr>2.扩展</vt:lpstr>
      <vt:lpstr>Thank you for watching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顾 三乐</cp:lastModifiedBy>
  <cp:revision>17</cp:revision>
  <cp:lastPrinted>2018-01-28T16:00:00Z</cp:lastPrinted>
  <dcterms:created xsi:type="dcterms:W3CDTF">2018-01-28T16:00:00Z</dcterms:created>
  <dcterms:modified xsi:type="dcterms:W3CDTF">2022-06-30T08:23:25Z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v-yunxl@microsoft.com</vt:lpwstr>
  </property>
  <property fmtid="{D5CDD505-2E9C-101B-9397-08002B2CF9AE}" pid="6" name="MSIP_Label_f42aa342-8706-4288-bd11-ebb85995028c_SetDate">
    <vt:lpwstr>2018-10-31T09:09:59.6749058Z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