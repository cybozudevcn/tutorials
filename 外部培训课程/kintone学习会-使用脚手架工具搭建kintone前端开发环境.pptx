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1"/>
  </p:notesMasterIdLst>
  <p:sldIdLst>
    <p:sldId id="285" r:id="rId2"/>
    <p:sldId id="256" r:id="rId3"/>
    <p:sldId id="1695" r:id="rId4"/>
    <p:sldId id="1683" r:id="rId5"/>
    <p:sldId id="1684" r:id="rId6"/>
    <p:sldId id="1685" r:id="rId7"/>
    <p:sldId id="303" r:id="rId8"/>
    <p:sldId id="1686" r:id="rId9"/>
    <p:sldId id="1687" r:id="rId10"/>
    <p:sldId id="302" r:id="rId11"/>
    <p:sldId id="1688" r:id="rId12"/>
    <p:sldId id="1689" r:id="rId13"/>
    <p:sldId id="1690" r:id="rId14"/>
    <p:sldId id="274" r:id="rId15"/>
    <p:sldId id="1691" r:id="rId16"/>
    <p:sldId id="1692" r:id="rId17"/>
    <p:sldId id="1693" r:id="rId18"/>
    <p:sldId id="1694" r:id="rId19"/>
    <p:sldId id="261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55E"/>
    <a:srgbClr val="F9F9FA"/>
    <a:srgbClr val="E8EFF1"/>
    <a:srgbClr val="E9E5E7"/>
    <a:srgbClr val="007ACC"/>
    <a:srgbClr val="6D8CD9"/>
    <a:srgbClr val="768394"/>
    <a:srgbClr val="C8CDD4"/>
    <a:srgbClr val="E4E6E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EAE7A9-AFAC-43DF-8CA2-C8CF00B09D56}" type="datetimeFigureOut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FC556-CA6E-439C-B5EC-B44A435AC7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改善开发体验</a:t>
            </a:r>
            <a:br>
              <a:rPr kumimoji="1" lang="en-US" altLang="zh-CN" dirty="0"/>
            </a:br>
            <a:r>
              <a:rPr kumimoji="1" lang="zh-CN" altLang="en-US" dirty="0"/>
              <a:t>  主要问题</a:t>
            </a:r>
            <a:endParaRPr kumimoji="1" lang="en-US" altLang="zh-CN" dirty="0"/>
          </a:p>
          <a:p>
            <a:r>
              <a:rPr kumimoji="1" lang="zh-CN" altLang="en-US" dirty="0"/>
              <a:t>     </a:t>
            </a:r>
            <a:r>
              <a:rPr kumimoji="1" lang="en-US" altLang="zh-CN" dirty="0"/>
              <a:t>es5</a:t>
            </a:r>
            <a:r>
              <a:rPr kumimoji="1" lang="zh-CN" altLang="en-US" dirty="0"/>
              <a:t>过时的语法</a:t>
            </a:r>
            <a:endParaRPr kumimoji="1" lang="en-US" altLang="zh-CN" dirty="0"/>
          </a:p>
          <a:p>
            <a:r>
              <a:rPr kumimoji="1" lang="zh-CN" altLang="en-US" dirty="0"/>
              <a:t>         </a:t>
            </a:r>
            <a:r>
              <a:rPr kumimoji="1" lang="en-US" altLang="zh-CN" dirty="0"/>
              <a:t>babel</a:t>
            </a:r>
          </a:p>
          <a:p>
            <a:r>
              <a:rPr kumimoji="1" lang="zh-CN" altLang="en-US" dirty="0"/>
              <a:t>     流行的前端框架</a:t>
            </a:r>
            <a:endParaRPr kumimoji="1" lang="en-US" altLang="zh-CN" dirty="0"/>
          </a:p>
          <a:p>
            <a:r>
              <a:rPr kumimoji="1" lang="zh-CN" altLang="en-US" dirty="0"/>
              <a:t>         </a:t>
            </a:r>
            <a:r>
              <a:rPr kumimoji="1" lang="en-US" altLang="zh-CN" dirty="0" err="1"/>
              <a:t>github</a:t>
            </a:r>
            <a:r>
              <a:rPr kumimoji="1" lang="zh-CN" altLang="en-US" dirty="0"/>
              <a:t>的第三方包没</a:t>
            </a:r>
            <a:r>
              <a:rPr kumimoji="1" lang="en-US" altLang="zh-CN" dirty="0" err="1"/>
              <a:t>dist</a:t>
            </a:r>
            <a:endParaRPr kumimoji="1" lang="en-US" altLang="zh-CN" dirty="0"/>
          </a:p>
          <a:p>
            <a:r>
              <a:rPr kumimoji="1" lang="zh-CN" altLang="en-US" dirty="0"/>
              <a:t>         脚手架工具不方便二次定制</a:t>
            </a:r>
            <a:endParaRPr kumimoji="1" lang="en-US" altLang="zh-CN" dirty="0"/>
          </a:p>
          <a:p>
            <a:r>
              <a:rPr kumimoji="1" lang="en-US" altLang="zh-CN" dirty="0"/>
              <a:t>	webpack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devserver</a:t>
            </a:r>
            <a:endParaRPr kumimoji="1" lang="en-US" altLang="zh-CN" dirty="0"/>
          </a:p>
          <a:p>
            <a:r>
              <a:rPr kumimoji="1" lang="zh-CN" altLang="en-US" dirty="0"/>
              <a:t>     </a:t>
            </a:r>
            <a:r>
              <a:rPr kumimoji="1" lang="en-US" altLang="zh-CN" dirty="0"/>
              <a:t>demo</a:t>
            </a:r>
            <a:r>
              <a:rPr kumimoji="1" lang="zh-CN" altLang="en-US" dirty="0"/>
              <a:t>模版每个人需求都不一样</a:t>
            </a:r>
            <a:endParaRPr kumimoji="1" lang="en-US" altLang="zh-CN" dirty="0"/>
          </a:p>
          <a:p>
            <a:r>
              <a:rPr kumimoji="1" lang="zh-CN" altLang="en-US" dirty="0"/>
              <a:t>     </a:t>
            </a:r>
            <a:r>
              <a:rPr kumimoji="1" lang="en-US" altLang="zh-CN" dirty="0"/>
              <a:t>webpack</a:t>
            </a:r>
            <a:r>
              <a:rPr kumimoji="1" lang="zh-CN" altLang="en-US" dirty="0"/>
              <a:t>系列文章：繁琐</a:t>
            </a:r>
            <a:endParaRPr kumimoji="1" lang="en-US" altLang="zh-CN" dirty="0"/>
          </a:p>
          <a:p>
            <a:r>
              <a:rPr kumimoji="1" lang="zh-CN" altLang="en-US" dirty="0"/>
              <a:t>          </a:t>
            </a:r>
            <a:r>
              <a:rPr kumimoji="1" lang="en-US" altLang="zh-CN" dirty="0"/>
              <a:t>cli</a:t>
            </a:r>
            <a:r>
              <a:rPr kumimoji="1" lang="zh-CN" altLang="en-US" dirty="0"/>
              <a:t>命令行</a:t>
            </a:r>
            <a:endParaRPr kumimoji="1" lang="en-US" altLang="zh-CN" dirty="0"/>
          </a:p>
          <a:p>
            <a:r>
              <a:rPr kumimoji="1" lang="zh-CN" altLang="en-US" dirty="0"/>
              <a:t>     上传繁琐</a:t>
            </a:r>
            <a:br>
              <a:rPr kumimoji="1" lang="en-US" altLang="zh-CN" dirty="0"/>
            </a:br>
            <a:r>
              <a:rPr kumimoji="1" lang="zh-CN" altLang="en-US" dirty="0"/>
              <a:t>          辅助脚本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C556-CA6E-439C-B5EC-B44A435AC7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440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C556-CA6E-439C-B5EC-B44A435AC7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2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" name="Rectangle 9674"/>
          <p:cNvSpPr>
            <a:spLocks noChangeArrowheads="1"/>
          </p:cNvSpPr>
          <p:nvPr/>
        </p:nvSpPr>
        <p:spPr bwMode="auto">
          <a:xfrm>
            <a:off x="-1588" y="0"/>
            <a:ext cx="12193588" cy="6913563"/>
          </a:xfrm>
          <a:prstGeom prst="rect">
            <a:avLst/>
          </a:prstGeom>
          <a:solidFill>
            <a:srgbClr val="537AD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3365501" y="893687"/>
            <a:ext cx="5461000" cy="4588780"/>
            <a:chOff x="3743325" y="1325563"/>
            <a:chExt cx="4949825" cy="4159250"/>
          </a:xfrm>
          <a:solidFill>
            <a:srgbClr val="537AD6"/>
          </a:solidFill>
        </p:grpSpPr>
        <p:sp>
          <p:nvSpPr>
            <p:cNvPr id="19867" name="Freeform 9675"/>
            <p:cNvSpPr/>
            <p:nvPr/>
          </p:nvSpPr>
          <p:spPr bwMode="auto">
            <a:xfrm>
              <a:off x="4579938" y="1325563"/>
              <a:ext cx="3162300" cy="4159250"/>
            </a:xfrm>
            <a:custGeom>
              <a:avLst/>
              <a:gdLst>
                <a:gd name="T0" fmla="*/ 1109 w 1667"/>
                <a:gd name="T1" fmla="*/ 572 h 2192"/>
                <a:gd name="T2" fmla="*/ 1109 w 1667"/>
                <a:gd name="T3" fmla="*/ 172 h 2192"/>
                <a:gd name="T4" fmla="*/ 1162 w 1667"/>
                <a:gd name="T5" fmla="*/ 172 h 2192"/>
                <a:gd name="T6" fmla="*/ 1213 w 1667"/>
                <a:gd name="T7" fmla="*/ 100 h 2192"/>
                <a:gd name="T8" fmla="*/ 1213 w 1667"/>
                <a:gd name="T9" fmla="*/ 52 h 2192"/>
                <a:gd name="T10" fmla="*/ 1162 w 1667"/>
                <a:gd name="T11" fmla="*/ 0 h 2192"/>
                <a:gd name="T12" fmla="*/ 516 w 1667"/>
                <a:gd name="T13" fmla="*/ 0 h 2192"/>
                <a:gd name="T14" fmla="*/ 445 w 1667"/>
                <a:gd name="T15" fmla="*/ 52 h 2192"/>
                <a:gd name="T16" fmla="*/ 445 w 1667"/>
                <a:gd name="T17" fmla="*/ 100 h 2192"/>
                <a:gd name="T18" fmla="*/ 516 w 1667"/>
                <a:gd name="T19" fmla="*/ 172 h 2192"/>
                <a:gd name="T20" fmla="*/ 553 w 1667"/>
                <a:gd name="T21" fmla="*/ 172 h 2192"/>
                <a:gd name="T22" fmla="*/ 553 w 1667"/>
                <a:gd name="T23" fmla="*/ 571 h 2192"/>
                <a:gd name="T24" fmla="*/ 0 w 1667"/>
                <a:gd name="T25" fmla="*/ 1358 h 2192"/>
                <a:gd name="T26" fmla="*/ 837 w 1667"/>
                <a:gd name="T27" fmla="*/ 2192 h 2192"/>
                <a:gd name="T28" fmla="*/ 1667 w 1667"/>
                <a:gd name="T29" fmla="*/ 1358 h 2192"/>
                <a:gd name="T30" fmla="*/ 1109 w 1667"/>
                <a:gd name="T31" fmla="*/ 572 h 2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67" h="2192">
                  <a:moveTo>
                    <a:pt x="1109" y="572"/>
                  </a:moveTo>
                  <a:cubicBezTo>
                    <a:pt x="1109" y="172"/>
                    <a:pt x="1109" y="172"/>
                    <a:pt x="1109" y="172"/>
                  </a:cubicBezTo>
                  <a:cubicBezTo>
                    <a:pt x="1162" y="172"/>
                    <a:pt x="1162" y="172"/>
                    <a:pt x="1162" y="172"/>
                  </a:cubicBezTo>
                  <a:cubicBezTo>
                    <a:pt x="1196" y="172"/>
                    <a:pt x="1213" y="134"/>
                    <a:pt x="1213" y="100"/>
                  </a:cubicBezTo>
                  <a:cubicBezTo>
                    <a:pt x="1213" y="52"/>
                    <a:pt x="1213" y="52"/>
                    <a:pt x="1213" y="52"/>
                  </a:cubicBezTo>
                  <a:cubicBezTo>
                    <a:pt x="1213" y="18"/>
                    <a:pt x="1196" y="0"/>
                    <a:pt x="1162" y="0"/>
                  </a:cubicBezTo>
                  <a:cubicBezTo>
                    <a:pt x="516" y="0"/>
                    <a:pt x="516" y="0"/>
                    <a:pt x="516" y="0"/>
                  </a:cubicBezTo>
                  <a:cubicBezTo>
                    <a:pt x="482" y="0"/>
                    <a:pt x="445" y="18"/>
                    <a:pt x="445" y="52"/>
                  </a:cubicBezTo>
                  <a:cubicBezTo>
                    <a:pt x="445" y="100"/>
                    <a:pt x="445" y="100"/>
                    <a:pt x="445" y="100"/>
                  </a:cubicBezTo>
                  <a:cubicBezTo>
                    <a:pt x="445" y="134"/>
                    <a:pt x="482" y="172"/>
                    <a:pt x="516" y="172"/>
                  </a:cubicBezTo>
                  <a:cubicBezTo>
                    <a:pt x="553" y="172"/>
                    <a:pt x="553" y="172"/>
                    <a:pt x="553" y="172"/>
                  </a:cubicBezTo>
                  <a:cubicBezTo>
                    <a:pt x="553" y="571"/>
                    <a:pt x="553" y="571"/>
                    <a:pt x="553" y="571"/>
                  </a:cubicBezTo>
                  <a:cubicBezTo>
                    <a:pt x="229" y="685"/>
                    <a:pt x="0" y="994"/>
                    <a:pt x="0" y="1358"/>
                  </a:cubicBezTo>
                  <a:cubicBezTo>
                    <a:pt x="0" y="1819"/>
                    <a:pt x="376" y="2192"/>
                    <a:pt x="837" y="2192"/>
                  </a:cubicBezTo>
                  <a:cubicBezTo>
                    <a:pt x="1298" y="2192"/>
                    <a:pt x="1667" y="1819"/>
                    <a:pt x="1667" y="1358"/>
                  </a:cubicBezTo>
                  <a:cubicBezTo>
                    <a:pt x="1667" y="996"/>
                    <a:pt x="1433" y="688"/>
                    <a:pt x="1109" y="572"/>
                  </a:cubicBezTo>
                  <a:close/>
                </a:path>
              </a:pathLst>
            </a:custGeom>
            <a:grpFill/>
            <a:ln w="30163" cap="flat">
              <a:solidFill>
                <a:srgbClr val="D9D6A8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68" name="Rectangle 9676"/>
            <p:cNvSpPr>
              <a:spLocks noChangeArrowheads="1"/>
            </p:cNvSpPr>
            <p:nvPr userDrawn="1"/>
          </p:nvSpPr>
          <p:spPr bwMode="auto">
            <a:xfrm>
              <a:off x="3743325" y="3104088"/>
              <a:ext cx="4949825" cy="12160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980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521075" y="3719272"/>
            <a:ext cx="5149850" cy="45989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3521075" y="2716611"/>
            <a:ext cx="5149850" cy="11174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9870" name="Rectangle 9678"/>
          <p:cNvSpPr>
            <a:spLocks noChangeArrowheads="1"/>
          </p:cNvSpPr>
          <p:nvPr/>
        </p:nvSpPr>
        <p:spPr bwMode="auto">
          <a:xfrm>
            <a:off x="6000750" y="2600702"/>
            <a:ext cx="230188" cy="38100"/>
          </a:xfrm>
          <a:prstGeom prst="rect">
            <a:avLst/>
          </a:prstGeom>
          <a:solidFill>
            <a:srgbClr val="D9D6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871" name="Rectangle 9679"/>
          <p:cNvSpPr>
            <a:spLocks noChangeArrowheads="1"/>
          </p:cNvSpPr>
          <p:nvPr/>
        </p:nvSpPr>
        <p:spPr bwMode="auto">
          <a:xfrm>
            <a:off x="6097588" y="2507039"/>
            <a:ext cx="36513" cy="228600"/>
          </a:xfrm>
          <a:prstGeom prst="rect">
            <a:avLst/>
          </a:prstGeom>
          <a:solidFill>
            <a:srgbClr val="D9D6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028776" y="893687"/>
            <a:ext cx="1294749" cy="1375305"/>
            <a:chOff x="9263063" y="1273175"/>
            <a:chExt cx="1403350" cy="1490663"/>
          </a:xfrm>
        </p:grpSpPr>
        <p:sp>
          <p:nvSpPr>
            <p:cNvPr id="9792" name="Line 9680"/>
            <p:cNvSpPr>
              <a:spLocks noChangeShapeType="1"/>
            </p:cNvSpPr>
            <p:nvPr/>
          </p:nvSpPr>
          <p:spPr bwMode="auto">
            <a:xfrm flipH="1">
              <a:off x="9645650" y="1273175"/>
              <a:ext cx="1020763" cy="992188"/>
            </a:xfrm>
            <a:prstGeom prst="line">
              <a:avLst/>
            </a:prstGeom>
            <a:noFill/>
            <a:ln w="7938" cap="flat">
              <a:solidFill>
                <a:srgbClr val="D9D6A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93" name="Line 9681"/>
            <p:cNvSpPr>
              <a:spLocks noChangeShapeType="1"/>
            </p:cNvSpPr>
            <p:nvPr/>
          </p:nvSpPr>
          <p:spPr bwMode="auto">
            <a:xfrm flipH="1">
              <a:off x="9263063" y="1768475"/>
              <a:ext cx="1017588" cy="995363"/>
            </a:xfrm>
            <a:prstGeom prst="line">
              <a:avLst/>
            </a:prstGeom>
            <a:noFill/>
            <a:ln w="7938" cap="flat">
              <a:solidFill>
                <a:srgbClr val="D9D6A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1602707" y="3133423"/>
            <a:ext cx="1337733" cy="1419356"/>
            <a:chOff x="1752600" y="4395788"/>
            <a:chExt cx="1404938" cy="1490662"/>
          </a:xfrm>
        </p:grpSpPr>
        <p:sp>
          <p:nvSpPr>
            <p:cNvPr id="9794" name="Line 9682"/>
            <p:cNvSpPr>
              <a:spLocks noChangeShapeType="1"/>
            </p:cNvSpPr>
            <p:nvPr/>
          </p:nvSpPr>
          <p:spPr bwMode="auto">
            <a:xfrm flipH="1">
              <a:off x="2138363" y="4395788"/>
              <a:ext cx="1019175" cy="993775"/>
            </a:xfrm>
            <a:prstGeom prst="line">
              <a:avLst/>
            </a:prstGeom>
            <a:noFill/>
            <a:ln w="7938" cap="flat">
              <a:solidFill>
                <a:srgbClr val="D9D6A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95" name="Line 9683"/>
            <p:cNvSpPr>
              <a:spLocks noChangeShapeType="1"/>
            </p:cNvSpPr>
            <p:nvPr/>
          </p:nvSpPr>
          <p:spPr bwMode="auto">
            <a:xfrm flipH="1">
              <a:off x="1752600" y="4892675"/>
              <a:ext cx="1019175" cy="993775"/>
            </a:xfrm>
            <a:prstGeom prst="line">
              <a:avLst/>
            </a:prstGeom>
            <a:noFill/>
            <a:ln w="7938" cap="flat">
              <a:solidFill>
                <a:srgbClr val="D9D6A8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7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5011739" y="4358347"/>
            <a:ext cx="2168524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8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5013326" y="4729822"/>
            <a:ext cx="2168524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-1254020" y="5504314"/>
            <a:ext cx="6935787" cy="2524125"/>
            <a:chOff x="2405063" y="1201738"/>
            <a:chExt cx="6935787" cy="2524125"/>
          </a:xfrm>
        </p:grpSpPr>
        <p:sp>
          <p:nvSpPr>
            <p:cNvPr id="20" name="Freeform 5"/>
            <p:cNvSpPr/>
            <p:nvPr userDrawn="1"/>
          </p:nvSpPr>
          <p:spPr bwMode="auto">
            <a:xfrm>
              <a:off x="5815013" y="1671638"/>
              <a:ext cx="463550" cy="284163"/>
            </a:xfrm>
            <a:custGeom>
              <a:avLst/>
              <a:gdLst>
                <a:gd name="T0" fmla="*/ 0 w 318"/>
                <a:gd name="T1" fmla="*/ 195 h 195"/>
                <a:gd name="T2" fmla="*/ 318 w 318"/>
                <a:gd name="T3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95">
                  <a:moveTo>
                    <a:pt x="0" y="195"/>
                  </a:moveTo>
                  <a:cubicBezTo>
                    <a:pt x="47" y="67"/>
                    <a:pt x="190" y="0"/>
                    <a:pt x="318" y="47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6"/>
            <p:cNvSpPr/>
            <p:nvPr userDrawn="1"/>
          </p:nvSpPr>
          <p:spPr bwMode="auto">
            <a:xfrm>
              <a:off x="5892800" y="1763713"/>
              <a:ext cx="358775" cy="220663"/>
            </a:xfrm>
            <a:custGeom>
              <a:avLst/>
              <a:gdLst>
                <a:gd name="T0" fmla="*/ 0 w 246"/>
                <a:gd name="T1" fmla="*/ 151 h 151"/>
                <a:gd name="T2" fmla="*/ 246 w 246"/>
                <a:gd name="T3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6" h="151">
                  <a:moveTo>
                    <a:pt x="0" y="151"/>
                  </a:moveTo>
                  <a:cubicBezTo>
                    <a:pt x="36" y="52"/>
                    <a:pt x="146" y="0"/>
                    <a:pt x="246" y="36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7"/>
            <p:cNvSpPr/>
            <p:nvPr userDrawn="1"/>
          </p:nvSpPr>
          <p:spPr bwMode="auto">
            <a:xfrm>
              <a:off x="5972175" y="1858963"/>
              <a:ext cx="250825" cy="153988"/>
            </a:xfrm>
            <a:custGeom>
              <a:avLst/>
              <a:gdLst>
                <a:gd name="T0" fmla="*/ 0 w 173"/>
                <a:gd name="T1" fmla="*/ 106 h 106"/>
                <a:gd name="T2" fmla="*/ 173 w 173"/>
                <a:gd name="T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106">
                  <a:moveTo>
                    <a:pt x="0" y="106"/>
                  </a:moveTo>
                  <a:cubicBezTo>
                    <a:pt x="25" y="36"/>
                    <a:pt x="103" y="0"/>
                    <a:pt x="173" y="25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8"/>
            <p:cNvSpPr/>
            <p:nvPr userDrawn="1"/>
          </p:nvSpPr>
          <p:spPr bwMode="auto">
            <a:xfrm>
              <a:off x="6084888" y="1993900"/>
              <a:ext cx="117475" cy="119063"/>
            </a:xfrm>
            <a:custGeom>
              <a:avLst/>
              <a:gdLst>
                <a:gd name="T0" fmla="*/ 72 w 80"/>
                <a:gd name="T1" fmla="*/ 26 h 81"/>
                <a:gd name="T2" fmla="*/ 25 w 80"/>
                <a:gd name="T3" fmla="*/ 8 h 81"/>
                <a:gd name="T4" fmla="*/ 8 w 80"/>
                <a:gd name="T5" fmla="*/ 55 h 81"/>
                <a:gd name="T6" fmla="*/ 55 w 80"/>
                <a:gd name="T7" fmla="*/ 73 h 81"/>
                <a:gd name="T8" fmla="*/ 72 w 80"/>
                <a:gd name="T9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1">
                  <a:moveTo>
                    <a:pt x="72" y="26"/>
                  </a:moveTo>
                  <a:cubicBezTo>
                    <a:pt x="64" y="8"/>
                    <a:pt x="43" y="0"/>
                    <a:pt x="25" y="8"/>
                  </a:cubicBezTo>
                  <a:cubicBezTo>
                    <a:pt x="7" y="17"/>
                    <a:pt x="0" y="38"/>
                    <a:pt x="8" y="55"/>
                  </a:cubicBezTo>
                  <a:cubicBezTo>
                    <a:pt x="16" y="73"/>
                    <a:pt x="37" y="81"/>
                    <a:pt x="55" y="73"/>
                  </a:cubicBezTo>
                  <a:cubicBezTo>
                    <a:pt x="73" y="64"/>
                    <a:pt x="80" y="43"/>
                    <a:pt x="72" y="26"/>
                  </a:cubicBez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9"/>
            <p:cNvSpPr/>
            <p:nvPr userDrawn="1"/>
          </p:nvSpPr>
          <p:spPr bwMode="auto">
            <a:xfrm>
              <a:off x="3705225" y="3251200"/>
              <a:ext cx="417513" cy="419100"/>
            </a:xfrm>
            <a:custGeom>
              <a:avLst/>
              <a:gdLst>
                <a:gd name="T0" fmla="*/ 190 w 286"/>
                <a:gd name="T1" fmla="*/ 233 h 287"/>
                <a:gd name="T2" fmla="*/ 249 w 286"/>
                <a:gd name="T3" fmla="*/ 173 h 287"/>
                <a:gd name="T4" fmla="*/ 247 w 286"/>
                <a:gd name="T5" fmla="*/ 37 h 287"/>
                <a:gd name="T6" fmla="*/ 112 w 286"/>
                <a:gd name="T7" fmla="*/ 38 h 287"/>
                <a:gd name="T8" fmla="*/ 22 w 286"/>
                <a:gd name="T9" fmla="*/ 130 h 287"/>
                <a:gd name="T10" fmla="*/ 23 w 286"/>
                <a:gd name="T11" fmla="*/ 209 h 287"/>
                <a:gd name="T12" fmla="*/ 80 w 286"/>
                <a:gd name="T13" fmla="*/ 265 h 287"/>
                <a:gd name="T14" fmla="*/ 159 w 286"/>
                <a:gd name="T15" fmla="*/ 26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287">
                  <a:moveTo>
                    <a:pt x="190" y="23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286" y="135"/>
                    <a:pt x="285" y="74"/>
                    <a:pt x="247" y="37"/>
                  </a:cubicBezTo>
                  <a:cubicBezTo>
                    <a:pt x="209" y="0"/>
                    <a:pt x="149" y="0"/>
                    <a:pt x="112" y="38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0" y="152"/>
                    <a:pt x="1" y="187"/>
                    <a:pt x="23" y="209"/>
                  </a:cubicBezTo>
                  <a:cubicBezTo>
                    <a:pt x="80" y="265"/>
                    <a:pt x="80" y="265"/>
                    <a:pt x="80" y="265"/>
                  </a:cubicBezTo>
                  <a:cubicBezTo>
                    <a:pt x="102" y="287"/>
                    <a:pt x="138" y="286"/>
                    <a:pt x="159" y="264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0"/>
            <p:cNvSpPr/>
            <p:nvPr userDrawn="1"/>
          </p:nvSpPr>
          <p:spPr bwMode="auto">
            <a:xfrm>
              <a:off x="3970338" y="3073400"/>
              <a:ext cx="744538" cy="328613"/>
            </a:xfrm>
            <a:custGeom>
              <a:avLst/>
              <a:gdLst>
                <a:gd name="T0" fmla="*/ 0 w 510"/>
                <a:gd name="T1" fmla="*/ 226 h 226"/>
                <a:gd name="T2" fmla="*/ 65 w 510"/>
                <a:gd name="T3" fmla="*/ 159 h 226"/>
                <a:gd name="T4" fmla="*/ 99 w 510"/>
                <a:gd name="T5" fmla="*/ 126 h 226"/>
                <a:gd name="T6" fmla="*/ 266 w 510"/>
                <a:gd name="T7" fmla="*/ 113 h 226"/>
                <a:gd name="T8" fmla="*/ 266 w 510"/>
                <a:gd name="T9" fmla="*/ 113 h 226"/>
                <a:gd name="T10" fmla="*/ 446 w 510"/>
                <a:gd name="T11" fmla="*/ 84 h 226"/>
                <a:gd name="T12" fmla="*/ 510 w 510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226">
                  <a:moveTo>
                    <a:pt x="0" y="226"/>
                  </a:moveTo>
                  <a:cubicBezTo>
                    <a:pt x="65" y="159"/>
                    <a:pt x="65" y="159"/>
                    <a:pt x="65" y="159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44" y="82"/>
                    <a:pt x="214" y="76"/>
                    <a:pt x="26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324" y="153"/>
                    <a:pt x="403" y="140"/>
                    <a:pt x="446" y="84"/>
                  </a:cubicBezTo>
                  <a:cubicBezTo>
                    <a:pt x="510" y="0"/>
                    <a:pt x="510" y="0"/>
                    <a:pt x="510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1"/>
            <p:cNvSpPr/>
            <p:nvPr userDrawn="1"/>
          </p:nvSpPr>
          <p:spPr bwMode="auto">
            <a:xfrm>
              <a:off x="3833813" y="3343275"/>
              <a:ext cx="200025" cy="195263"/>
            </a:xfrm>
            <a:custGeom>
              <a:avLst/>
              <a:gdLst>
                <a:gd name="T0" fmla="*/ 0 w 137"/>
                <a:gd name="T1" fmla="*/ 0 h 134"/>
                <a:gd name="T2" fmla="*/ 137 w 137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7" h="134">
                  <a:moveTo>
                    <a:pt x="0" y="0"/>
                  </a:moveTo>
                  <a:cubicBezTo>
                    <a:pt x="2" y="2"/>
                    <a:pt x="137" y="134"/>
                    <a:pt x="137" y="134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2"/>
            <p:cNvSpPr/>
            <p:nvPr userDrawn="1"/>
          </p:nvSpPr>
          <p:spPr bwMode="auto">
            <a:xfrm>
              <a:off x="3978275" y="1624013"/>
              <a:ext cx="1622425" cy="1295400"/>
            </a:xfrm>
            <a:custGeom>
              <a:avLst/>
              <a:gdLst>
                <a:gd name="T0" fmla="*/ 1089 w 1113"/>
                <a:gd name="T1" fmla="*/ 554 h 888"/>
                <a:gd name="T2" fmla="*/ 1113 w 1113"/>
                <a:gd name="T3" fmla="*/ 649 h 888"/>
                <a:gd name="T4" fmla="*/ 155 w 1113"/>
                <a:gd name="T5" fmla="*/ 888 h 888"/>
                <a:gd name="T6" fmla="*/ 13 w 1113"/>
                <a:gd name="T7" fmla="*/ 319 h 888"/>
                <a:gd name="T8" fmla="*/ 80 w 1113"/>
                <a:gd name="T9" fmla="*/ 207 h 888"/>
                <a:gd name="T10" fmla="*/ 859 w 1113"/>
                <a:gd name="T11" fmla="*/ 12 h 888"/>
                <a:gd name="T12" fmla="*/ 971 w 1113"/>
                <a:gd name="T13" fmla="*/ 80 h 888"/>
                <a:gd name="T14" fmla="*/ 1066 w 1113"/>
                <a:gd name="T15" fmla="*/ 46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3" h="888">
                  <a:moveTo>
                    <a:pt x="1089" y="554"/>
                  </a:moveTo>
                  <a:cubicBezTo>
                    <a:pt x="1113" y="649"/>
                    <a:pt x="1113" y="649"/>
                    <a:pt x="1113" y="649"/>
                  </a:cubicBezTo>
                  <a:cubicBezTo>
                    <a:pt x="155" y="888"/>
                    <a:pt x="155" y="888"/>
                    <a:pt x="155" y="888"/>
                  </a:cubicBezTo>
                  <a:cubicBezTo>
                    <a:pt x="13" y="319"/>
                    <a:pt x="13" y="319"/>
                    <a:pt x="13" y="319"/>
                  </a:cubicBezTo>
                  <a:cubicBezTo>
                    <a:pt x="0" y="269"/>
                    <a:pt x="30" y="219"/>
                    <a:pt x="80" y="207"/>
                  </a:cubicBezTo>
                  <a:cubicBezTo>
                    <a:pt x="859" y="12"/>
                    <a:pt x="859" y="12"/>
                    <a:pt x="859" y="12"/>
                  </a:cubicBezTo>
                  <a:cubicBezTo>
                    <a:pt x="908" y="0"/>
                    <a:pt x="959" y="30"/>
                    <a:pt x="971" y="80"/>
                  </a:cubicBezTo>
                  <a:cubicBezTo>
                    <a:pt x="1066" y="460"/>
                    <a:pt x="1066" y="460"/>
                    <a:pt x="1066" y="46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3"/>
            <p:cNvSpPr/>
            <p:nvPr userDrawn="1"/>
          </p:nvSpPr>
          <p:spPr bwMode="auto">
            <a:xfrm>
              <a:off x="4089400" y="1739900"/>
              <a:ext cx="1385888" cy="1019175"/>
            </a:xfrm>
            <a:custGeom>
              <a:avLst/>
              <a:gdLst>
                <a:gd name="T0" fmla="*/ 929 w 951"/>
                <a:gd name="T1" fmla="*/ 401 h 698"/>
                <a:gd name="T2" fmla="*/ 951 w 951"/>
                <a:gd name="T3" fmla="*/ 490 h 698"/>
                <a:gd name="T4" fmla="*/ 118 w 951"/>
                <a:gd name="T5" fmla="*/ 698 h 698"/>
                <a:gd name="T6" fmla="*/ 7 w 951"/>
                <a:gd name="T7" fmla="*/ 255 h 698"/>
                <a:gd name="T8" fmla="*/ 46 w 951"/>
                <a:gd name="T9" fmla="*/ 189 h 698"/>
                <a:gd name="T10" fmla="*/ 775 w 951"/>
                <a:gd name="T11" fmla="*/ 8 h 698"/>
                <a:gd name="T12" fmla="*/ 840 w 951"/>
                <a:gd name="T13" fmla="*/ 47 h 698"/>
                <a:gd name="T14" fmla="*/ 929 w 951"/>
                <a:gd name="T15" fmla="*/ 401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1" h="698">
                  <a:moveTo>
                    <a:pt x="929" y="401"/>
                  </a:moveTo>
                  <a:cubicBezTo>
                    <a:pt x="951" y="490"/>
                    <a:pt x="951" y="490"/>
                    <a:pt x="951" y="490"/>
                  </a:cubicBezTo>
                  <a:cubicBezTo>
                    <a:pt x="118" y="698"/>
                    <a:pt x="118" y="698"/>
                    <a:pt x="118" y="698"/>
                  </a:cubicBezTo>
                  <a:cubicBezTo>
                    <a:pt x="7" y="255"/>
                    <a:pt x="7" y="255"/>
                    <a:pt x="7" y="255"/>
                  </a:cubicBezTo>
                  <a:cubicBezTo>
                    <a:pt x="0" y="226"/>
                    <a:pt x="17" y="197"/>
                    <a:pt x="46" y="189"/>
                  </a:cubicBezTo>
                  <a:cubicBezTo>
                    <a:pt x="775" y="8"/>
                    <a:pt x="775" y="8"/>
                    <a:pt x="775" y="8"/>
                  </a:cubicBezTo>
                  <a:cubicBezTo>
                    <a:pt x="804" y="0"/>
                    <a:pt x="833" y="18"/>
                    <a:pt x="840" y="47"/>
                  </a:cubicBezTo>
                  <a:cubicBezTo>
                    <a:pt x="929" y="401"/>
                    <a:pt x="929" y="401"/>
                    <a:pt x="929" y="401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14"/>
            <p:cNvSpPr/>
            <p:nvPr userDrawn="1"/>
          </p:nvSpPr>
          <p:spPr bwMode="auto">
            <a:xfrm>
              <a:off x="4683125" y="2790825"/>
              <a:ext cx="519113" cy="234950"/>
            </a:xfrm>
            <a:custGeom>
              <a:avLst/>
              <a:gdLst>
                <a:gd name="T0" fmla="*/ 327 w 327"/>
                <a:gd name="T1" fmla="*/ 71 h 148"/>
                <a:gd name="T2" fmla="*/ 18 w 327"/>
                <a:gd name="T3" fmla="*/ 148 h 148"/>
                <a:gd name="T4" fmla="*/ 0 w 327"/>
                <a:gd name="T5" fmla="*/ 77 h 148"/>
                <a:gd name="T6" fmla="*/ 310 w 327"/>
                <a:gd name="T7" fmla="*/ 0 h 148"/>
                <a:gd name="T8" fmla="*/ 327 w 327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8">
                  <a:moveTo>
                    <a:pt x="327" y="71"/>
                  </a:moveTo>
                  <a:lnTo>
                    <a:pt x="18" y="148"/>
                  </a:lnTo>
                  <a:lnTo>
                    <a:pt x="0" y="77"/>
                  </a:lnTo>
                  <a:lnTo>
                    <a:pt x="310" y="0"/>
                  </a:lnTo>
                  <a:lnTo>
                    <a:pt x="327" y="7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15"/>
            <p:cNvSpPr/>
            <p:nvPr userDrawn="1"/>
          </p:nvSpPr>
          <p:spPr bwMode="auto">
            <a:xfrm>
              <a:off x="4775200" y="2713038"/>
              <a:ext cx="280988" cy="171450"/>
            </a:xfrm>
            <a:custGeom>
              <a:avLst/>
              <a:gdLst>
                <a:gd name="T0" fmla="*/ 177 w 177"/>
                <a:gd name="T1" fmla="*/ 68 h 108"/>
                <a:gd name="T2" fmla="*/ 18 w 177"/>
                <a:gd name="T3" fmla="*/ 108 h 108"/>
                <a:gd name="T4" fmla="*/ 0 w 177"/>
                <a:gd name="T5" fmla="*/ 40 h 108"/>
                <a:gd name="T6" fmla="*/ 159 w 177"/>
                <a:gd name="T7" fmla="*/ 0 h 108"/>
                <a:gd name="T8" fmla="*/ 177 w 177"/>
                <a:gd name="T9" fmla="*/ 6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08">
                  <a:moveTo>
                    <a:pt x="177" y="68"/>
                  </a:moveTo>
                  <a:lnTo>
                    <a:pt x="18" y="108"/>
                  </a:lnTo>
                  <a:lnTo>
                    <a:pt x="0" y="40"/>
                  </a:lnTo>
                  <a:lnTo>
                    <a:pt x="159" y="0"/>
                  </a:lnTo>
                  <a:lnTo>
                    <a:pt x="177" y="68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16"/>
            <p:cNvSpPr/>
            <p:nvPr userDrawn="1"/>
          </p:nvSpPr>
          <p:spPr bwMode="auto">
            <a:xfrm>
              <a:off x="4332288" y="2089150"/>
              <a:ext cx="971550" cy="517525"/>
            </a:xfrm>
            <a:custGeom>
              <a:avLst/>
              <a:gdLst>
                <a:gd name="T0" fmla="*/ 0 w 612"/>
                <a:gd name="T1" fmla="*/ 326 h 326"/>
                <a:gd name="T2" fmla="*/ 126 w 612"/>
                <a:gd name="T3" fmla="*/ 31 h 326"/>
                <a:gd name="T4" fmla="*/ 319 w 612"/>
                <a:gd name="T5" fmla="*/ 130 h 326"/>
                <a:gd name="T6" fmla="*/ 367 w 612"/>
                <a:gd name="T7" fmla="*/ 0 h 326"/>
                <a:gd name="T8" fmla="*/ 612 w 612"/>
                <a:gd name="T9" fmla="*/ 14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2" h="326">
                  <a:moveTo>
                    <a:pt x="0" y="326"/>
                  </a:moveTo>
                  <a:lnTo>
                    <a:pt x="126" y="31"/>
                  </a:lnTo>
                  <a:lnTo>
                    <a:pt x="319" y="130"/>
                  </a:lnTo>
                  <a:lnTo>
                    <a:pt x="367" y="0"/>
                  </a:lnTo>
                  <a:lnTo>
                    <a:pt x="612" y="14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17"/>
            <p:cNvSpPr/>
            <p:nvPr userDrawn="1"/>
          </p:nvSpPr>
          <p:spPr bwMode="auto">
            <a:xfrm>
              <a:off x="5289550" y="2863850"/>
              <a:ext cx="933450" cy="862013"/>
            </a:xfrm>
            <a:custGeom>
              <a:avLst/>
              <a:gdLst>
                <a:gd name="T0" fmla="*/ 461 w 588"/>
                <a:gd name="T1" fmla="*/ 507 h 543"/>
                <a:gd name="T2" fmla="*/ 433 w 588"/>
                <a:gd name="T3" fmla="*/ 543 h 543"/>
                <a:gd name="T4" fmla="*/ 0 w 588"/>
                <a:gd name="T5" fmla="*/ 195 h 543"/>
                <a:gd name="T6" fmla="*/ 156 w 588"/>
                <a:gd name="T7" fmla="*/ 0 h 543"/>
                <a:gd name="T8" fmla="*/ 588 w 588"/>
                <a:gd name="T9" fmla="*/ 348 h 543"/>
                <a:gd name="T10" fmla="*/ 486 w 588"/>
                <a:gd name="T11" fmla="*/ 476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8" h="543">
                  <a:moveTo>
                    <a:pt x="461" y="507"/>
                  </a:moveTo>
                  <a:lnTo>
                    <a:pt x="433" y="543"/>
                  </a:lnTo>
                  <a:lnTo>
                    <a:pt x="0" y="195"/>
                  </a:lnTo>
                  <a:lnTo>
                    <a:pt x="156" y="0"/>
                  </a:lnTo>
                  <a:lnTo>
                    <a:pt x="588" y="348"/>
                  </a:lnTo>
                  <a:lnTo>
                    <a:pt x="486" y="47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18"/>
            <p:cNvSpPr/>
            <p:nvPr userDrawn="1"/>
          </p:nvSpPr>
          <p:spPr bwMode="auto">
            <a:xfrm>
              <a:off x="5289550" y="2921000"/>
              <a:ext cx="889000" cy="804863"/>
            </a:xfrm>
            <a:custGeom>
              <a:avLst/>
              <a:gdLst>
                <a:gd name="T0" fmla="*/ 461 w 560"/>
                <a:gd name="T1" fmla="*/ 471 h 507"/>
                <a:gd name="T2" fmla="*/ 433 w 560"/>
                <a:gd name="T3" fmla="*/ 507 h 507"/>
                <a:gd name="T4" fmla="*/ 0 w 560"/>
                <a:gd name="T5" fmla="*/ 159 h 507"/>
                <a:gd name="T6" fmla="*/ 127 w 560"/>
                <a:gd name="T7" fmla="*/ 0 h 507"/>
                <a:gd name="T8" fmla="*/ 560 w 560"/>
                <a:gd name="T9" fmla="*/ 348 h 507"/>
                <a:gd name="T10" fmla="*/ 494 w 560"/>
                <a:gd name="T11" fmla="*/ 43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0" h="507">
                  <a:moveTo>
                    <a:pt x="461" y="471"/>
                  </a:moveTo>
                  <a:lnTo>
                    <a:pt x="433" y="507"/>
                  </a:lnTo>
                  <a:lnTo>
                    <a:pt x="0" y="159"/>
                  </a:lnTo>
                  <a:lnTo>
                    <a:pt x="127" y="0"/>
                  </a:lnTo>
                  <a:lnTo>
                    <a:pt x="560" y="348"/>
                  </a:lnTo>
                  <a:lnTo>
                    <a:pt x="494" y="430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19"/>
            <p:cNvSpPr/>
            <p:nvPr userDrawn="1"/>
          </p:nvSpPr>
          <p:spPr bwMode="auto">
            <a:xfrm>
              <a:off x="5659438" y="2628900"/>
              <a:ext cx="708025" cy="687388"/>
            </a:xfrm>
            <a:custGeom>
              <a:avLst/>
              <a:gdLst>
                <a:gd name="T0" fmla="*/ 278 w 446"/>
                <a:gd name="T1" fmla="*/ 433 h 433"/>
                <a:gd name="T2" fmla="*/ 0 w 446"/>
                <a:gd name="T3" fmla="*/ 211 h 433"/>
                <a:gd name="T4" fmla="*/ 169 w 446"/>
                <a:gd name="T5" fmla="*/ 0 h 433"/>
                <a:gd name="T6" fmla="*/ 446 w 446"/>
                <a:gd name="T7" fmla="*/ 224 h 433"/>
                <a:gd name="T8" fmla="*/ 278 w 446"/>
                <a:gd name="T9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33">
                  <a:moveTo>
                    <a:pt x="278" y="433"/>
                  </a:moveTo>
                  <a:lnTo>
                    <a:pt x="0" y="211"/>
                  </a:lnTo>
                  <a:lnTo>
                    <a:pt x="169" y="0"/>
                  </a:lnTo>
                  <a:lnTo>
                    <a:pt x="446" y="224"/>
                  </a:lnTo>
                  <a:lnTo>
                    <a:pt x="278" y="433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0"/>
            <p:cNvSpPr/>
            <p:nvPr userDrawn="1"/>
          </p:nvSpPr>
          <p:spPr bwMode="auto">
            <a:xfrm>
              <a:off x="5580063" y="2806700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6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6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"/>
            <p:cNvSpPr/>
            <p:nvPr userDrawn="1"/>
          </p:nvSpPr>
          <p:spPr bwMode="auto">
            <a:xfrm>
              <a:off x="6100763" y="3224213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7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7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22"/>
            <p:cNvSpPr>
              <a:spLocks noChangeShapeType="1"/>
            </p:cNvSpPr>
            <p:nvPr userDrawn="1"/>
          </p:nvSpPr>
          <p:spPr bwMode="auto">
            <a:xfrm>
              <a:off x="5942013" y="2749550"/>
              <a:ext cx="311150" cy="2508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Line 23"/>
            <p:cNvSpPr>
              <a:spLocks noChangeShapeType="1"/>
            </p:cNvSpPr>
            <p:nvPr userDrawn="1"/>
          </p:nvSpPr>
          <p:spPr bwMode="auto">
            <a:xfrm>
              <a:off x="5864225" y="2844800"/>
              <a:ext cx="312738" cy="24923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Line 24"/>
            <p:cNvSpPr>
              <a:spLocks noChangeShapeType="1"/>
            </p:cNvSpPr>
            <p:nvPr userDrawn="1"/>
          </p:nvSpPr>
          <p:spPr bwMode="auto">
            <a:xfrm>
              <a:off x="5789613" y="2940050"/>
              <a:ext cx="311150" cy="2508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Line 25"/>
            <p:cNvSpPr>
              <a:spLocks noChangeShapeType="1"/>
            </p:cNvSpPr>
            <p:nvPr userDrawn="1"/>
          </p:nvSpPr>
          <p:spPr bwMode="auto">
            <a:xfrm flipH="1">
              <a:off x="4926013" y="3370263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26"/>
            <p:cNvSpPr>
              <a:spLocks noChangeShapeType="1"/>
            </p:cNvSpPr>
            <p:nvPr userDrawn="1"/>
          </p:nvSpPr>
          <p:spPr bwMode="auto">
            <a:xfrm flipH="1">
              <a:off x="4745038" y="35512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Line 27"/>
            <p:cNvSpPr>
              <a:spLocks noChangeShapeType="1"/>
            </p:cNvSpPr>
            <p:nvPr userDrawn="1"/>
          </p:nvSpPr>
          <p:spPr bwMode="auto">
            <a:xfrm>
              <a:off x="4745038" y="3370263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Line 28"/>
            <p:cNvSpPr>
              <a:spLocks noChangeShapeType="1"/>
            </p:cNvSpPr>
            <p:nvPr userDrawn="1"/>
          </p:nvSpPr>
          <p:spPr bwMode="auto">
            <a:xfrm>
              <a:off x="4926013" y="35512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Line 29"/>
            <p:cNvSpPr>
              <a:spLocks noChangeShapeType="1"/>
            </p:cNvSpPr>
            <p:nvPr userDrawn="1"/>
          </p:nvSpPr>
          <p:spPr bwMode="auto">
            <a:xfrm flipH="1">
              <a:off x="2824163" y="2967038"/>
              <a:ext cx="77788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Line 30"/>
            <p:cNvSpPr>
              <a:spLocks noChangeShapeType="1"/>
            </p:cNvSpPr>
            <p:nvPr userDrawn="1"/>
          </p:nvSpPr>
          <p:spPr bwMode="auto">
            <a:xfrm flipH="1">
              <a:off x="2644775" y="3148013"/>
              <a:ext cx="76200" cy="74613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Line 31"/>
            <p:cNvSpPr>
              <a:spLocks noChangeShapeType="1"/>
            </p:cNvSpPr>
            <p:nvPr userDrawn="1"/>
          </p:nvSpPr>
          <p:spPr bwMode="auto">
            <a:xfrm>
              <a:off x="2644775" y="29670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32"/>
            <p:cNvSpPr>
              <a:spLocks noChangeShapeType="1"/>
            </p:cNvSpPr>
            <p:nvPr userDrawn="1"/>
          </p:nvSpPr>
          <p:spPr bwMode="auto">
            <a:xfrm>
              <a:off x="2824163" y="3148013"/>
              <a:ext cx="77788" cy="74613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37"/>
            <p:cNvSpPr>
              <a:spLocks noChangeShapeType="1"/>
            </p:cNvSpPr>
            <p:nvPr userDrawn="1"/>
          </p:nvSpPr>
          <p:spPr bwMode="auto">
            <a:xfrm flipH="1">
              <a:off x="5354638" y="12017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Line 38"/>
            <p:cNvSpPr>
              <a:spLocks noChangeShapeType="1"/>
            </p:cNvSpPr>
            <p:nvPr userDrawn="1"/>
          </p:nvSpPr>
          <p:spPr bwMode="auto">
            <a:xfrm flipH="1">
              <a:off x="5173663" y="1381125"/>
              <a:ext cx="77788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39"/>
            <p:cNvSpPr>
              <a:spLocks noChangeShapeType="1"/>
            </p:cNvSpPr>
            <p:nvPr userDrawn="1"/>
          </p:nvSpPr>
          <p:spPr bwMode="auto">
            <a:xfrm>
              <a:off x="5173663" y="1201738"/>
              <a:ext cx="77788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40"/>
            <p:cNvSpPr>
              <a:spLocks noChangeShapeType="1"/>
            </p:cNvSpPr>
            <p:nvPr userDrawn="1"/>
          </p:nvSpPr>
          <p:spPr bwMode="auto">
            <a:xfrm>
              <a:off x="5354638" y="1381125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Oval 41"/>
            <p:cNvSpPr>
              <a:spLocks noChangeArrowheads="1"/>
            </p:cNvSpPr>
            <p:nvPr userDrawn="1"/>
          </p:nvSpPr>
          <p:spPr bwMode="auto">
            <a:xfrm>
              <a:off x="5788025" y="2276475"/>
              <a:ext cx="152400" cy="153988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2"/>
            <p:cNvSpPr/>
            <p:nvPr userDrawn="1"/>
          </p:nvSpPr>
          <p:spPr bwMode="auto">
            <a:xfrm>
              <a:off x="3136900" y="2136775"/>
              <a:ext cx="661988" cy="984250"/>
            </a:xfrm>
            <a:custGeom>
              <a:avLst/>
              <a:gdLst>
                <a:gd name="T0" fmla="*/ 300 w 417"/>
                <a:gd name="T1" fmla="*/ 620 h 620"/>
                <a:gd name="T2" fmla="*/ 0 w 417"/>
                <a:gd name="T3" fmla="*/ 557 h 620"/>
                <a:gd name="T4" fmla="*/ 117 w 417"/>
                <a:gd name="T5" fmla="*/ 0 h 620"/>
                <a:gd name="T6" fmla="*/ 417 w 417"/>
                <a:gd name="T7" fmla="*/ 63 h 620"/>
                <a:gd name="T8" fmla="*/ 328 w 417"/>
                <a:gd name="T9" fmla="*/ 489 h 620"/>
                <a:gd name="T10" fmla="*/ 320 w 417"/>
                <a:gd name="T11" fmla="*/ 522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7" h="620">
                  <a:moveTo>
                    <a:pt x="300" y="620"/>
                  </a:moveTo>
                  <a:lnTo>
                    <a:pt x="0" y="557"/>
                  </a:lnTo>
                  <a:lnTo>
                    <a:pt x="117" y="0"/>
                  </a:lnTo>
                  <a:lnTo>
                    <a:pt x="417" y="63"/>
                  </a:lnTo>
                  <a:lnTo>
                    <a:pt x="328" y="489"/>
                  </a:lnTo>
                  <a:lnTo>
                    <a:pt x="320" y="522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3"/>
            <p:cNvSpPr/>
            <p:nvPr userDrawn="1"/>
          </p:nvSpPr>
          <p:spPr bwMode="auto">
            <a:xfrm>
              <a:off x="3267075" y="2276475"/>
              <a:ext cx="503238" cy="225425"/>
            </a:xfrm>
            <a:custGeom>
              <a:avLst/>
              <a:gdLst>
                <a:gd name="T0" fmla="*/ 300 w 317"/>
                <a:gd name="T1" fmla="*/ 142 h 142"/>
                <a:gd name="T2" fmla="*/ 0 w 317"/>
                <a:gd name="T3" fmla="*/ 79 h 142"/>
                <a:gd name="T4" fmla="*/ 16 w 317"/>
                <a:gd name="T5" fmla="*/ 0 h 142"/>
                <a:gd name="T6" fmla="*/ 317 w 317"/>
                <a:gd name="T7" fmla="*/ 62 h 142"/>
                <a:gd name="T8" fmla="*/ 300 w 317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142">
                  <a:moveTo>
                    <a:pt x="300" y="142"/>
                  </a:moveTo>
                  <a:lnTo>
                    <a:pt x="0" y="79"/>
                  </a:lnTo>
                  <a:lnTo>
                    <a:pt x="16" y="0"/>
                  </a:lnTo>
                  <a:lnTo>
                    <a:pt x="317" y="62"/>
                  </a:lnTo>
                  <a:lnTo>
                    <a:pt x="300" y="14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Line 44"/>
            <p:cNvSpPr>
              <a:spLocks noChangeShapeType="1"/>
            </p:cNvSpPr>
            <p:nvPr userDrawn="1"/>
          </p:nvSpPr>
          <p:spPr bwMode="auto">
            <a:xfrm>
              <a:off x="3332163" y="2349500"/>
              <a:ext cx="371475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5"/>
            <p:cNvSpPr/>
            <p:nvPr userDrawn="1"/>
          </p:nvSpPr>
          <p:spPr bwMode="auto">
            <a:xfrm>
              <a:off x="3392488" y="1563688"/>
              <a:ext cx="190500" cy="192088"/>
            </a:xfrm>
            <a:custGeom>
              <a:avLst/>
              <a:gdLst>
                <a:gd name="T0" fmla="*/ 60 w 120"/>
                <a:gd name="T1" fmla="*/ 121 h 121"/>
                <a:gd name="T2" fmla="*/ 0 w 120"/>
                <a:gd name="T3" fmla="*/ 61 h 121"/>
                <a:gd name="T4" fmla="*/ 60 w 120"/>
                <a:gd name="T5" fmla="*/ 0 h 121"/>
                <a:gd name="T6" fmla="*/ 120 w 120"/>
                <a:gd name="T7" fmla="*/ 61 h 121"/>
                <a:gd name="T8" fmla="*/ 60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60" y="121"/>
                  </a:moveTo>
                  <a:lnTo>
                    <a:pt x="0" y="61"/>
                  </a:lnTo>
                  <a:lnTo>
                    <a:pt x="60" y="0"/>
                  </a:lnTo>
                  <a:lnTo>
                    <a:pt x="120" y="61"/>
                  </a:lnTo>
                  <a:lnTo>
                    <a:pt x="60" y="12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6"/>
            <p:cNvSpPr/>
            <p:nvPr userDrawn="1"/>
          </p:nvSpPr>
          <p:spPr bwMode="auto">
            <a:xfrm>
              <a:off x="5721350" y="1497013"/>
              <a:ext cx="190500" cy="192088"/>
            </a:xfrm>
            <a:custGeom>
              <a:avLst/>
              <a:gdLst>
                <a:gd name="T0" fmla="*/ 59 w 120"/>
                <a:gd name="T1" fmla="*/ 121 h 121"/>
                <a:gd name="T2" fmla="*/ 0 w 120"/>
                <a:gd name="T3" fmla="*/ 60 h 121"/>
                <a:gd name="T4" fmla="*/ 59 w 120"/>
                <a:gd name="T5" fmla="*/ 0 h 121"/>
                <a:gd name="T6" fmla="*/ 120 w 120"/>
                <a:gd name="T7" fmla="*/ 60 h 121"/>
                <a:gd name="T8" fmla="*/ 59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59" y="121"/>
                  </a:moveTo>
                  <a:lnTo>
                    <a:pt x="0" y="60"/>
                  </a:lnTo>
                  <a:lnTo>
                    <a:pt x="59" y="0"/>
                  </a:lnTo>
                  <a:lnTo>
                    <a:pt x="120" y="60"/>
                  </a:lnTo>
                  <a:lnTo>
                    <a:pt x="59" y="12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7"/>
            <p:cNvSpPr/>
            <p:nvPr userDrawn="1"/>
          </p:nvSpPr>
          <p:spPr bwMode="auto">
            <a:xfrm>
              <a:off x="2513013" y="3328988"/>
              <a:ext cx="684213" cy="350838"/>
            </a:xfrm>
            <a:custGeom>
              <a:avLst/>
              <a:gdLst>
                <a:gd name="T0" fmla="*/ 322 w 431"/>
                <a:gd name="T1" fmla="*/ 104 h 221"/>
                <a:gd name="T2" fmla="*/ 25 w 431"/>
                <a:gd name="T3" fmla="*/ 221 h 221"/>
                <a:gd name="T4" fmla="*/ 0 w 431"/>
                <a:gd name="T5" fmla="*/ 158 h 221"/>
                <a:gd name="T6" fmla="*/ 406 w 431"/>
                <a:gd name="T7" fmla="*/ 0 h 221"/>
                <a:gd name="T8" fmla="*/ 431 w 431"/>
                <a:gd name="T9" fmla="*/ 62 h 221"/>
                <a:gd name="T10" fmla="*/ 381 w 431"/>
                <a:gd name="T11" fmla="*/ 8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" h="221">
                  <a:moveTo>
                    <a:pt x="322" y="104"/>
                  </a:moveTo>
                  <a:lnTo>
                    <a:pt x="25" y="221"/>
                  </a:lnTo>
                  <a:lnTo>
                    <a:pt x="0" y="158"/>
                  </a:lnTo>
                  <a:lnTo>
                    <a:pt x="406" y="0"/>
                  </a:lnTo>
                  <a:lnTo>
                    <a:pt x="431" y="62"/>
                  </a:lnTo>
                  <a:lnTo>
                    <a:pt x="381" y="81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Line 48"/>
            <p:cNvSpPr>
              <a:spLocks noChangeShapeType="1"/>
            </p:cNvSpPr>
            <p:nvPr userDrawn="1"/>
          </p:nvSpPr>
          <p:spPr bwMode="auto">
            <a:xfrm>
              <a:off x="2767013" y="3479800"/>
              <a:ext cx="38100" cy="1016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9"/>
            <p:cNvSpPr/>
            <p:nvPr userDrawn="1"/>
          </p:nvSpPr>
          <p:spPr bwMode="auto">
            <a:xfrm>
              <a:off x="2405063" y="3579813"/>
              <a:ext cx="147638" cy="100013"/>
            </a:xfrm>
            <a:custGeom>
              <a:avLst/>
              <a:gdLst>
                <a:gd name="T0" fmla="*/ 68 w 93"/>
                <a:gd name="T1" fmla="*/ 0 h 63"/>
                <a:gd name="T2" fmla="*/ 0 w 93"/>
                <a:gd name="T3" fmla="*/ 63 h 63"/>
                <a:gd name="T4" fmla="*/ 93 w 93"/>
                <a:gd name="T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63">
                  <a:moveTo>
                    <a:pt x="68" y="0"/>
                  </a:moveTo>
                  <a:lnTo>
                    <a:pt x="0" y="63"/>
                  </a:lnTo>
                  <a:lnTo>
                    <a:pt x="93" y="63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50"/>
            <p:cNvSpPr/>
            <p:nvPr userDrawn="1"/>
          </p:nvSpPr>
          <p:spPr bwMode="auto">
            <a:xfrm>
              <a:off x="7794625" y="3016250"/>
              <a:ext cx="333375" cy="422275"/>
            </a:xfrm>
            <a:custGeom>
              <a:avLst/>
              <a:gdLst>
                <a:gd name="T0" fmla="*/ 211 w 229"/>
                <a:gd name="T1" fmla="*/ 156 h 289"/>
                <a:gd name="T2" fmla="*/ 190 w 229"/>
                <a:gd name="T3" fmla="*/ 78 h 289"/>
                <a:gd name="T4" fmla="*/ 78 w 229"/>
                <a:gd name="T5" fmla="*/ 13 h 289"/>
                <a:gd name="T6" fmla="*/ 12 w 229"/>
                <a:gd name="T7" fmla="*/ 125 h 289"/>
                <a:gd name="T8" fmla="*/ 44 w 229"/>
                <a:gd name="T9" fmla="*/ 244 h 289"/>
                <a:gd name="T10" fmla="*/ 109 w 229"/>
                <a:gd name="T11" fmla="*/ 282 h 289"/>
                <a:gd name="T12" fmla="*/ 184 w 229"/>
                <a:gd name="T13" fmla="*/ 262 h 289"/>
                <a:gd name="T14" fmla="*/ 221 w 229"/>
                <a:gd name="T15" fmla="*/ 197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289">
                  <a:moveTo>
                    <a:pt x="211" y="156"/>
                  </a:moveTo>
                  <a:cubicBezTo>
                    <a:pt x="190" y="78"/>
                    <a:pt x="190" y="78"/>
                    <a:pt x="190" y="78"/>
                  </a:cubicBezTo>
                  <a:cubicBezTo>
                    <a:pt x="177" y="29"/>
                    <a:pt x="127" y="0"/>
                    <a:pt x="78" y="13"/>
                  </a:cubicBezTo>
                  <a:cubicBezTo>
                    <a:pt x="29" y="26"/>
                    <a:pt x="0" y="76"/>
                    <a:pt x="12" y="125"/>
                  </a:cubicBezTo>
                  <a:cubicBezTo>
                    <a:pt x="44" y="244"/>
                    <a:pt x="44" y="244"/>
                    <a:pt x="44" y="244"/>
                  </a:cubicBezTo>
                  <a:cubicBezTo>
                    <a:pt x="51" y="272"/>
                    <a:pt x="80" y="289"/>
                    <a:pt x="109" y="282"/>
                  </a:cubicBezTo>
                  <a:cubicBezTo>
                    <a:pt x="184" y="262"/>
                    <a:pt x="184" y="262"/>
                    <a:pt x="184" y="262"/>
                  </a:cubicBezTo>
                  <a:cubicBezTo>
                    <a:pt x="212" y="255"/>
                    <a:pt x="229" y="225"/>
                    <a:pt x="221" y="197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51"/>
            <p:cNvSpPr/>
            <p:nvPr userDrawn="1"/>
          </p:nvSpPr>
          <p:spPr bwMode="auto">
            <a:xfrm>
              <a:off x="7872413" y="2387600"/>
              <a:ext cx="255588" cy="773113"/>
            </a:xfrm>
            <a:custGeom>
              <a:avLst/>
              <a:gdLst>
                <a:gd name="T0" fmla="*/ 47 w 175"/>
                <a:gd name="T1" fmla="*/ 529 h 529"/>
                <a:gd name="T2" fmla="*/ 24 w 175"/>
                <a:gd name="T3" fmla="*/ 443 h 529"/>
                <a:gd name="T4" fmla="*/ 14 w 175"/>
                <a:gd name="T5" fmla="*/ 399 h 529"/>
                <a:gd name="T6" fmla="*/ 84 w 175"/>
                <a:gd name="T7" fmla="*/ 256 h 529"/>
                <a:gd name="T8" fmla="*/ 84 w 175"/>
                <a:gd name="T9" fmla="*/ 256 h 529"/>
                <a:gd name="T10" fmla="*/ 150 w 175"/>
                <a:gd name="T11" fmla="*/ 94 h 529"/>
                <a:gd name="T12" fmla="*/ 112 w 175"/>
                <a:gd name="T13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529">
                  <a:moveTo>
                    <a:pt x="47" y="529"/>
                  </a:moveTo>
                  <a:cubicBezTo>
                    <a:pt x="24" y="443"/>
                    <a:pt x="24" y="443"/>
                    <a:pt x="24" y="443"/>
                  </a:cubicBezTo>
                  <a:cubicBezTo>
                    <a:pt x="14" y="399"/>
                    <a:pt x="14" y="399"/>
                    <a:pt x="14" y="399"/>
                  </a:cubicBezTo>
                  <a:cubicBezTo>
                    <a:pt x="0" y="341"/>
                    <a:pt x="29" y="280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146" y="228"/>
                    <a:pt x="175" y="157"/>
                    <a:pt x="150" y="94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2"/>
            <p:cNvSpPr/>
            <p:nvPr userDrawn="1"/>
          </p:nvSpPr>
          <p:spPr bwMode="auto">
            <a:xfrm>
              <a:off x="7824788" y="3176588"/>
              <a:ext cx="258763" cy="66675"/>
            </a:xfrm>
            <a:custGeom>
              <a:avLst/>
              <a:gdLst>
                <a:gd name="T0" fmla="*/ 0 w 177"/>
                <a:gd name="T1" fmla="*/ 46 h 46"/>
                <a:gd name="T2" fmla="*/ 177 w 177"/>
                <a:gd name="T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46">
                  <a:moveTo>
                    <a:pt x="0" y="46"/>
                  </a:moveTo>
                  <a:cubicBezTo>
                    <a:pt x="3" y="46"/>
                    <a:pt x="177" y="0"/>
                    <a:pt x="177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3"/>
            <p:cNvSpPr/>
            <p:nvPr userDrawn="1"/>
          </p:nvSpPr>
          <p:spPr bwMode="auto">
            <a:xfrm>
              <a:off x="6515100" y="2436813"/>
              <a:ext cx="1176338" cy="563563"/>
            </a:xfrm>
            <a:custGeom>
              <a:avLst/>
              <a:gdLst>
                <a:gd name="T0" fmla="*/ 707 w 741"/>
                <a:gd name="T1" fmla="*/ 332 h 355"/>
                <a:gd name="T2" fmla="*/ 704 w 741"/>
                <a:gd name="T3" fmla="*/ 355 h 355"/>
                <a:gd name="T4" fmla="*/ 0 w 741"/>
                <a:gd name="T5" fmla="*/ 243 h 355"/>
                <a:gd name="T6" fmla="*/ 38 w 741"/>
                <a:gd name="T7" fmla="*/ 0 h 355"/>
                <a:gd name="T8" fmla="*/ 741 w 741"/>
                <a:gd name="T9" fmla="*/ 111 h 355"/>
                <a:gd name="T10" fmla="*/ 715 w 741"/>
                <a:gd name="T11" fmla="*/ 28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1" h="355">
                  <a:moveTo>
                    <a:pt x="707" y="332"/>
                  </a:moveTo>
                  <a:lnTo>
                    <a:pt x="704" y="355"/>
                  </a:lnTo>
                  <a:lnTo>
                    <a:pt x="0" y="243"/>
                  </a:lnTo>
                  <a:lnTo>
                    <a:pt x="38" y="0"/>
                  </a:lnTo>
                  <a:lnTo>
                    <a:pt x="741" y="111"/>
                  </a:lnTo>
                  <a:lnTo>
                    <a:pt x="715" y="282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4"/>
            <p:cNvSpPr/>
            <p:nvPr userDrawn="1"/>
          </p:nvSpPr>
          <p:spPr bwMode="auto">
            <a:xfrm>
              <a:off x="6621463" y="2505075"/>
              <a:ext cx="271463" cy="107950"/>
            </a:xfrm>
            <a:custGeom>
              <a:avLst/>
              <a:gdLst>
                <a:gd name="T0" fmla="*/ 165 w 171"/>
                <a:gd name="T1" fmla="*/ 68 h 68"/>
                <a:gd name="T2" fmla="*/ 0 w 171"/>
                <a:gd name="T3" fmla="*/ 42 h 68"/>
                <a:gd name="T4" fmla="*/ 7 w 171"/>
                <a:gd name="T5" fmla="*/ 0 h 68"/>
                <a:gd name="T6" fmla="*/ 171 w 171"/>
                <a:gd name="T7" fmla="*/ 26 h 68"/>
                <a:gd name="T8" fmla="*/ 165 w 171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68">
                  <a:moveTo>
                    <a:pt x="165" y="68"/>
                  </a:moveTo>
                  <a:lnTo>
                    <a:pt x="0" y="42"/>
                  </a:lnTo>
                  <a:lnTo>
                    <a:pt x="7" y="0"/>
                  </a:lnTo>
                  <a:lnTo>
                    <a:pt x="171" y="26"/>
                  </a:lnTo>
                  <a:lnTo>
                    <a:pt x="165" y="68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55"/>
            <p:cNvSpPr/>
            <p:nvPr userDrawn="1"/>
          </p:nvSpPr>
          <p:spPr bwMode="auto">
            <a:xfrm>
              <a:off x="6940550" y="25542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8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8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56"/>
            <p:cNvSpPr/>
            <p:nvPr userDrawn="1"/>
          </p:nvSpPr>
          <p:spPr bwMode="auto">
            <a:xfrm>
              <a:off x="7059613" y="2573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57"/>
            <p:cNvSpPr/>
            <p:nvPr userDrawn="1"/>
          </p:nvSpPr>
          <p:spPr bwMode="auto">
            <a:xfrm>
              <a:off x="7177088" y="2592388"/>
              <a:ext cx="82550" cy="80963"/>
            </a:xfrm>
            <a:custGeom>
              <a:avLst/>
              <a:gdLst>
                <a:gd name="T0" fmla="*/ 44 w 52"/>
                <a:gd name="T1" fmla="*/ 51 h 51"/>
                <a:gd name="T2" fmla="*/ 0 w 52"/>
                <a:gd name="T3" fmla="*/ 44 h 51"/>
                <a:gd name="T4" fmla="*/ 7 w 52"/>
                <a:gd name="T5" fmla="*/ 0 h 51"/>
                <a:gd name="T6" fmla="*/ 52 w 52"/>
                <a:gd name="T7" fmla="*/ 7 h 51"/>
                <a:gd name="T8" fmla="*/ 44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2" y="7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58"/>
            <p:cNvSpPr/>
            <p:nvPr userDrawn="1"/>
          </p:nvSpPr>
          <p:spPr bwMode="auto">
            <a:xfrm>
              <a:off x="7296150" y="261143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7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59"/>
            <p:cNvSpPr/>
            <p:nvPr userDrawn="1"/>
          </p:nvSpPr>
          <p:spPr bwMode="auto">
            <a:xfrm>
              <a:off x="7413625" y="2628900"/>
              <a:ext cx="80963" cy="82550"/>
            </a:xfrm>
            <a:custGeom>
              <a:avLst/>
              <a:gdLst>
                <a:gd name="T0" fmla="*/ 45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5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5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5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60"/>
            <p:cNvSpPr/>
            <p:nvPr userDrawn="1"/>
          </p:nvSpPr>
          <p:spPr bwMode="auto">
            <a:xfrm>
              <a:off x="6919913" y="2682875"/>
              <a:ext cx="82550" cy="80963"/>
            </a:xfrm>
            <a:custGeom>
              <a:avLst/>
              <a:gdLst>
                <a:gd name="T0" fmla="*/ 45 w 52"/>
                <a:gd name="T1" fmla="*/ 51 h 51"/>
                <a:gd name="T2" fmla="*/ 0 w 52"/>
                <a:gd name="T3" fmla="*/ 44 h 51"/>
                <a:gd name="T4" fmla="*/ 8 w 52"/>
                <a:gd name="T5" fmla="*/ 0 h 51"/>
                <a:gd name="T6" fmla="*/ 52 w 52"/>
                <a:gd name="T7" fmla="*/ 7 h 51"/>
                <a:gd name="T8" fmla="*/ 45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5" y="51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5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61"/>
            <p:cNvSpPr/>
            <p:nvPr userDrawn="1"/>
          </p:nvSpPr>
          <p:spPr bwMode="auto">
            <a:xfrm>
              <a:off x="7038975" y="2700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62"/>
            <p:cNvSpPr/>
            <p:nvPr userDrawn="1"/>
          </p:nvSpPr>
          <p:spPr bwMode="auto">
            <a:xfrm>
              <a:off x="6637338" y="2638425"/>
              <a:ext cx="80963" cy="79375"/>
            </a:xfrm>
            <a:custGeom>
              <a:avLst/>
              <a:gdLst>
                <a:gd name="T0" fmla="*/ 44 w 51"/>
                <a:gd name="T1" fmla="*/ 50 h 50"/>
                <a:gd name="T2" fmla="*/ 0 w 51"/>
                <a:gd name="T3" fmla="*/ 44 h 50"/>
                <a:gd name="T4" fmla="*/ 7 w 51"/>
                <a:gd name="T5" fmla="*/ 0 h 50"/>
                <a:gd name="T6" fmla="*/ 51 w 51"/>
                <a:gd name="T7" fmla="*/ 6 h 50"/>
                <a:gd name="T8" fmla="*/ 44 w 51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63"/>
            <p:cNvSpPr/>
            <p:nvPr userDrawn="1"/>
          </p:nvSpPr>
          <p:spPr bwMode="auto">
            <a:xfrm>
              <a:off x="6756400" y="2657475"/>
              <a:ext cx="79375" cy="79375"/>
            </a:xfrm>
            <a:custGeom>
              <a:avLst/>
              <a:gdLst>
                <a:gd name="T0" fmla="*/ 44 w 50"/>
                <a:gd name="T1" fmla="*/ 50 h 50"/>
                <a:gd name="T2" fmla="*/ 0 w 50"/>
                <a:gd name="T3" fmla="*/ 44 h 50"/>
                <a:gd name="T4" fmla="*/ 6 w 50"/>
                <a:gd name="T5" fmla="*/ 0 h 50"/>
                <a:gd name="T6" fmla="*/ 50 w 50"/>
                <a:gd name="T7" fmla="*/ 6 h 50"/>
                <a:gd name="T8" fmla="*/ 44 w 50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0">
                  <a:moveTo>
                    <a:pt x="44" y="50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64"/>
            <p:cNvSpPr/>
            <p:nvPr userDrawn="1"/>
          </p:nvSpPr>
          <p:spPr bwMode="auto">
            <a:xfrm>
              <a:off x="7156450" y="27193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7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65"/>
            <p:cNvSpPr/>
            <p:nvPr userDrawn="1"/>
          </p:nvSpPr>
          <p:spPr bwMode="auto">
            <a:xfrm>
              <a:off x="7277100" y="2738438"/>
              <a:ext cx="79375" cy="82550"/>
            </a:xfrm>
            <a:custGeom>
              <a:avLst/>
              <a:gdLst>
                <a:gd name="T0" fmla="*/ 44 w 50"/>
                <a:gd name="T1" fmla="*/ 52 h 52"/>
                <a:gd name="T2" fmla="*/ 0 w 50"/>
                <a:gd name="T3" fmla="*/ 44 h 52"/>
                <a:gd name="T4" fmla="*/ 6 w 50"/>
                <a:gd name="T5" fmla="*/ 0 h 52"/>
                <a:gd name="T6" fmla="*/ 50 w 50"/>
                <a:gd name="T7" fmla="*/ 7 h 52"/>
                <a:gd name="T8" fmla="*/ 44 w 50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2">
                  <a:moveTo>
                    <a:pt x="44" y="52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66"/>
            <p:cNvSpPr/>
            <p:nvPr userDrawn="1"/>
          </p:nvSpPr>
          <p:spPr bwMode="auto">
            <a:xfrm>
              <a:off x="7394575" y="275748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6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67"/>
            <p:cNvSpPr/>
            <p:nvPr userDrawn="1"/>
          </p:nvSpPr>
          <p:spPr bwMode="auto">
            <a:xfrm>
              <a:off x="7096125" y="2343150"/>
              <a:ext cx="512763" cy="176213"/>
            </a:xfrm>
            <a:custGeom>
              <a:avLst/>
              <a:gdLst>
                <a:gd name="T0" fmla="*/ 0 w 352"/>
                <a:gd name="T1" fmla="*/ 121 h 121"/>
                <a:gd name="T2" fmla="*/ 0 w 352"/>
                <a:gd name="T3" fmla="*/ 121 h 121"/>
                <a:gd name="T4" fmla="*/ 152 w 352"/>
                <a:gd name="T5" fmla="*/ 57 h 121"/>
                <a:gd name="T6" fmla="*/ 193 w 352"/>
                <a:gd name="T7" fmla="*/ 65 h 121"/>
                <a:gd name="T8" fmla="*/ 326 w 352"/>
                <a:gd name="T9" fmla="*/ 26 h 121"/>
                <a:gd name="T10" fmla="*/ 352 w 352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121"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33" y="70"/>
                    <a:pt x="93" y="44"/>
                    <a:pt x="152" y="57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241" y="76"/>
                    <a:pt x="291" y="61"/>
                    <a:pt x="326" y="26"/>
                  </a:cubicBezTo>
                  <a:cubicBezTo>
                    <a:pt x="352" y="0"/>
                    <a:pt x="352" y="0"/>
                    <a:pt x="352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68"/>
            <p:cNvSpPr/>
            <p:nvPr userDrawn="1"/>
          </p:nvSpPr>
          <p:spPr bwMode="auto">
            <a:xfrm>
              <a:off x="8515350" y="2657475"/>
              <a:ext cx="825500" cy="1006475"/>
            </a:xfrm>
            <a:custGeom>
              <a:avLst/>
              <a:gdLst>
                <a:gd name="T0" fmla="*/ 174 w 520"/>
                <a:gd name="T1" fmla="*/ 59 h 634"/>
                <a:gd name="T2" fmla="*/ 54 w 520"/>
                <a:gd name="T3" fmla="*/ 113 h 634"/>
                <a:gd name="T4" fmla="*/ 0 w 520"/>
                <a:gd name="T5" fmla="*/ 253 h 634"/>
                <a:gd name="T6" fmla="*/ 168 w 520"/>
                <a:gd name="T7" fmla="*/ 634 h 634"/>
                <a:gd name="T8" fmla="*/ 520 w 520"/>
                <a:gd name="T9" fmla="*/ 479 h 634"/>
                <a:gd name="T10" fmla="*/ 309 w 520"/>
                <a:gd name="T11" fmla="*/ 0 h 634"/>
                <a:gd name="T12" fmla="*/ 241 w 520"/>
                <a:gd name="T13" fmla="*/ 30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0" h="634">
                  <a:moveTo>
                    <a:pt x="174" y="59"/>
                  </a:moveTo>
                  <a:lnTo>
                    <a:pt x="54" y="113"/>
                  </a:lnTo>
                  <a:lnTo>
                    <a:pt x="0" y="253"/>
                  </a:lnTo>
                  <a:lnTo>
                    <a:pt x="168" y="634"/>
                  </a:lnTo>
                  <a:lnTo>
                    <a:pt x="520" y="479"/>
                  </a:lnTo>
                  <a:lnTo>
                    <a:pt x="309" y="0"/>
                  </a:lnTo>
                  <a:lnTo>
                    <a:pt x="241" y="30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69"/>
            <p:cNvSpPr/>
            <p:nvPr userDrawn="1"/>
          </p:nvSpPr>
          <p:spPr bwMode="auto">
            <a:xfrm>
              <a:off x="8513763" y="2836863"/>
              <a:ext cx="155575" cy="222250"/>
            </a:xfrm>
            <a:custGeom>
              <a:avLst/>
              <a:gdLst>
                <a:gd name="T0" fmla="*/ 55 w 98"/>
                <a:gd name="T1" fmla="*/ 0 h 140"/>
                <a:gd name="T2" fmla="*/ 0 w 98"/>
                <a:gd name="T3" fmla="*/ 140 h 140"/>
                <a:gd name="T4" fmla="*/ 98 w 98"/>
                <a:gd name="T5" fmla="*/ 97 h 140"/>
                <a:gd name="T6" fmla="*/ 55 w 98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40">
                  <a:moveTo>
                    <a:pt x="55" y="0"/>
                  </a:moveTo>
                  <a:lnTo>
                    <a:pt x="0" y="140"/>
                  </a:lnTo>
                  <a:lnTo>
                    <a:pt x="98" y="97"/>
                  </a:lnTo>
                  <a:lnTo>
                    <a:pt x="55" y="0"/>
                  </a:ln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Line 70"/>
            <p:cNvSpPr>
              <a:spLocks noChangeShapeType="1"/>
            </p:cNvSpPr>
            <p:nvPr userDrawn="1"/>
          </p:nvSpPr>
          <p:spPr bwMode="auto">
            <a:xfrm flipV="1">
              <a:off x="8669338" y="2978150"/>
              <a:ext cx="365125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Line 71"/>
            <p:cNvSpPr>
              <a:spLocks noChangeShapeType="1"/>
            </p:cNvSpPr>
            <p:nvPr userDrawn="1"/>
          </p:nvSpPr>
          <p:spPr bwMode="auto">
            <a:xfrm flipV="1">
              <a:off x="8737600" y="3132138"/>
              <a:ext cx="366713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Line 72"/>
            <p:cNvSpPr>
              <a:spLocks noChangeShapeType="1"/>
            </p:cNvSpPr>
            <p:nvPr userDrawn="1"/>
          </p:nvSpPr>
          <p:spPr bwMode="auto">
            <a:xfrm flipV="1">
              <a:off x="8805863" y="3289300"/>
              <a:ext cx="366713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Oval 73"/>
            <p:cNvSpPr>
              <a:spLocks noChangeArrowheads="1"/>
            </p:cNvSpPr>
            <p:nvPr userDrawn="1"/>
          </p:nvSpPr>
          <p:spPr bwMode="auto">
            <a:xfrm>
              <a:off x="8836025" y="2178050"/>
              <a:ext cx="242888" cy="242888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74"/>
            <p:cNvSpPr/>
            <p:nvPr userDrawn="1"/>
          </p:nvSpPr>
          <p:spPr bwMode="auto">
            <a:xfrm>
              <a:off x="8958263" y="2233613"/>
              <a:ext cx="65088" cy="65088"/>
            </a:xfrm>
            <a:custGeom>
              <a:avLst/>
              <a:gdLst>
                <a:gd name="T0" fmla="*/ 0 w 45"/>
                <a:gd name="T1" fmla="*/ 0 h 45"/>
                <a:gd name="T2" fmla="*/ 45 w 4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cubicBezTo>
                    <a:pt x="25" y="0"/>
                    <a:pt x="45" y="20"/>
                    <a:pt x="45" y="45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Line 75"/>
            <p:cNvSpPr>
              <a:spLocks noChangeShapeType="1"/>
            </p:cNvSpPr>
            <p:nvPr userDrawn="1"/>
          </p:nvSpPr>
          <p:spPr bwMode="auto">
            <a:xfrm>
              <a:off x="9078913" y="2298700"/>
              <a:ext cx="92075" cy="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Line 76"/>
            <p:cNvSpPr>
              <a:spLocks noChangeShapeType="1"/>
            </p:cNvSpPr>
            <p:nvPr userDrawn="1"/>
          </p:nvSpPr>
          <p:spPr bwMode="auto">
            <a:xfrm flipH="1">
              <a:off x="6546850" y="20907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Line 77"/>
            <p:cNvSpPr>
              <a:spLocks noChangeShapeType="1"/>
            </p:cNvSpPr>
            <p:nvPr userDrawn="1"/>
          </p:nvSpPr>
          <p:spPr bwMode="auto">
            <a:xfrm flipH="1">
              <a:off x="6375400" y="22621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Line 78"/>
            <p:cNvSpPr>
              <a:spLocks noChangeShapeType="1"/>
            </p:cNvSpPr>
            <p:nvPr userDrawn="1"/>
          </p:nvSpPr>
          <p:spPr bwMode="auto">
            <a:xfrm>
              <a:off x="6375400" y="20907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Line 79"/>
            <p:cNvSpPr>
              <a:spLocks noChangeShapeType="1"/>
            </p:cNvSpPr>
            <p:nvPr userDrawn="1"/>
          </p:nvSpPr>
          <p:spPr bwMode="auto">
            <a:xfrm>
              <a:off x="6546850" y="22621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Line 80"/>
            <p:cNvSpPr>
              <a:spLocks noChangeShapeType="1"/>
            </p:cNvSpPr>
            <p:nvPr userDrawn="1"/>
          </p:nvSpPr>
          <p:spPr bwMode="auto">
            <a:xfrm flipH="1">
              <a:off x="8551863" y="19256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Line 81"/>
            <p:cNvSpPr>
              <a:spLocks noChangeShapeType="1"/>
            </p:cNvSpPr>
            <p:nvPr userDrawn="1"/>
          </p:nvSpPr>
          <p:spPr bwMode="auto">
            <a:xfrm flipH="1">
              <a:off x="8380413" y="20970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Line 82"/>
            <p:cNvSpPr>
              <a:spLocks noChangeShapeType="1"/>
            </p:cNvSpPr>
            <p:nvPr userDrawn="1"/>
          </p:nvSpPr>
          <p:spPr bwMode="auto">
            <a:xfrm>
              <a:off x="8380413" y="19256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Line 83"/>
            <p:cNvSpPr>
              <a:spLocks noChangeShapeType="1"/>
            </p:cNvSpPr>
            <p:nvPr userDrawn="1"/>
          </p:nvSpPr>
          <p:spPr bwMode="auto">
            <a:xfrm>
              <a:off x="8551863" y="20970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Oval 84"/>
            <p:cNvSpPr>
              <a:spLocks noChangeArrowheads="1"/>
            </p:cNvSpPr>
            <p:nvPr userDrawn="1"/>
          </p:nvSpPr>
          <p:spPr bwMode="auto">
            <a:xfrm>
              <a:off x="7175500" y="3248025"/>
              <a:ext cx="146050" cy="146050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85"/>
            <p:cNvSpPr/>
            <p:nvPr userDrawn="1"/>
          </p:nvSpPr>
          <p:spPr bwMode="auto">
            <a:xfrm>
              <a:off x="6988175" y="2027238"/>
              <a:ext cx="182563" cy="182563"/>
            </a:xfrm>
            <a:custGeom>
              <a:avLst/>
              <a:gdLst>
                <a:gd name="T0" fmla="*/ 58 w 115"/>
                <a:gd name="T1" fmla="*/ 115 h 115"/>
                <a:gd name="T2" fmla="*/ 0 w 115"/>
                <a:gd name="T3" fmla="*/ 58 h 115"/>
                <a:gd name="T4" fmla="*/ 58 w 115"/>
                <a:gd name="T5" fmla="*/ 0 h 115"/>
                <a:gd name="T6" fmla="*/ 115 w 115"/>
                <a:gd name="T7" fmla="*/ 58 h 115"/>
                <a:gd name="T8" fmla="*/ 58 w 115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58" y="115"/>
                  </a:moveTo>
                  <a:lnTo>
                    <a:pt x="0" y="58"/>
                  </a:lnTo>
                  <a:lnTo>
                    <a:pt x="58" y="0"/>
                  </a:lnTo>
                  <a:lnTo>
                    <a:pt x="115" y="58"/>
                  </a:lnTo>
                  <a:lnTo>
                    <a:pt x="58" y="11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86"/>
            <p:cNvSpPr/>
            <p:nvPr userDrawn="1"/>
          </p:nvSpPr>
          <p:spPr bwMode="auto">
            <a:xfrm>
              <a:off x="8355013" y="2354263"/>
              <a:ext cx="258763" cy="296863"/>
            </a:xfrm>
            <a:custGeom>
              <a:avLst/>
              <a:gdLst>
                <a:gd name="T0" fmla="*/ 100 w 177"/>
                <a:gd name="T1" fmla="*/ 0 h 203"/>
                <a:gd name="T2" fmla="*/ 15 w 177"/>
                <a:gd name="T3" fmla="*/ 124 h 203"/>
                <a:gd name="T4" fmla="*/ 27 w 177"/>
                <a:gd name="T5" fmla="*/ 189 h 203"/>
                <a:gd name="T6" fmla="*/ 91 w 177"/>
                <a:gd name="T7" fmla="*/ 177 h 203"/>
                <a:gd name="T8" fmla="*/ 177 w 177"/>
                <a:gd name="T9" fmla="*/ 53 h 203"/>
                <a:gd name="T10" fmla="*/ 100 w 177"/>
                <a:gd name="T11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203">
                  <a:moveTo>
                    <a:pt x="100" y="0"/>
                  </a:moveTo>
                  <a:cubicBezTo>
                    <a:pt x="15" y="124"/>
                    <a:pt x="15" y="124"/>
                    <a:pt x="15" y="124"/>
                  </a:cubicBezTo>
                  <a:cubicBezTo>
                    <a:pt x="0" y="145"/>
                    <a:pt x="6" y="174"/>
                    <a:pt x="27" y="189"/>
                  </a:cubicBezTo>
                  <a:cubicBezTo>
                    <a:pt x="48" y="203"/>
                    <a:pt x="77" y="198"/>
                    <a:pt x="91" y="177"/>
                  </a:cubicBezTo>
                  <a:cubicBezTo>
                    <a:pt x="177" y="53"/>
                    <a:pt x="177" y="53"/>
                    <a:pt x="177" y="53"/>
                  </a:cubicBezTo>
                  <a:lnTo>
                    <a:pt x="100" y="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Line 87"/>
            <p:cNvSpPr>
              <a:spLocks noChangeShapeType="1"/>
            </p:cNvSpPr>
            <p:nvPr userDrawn="1"/>
          </p:nvSpPr>
          <p:spPr bwMode="auto">
            <a:xfrm>
              <a:off x="8391525" y="2514600"/>
              <a:ext cx="111125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88"/>
            <p:cNvSpPr/>
            <p:nvPr userDrawn="1"/>
          </p:nvSpPr>
          <p:spPr bwMode="auto">
            <a:xfrm>
              <a:off x="8516938" y="2305050"/>
              <a:ext cx="122238" cy="115888"/>
            </a:xfrm>
            <a:custGeom>
              <a:avLst/>
              <a:gdLst>
                <a:gd name="T0" fmla="*/ 77 w 77"/>
                <a:gd name="T1" fmla="*/ 35 h 73"/>
                <a:gd name="T2" fmla="*/ 27 w 77"/>
                <a:gd name="T3" fmla="*/ 0 h 73"/>
                <a:gd name="T4" fmla="*/ 0 w 77"/>
                <a:gd name="T5" fmla="*/ 38 h 73"/>
                <a:gd name="T6" fmla="*/ 51 w 77"/>
                <a:gd name="T7" fmla="*/ 73 h 73"/>
                <a:gd name="T8" fmla="*/ 77 w 77"/>
                <a:gd name="T9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3">
                  <a:moveTo>
                    <a:pt x="77" y="35"/>
                  </a:moveTo>
                  <a:lnTo>
                    <a:pt x="27" y="0"/>
                  </a:lnTo>
                  <a:lnTo>
                    <a:pt x="0" y="38"/>
                  </a:lnTo>
                  <a:lnTo>
                    <a:pt x="51" y="73"/>
                  </a:lnTo>
                  <a:lnTo>
                    <a:pt x="77" y="3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89"/>
            <p:cNvSpPr/>
            <p:nvPr userDrawn="1"/>
          </p:nvSpPr>
          <p:spPr bwMode="auto">
            <a:xfrm>
              <a:off x="7886700" y="1612900"/>
              <a:ext cx="290513" cy="280988"/>
            </a:xfrm>
            <a:custGeom>
              <a:avLst/>
              <a:gdLst>
                <a:gd name="T0" fmla="*/ 134 w 200"/>
                <a:gd name="T1" fmla="*/ 192 h 192"/>
                <a:gd name="T2" fmla="*/ 0 w 200"/>
                <a:gd name="T3" fmla="*/ 79 h 192"/>
                <a:gd name="T4" fmla="*/ 55 w 200"/>
                <a:gd name="T5" fmla="*/ 14 h 192"/>
                <a:gd name="T6" fmla="*/ 97 w 200"/>
                <a:gd name="T7" fmla="*/ 10 h 192"/>
                <a:gd name="T8" fmla="*/ 186 w 200"/>
                <a:gd name="T9" fmla="*/ 84 h 192"/>
                <a:gd name="T10" fmla="*/ 189 w 200"/>
                <a:gd name="T11" fmla="*/ 126 h 192"/>
                <a:gd name="T12" fmla="*/ 134 w 200"/>
                <a:gd name="T13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192">
                  <a:moveTo>
                    <a:pt x="134" y="192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65" y="1"/>
                    <a:pt x="84" y="0"/>
                    <a:pt x="97" y="10"/>
                  </a:cubicBezTo>
                  <a:cubicBezTo>
                    <a:pt x="186" y="84"/>
                    <a:pt x="186" y="84"/>
                    <a:pt x="186" y="84"/>
                  </a:cubicBezTo>
                  <a:cubicBezTo>
                    <a:pt x="198" y="95"/>
                    <a:pt x="200" y="114"/>
                    <a:pt x="189" y="126"/>
                  </a:cubicBezTo>
                  <a:lnTo>
                    <a:pt x="134" y="19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Line 90"/>
            <p:cNvSpPr>
              <a:spLocks noChangeShapeType="1"/>
            </p:cNvSpPr>
            <p:nvPr userDrawn="1"/>
          </p:nvSpPr>
          <p:spPr bwMode="auto">
            <a:xfrm>
              <a:off x="7854950" y="176530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Line 91"/>
            <p:cNvSpPr>
              <a:spLocks noChangeShapeType="1"/>
            </p:cNvSpPr>
            <p:nvPr userDrawn="1"/>
          </p:nvSpPr>
          <p:spPr bwMode="auto">
            <a:xfrm>
              <a:off x="7797800" y="183515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Line 92"/>
            <p:cNvSpPr>
              <a:spLocks noChangeShapeType="1"/>
            </p:cNvSpPr>
            <p:nvPr userDrawn="1"/>
          </p:nvSpPr>
          <p:spPr bwMode="auto">
            <a:xfrm>
              <a:off x="7739063" y="190500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93"/>
            <p:cNvSpPr/>
            <p:nvPr userDrawn="1"/>
          </p:nvSpPr>
          <p:spPr bwMode="auto">
            <a:xfrm>
              <a:off x="7500938" y="1639888"/>
              <a:ext cx="685800" cy="642938"/>
            </a:xfrm>
            <a:custGeom>
              <a:avLst/>
              <a:gdLst>
                <a:gd name="T0" fmla="*/ 387 w 432"/>
                <a:gd name="T1" fmla="*/ 135 h 405"/>
                <a:gd name="T2" fmla="*/ 384 w 432"/>
                <a:gd name="T3" fmla="*/ 138 h 405"/>
                <a:gd name="T4" fmla="*/ 366 w 432"/>
                <a:gd name="T5" fmla="*/ 160 h 405"/>
                <a:gd name="T6" fmla="*/ 243 w 432"/>
                <a:gd name="T7" fmla="*/ 56 h 405"/>
                <a:gd name="T8" fmla="*/ 261 w 432"/>
                <a:gd name="T9" fmla="*/ 35 h 405"/>
                <a:gd name="T10" fmla="*/ 264 w 432"/>
                <a:gd name="T11" fmla="*/ 31 h 405"/>
                <a:gd name="T12" fmla="*/ 227 w 432"/>
                <a:gd name="T13" fmla="*/ 0 h 405"/>
                <a:gd name="T14" fmla="*/ 0 w 432"/>
                <a:gd name="T15" fmla="*/ 271 h 405"/>
                <a:gd name="T16" fmla="*/ 160 w 432"/>
                <a:gd name="T17" fmla="*/ 405 h 405"/>
                <a:gd name="T18" fmla="*/ 243 w 432"/>
                <a:gd name="T19" fmla="*/ 398 h 405"/>
                <a:gd name="T20" fmla="*/ 432 w 432"/>
                <a:gd name="T21" fmla="*/ 172 h 405"/>
                <a:gd name="T22" fmla="*/ 387 w 432"/>
                <a:gd name="T23" fmla="*/ 13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2" h="405">
                  <a:moveTo>
                    <a:pt x="387" y="135"/>
                  </a:moveTo>
                  <a:lnTo>
                    <a:pt x="384" y="138"/>
                  </a:lnTo>
                  <a:lnTo>
                    <a:pt x="366" y="160"/>
                  </a:lnTo>
                  <a:lnTo>
                    <a:pt x="243" y="56"/>
                  </a:lnTo>
                  <a:lnTo>
                    <a:pt x="261" y="35"/>
                  </a:lnTo>
                  <a:lnTo>
                    <a:pt x="264" y="31"/>
                  </a:lnTo>
                  <a:lnTo>
                    <a:pt x="227" y="0"/>
                  </a:lnTo>
                  <a:lnTo>
                    <a:pt x="0" y="271"/>
                  </a:lnTo>
                  <a:lnTo>
                    <a:pt x="160" y="405"/>
                  </a:lnTo>
                  <a:lnTo>
                    <a:pt x="243" y="398"/>
                  </a:lnTo>
                  <a:lnTo>
                    <a:pt x="432" y="172"/>
                  </a:lnTo>
                  <a:lnTo>
                    <a:pt x="387" y="13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94"/>
            <p:cNvSpPr/>
            <p:nvPr userDrawn="1"/>
          </p:nvSpPr>
          <p:spPr bwMode="auto">
            <a:xfrm>
              <a:off x="7754938" y="2211388"/>
              <a:ext cx="131763" cy="71438"/>
            </a:xfrm>
            <a:custGeom>
              <a:avLst/>
              <a:gdLst>
                <a:gd name="T0" fmla="*/ 0 w 83"/>
                <a:gd name="T1" fmla="*/ 45 h 45"/>
                <a:gd name="T2" fmla="*/ 38 w 83"/>
                <a:gd name="T3" fmla="*/ 0 h 45"/>
                <a:gd name="T4" fmla="*/ 83 w 83"/>
                <a:gd name="T5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45">
                  <a:moveTo>
                    <a:pt x="0" y="45"/>
                  </a:moveTo>
                  <a:lnTo>
                    <a:pt x="38" y="0"/>
                  </a:lnTo>
                  <a:lnTo>
                    <a:pt x="83" y="38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Line 95"/>
            <p:cNvSpPr>
              <a:spLocks noChangeShapeType="1"/>
            </p:cNvSpPr>
            <p:nvPr userDrawn="1"/>
          </p:nvSpPr>
          <p:spPr bwMode="auto">
            <a:xfrm>
              <a:off x="7920038" y="1689100"/>
              <a:ext cx="128588" cy="10795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11" name="组合 110"/>
          <p:cNvGrpSpPr/>
          <p:nvPr userDrawn="1"/>
        </p:nvGrpSpPr>
        <p:grpSpPr>
          <a:xfrm>
            <a:off x="5253037" y="5582174"/>
            <a:ext cx="7397750" cy="2524125"/>
            <a:chOff x="2405063" y="1201738"/>
            <a:chExt cx="7397750" cy="2524125"/>
          </a:xfrm>
        </p:grpSpPr>
        <p:sp>
          <p:nvSpPr>
            <p:cNvPr id="112" name="Freeform 5"/>
            <p:cNvSpPr/>
            <p:nvPr userDrawn="1"/>
          </p:nvSpPr>
          <p:spPr bwMode="auto">
            <a:xfrm>
              <a:off x="5815013" y="1671638"/>
              <a:ext cx="463550" cy="284163"/>
            </a:xfrm>
            <a:custGeom>
              <a:avLst/>
              <a:gdLst>
                <a:gd name="T0" fmla="*/ 0 w 318"/>
                <a:gd name="T1" fmla="*/ 195 h 195"/>
                <a:gd name="T2" fmla="*/ 318 w 318"/>
                <a:gd name="T3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95">
                  <a:moveTo>
                    <a:pt x="0" y="195"/>
                  </a:moveTo>
                  <a:cubicBezTo>
                    <a:pt x="47" y="67"/>
                    <a:pt x="190" y="0"/>
                    <a:pt x="318" y="47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6"/>
            <p:cNvSpPr/>
            <p:nvPr userDrawn="1"/>
          </p:nvSpPr>
          <p:spPr bwMode="auto">
            <a:xfrm>
              <a:off x="5892800" y="1763713"/>
              <a:ext cx="358775" cy="220663"/>
            </a:xfrm>
            <a:custGeom>
              <a:avLst/>
              <a:gdLst>
                <a:gd name="T0" fmla="*/ 0 w 246"/>
                <a:gd name="T1" fmla="*/ 151 h 151"/>
                <a:gd name="T2" fmla="*/ 246 w 246"/>
                <a:gd name="T3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6" h="151">
                  <a:moveTo>
                    <a:pt x="0" y="151"/>
                  </a:moveTo>
                  <a:cubicBezTo>
                    <a:pt x="36" y="52"/>
                    <a:pt x="146" y="0"/>
                    <a:pt x="246" y="36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7"/>
            <p:cNvSpPr/>
            <p:nvPr userDrawn="1"/>
          </p:nvSpPr>
          <p:spPr bwMode="auto">
            <a:xfrm>
              <a:off x="5972175" y="1858963"/>
              <a:ext cx="250825" cy="153988"/>
            </a:xfrm>
            <a:custGeom>
              <a:avLst/>
              <a:gdLst>
                <a:gd name="T0" fmla="*/ 0 w 173"/>
                <a:gd name="T1" fmla="*/ 106 h 106"/>
                <a:gd name="T2" fmla="*/ 173 w 173"/>
                <a:gd name="T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106">
                  <a:moveTo>
                    <a:pt x="0" y="106"/>
                  </a:moveTo>
                  <a:cubicBezTo>
                    <a:pt x="25" y="36"/>
                    <a:pt x="103" y="0"/>
                    <a:pt x="173" y="25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8"/>
            <p:cNvSpPr/>
            <p:nvPr userDrawn="1"/>
          </p:nvSpPr>
          <p:spPr bwMode="auto">
            <a:xfrm>
              <a:off x="6084888" y="1993900"/>
              <a:ext cx="117475" cy="119063"/>
            </a:xfrm>
            <a:custGeom>
              <a:avLst/>
              <a:gdLst>
                <a:gd name="T0" fmla="*/ 72 w 80"/>
                <a:gd name="T1" fmla="*/ 26 h 81"/>
                <a:gd name="T2" fmla="*/ 25 w 80"/>
                <a:gd name="T3" fmla="*/ 8 h 81"/>
                <a:gd name="T4" fmla="*/ 8 w 80"/>
                <a:gd name="T5" fmla="*/ 55 h 81"/>
                <a:gd name="T6" fmla="*/ 55 w 80"/>
                <a:gd name="T7" fmla="*/ 73 h 81"/>
                <a:gd name="T8" fmla="*/ 72 w 80"/>
                <a:gd name="T9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1">
                  <a:moveTo>
                    <a:pt x="72" y="26"/>
                  </a:moveTo>
                  <a:cubicBezTo>
                    <a:pt x="64" y="8"/>
                    <a:pt x="43" y="0"/>
                    <a:pt x="25" y="8"/>
                  </a:cubicBezTo>
                  <a:cubicBezTo>
                    <a:pt x="7" y="17"/>
                    <a:pt x="0" y="38"/>
                    <a:pt x="8" y="55"/>
                  </a:cubicBezTo>
                  <a:cubicBezTo>
                    <a:pt x="16" y="73"/>
                    <a:pt x="37" y="81"/>
                    <a:pt x="55" y="73"/>
                  </a:cubicBezTo>
                  <a:cubicBezTo>
                    <a:pt x="73" y="64"/>
                    <a:pt x="80" y="43"/>
                    <a:pt x="72" y="26"/>
                  </a:cubicBez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9"/>
            <p:cNvSpPr/>
            <p:nvPr userDrawn="1"/>
          </p:nvSpPr>
          <p:spPr bwMode="auto">
            <a:xfrm>
              <a:off x="3705225" y="3251200"/>
              <a:ext cx="417513" cy="419100"/>
            </a:xfrm>
            <a:custGeom>
              <a:avLst/>
              <a:gdLst>
                <a:gd name="T0" fmla="*/ 190 w 286"/>
                <a:gd name="T1" fmla="*/ 233 h 287"/>
                <a:gd name="T2" fmla="*/ 249 w 286"/>
                <a:gd name="T3" fmla="*/ 173 h 287"/>
                <a:gd name="T4" fmla="*/ 247 w 286"/>
                <a:gd name="T5" fmla="*/ 37 h 287"/>
                <a:gd name="T6" fmla="*/ 112 w 286"/>
                <a:gd name="T7" fmla="*/ 38 h 287"/>
                <a:gd name="T8" fmla="*/ 22 w 286"/>
                <a:gd name="T9" fmla="*/ 130 h 287"/>
                <a:gd name="T10" fmla="*/ 23 w 286"/>
                <a:gd name="T11" fmla="*/ 209 h 287"/>
                <a:gd name="T12" fmla="*/ 80 w 286"/>
                <a:gd name="T13" fmla="*/ 265 h 287"/>
                <a:gd name="T14" fmla="*/ 159 w 286"/>
                <a:gd name="T15" fmla="*/ 26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287">
                  <a:moveTo>
                    <a:pt x="190" y="23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286" y="135"/>
                    <a:pt x="285" y="74"/>
                    <a:pt x="247" y="37"/>
                  </a:cubicBezTo>
                  <a:cubicBezTo>
                    <a:pt x="209" y="0"/>
                    <a:pt x="149" y="0"/>
                    <a:pt x="112" y="38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0" y="152"/>
                    <a:pt x="1" y="187"/>
                    <a:pt x="23" y="209"/>
                  </a:cubicBezTo>
                  <a:cubicBezTo>
                    <a:pt x="80" y="265"/>
                    <a:pt x="80" y="265"/>
                    <a:pt x="80" y="265"/>
                  </a:cubicBezTo>
                  <a:cubicBezTo>
                    <a:pt x="102" y="287"/>
                    <a:pt x="138" y="286"/>
                    <a:pt x="159" y="264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10"/>
            <p:cNvSpPr/>
            <p:nvPr userDrawn="1"/>
          </p:nvSpPr>
          <p:spPr bwMode="auto">
            <a:xfrm>
              <a:off x="3970338" y="3073400"/>
              <a:ext cx="744538" cy="328613"/>
            </a:xfrm>
            <a:custGeom>
              <a:avLst/>
              <a:gdLst>
                <a:gd name="T0" fmla="*/ 0 w 510"/>
                <a:gd name="T1" fmla="*/ 226 h 226"/>
                <a:gd name="T2" fmla="*/ 65 w 510"/>
                <a:gd name="T3" fmla="*/ 159 h 226"/>
                <a:gd name="T4" fmla="*/ 99 w 510"/>
                <a:gd name="T5" fmla="*/ 126 h 226"/>
                <a:gd name="T6" fmla="*/ 266 w 510"/>
                <a:gd name="T7" fmla="*/ 113 h 226"/>
                <a:gd name="T8" fmla="*/ 266 w 510"/>
                <a:gd name="T9" fmla="*/ 113 h 226"/>
                <a:gd name="T10" fmla="*/ 446 w 510"/>
                <a:gd name="T11" fmla="*/ 84 h 226"/>
                <a:gd name="T12" fmla="*/ 510 w 510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226">
                  <a:moveTo>
                    <a:pt x="0" y="226"/>
                  </a:moveTo>
                  <a:cubicBezTo>
                    <a:pt x="65" y="159"/>
                    <a:pt x="65" y="159"/>
                    <a:pt x="65" y="159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44" y="82"/>
                    <a:pt x="214" y="76"/>
                    <a:pt x="26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324" y="153"/>
                    <a:pt x="403" y="140"/>
                    <a:pt x="446" y="84"/>
                  </a:cubicBezTo>
                  <a:cubicBezTo>
                    <a:pt x="510" y="0"/>
                    <a:pt x="510" y="0"/>
                    <a:pt x="510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11"/>
            <p:cNvSpPr/>
            <p:nvPr userDrawn="1"/>
          </p:nvSpPr>
          <p:spPr bwMode="auto">
            <a:xfrm>
              <a:off x="3833813" y="3343275"/>
              <a:ext cx="200025" cy="195263"/>
            </a:xfrm>
            <a:custGeom>
              <a:avLst/>
              <a:gdLst>
                <a:gd name="T0" fmla="*/ 0 w 137"/>
                <a:gd name="T1" fmla="*/ 0 h 134"/>
                <a:gd name="T2" fmla="*/ 137 w 137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7" h="134">
                  <a:moveTo>
                    <a:pt x="0" y="0"/>
                  </a:moveTo>
                  <a:cubicBezTo>
                    <a:pt x="2" y="2"/>
                    <a:pt x="137" y="134"/>
                    <a:pt x="137" y="134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12"/>
            <p:cNvSpPr/>
            <p:nvPr userDrawn="1"/>
          </p:nvSpPr>
          <p:spPr bwMode="auto">
            <a:xfrm>
              <a:off x="3978275" y="1624013"/>
              <a:ext cx="1622425" cy="1295400"/>
            </a:xfrm>
            <a:custGeom>
              <a:avLst/>
              <a:gdLst>
                <a:gd name="T0" fmla="*/ 1089 w 1113"/>
                <a:gd name="T1" fmla="*/ 554 h 888"/>
                <a:gd name="T2" fmla="*/ 1113 w 1113"/>
                <a:gd name="T3" fmla="*/ 649 h 888"/>
                <a:gd name="T4" fmla="*/ 155 w 1113"/>
                <a:gd name="T5" fmla="*/ 888 h 888"/>
                <a:gd name="T6" fmla="*/ 13 w 1113"/>
                <a:gd name="T7" fmla="*/ 319 h 888"/>
                <a:gd name="T8" fmla="*/ 80 w 1113"/>
                <a:gd name="T9" fmla="*/ 207 h 888"/>
                <a:gd name="T10" fmla="*/ 859 w 1113"/>
                <a:gd name="T11" fmla="*/ 12 h 888"/>
                <a:gd name="T12" fmla="*/ 971 w 1113"/>
                <a:gd name="T13" fmla="*/ 80 h 888"/>
                <a:gd name="T14" fmla="*/ 1066 w 1113"/>
                <a:gd name="T15" fmla="*/ 46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3" h="888">
                  <a:moveTo>
                    <a:pt x="1089" y="554"/>
                  </a:moveTo>
                  <a:cubicBezTo>
                    <a:pt x="1113" y="649"/>
                    <a:pt x="1113" y="649"/>
                    <a:pt x="1113" y="649"/>
                  </a:cubicBezTo>
                  <a:cubicBezTo>
                    <a:pt x="155" y="888"/>
                    <a:pt x="155" y="888"/>
                    <a:pt x="155" y="888"/>
                  </a:cubicBezTo>
                  <a:cubicBezTo>
                    <a:pt x="13" y="319"/>
                    <a:pt x="13" y="319"/>
                    <a:pt x="13" y="319"/>
                  </a:cubicBezTo>
                  <a:cubicBezTo>
                    <a:pt x="0" y="269"/>
                    <a:pt x="30" y="219"/>
                    <a:pt x="80" y="207"/>
                  </a:cubicBezTo>
                  <a:cubicBezTo>
                    <a:pt x="859" y="12"/>
                    <a:pt x="859" y="12"/>
                    <a:pt x="859" y="12"/>
                  </a:cubicBezTo>
                  <a:cubicBezTo>
                    <a:pt x="908" y="0"/>
                    <a:pt x="959" y="30"/>
                    <a:pt x="971" y="80"/>
                  </a:cubicBezTo>
                  <a:cubicBezTo>
                    <a:pt x="1066" y="460"/>
                    <a:pt x="1066" y="460"/>
                    <a:pt x="1066" y="46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13"/>
            <p:cNvSpPr/>
            <p:nvPr userDrawn="1"/>
          </p:nvSpPr>
          <p:spPr bwMode="auto">
            <a:xfrm>
              <a:off x="4089400" y="1739900"/>
              <a:ext cx="1385888" cy="1019175"/>
            </a:xfrm>
            <a:custGeom>
              <a:avLst/>
              <a:gdLst>
                <a:gd name="T0" fmla="*/ 929 w 951"/>
                <a:gd name="T1" fmla="*/ 401 h 698"/>
                <a:gd name="T2" fmla="*/ 951 w 951"/>
                <a:gd name="T3" fmla="*/ 490 h 698"/>
                <a:gd name="T4" fmla="*/ 118 w 951"/>
                <a:gd name="T5" fmla="*/ 698 h 698"/>
                <a:gd name="T6" fmla="*/ 7 w 951"/>
                <a:gd name="T7" fmla="*/ 255 h 698"/>
                <a:gd name="T8" fmla="*/ 46 w 951"/>
                <a:gd name="T9" fmla="*/ 189 h 698"/>
                <a:gd name="T10" fmla="*/ 775 w 951"/>
                <a:gd name="T11" fmla="*/ 8 h 698"/>
                <a:gd name="T12" fmla="*/ 840 w 951"/>
                <a:gd name="T13" fmla="*/ 47 h 698"/>
                <a:gd name="T14" fmla="*/ 929 w 951"/>
                <a:gd name="T15" fmla="*/ 401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1" h="698">
                  <a:moveTo>
                    <a:pt x="929" y="401"/>
                  </a:moveTo>
                  <a:cubicBezTo>
                    <a:pt x="951" y="490"/>
                    <a:pt x="951" y="490"/>
                    <a:pt x="951" y="490"/>
                  </a:cubicBezTo>
                  <a:cubicBezTo>
                    <a:pt x="118" y="698"/>
                    <a:pt x="118" y="698"/>
                    <a:pt x="118" y="698"/>
                  </a:cubicBezTo>
                  <a:cubicBezTo>
                    <a:pt x="7" y="255"/>
                    <a:pt x="7" y="255"/>
                    <a:pt x="7" y="255"/>
                  </a:cubicBezTo>
                  <a:cubicBezTo>
                    <a:pt x="0" y="226"/>
                    <a:pt x="17" y="197"/>
                    <a:pt x="46" y="189"/>
                  </a:cubicBezTo>
                  <a:cubicBezTo>
                    <a:pt x="775" y="8"/>
                    <a:pt x="775" y="8"/>
                    <a:pt x="775" y="8"/>
                  </a:cubicBezTo>
                  <a:cubicBezTo>
                    <a:pt x="804" y="0"/>
                    <a:pt x="833" y="18"/>
                    <a:pt x="840" y="47"/>
                  </a:cubicBezTo>
                  <a:cubicBezTo>
                    <a:pt x="929" y="401"/>
                    <a:pt x="929" y="401"/>
                    <a:pt x="929" y="401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14"/>
            <p:cNvSpPr/>
            <p:nvPr userDrawn="1"/>
          </p:nvSpPr>
          <p:spPr bwMode="auto">
            <a:xfrm>
              <a:off x="4683125" y="2790825"/>
              <a:ext cx="519113" cy="234950"/>
            </a:xfrm>
            <a:custGeom>
              <a:avLst/>
              <a:gdLst>
                <a:gd name="T0" fmla="*/ 327 w 327"/>
                <a:gd name="T1" fmla="*/ 71 h 148"/>
                <a:gd name="T2" fmla="*/ 18 w 327"/>
                <a:gd name="T3" fmla="*/ 148 h 148"/>
                <a:gd name="T4" fmla="*/ 0 w 327"/>
                <a:gd name="T5" fmla="*/ 77 h 148"/>
                <a:gd name="T6" fmla="*/ 310 w 327"/>
                <a:gd name="T7" fmla="*/ 0 h 148"/>
                <a:gd name="T8" fmla="*/ 327 w 327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8">
                  <a:moveTo>
                    <a:pt x="327" y="71"/>
                  </a:moveTo>
                  <a:lnTo>
                    <a:pt x="18" y="148"/>
                  </a:lnTo>
                  <a:lnTo>
                    <a:pt x="0" y="77"/>
                  </a:lnTo>
                  <a:lnTo>
                    <a:pt x="310" y="0"/>
                  </a:lnTo>
                  <a:lnTo>
                    <a:pt x="327" y="7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15"/>
            <p:cNvSpPr/>
            <p:nvPr userDrawn="1"/>
          </p:nvSpPr>
          <p:spPr bwMode="auto">
            <a:xfrm>
              <a:off x="4775200" y="2713038"/>
              <a:ext cx="280988" cy="171450"/>
            </a:xfrm>
            <a:custGeom>
              <a:avLst/>
              <a:gdLst>
                <a:gd name="T0" fmla="*/ 177 w 177"/>
                <a:gd name="T1" fmla="*/ 68 h 108"/>
                <a:gd name="T2" fmla="*/ 18 w 177"/>
                <a:gd name="T3" fmla="*/ 108 h 108"/>
                <a:gd name="T4" fmla="*/ 0 w 177"/>
                <a:gd name="T5" fmla="*/ 40 h 108"/>
                <a:gd name="T6" fmla="*/ 159 w 177"/>
                <a:gd name="T7" fmla="*/ 0 h 108"/>
                <a:gd name="T8" fmla="*/ 177 w 177"/>
                <a:gd name="T9" fmla="*/ 6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08">
                  <a:moveTo>
                    <a:pt x="177" y="68"/>
                  </a:moveTo>
                  <a:lnTo>
                    <a:pt x="18" y="108"/>
                  </a:lnTo>
                  <a:lnTo>
                    <a:pt x="0" y="40"/>
                  </a:lnTo>
                  <a:lnTo>
                    <a:pt x="159" y="0"/>
                  </a:lnTo>
                  <a:lnTo>
                    <a:pt x="177" y="68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16"/>
            <p:cNvSpPr/>
            <p:nvPr userDrawn="1"/>
          </p:nvSpPr>
          <p:spPr bwMode="auto">
            <a:xfrm>
              <a:off x="4332288" y="2089150"/>
              <a:ext cx="971550" cy="517525"/>
            </a:xfrm>
            <a:custGeom>
              <a:avLst/>
              <a:gdLst>
                <a:gd name="T0" fmla="*/ 0 w 612"/>
                <a:gd name="T1" fmla="*/ 326 h 326"/>
                <a:gd name="T2" fmla="*/ 126 w 612"/>
                <a:gd name="T3" fmla="*/ 31 h 326"/>
                <a:gd name="T4" fmla="*/ 319 w 612"/>
                <a:gd name="T5" fmla="*/ 130 h 326"/>
                <a:gd name="T6" fmla="*/ 367 w 612"/>
                <a:gd name="T7" fmla="*/ 0 h 326"/>
                <a:gd name="T8" fmla="*/ 612 w 612"/>
                <a:gd name="T9" fmla="*/ 14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2" h="326">
                  <a:moveTo>
                    <a:pt x="0" y="326"/>
                  </a:moveTo>
                  <a:lnTo>
                    <a:pt x="126" y="31"/>
                  </a:lnTo>
                  <a:lnTo>
                    <a:pt x="319" y="130"/>
                  </a:lnTo>
                  <a:lnTo>
                    <a:pt x="367" y="0"/>
                  </a:lnTo>
                  <a:lnTo>
                    <a:pt x="612" y="14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17"/>
            <p:cNvSpPr/>
            <p:nvPr userDrawn="1"/>
          </p:nvSpPr>
          <p:spPr bwMode="auto">
            <a:xfrm>
              <a:off x="5289550" y="2863850"/>
              <a:ext cx="933450" cy="862013"/>
            </a:xfrm>
            <a:custGeom>
              <a:avLst/>
              <a:gdLst>
                <a:gd name="T0" fmla="*/ 461 w 588"/>
                <a:gd name="T1" fmla="*/ 507 h 543"/>
                <a:gd name="T2" fmla="*/ 433 w 588"/>
                <a:gd name="T3" fmla="*/ 543 h 543"/>
                <a:gd name="T4" fmla="*/ 0 w 588"/>
                <a:gd name="T5" fmla="*/ 195 h 543"/>
                <a:gd name="T6" fmla="*/ 156 w 588"/>
                <a:gd name="T7" fmla="*/ 0 h 543"/>
                <a:gd name="T8" fmla="*/ 588 w 588"/>
                <a:gd name="T9" fmla="*/ 348 h 543"/>
                <a:gd name="T10" fmla="*/ 486 w 588"/>
                <a:gd name="T11" fmla="*/ 476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8" h="543">
                  <a:moveTo>
                    <a:pt x="461" y="507"/>
                  </a:moveTo>
                  <a:lnTo>
                    <a:pt x="433" y="543"/>
                  </a:lnTo>
                  <a:lnTo>
                    <a:pt x="0" y="195"/>
                  </a:lnTo>
                  <a:lnTo>
                    <a:pt x="156" y="0"/>
                  </a:lnTo>
                  <a:lnTo>
                    <a:pt x="588" y="348"/>
                  </a:lnTo>
                  <a:lnTo>
                    <a:pt x="486" y="476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18"/>
            <p:cNvSpPr/>
            <p:nvPr userDrawn="1"/>
          </p:nvSpPr>
          <p:spPr bwMode="auto">
            <a:xfrm>
              <a:off x="5289550" y="2921000"/>
              <a:ext cx="889000" cy="804863"/>
            </a:xfrm>
            <a:custGeom>
              <a:avLst/>
              <a:gdLst>
                <a:gd name="T0" fmla="*/ 461 w 560"/>
                <a:gd name="T1" fmla="*/ 471 h 507"/>
                <a:gd name="T2" fmla="*/ 433 w 560"/>
                <a:gd name="T3" fmla="*/ 507 h 507"/>
                <a:gd name="T4" fmla="*/ 0 w 560"/>
                <a:gd name="T5" fmla="*/ 159 h 507"/>
                <a:gd name="T6" fmla="*/ 127 w 560"/>
                <a:gd name="T7" fmla="*/ 0 h 507"/>
                <a:gd name="T8" fmla="*/ 560 w 560"/>
                <a:gd name="T9" fmla="*/ 348 h 507"/>
                <a:gd name="T10" fmla="*/ 494 w 560"/>
                <a:gd name="T11" fmla="*/ 43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0" h="507">
                  <a:moveTo>
                    <a:pt x="461" y="471"/>
                  </a:moveTo>
                  <a:lnTo>
                    <a:pt x="433" y="507"/>
                  </a:lnTo>
                  <a:lnTo>
                    <a:pt x="0" y="159"/>
                  </a:lnTo>
                  <a:lnTo>
                    <a:pt x="127" y="0"/>
                  </a:lnTo>
                  <a:lnTo>
                    <a:pt x="560" y="348"/>
                  </a:lnTo>
                  <a:lnTo>
                    <a:pt x="494" y="430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19"/>
            <p:cNvSpPr/>
            <p:nvPr userDrawn="1"/>
          </p:nvSpPr>
          <p:spPr bwMode="auto">
            <a:xfrm>
              <a:off x="5659438" y="2628900"/>
              <a:ext cx="708025" cy="687388"/>
            </a:xfrm>
            <a:custGeom>
              <a:avLst/>
              <a:gdLst>
                <a:gd name="T0" fmla="*/ 278 w 446"/>
                <a:gd name="T1" fmla="*/ 433 h 433"/>
                <a:gd name="T2" fmla="*/ 0 w 446"/>
                <a:gd name="T3" fmla="*/ 211 h 433"/>
                <a:gd name="T4" fmla="*/ 169 w 446"/>
                <a:gd name="T5" fmla="*/ 0 h 433"/>
                <a:gd name="T6" fmla="*/ 446 w 446"/>
                <a:gd name="T7" fmla="*/ 224 h 433"/>
                <a:gd name="T8" fmla="*/ 278 w 446"/>
                <a:gd name="T9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33">
                  <a:moveTo>
                    <a:pt x="278" y="433"/>
                  </a:moveTo>
                  <a:lnTo>
                    <a:pt x="0" y="211"/>
                  </a:lnTo>
                  <a:lnTo>
                    <a:pt x="169" y="0"/>
                  </a:lnTo>
                  <a:lnTo>
                    <a:pt x="446" y="224"/>
                  </a:lnTo>
                  <a:lnTo>
                    <a:pt x="278" y="433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20"/>
            <p:cNvSpPr/>
            <p:nvPr userDrawn="1"/>
          </p:nvSpPr>
          <p:spPr bwMode="auto">
            <a:xfrm>
              <a:off x="5580063" y="2806700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6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6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21"/>
            <p:cNvSpPr/>
            <p:nvPr userDrawn="1"/>
          </p:nvSpPr>
          <p:spPr bwMode="auto">
            <a:xfrm>
              <a:off x="6100763" y="3224213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7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7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Line 22"/>
            <p:cNvSpPr>
              <a:spLocks noChangeShapeType="1"/>
            </p:cNvSpPr>
            <p:nvPr userDrawn="1"/>
          </p:nvSpPr>
          <p:spPr bwMode="auto">
            <a:xfrm>
              <a:off x="5942013" y="2749550"/>
              <a:ext cx="311150" cy="2508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Line 23"/>
            <p:cNvSpPr>
              <a:spLocks noChangeShapeType="1"/>
            </p:cNvSpPr>
            <p:nvPr userDrawn="1"/>
          </p:nvSpPr>
          <p:spPr bwMode="auto">
            <a:xfrm>
              <a:off x="5864225" y="2844800"/>
              <a:ext cx="312738" cy="24923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Line 24"/>
            <p:cNvSpPr>
              <a:spLocks noChangeShapeType="1"/>
            </p:cNvSpPr>
            <p:nvPr userDrawn="1"/>
          </p:nvSpPr>
          <p:spPr bwMode="auto">
            <a:xfrm>
              <a:off x="5789613" y="2940050"/>
              <a:ext cx="311150" cy="2508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Line 25"/>
            <p:cNvSpPr>
              <a:spLocks noChangeShapeType="1"/>
            </p:cNvSpPr>
            <p:nvPr userDrawn="1"/>
          </p:nvSpPr>
          <p:spPr bwMode="auto">
            <a:xfrm flipH="1">
              <a:off x="4926013" y="3370263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Line 26"/>
            <p:cNvSpPr>
              <a:spLocks noChangeShapeType="1"/>
            </p:cNvSpPr>
            <p:nvPr userDrawn="1"/>
          </p:nvSpPr>
          <p:spPr bwMode="auto">
            <a:xfrm flipH="1">
              <a:off x="4745038" y="35512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Line 27"/>
            <p:cNvSpPr>
              <a:spLocks noChangeShapeType="1"/>
            </p:cNvSpPr>
            <p:nvPr userDrawn="1"/>
          </p:nvSpPr>
          <p:spPr bwMode="auto">
            <a:xfrm>
              <a:off x="4745038" y="3370263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Line 28"/>
            <p:cNvSpPr>
              <a:spLocks noChangeShapeType="1"/>
            </p:cNvSpPr>
            <p:nvPr userDrawn="1"/>
          </p:nvSpPr>
          <p:spPr bwMode="auto">
            <a:xfrm>
              <a:off x="4926013" y="35512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Line 29"/>
            <p:cNvSpPr>
              <a:spLocks noChangeShapeType="1"/>
            </p:cNvSpPr>
            <p:nvPr userDrawn="1"/>
          </p:nvSpPr>
          <p:spPr bwMode="auto">
            <a:xfrm flipH="1">
              <a:off x="2824163" y="2967038"/>
              <a:ext cx="77788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Line 30"/>
            <p:cNvSpPr>
              <a:spLocks noChangeShapeType="1"/>
            </p:cNvSpPr>
            <p:nvPr userDrawn="1"/>
          </p:nvSpPr>
          <p:spPr bwMode="auto">
            <a:xfrm flipH="1">
              <a:off x="2644775" y="3148013"/>
              <a:ext cx="76200" cy="74613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Line 31"/>
            <p:cNvSpPr>
              <a:spLocks noChangeShapeType="1"/>
            </p:cNvSpPr>
            <p:nvPr userDrawn="1"/>
          </p:nvSpPr>
          <p:spPr bwMode="auto">
            <a:xfrm>
              <a:off x="2644775" y="29670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Line 32"/>
            <p:cNvSpPr>
              <a:spLocks noChangeShapeType="1"/>
            </p:cNvSpPr>
            <p:nvPr userDrawn="1"/>
          </p:nvSpPr>
          <p:spPr bwMode="auto">
            <a:xfrm>
              <a:off x="2824163" y="3148013"/>
              <a:ext cx="77788" cy="74613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Line 33"/>
            <p:cNvSpPr>
              <a:spLocks noChangeShapeType="1"/>
            </p:cNvSpPr>
            <p:nvPr userDrawn="1"/>
          </p:nvSpPr>
          <p:spPr bwMode="auto">
            <a:xfrm flipH="1">
              <a:off x="9728200" y="2589213"/>
              <a:ext cx="74613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Line 34"/>
            <p:cNvSpPr>
              <a:spLocks noChangeShapeType="1"/>
            </p:cNvSpPr>
            <p:nvPr userDrawn="1"/>
          </p:nvSpPr>
          <p:spPr bwMode="auto">
            <a:xfrm flipH="1">
              <a:off x="9547225" y="277018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Line 35"/>
            <p:cNvSpPr>
              <a:spLocks noChangeShapeType="1"/>
            </p:cNvSpPr>
            <p:nvPr userDrawn="1"/>
          </p:nvSpPr>
          <p:spPr bwMode="auto">
            <a:xfrm>
              <a:off x="9547225" y="2589213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Line 36"/>
            <p:cNvSpPr>
              <a:spLocks noChangeShapeType="1"/>
            </p:cNvSpPr>
            <p:nvPr userDrawn="1"/>
          </p:nvSpPr>
          <p:spPr bwMode="auto">
            <a:xfrm>
              <a:off x="9728200" y="2770188"/>
              <a:ext cx="74613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Line 37"/>
            <p:cNvSpPr>
              <a:spLocks noChangeShapeType="1"/>
            </p:cNvSpPr>
            <p:nvPr userDrawn="1"/>
          </p:nvSpPr>
          <p:spPr bwMode="auto">
            <a:xfrm flipH="1">
              <a:off x="5354638" y="1201738"/>
              <a:ext cx="76200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Line 38"/>
            <p:cNvSpPr>
              <a:spLocks noChangeShapeType="1"/>
            </p:cNvSpPr>
            <p:nvPr userDrawn="1"/>
          </p:nvSpPr>
          <p:spPr bwMode="auto">
            <a:xfrm flipH="1">
              <a:off x="5173663" y="1381125"/>
              <a:ext cx="77788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Line 39"/>
            <p:cNvSpPr>
              <a:spLocks noChangeShapeType="1"/>
            </p:cNvSpPr>
            <p:nvPr userDrawn="1"/>
          </p:nvSpPr>
          <p:spPr bwMode="auto">
            <a:xfrm>
              <a:off x="5173663" y="1201738"/>
              <a:ext cx="77788" cy="762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Line 40"/>
            <p:cNvSpPr>
              <a:spLocks noChangeShapeType="1"/>
            </p:cNvSpPr>
            <p:nvPr userDrawn="1"/>
          </p:nvSpPr>
          <p:spPr bwMode="auto">
            <a:xfrm>
              <a:off x="5354638" y="1381125"/>
              <a:ext cx="76200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Oval 41"/>
            <p:cNvSpPr>
              <a:spLocks noChangeArrowheads="1"/>
            </p:cNvSpPr>
            <p:nvPr userDrawn="1"/>
          </p:nvSpPr>
          <p:spPr bwMode="auto">
            <a:xfrm>
              <a:off x="5788025" y="2276475"/>
              <a:ext cx="152400" cy="153988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42"/>
            <p:cNvSpPr/>
            <p:nvPr userDrawn="1"/>
          </p:nvSpPr>
          <p:spPr bwMode="auto">
            <a:xfrm>
              <a:off x="3136900" y="2136775"/>
              <a:ext cx="661988" cy="984250"/>
            </a:xfrm>
            <a:custGeom>
              <a:avLst/>
              <a:gdLst>
                <a:gd name="T0" fmla="*/ 300 w 417"/>
                <a:gd name="T1" fmla="*/ 620 h 620"/>
                <a:gd name="T2" fmla="*/ 0 w 417"/>
                <a:gd name="T3" fmla="*/ 557 h 620"/>
                <a:gd name="T4" fmla="*/ 117 w 417"/>
                <a:gd name="T5" fmla="*/ 0 h 620"/>
                <a:gd name="T6" fmla="*/ 417 w 417"/>
                <a:gd name="T7" fmla="*/ 63 h 620"/>
                <a:gd name="T8" fmla="*/ 328 w 417"/>
                <a:gd name="T9" fmla="*/ 489 h 620"/>
                <a:gd name="T10" fmla="*/ 320 w 417"/>
                <a:gd name="T11" fmla="*/ 522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7" h="620">
                  <a:moveTo>
                    <a:pt x="300" y="620"/>
                  </a:moveTo>
                  <a:lnTo>
                    <a:pt x="0" y="557"/>
                  </a:lnTo>
                  <a:lnTo>
                    <a:pt x="117" y="0"/>
                  </a:lnTo>
                  <a:lnTo>
                    <a:pt x="417" y="63"/>
                  </a:lnTo>
                  <a:lnTo>
                    <a:pt x="328" y="489"/>
                  </a:lnTo>
                  <a:lnTo>
                    <a:pt x="320" y="522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43"/>
            <p:cNvSpPr/>
            <p:nvPr userDrawn="1"/>
          </p:nvSpPr>
          <p:spPr bwMode="auto">
            <a:xfrm>
              <a:off x="3267075" y="2276475"/>
              <a:ext cx="503238" cy="225425"/>
            </a:xfrm>
            <a:custGeom>
              <a:avLst/>
              <a:gdLst>
                <a:gd name="T0" fmla="*/ 300 w 317"/>
                <a:gd name="T1" fmla="*/ 142 h 142"/>
                <a:gd name="T2" fmla="*/ 0 w 317"/>
                <a:gd name="T3" fmla="*/ 79 h 142"/>
                <a:gd name="T4" fmla="*/ 16 w 317"/>
                <a:gd name="T5" fmla="*/ 0 h 142"/>
                <a:gd name="T6" fmla="*/ 317 w 317"/>
                <a:gd name="T7" fmla="*/ 62 h 142"/>
                <a:gd name="T8" fmla="*/ 300 w 317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142">
                  <a:moveTo>
                    <a:pt x="300" y="142"/>
                  </a:moveTo>
                  <a:lnTo>
                    <a:pt x="0" y="79"/>
                  </a:lnTo>
                  <a:lnTo>
                    <a:pt x="16" y="0"/>
                  </a:lnTo>
                  <a:lnTo>
                    <a:pt x="317" y="62"/>
                  </a:lnTo>
                  <a:lnTo>
                    <a:pt x="300" y="14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Line 44"/>
            <p:cNvSpPr>
              <a:spLocks noChangeShapeType="1"/>
            </p:cNvSpPr>
            <p:nvPr userDrawn="1"/>
          </p:nvSpPr>
          <p:spPr bwMode="auto">
            <a:xfrm>
              <a:off x="3332163" y="2349500"/>
              <a:ext cx="371475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45"/>
            <p:cNvSpPr/>
            <p:nvPr userDrawn="1"/>
          </p:nvSpPr>
          <p:spPr bwMode="auto">
            <a:xfrm>
              <a:off x="3392488" y="1563688"/>
              <a:ext cx="190500" cy="192088"/>
            </a:xfrm>
            <a:custGeom>
              <a:avLst/>
              <a:gdLst>
                <a:gd name="T0" fmla="*/ 60 w 120"/>
                <a:gd name="T1" fmla="*/ 121 h 121"/>
                <a:gd name="T2" fmla="*/ 0 w 120"/>
                <a:gd name="T3" fmla="*/ 61 h 121"/>
                <a:gd name="T4" fmla="*/ 60 w 120"/>
                <a:gd name="T5" fmla="*/ 0 h 121"/>
                <a:gd name="T6" fmla="*/ 120 w 120"/>
                <a:gd name="T7" fmla="*/ 61 h 121"/>
                <a:gd name="T8" fmla="*/ 60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60" y="121"/>
                  </a:moveTo>
                  <a:lnTo>
                    <a:pt x="0" y="61"/>
                  </a:lnTo>
                  <a:lnTo>
                    <a:pt x="60" y="0"/>
                  </a:lnTo>
                  <a:lnTo>
                    <a:pt x="120" y="61"/>
                  </a:lnTo>
                  <a:lnTo>
                    <a:pt x="60" y="12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46"/>
            <p:cNvSpPr/>
            <p:nvPr userDrawn="1"/>
          </p:nvSpPr>
          <p:spPr bwMode="auto">
            <a:xfrm>
              <a:off x="5721350" y="1497013"/>
              <a:ext cx="190500" cy="192088"/>
            </a:xfrm>
            <a:custGeom>
              <a:avLst/>
              <a:gdLst>
                <a:gd name="T0" fmla="*/ 59 w 120"/>
                <a:gd name="T1" fmla="*/ 121 h 121"/>
                <a:gd name="T2" fmla="*/ 0 w 120"/>
                <a:gd name="T3" fmla="*/ 60 h 121"/>
                <a:gd name="T4" fmla="*/ 59 w 120"/>
                <a:gd name="T5" fmla="*/ 0 h 121"/>
                <a:gd name="T6" fmla="*/ 120 w 120"/>
                <a:gd name="T7" fmla="*/ 60 h 121"/>
                <a:gd name="T8" fmla="*/ 59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59" y="121"/>
                  </a:moveTo>
                  <a:lnTo>
                    <a:pt x="0" y="60"/>
                  </a:lnTo>
                  <a:lnTo>
                    <a:pt x="59" y="0"/>
                  </a:lnTo>
                  <a:lnTo>
                    <a:pt x="120" y="60"/>
                  </a:lnTo>
                  <a:lnTo>
                    <a:pt x="59" y="12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47"/>
            <p:cNvSpPr/>
            <p:nvPr userDrawn="1"/>
          </p:nvSpPr>
          <p:spPr bwMode="auto">
            <a:xfrm>
              <a:off x="2513013" y="3328988"/>
              <a:ext cx="684213" cy="350838"/>
            </a:xfrm>
            <a:custGeom>
              <a:avLst/>
              <a:gdLst>
                <a:gd name="T0" fmla="*/ 322 w 431"/>
                <a:gd name="T1" fmla="*/ 104 h 221"/>
                <a:gd name="T2" fmla="*/ 25 w 431"/>
                <a:gd name="T3" fmla="*/ 221 h 221"/>
                <a:gd name="T4" fmla="*/ 0 w 431"/>
                <a:gd name="T5" fmla="*/ 158 h 221"/>
                <a:gd name="T6" fmla="*/ 406 w 431"/>
                <a:gd name="T7" fmla="*/ 0 h 221"/>
                <a:gd name="T8" fmla="*/ 431 w 431"/>
                <a:gd name="T9" fmla="*/ 62 h 221"/>
                <a:gd name="T10" fmla="*/ 381 w 431"/>
                <a:gd name="T11" fmla="*/ 8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" h="221">
                  <a:moveTo>
                    <a:pt x="322" y="104"/>
                  </a:moveTo>
                  <a:lnTo>
                    <a:pt x="25" y="221"/>
                  </a:lnTo>
                  <a:lnTo>
                    <a:pt x="0" y="158"/>
                  </a:lnTo>
                  <a:lnTo>
                    <a:pt x="406" y="0"/>
                  </a:lnTo>
                  <a:lnTo>
                    <a:pt x="431" y="62"/>
                  </a:lnTo>
                  <a:lnTo>
                    <a:pt x="381" y="81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Line 48"/>
            <p:cNvSpPr>
              <a:spLocks noChangeShapeType="1"/>
            </p:cNvSpPr>
            <p:nvPr userDrawn="1"/>
          </p:nvSpPr>
          <p:spPr bwMode="auto">
            <a:xfrm>
              <a:off x="2767013" y="3479800"/>
              <a:ext cx="38100" cy="1016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49"/>
            <p:cNvSpPr/>
            <p:nvPr userDrawn="1"/>
          </p:nvSpPr>
          <p:spPr bwMode="auto">
            <a:xfrm>
              <a:off x="2405063" y="3579813"/>
              <a:ext cx="147638" cy="100013"/>
            </a:xfrm>
            <a:custGeom>
              <a:avLst/>
              <a:gdLst>
                <a:gd name="T0" fmla="*/ 68 w 93"/>
                <a:gd name="T1" fmla="*/ 0 h 63"/>
                <a:gd name="T2" fmla="*/ 0 w 93"/>
                <a:gd name="T3" fmla="*/ 63 h 63"/>
                <a:gd name="T4" fmla="*/ 93 w 93"/>
                <a:gd name="T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63">
                  <a:moveTo>
                    <a:pt x="68" y="0"/>
                  </a:moveTo>
                  <a:lnTo>
                    <a:pt x="0" y="63"/>
                  </a:lnTo>
                  <a:lnTo>
                    <a:pt x="93" y="63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Freeform 50"/>
            <p:cNvSpPr/>
            <p:nvPr userDrawn="1"/>
          </p:nvSpPr>
          <p:spPr bwMode="auto">
            <a:xfrm>
              <a:off x="7794625" y="3016250"/>
              <a:ext cx="333375" cy="422275"/>
            </a:xfrm>
            <a:custGeom>
              <a:avLst/>
              <a:gdLst>
                <a:gd name="T0" fmla="*/ 211 w 229"/>
                <a:gd name="T1" fmla="*/ 156 h 289"/>
                <a:gd name="T2" fmla="*/ 190 w 229"/>
                <a:gd name="T3" fmla="*/ 78 h 289"/>
                <a:gd name="T4" fmla="*/ 78 w 229"/>
                <a:gd name="T5" fmla="*/ 13 h 289"/>
                <a:gd name="T6" fmla="*/ 12 w 229"/>
                <a:gd name="T7" fmla="*/ 125 h 289"/>
                <a:gd name="T8" fmla="*/ 44 w 229"/>
                <a:gd name="T9" fmla="*/ 244 h 289"/>
                <a:gd name="T10" fmla="*/ 109 w 229"/>
                <a:gd name="T11" fmla="*/ 282 h 289"/>
                <a:gd name="T12" fmla="*/ 184 w 229"/>
                <a:gd name="T13" fmla="*/ 262 h 289"/>
                <a:gd name="T14" fmla="*/ 221 w 229"/>
                <a:gd name="T15" fmla="*/ 197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289">
                  <a:moveTo>
                    <a:pt x="211" y="156"/>
                  </a:moveTo>
                  <a:cubicBezTo>
                    <a:pt x="190" y="78"/>
                    <a:pt x="190" y="78"/>
                    <a:pt x="190" y="78"/>
                  </a:cubicBezTo>
                  <a:cubicBezTo>
                    <a:pt x="177" y="29"/>
                    <a:pt x="127" y="0"/>
                    <a:pt x="78" y="13"/>
                  </a:cubicBezTo>
                  <a:cubicBezTo>
                    <a:pt x="29" y="26"/>
                    <a:pt x="0" y="76"/>
                    <a:pt x="12" y="125"/>
                  </a:cubicBezTo>
                  <a:cubicBezTo>
                    <a:pt x="44" y="244"/>
                    <a:pt x="44" y="244"/>
                    <a:pt x="44" y="244"/>
                  </a:cubicBezTo>
                  <a:cubicBezTo>
                    <a:pt x="51" y="272"/>
                    <a:pt x="80" y="289"/>
                    <a:pt x="109" y="282"/>
                  </a:cubicBezTo>
                  <a:cubicBezTo>
                    <a:pt x="184" y="262"/>
                    <a:pt x="184" y="262"/>
                    <a:pt x="184" y="262"/>
                  </a:cubicBezTo>
                  <a:cubicBezTo>
                    <a:pt x="212" y="255"/>
                    <a:pt x="229" y="225"/>
                    <a:pt x="221" y="197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Freeform 51"/>
            <p:cNvSpPr/>
            <p:nvPr userDrawn="1"/>
          </p:nvSpPr>
          <p:spPr bwMode="auto">
            <a:xfrm>
              <a:off x="7872413" y="2387600"/>
              <a:ext cx="255588" cy="773113"/>
            </a:xfrm>
            <a:custGeom>
              <a:avLst/>
              <a:gdLst>
                <a:gd name="T0" fmla="*/ 47 w 175"/>
                <a:gd name="T1" fmla="*/ 529 h 529"/>
                <a:gd name="T2" fmla="*/ 24 w 175"/>
                <a:gd name="T3" fmla="*/ 443 h 529"/>
                <a:gd name="T4" fmla="*/ 14 w 175"/>
                <a:gd name="T5" fmla="*/ 399 h 529"/>
                <a:gd name="T6" fmla="*/ 84 w 175"/>
                <a:gd name="T7" fmla="*/ 256 h 529"/>
                <a:gd name="T8" fmla="*/ 84 w 175"/>
                <a:gd name="T9" fmla="*/ 256 h 529"/>
                <a:gd name="T10" fmla="*/ 150 w 175"/>
                <a:gd name="T11" fmla="*/ 94 h 529"/>
                <a:gd name="T12" fmla="*/ 112 w 175"/>
                <a:gd name="T13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529">
                  <a:moveTo>
                    <a:pt x="47" y="529"/>
                  </a:moveTo>
                  <a:cubicBezTo>
                    <a:pt x="24" y="443"/>
                    <a:pt x="24" y="443"/>
                    <a:pt x="24" y="443"/>
                  </a:cubicBezTo>
                  <a:cubicBezTo>
                    <a:pt x="14" y="399"/>
                    <a:pt x="14" y="399"/>
                    <a:pt x="14" y="399"/>
                  </a:cubicBezTo>
                  <a:cubicBezTo>
                    <a:pt x="0" y="341"/>
                    <a:pt x="29" y="280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146" y="228"/>
                    <a:pt x="175" y="157"/>
                    <a:pt x="150" y="94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Freeform 52"/>
            <p:cNvSpPr/>
            <p:nvPr userDrawn="1"/>
          </p:nvSpPr>
          <p:spPr bwMode="auto">
            <a:xfrm>
              <a:off x="7824788" y="3176588"/>
              <a:ext cx="258763" cy="66675"/>
            </a:xfrm>
            <a:custGeom>
              <a:avLst/>
              <a:gdLst>
                <a:gd name="T0" fmla="*/ 0 w 177"/>
                <a:gd name="T1" fmla="*/ 46 h 46"/>
                <a:gd name="T2" fmla="*/ 177 w 177"/>
                <a:gd name="T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46">
                  <a:moveTo>
                    <a:pt x="0" y="46"/>
                  </a:moveTo>
                  <a:cubicBezTo>
                    <a:pt x="3" y="46"/>
                    <a:pt x="177" y="0"/>
                    <a:pt x="177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Freeform 53"/>
            <p:cNvSpPr/>
            <p:nvPr userDrawn="1"/>
          </p:nvSpPr>
          <p:spPr bwMode="auto">
            <a:xfrm>
              <a:off x="6515100" y="2436813"/>
              <a:ext cx="1176338" cy="563563"/>
            </a:xfrm>
            <a:custGeom>
              <a:avLst/>
              <a:gdLst>
                <a:gd name="T0" fmla="*/ 707 w 741"/>
                <a:gd name="T1" fmla="*/ 332 h 355"/>
                <a:gd name="T2" fmla="*/ 704 w 741"/>
                <a:gd name="T3" fmla="*/ 355 h 355"/>
                <a:gd name="T4" fmla="*/ 0 w 741"/>
                <a:gd name="T5" fmla="*/ 243 h 355"/>
                <a:gd name="T6" fmla="*/ 38 w 741"/>
                <a:gd name="T7" fmla="*/ 0 h 355"/>
                <a:gd name="T8" fmla="*/ 741 w 741"/>
                <a:gd name="T9" fmla="*/ 111 h 355"/>
                <a:gd name="T10" fmla="*/ 715 w 741"/>
                <a:gd name="T11" fmla="*/ 28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1" h="355">
                  <a:moveTo>
                    <a:pt x="707" y="332"/>
                  </a:moveTo>
                  <a:lnTo>
                    <a:pt x="704" y="355"/>
                  </a:lnTo>
                  <a:lnTo>
                    <a:pt x="0" y="243"/>
                  </a:lnTo>
                  <a:lnTo>
                    <a:pt x="38" y="0"/>
                  </a:lnTo>
                  <a:lnTo>
                    <a:pt x="741" y="111"/>
                  </a:lnTo>
                  <a:lnTo>
                    <a:pt x="715" y="282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Freeform 54"/>
            <p:cNvSpPr/>
            <p:nvPr userDrawn="1"/>
          </p:nvSpPr>
          <p:spPr bwMode="auto">
            <a:xfrm>
              <a:off x="6621463" y="2505075"/>
              <a:ext cx="271463" cy="107950"/>
            </a:xfrm>
            <a:custGeom>
              <a:avLst/>
              <a:gdLst>
                <a:gd name="T0" fmla="*/ 165 w 171"/>
                <a:gd name="T1" fmla="*/ 68 h 68"/>
                <a:gd name="T2" fmla="*/ 0 w 171"/>
                <a:gd name="T3" fmla="*/ 42 h 68"/>
                <a:gd name="T4" fmla="*/ 7 w 171"/>
                <a:gd name="T5" fmla="*/ 0 h 68"/>
                <a:gd name="T6" fmla="*/ 171 w 171"/>
                <a:gd name="T7" fmla="*/ 26 h 68"/>
                <a:gd name="T8" fmla="*/ 165 w 171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68">
                  <a:moveTo>
                    <a:pt x="165" y="68"/>
                  </a:moveTo>
                  <a:lnTo>
                    <a:pt x="0" y="42"/>
                  </a:lnTo>
                  <a:lnTo>
                    <a:pt x="7" y="0"/>
                  </a:lnTo>
                  <a:lnTo>
                    <a:pt x="171" y="26"/>
                  </a:lnTo>
                  <a:lnTo>
                    <a:pt x="165" y="68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Freeform 55"/>
            <p:cNvSpPr/>
            <p:nvPr userDrawn="1"/>
          </p:nvSpPr>
          <p:spPr bwMode="auto">
            <a:xfrm>
              <a:off x="6940550" y="25542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8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8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Freeform 56"/>
            <p:cNvSpPr/>
            <p:nvPr userDrawn="1"/>
          </p:nvSpPr>
          <p:spPr bwMode="auto">
            <a:xfrm>
              <a:off x="7059613" y="2573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Freeform 57"/>
            <p:cNvSpPr/>
            <p:nvPr userDrawn="1"/>
          </p:nvSpPr>
          <p:spPr bwMode="auto">
            <a:xfrm>
              <a:off x="7177088" y="2592388"/>
              <a:ext cx="82550" cy="80963"/>
            </a:xfrm>
            <a:custGeom>
              <a:avLst/>
              <a:gdLst>
                <a:gd name="T0" fmla="*/ 44 w 52"/>
                <a:gd name="T1" fmla="*/ 51 h 51"/>
                <a:gd name="T2" fmla="*/ 0 w 52"/>
                <a:gd name="T3" fmla="*/ 44 h 51"/>
                <a:gd name="T4" fmla="*/ 7 w 52"/>
                <a:gd name="T5" fmla="*/ 0 h 51"/>
                <a:gd name="T6" fmla="*/ 52 w 52"/>
                <a:gd name="T7" fmla="*/ 7 h 51"/>
                <a:gd name="T8" fmla="*/ 44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2" y="7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Freeform 58"/>
            <p:cNvSpPr/>
            <p:nvPr userDrawn="1"/>
          </p:nvSpPr>
          <p:spPr bwMode="auto">
            <a:xfrm>
              <a:off x="7296150" y="261143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7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Freeform 59"/>
            <p:cNvSpPr/>
            <p:nvPr userDrawn="1"/>
          </p:nvSpPr>
          <p:spPr bwMode="auto">
            <a:xfrm>
              <a:off x="7413625" y="2628900"/>
              <a:ext cx="80963" cy="82550"/>
            </a:xfrm>
            <a:custGeom>
              <a:avLst/>
              <a:gdLst>
                <a:gd name="T0" fmla="*/ 45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5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5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5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Freeform 60"/>
            <p:cNvSpPr/>
            <p:nvPr userDrawn="1"/>
          </p:nvSpPr>
          <p:spPr bwMode="auto">
            <a:xfrm>
              <a:off x="6919913" y="2682875"/>
              <a:ext cx="82550" cy="80963"/>
            </a:xfrm>
            <a:custGeom>
              <a:avLst/>
              <a:gdLst>
                <a:gd name="T0" fmla="*/ 45 w 52"/>
                <a:gd name="T1" fmla="*/ 51 h 51"/>
                <a:gd name="T2" fmla="*/ 0 w 52"/>
                <a:gd name="T3" fmla="*/ 44 h 51"/>
                <a:gd name="T4" fmla="*/ 8 w 52"/>
                <a:gd name="T5" fmla="*/ 0 h 51"/>
                <a:gd name="T6" fmla="*/ 52 w 52"/>
                <a:gd name="T7" fmla="*/ 7 h 51"/>
                <a:gd name="T8" fmla="*/ 45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5" y="51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5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Freeform 61"/>
            <p:cNvSpPr/>
            <p:nvPr userDrawn="1"/>
          </p:nvSpPr>
          <p:spPr bwMode="auto">
            <a:xfrm>
              <a:off x="7038975" y="2700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Freeform 62"/>
            <p:cNvSpPr/>
            <p:nvPr userDrawn="1"/>
          </p:nvSpPr>
          <p:spPr bwMode="auto">
            <a:xfrm>
              <a:off x="6637338" y="2638425"/>
              <a:ext cx="80963" cy="79375"/>
            </a:xfrm>
            <a:custGeom>
              <a:avLst/>
              <a:gdLst>
                <a:gd name="T0" fmla="*/ 44 w 51"/>
                <a:gd name="T1" fmla="*/ 50 h 50"/>
                <a:gd name="T2" fmla="*/ 0 w 51"/>
                <a:gd name="T3" fmla="*/ 44 h 50"/>
                <a:gd name="T4" fmla="*/ 7 w 51"/>
                <a:gd name="T5" fmla="*/ 0 h 50"/>
                <a:gd name="T6" fmla="*/ 51 w 51"/>
                <a:gd name="T7" fmla="*/ 6 h 50"/>
                <a:gd name="T8" fmla="*/ 44 w 51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Freeform 63"/>
            <p:cNvSpPr/>
            <p:nvPr userDrawn="1"/>
          </p:nvSpPr>
          <p:spPr bwMode="auto">
            <a:xfrm>
              <a:off x="6756400" y="2657475"/>
              <a:ext cx="79375" cy="79375"/>
            </a:xfrm>
            <a:custGeom>
              <a:avLst/>
              <a:gdLst>
                <a:gd name="T0" fmla="*/ 44 w 50"/>
                <a:gd name="T1" fmla="*/ 50 h 50"/>
                <a:gd name="T2" fmla="*/ 0 w 50"/>
                <a:gd name="T3" fmla="*/ 44 h 50"/>
                <a:gd name="T4" fmla="*/ 6 w 50"/>
                <a:gd name="T5" fmla="*/ 0 h 50"/>
                <a:gd name="T6" fmla="*/ 50 w 50"/>
                <a:gd name="T7" fmla="*/ 6 h 50"/>
                <a:gd name="T8" fmla="*/ 44 w 50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0">
                  <a:moveTo>
                    <a:pt x="44" y="50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Freeform 64"/>
            <p:cNvSpPr/>
            <p:nvPr userDrawn="1"/>
          </p:nvSpPr>
          <p:spPr bwMode="auto">
            <a:xfrm>
              <a:off x="7156450" y="27193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7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Freeform 65"/>
            <p:cNvSpPr/>
            <p:nvPr userDrawn="1"/>
          </p:nvSpPr>
          <p:spPr bwMode="auto">
            <a:xfrm>
              <a:off x="7277100" y="2738438"/>
              <a:ext cx="79375" cy="82550"/>
            </a:xfrm>
            <a:custGeom>
              <a:avLst/>
              <a:gdLst>
                <a:gd name="T0" fmla="*/ 44 w 50"/>
                <a:gd name="T1" fmla="*/ 52 h 52"/>
                <a:gd name="T2" fmla="*/ 0 w 50"/>
                <a:gd name="T3" fmla="*/ 44 h 52"/>
                <a:gd name="T4" fmla="*/ 6 w 50"/>
                <a:gd name="T5" fmla="*/ 0 h 52"/>
                <a:gd name="T6" fmla="*/ 50 w 50"/>
                <a:gd name="T7" fmla="*/ 7 h 52"/>
                <a:gd name="T8" fmla="*/ 44 w 50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2">
                  <a:moveTo>
                    <a:pt x="44" y="52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Freeform 66"/>
            <p:cNvSpPr/>
            <p:nvPr userDrawn="1"/>
          </p:nvSpPr>
          <p:spPr bwMode="auto">
            <a:xfrm>
              <a:off x="7394575" y="275748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6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Freeform 67"/>
            <p:cNvSpPr/>
            <p:nvPr userDrawn="1"/>
          </p:nvSpPr>
          <p:spPr bwMode="auto">
            <a:xfrm>
              <a:off x="7096125" y="2343150"/>
              <a:ext cx="512763" cy="176213"/>
            </a:xfrm>
            <a:custGeom>
              <a:avLst/>
              <a:gdLst>
                <a:gd name="T0" fmla="*/ 0 w 352"/>
                <a:gd name="T1" fmla="*/ 121 h 121"/>
                <a:gd name="T2" fmla="*/ 0 w 352"/>
                <a:gd name="T3" fmla="*/ 121 h 121"/>
                <a:gd name="T4" fmla="*/ 152 w 352"/>
                <a:gd name="T5" fmla="*/ 57 h 121"/>
                <a:gd name="T6" fmla="*/ 193 w 352"/>
                <a:gd name="T7" fmla="*/ 65 h 121"/>
                <a:gd name="T8" fmla="*/ 326 w 352"/>
                <a:gd name="T9" fmla="*/ 26 h 121"/>
                <a:gd name="T10" fmla="*/ 352 w 352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121"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33" y="70"/>
                    <a:pt x="93" y="44"/>
                    <a:pt x="152" y="57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241" y="76"/>
                    <a:pt x="291" y="61"/>
                    <a:pt x="326" y="26"/>
                  </a:cubicBezTo>
                  <a:cubicBezTo>
                    <a:pt x="352" y="0"/>
                    <a:pt x="352" y="0"/>
                    <a:pt x="352" y="0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Freeform 68"/>
            <p:cNvSpPr/>
            <p:nvPr userDrawn="1"/>
          </p:nvSpPr>
          <p:spPr bwMode="auto">
            <a:xfrm>
              <a:off x="8515350" y="2657475"/>
              <a:ext cx="825500" cy="1006475"/>
            </a:xfrm>
            <a:custGeom>
              <a:avLst/>
              <a:gdLst>
                <a:gd name="T0" fmla="*/ 174 w 520"/>
                <a:gd name="T1" fmla="*/ 59 h 634"/>
                <a:gd name="T2" fmla="*/ 54 w 520"/>
                <a:gd name="T3" fmla="*/ 113 h 634"/>
                <a:gd name="T4" fmla="*/ 0 w 520"/>
                <a:gd name="T5" fmla="*/ 253 h 634"/>
                <a:gd name="T6" fmla="*/ 168 w 520"/>
                <a:gd name="T7" fmla="*/ 634 h 634"/>
                <a:gd name="T8" fmla="*/ 520 w 520"/>
                <a:gd name="T9" fmla="*/ 479 h 634"/>
                <a:gd name="T10" fmla="*/ 309 w 520"/>
                <a:gd name="T11" fmla="*/ 0 h 634"/>
                <a:gd name="T12" fmla="*/ 241 w 520"/>
                <a:gd name="T13" fmla="*/ 30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0" h="634">
                  <a:moveTo>
                    <a:pt x="174" y="59"/>
                  </a:moveTo>
                  <a:lnTo>
                    <a:pt x="54" y="113"/>
                  </a:lnTo>
                  <a:lnTo>
                    <a:pt x="0" y="253"/>
                  </a:lnTo>
                  <a:lnTo>
                    <a:pt x="168" y="634"/>
                  </a:lnTo>
                  <a:lnTo>
                    <a:pt x="520" y="479"/>
                  </a:lnTo>
                  <a:lnTo>
                    <a:pt x="309" y="0"/>
                  </a:lnTo>
                  <a:lnTo>
                    <a:pt x="241" y="30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Freeform 69"/>
            <p:cNvSpPr/>
            <p:nvPr userDrawn="1"/>
          </p:nvSpPr>
          <p:spPr bwMode="auto">
            <a:xfrm>
              <a:off x="8513763" y="2836863"/>
              <a:ext cx="155575" cy="222250"/>
            </a:xfrm>
            <a:custGeom>
              <a:avLst/>
              <a:gdLst>
                <a:gd name="T0" fmla="*/ 55 w 98"/>
                <a:gd name="T1" fmla="*/ 0 h 140"/>
                <a:gd name="T2" fmla="*/ 0 w 98"/>
                <a:gd name="T3" fmla="*/ 140 h 140"/>
                <a:gd name="T4" fmla="*/ 98 w 98"/>
                <a:gd name="T5" fmla="*/ 97 h 140"/>
                <a:gd name="T6" fmla="*/ 55 w 98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40">
                  <a:moveTo>
                    <a:pt x="55" y="0"/>
                  </a:moveTo>
                  <a:lnTo>
                    <a:pt x="0" y="140"/>
                  </a:lnTo>
                  <a:lnTo>
                    <a:pt x="98" y="97"/>
                  </a:lnTo>
                  <a:lnTo>
                    <a:pt x="55" y="0"/>
                  </a:lnTo>
                  <a:close/>
                </a:path>
              </a:pathLst>
            </a:custGeom>
            <a:noFill/>
            <a:ln w="28575" cap="rnd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Line 70"/>
            <p:cNvSpPr>
              <a:spLocks noChangeShapeType="1"/>
            </p:cNvSpPr>
            <p:nvPr userDrawn="1"/>
          </p:nvSpPr>
          <p:spPr bwMode="auto">
            <a:xfrm flipV="1">
              <a:off x="8669338" y="2978150"/>
              <a:ext cx="365125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Line 71"/>
            <p:cNvSpPr>
              <a:spLocks noChangeShapeType="1"/>
            </p:cNvSpPr>
            <p:nvPr userDrawn="1"/>
          </p:nvSpPr>
          <p:spPr bwMode="auto">
            <a:xfrm flipV="1">
              <a:off x="8737600" y="3132138"/>
              <a:ext cx="366713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Line 72"/>
            <p:cNvSpPr>
              <a:spLocks noChangeShapeType="1"/>
            </p:cNvSpPr>
            <p:nvPr userDrawn="1"/>
          </p:nvSpPr>
          <p:spPr bwMode="auto">
            <a:xfrm flipV="1">
              <a:off x="8805863" y="3289300"/>
              <a:ext cx="366713" cy="1619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Oval 73"/>
            <p:cNvSpPr>
              <a:spLocks noChangeArrowheads="1"/>
            </p:cNvSpPr>
            <p:nvPr userDrawn="1"/>
          </p:nvSpPr>
          <p:spPr bwMode="auto">
            <a:xfrm>
              <a:off x="8836025" y="2178050"/>
              <a:ext cx="242888" cy="242888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Freeform 74"/>
            <p:cNvSpPr/>
            <p:nvPr userDrawn="1"/>
          </p:nvSpPr>
          <p:spPr bwMode="auto">
            <a:xfrm>
              <a:off x="8958263" y="2233613"/>
              <a:ext cx="65088" cy="65088"/>
            </a:xfrm>
            <a:custGeom>
              <a:avLst/>
              <a:gdLst>
                <a:gd name="T0" fmla="*/ 0 w 45"/>
                <a:gd name="T1" fmla="*/ 0 h 45"/>
                <a:gd name="T2" fmla="*/ 45 w 4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cubicBezTo>
                    <a:pt x="25" y="0"/>
                    <a:pt x="45" y="20"/>
                    <a:pt x="45" y="45"/>
                  </a:cubicBez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Line 75"/>
            <p:cNvSpPr>
              <a:spLocks noChangeShapeType="1"/>
            </p:cNvSpPr>
            <p:nvPr userDrawn="1"/>
          </p:nvSpPr>
          <p:spPr bwMode="auto">
            <a:xfrm>
              <a:off x="9078913" y="2298700"/>
              <a:ext cx="92075" cy="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Line 76"/>
            <p:cNvSpPr>
              <a:spLocks noChangeShapeType="1"/>
            </p:cNvSpPr>
            <p:nvPr userDrawn="1"/>
          </p:nvSpPr>
          <p:spPr bwMode="auto">
            <a:xfrm flipH="1">
              <a:off x="6546850" y="20907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Line 77"/>
            <p:cNvSpPr>
              <a:spLocks noChangeShapeType="1"/>
            </p:cNvSpPr>
            <p:nvPr userDrawn="1"/>
          </p:nvSpPr>
          <p:spPr bwMode="auto">
            <a:xfrm flipH="1">
              <a:off x="6375400" y="22621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Line 78"/>
            <p:cNvSpPr>
              <a:spLocks noChangeShapeType="1"/>
            </p:cNvSpPr>
            <p:nvPr userDrawn="1"/>
          </p:nvSpPr>
          <p:spPr bwMode="auto">
            <a:xfrm>
              <a:off x="6375400" y="20907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Line 79"/>
            <p:cNvSpPr>
              <a:spLocks noChangeShapeType="1"/>
            </p:cNvSpPr>
            <p:nvPr userDrawn="1"/>
          </p:nvSpPr>
          <p:spPr bwMode="auto">
            <a:xfrm>
              <a:off x="6546850" y="22621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Line 80"/>
            <p:cNvSpPr>
              <a:spLocks noChangeShapeType="1"/>
            </p:cNvSpPr>
            <p:nvPr userDrawn="1"/>
          </p:nvSpPr>
          <p:spPr bwMode="auto">
            <a:xfrm flipH="1">
              <a:off x="8551863" y="19256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Line 81"/>
            <p:cNvSpPr>
              <a:spLocks noChangeShapeType="1"/>
            </p:cNvSpPr>
            <p:nvPr userDrawn="1"/>
          </p:nvSpPr>
          <p:spPr bwMode="auto">
            <a:xfrm flipH="1">
              <a:off x="8380413" y="20970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Line 82"/>
            <p:cNvSpPr>
              <a:spLocks noChangeShapeType="1"/>
            </p:cNvSpPr>
            <p:nvPr userDrawn="1"/>
          </p:nvSpPr>
          <p:spPr bwMode="auto">
            <a:xfrm>
              <a:off x="8380413" y="192563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Line 83"/>
            <p:cNvSpPr>
              <a:spLocks noChangeShapeType="1"/>
            </p:cNvSpPr>
            <p:nvPr userDrawn="1"/>
          </p:nvSpPr>
          <p:spPr bwMode="auto">
            <a:xfrm>
              <a:off x="8551863" y="2097088"/>
              <a:ext cx="73025" cy="73025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Oval 84"/>
            <p:cNvSpPr>
              <a:spLocks noChangeArrowheads="1"/>
            </p:cNvSpPr>
            <p:nvPr userDrawn="1"/>
          </p:nvSpPr>
          <p:spPr bwMode="auto">
            <a:xfrm>
              <a:off x="7175500" y="3248025"/>
              <a:ext cx="146050" cy="146050"/>
            </a:xfrm>
            <a:prstGeom prst="ellips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85"/>
            <p:cNvSpPr/>
            <p:nvPr userDrawn="1"/>
          </p:nvSpPr>
          <p:spPr bwMode="auto">
            <a:xfrm>
              <a:off x="6988175" y="2027238"/>
              <a:ext cx="182563" cy="182563"/>
            </a:xfrm>
            <a:custGeom>
              <a:avLst/>
              <a:gdLst>
                <a:gd name="T0" fmla="*/ 58 w 115"/>
                <a:gd name="T1" fmla="*/ 115 h 115"/>
                <a:gd name="T2" fmla="*/ 0 w 115"/>
                <a:gd name="T3" fmla="*/ 58 h 115"/>
                <a:gd name="T4" fmla="*/ 58 w 115"/>
                <a:gd name="T5" fmla="*/ 0 h 115"/>
                <a:gd name="T6" fmla="*/ 115 w 115"/>
                <a:gd name="T7" fmla="*/ 58 h 115"/>
                <a:gd name="T8" fmla="*/ 58 w 115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58" y="115"/>
                  </a:moveTo>
                  <a:lnTo>
                    <a:pt x="0" y="58"/>
                  </a:lnTo>
                  <a:lnTo>
                    <a:pt x="58" y="0"/>
                  </a:lnTo>
                  <a:lnTo>
                    <a:pt x="115" y="58"/>
                  </a:lnTo>
                  <a:lnTo>
                    <a:pt x="58" y="11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86"/>
            <p:cNvSpPr/>
            <p:nvPr userDrawn="1"/>
          </p:nvSpPr>
          <p:spPr bwMode="auto">
            <a:xfrm>
              <a:off x="8355013" y="2354263"/>
              <a:ext cx="258763" cy="296863"/>
            </a:xfrm>
            <a:custGeom>
              <a:avLst/>
              <a:gdLst>
                <a:gd name="T0" fmla="*/ 100 w 177"/>
                <a:gd name="T1" fmla="*/ 0 h 203"/>
                <a:gd name="T2" fmla="*/ 15 w 177"/>
                <a:gd name="T3" fmla="*/ 124 h 203"/>
                <a:gd name="T4" fmla="*/ 27 w 177"/>
                <a:gd name="T5" fmla="*/ 189 h 203"/>
                <a:gd name="T6" fmla="*/ 91 w 177"/>
                <a:gd name="T7" fmla="*/ 177 h 203"/>
                <a:gd name="T8" fmla="*/ 177 w 177"/>
                <a:gd name="T9" fmla="*/ 53 h 203"/>
                <a:gd name="T10" fmla="*/ 100 w 177"/>
                <a:gd name="T11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203">
                  <a:moveTo>
                    <a:pt x="100" y="0"/>
                  </a:moveTo>
                  <a:cubicBezTo>
                    <a:pt x="15" y="124"/>
                    <a:pt x="15" y="124"/>
                    <a:pt x="15" y="124"/>
                  </a:cubicBezTo>
                  <a:cubicBezTo>
                    <a:pt x="0" y="145"/>
                    <a:pt x="6" y="174"/>
                    <a:pt x="27" y="189"/>
                  </a:cubicBezTo>
                  <a:cubicBezTo>
                    <a:pt x="48" y="203"/>
                    <a:pt x="77" y="198"/>
                    <a:pt x="91" y="177"/>
                  </a:cubicBezTo>
                  <a:cubicBezTo>
                    <a:pt x="177" y="53"/>
                    <a:pt x="177" y="53"/>
                    <a:pt x="177" y="53"/>
                  </a:cubicBezTo>
                  <a:lnTo>
                    <a:pt x="100" y="0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Line 87"/>
            <p:cNvSpPr>
              <a:spLocks noChangeShapeType="1"/>
            </p:cNvSpPr>
            <p:nvPr userDrawn="1"/>
          </p:nvSpPr>
          <p:spPr bwMode="auto">
            <a:xfrm>
              <a:off x="8391525" y="2514600"/>
              <a:ext cx="111125" cy="77788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88"/>
            <p:cNvSpPr/>
            <p:nvPr userDrawn="1"/>
          </p:nvSpPr>
          <p:spPr bwMode="auto">
            <a:xfrm>
              <a:off x="8516938" y="2305050"/>
              <a:ext cx="122238" cy="115888"/>
            </a:xfrm>
            <a:custGeom>
              <a:avLst/>
              <a:gdLst>
                <a:gd name="T0" fmla="*/ 77 w 77"/>
                <a:gd name="T1" fmla="*/ 35 h 73"/>
                <a:gd name="T2" fmla="*/ 27 w 77"/>
                <a:gd name="T3" fmla="*/ 0 h 73"/>
                <a:gd name="T4" fmla="*/ 0 w 77"/>
                <a:gd name="T5" fmla="*/ 38 h 73"/>
                <a:gd name="T6" fmla="*/ 51 w 77"/>
                <a:gd name="T7" fmla="*/ 73 h 73"/>
                <a:gd name="T8" fmla="*/ 77 w 77"/>
                <a:gd name="T9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3">
                  <a:moveTo>
                    <a:pt x="77" y="35"/>
                  </a:moveTo>
                  <a:lnTo>
                    <a:pt x="27" y="0"/>
                  </a:lnTo>
                  <a:lnTo>
                    <a:pt x="0" y="38"/>
                  </a:lnTo>
                  <a:lnTo>
                    <a:pt x="51" y="73"/>
                  </a:lnTo>
                  <a:lnTo>
                    <a:pt x="77" y="3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89"/>
            <p:cNvSpPr/>
            <p:nvPr userDrawn="1"/>
          </p:nvSpPr>
          <p:spPr bwMode="auto">
            <a:xfrm>
              <a:off x="7886700" y="1612900"/>
              <a:ext cx="290513" cy="280988"/>
            </a:xfrm>
            <a:custGeom>
              <a:avLst/>
              <a:gdLst>
                <a:gd name="T0" fmla="*/ 134 w 200"/>
                <a:gd name="T1" fmla="*/ 192 h 192"/>
                <a:gd name="T2" fmla="*/ 0 w 200"/>
                <a:gd name="T3" fmla="*/ 79 h 192"/>
                <a:gd name="T4" fmla="*/ 55 w 200"/>
                <a:gd name="T5" fmla="*/ 14 h 192"/>
                <a:gd name="T6" fmla="*/ 97 w 200"/>
                <a:gd name="T7" fmla="*/ 10 h 192"/>
                <a:gd name="T8" fmla="*/ 186 w 200"/>
                <a:gd name="T9" fmla="*/ 84 h 192"/>
                <a:gd name="T10" fmla="*/ 189 w 200"/>
                <a:gd name="T11" fmla="*/ 126 h 192"/>
                <a:gd name="T12" fmla="*/ 134 w 200"/>
                <a:gd name="T13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192">
                  <a:moveTo>
                    <a:pt x="134" y="192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65" y="1"/>
                    <a:pt x="84" y="0"/>
                    <a:pt x="97" y="10"/>
                  </a:cubicBezTo>
                  <a:cubicBezTo>
                    <a:pt x="186" y="84"/>
                    <a:pt x="186" y="84"/>
                    <a:pt x="186" y="84"/>
                  </a:cubicBezTo>
                  <a:cubicBezTo>
                    <a:pt x="198" y="95"/>
                    <a:pt x="200" y="114"/>
                    <a:pt x="189" y="126"/>
                  </a:cubicBezTo>
                  <a:lnTo>
                    <a:pt x="134" y="192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Line 90"/>
            <p:cNvSpPr>
              <a:spLocks noChangeShapeType="1"/>
            </p:cNvSpPr>
            <p:nvPr userDrawn="1"/>
          </p:nvSpPr>
          <p:spPr bwMode="auto">
            <a:xfrm>
              <a:off x="7854950" y="176530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Line 91"/>
            <p:cNvSpPr>
              <a:spLocks noChangeShapeType="1"/>
            </p:cNvSpPr>
            <p:nvPr userDrawn="1"/>
          </p:nvSpPr>
          <p:spPr bwMode="auto">
            <a:xfrm>
              <a:off x="7797800" y="183515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Line 92"/>
            <p:cNvSpPr>
              <a:spLocks noChangeShapeType="1"/>
            </p:cNvSpPr>
            <p:nvPr userDrawn="1"/>
          </p:nvSpPr>
          <p:spPr bwMode="auto">
            <a:xfrm>
              <a:off x="7739063" y="1905000"/>
              <a:ext cx="195263" cy="16510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93"/>
            <p:cNvSpPr/>
            <p:nvPr userDrawn="1"/>
          </p:nvSpPr>
          <p:spPr bwMode="auto">
            <a:xfrm>
              <a:off x="7500938" y="1639888"/>
              <a:ext cx="685800" cy="642938"/>
            </a:xfrm>
            <a:custGeom>
              <a:avLst/>
              <a:gdLst>
                <a:gd name="T0" fmla="*/ 387 w 432"/>
                <a:gd name="T1" fmla="*/ 135 h 405"/>
                <a:gd name="T2" fmla="*/ 384 w 432"/>
                <a:gd name="T3" fmla="*/ 138 h 405"/>
                <a:gd name="T4" fmla="*/ 366 w 432"/>
                <a:gd name="T5" fmla="*/ 160 h 405"/>
                <a:gd name="T6" fmla="*/ 243 w 432"/>
                <a:gd name="T7" fmla="*/ 56 h 405"/>
                <a:gd name="T8" fmla="*/ 261 w 432"/>
                <a:gd name="T9" fmla="*/ 35 h 405"/>
                <a:gd name="T10" fmla="*/ 264 w 432"/>
                <a:gd name="T11" fmla="*/ 31 h 405"/>
                <a:gd name="T12" fmla="*/ 227 w 432"/>
                <a:gd name="T13" fmla="*/ 0 h 405"/>
                <a:gd name="T14" fmla="*/ 0 w 432"/>
                <a:gd name="T15" fmla="*/ 271 h 405"/>
                <a:gd name="T16" fmla="*/ 160 w 432"/>
                <a:gd name="T17" fmla="*/ 405 h 405"/>
                <a:gd name="T18" fmla="*/ 243 w 432"/>
                <a:gd name="T19" fmla="*/ 398 h 405"/>
                <a:gd name="T20" fmla="*/ 432 w 432"/>
                <a:gd name="T21" fmla="*/ 172 h 405"/>
                <a:gd name="T22" fmla="*/ 387 w 432"/>
                <a:gd name="T23" fmla="*/ 13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2" h="405">
                  <a:moveTo>
                    <a:pt x="387" y="135"/>
                  </a:moveTo>
                  <a:lnTo>
                    <a:pt x="384" y="138"/>
                  </a:lnTo>
                  <a:lnTo>
                    <a:pt x="366" y="160"/>
                  </a:lnTo>
                  <a:lnTo>
                    <a:pt x="243" y="56"/>
                  </a:lnTo>
                  <a:lnTo>
                    <a:pt x="261" y="35"/>
                  </a:lnTo>
                  <a:lnTo>
                    <a:pt x="264" y="31"/>
                  </a:lnTo>
                  <a:lnTo>
                    <a:pt x="227" y="0"/>
                  </a:lnTo>
                  <a:lnTo>
                    <a:pt x="0" y="271"/>
                  </a:lnTo>
                  <a:lnTo>
                    <a:pt x="160" y="405"/>
                  </a:lnTo>
                  <a:lnTo>
                    <a:pt x="243" y="398"/>
                  </a:lnTo>
                  <a:lnTo>
                    <a:pt x="432" y="172"/>
                  </a:lnTo>
                  <a:lnTo>
                    <a:pt x="387" y="135"/>
                  </a:lnTo>
                  <a:close/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94"/>
            <p:cNvSpPr/>
            <p:nvPr userDrawn="1"/>
          </p:nvSpPr>
          <p:spPr bwMode="auto">
            <a:xfrm>
              <a:off x="7754938" y="2211388"/>
              <a:ext cx="131763" cy="71438"/>
            </a:xfrm>
            <a:custGeom>
              <a:avLst/>
              <a:gdLst>
                <a:gd name="T0" fmla="*/ 0 w 83"/>
                <a:gd name="T1" fmla="*/ 45 h 45"/>
                <a:gd name="T2" fmla="*/ 38 w 83"/>
                <a:gd name="T3" fmla="*/ 0 h 45"/>
                <a:gd name="T4" fmla="*/ 83 w 83"/>
                <a:gd name="T5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45">
                  <a:moveTo>
                    <a:pt x="0" y="45"/>
                  </a:moveTo>
                  <a:lnTo>
                    <a:pt x="38" y="0"/>
                  </a:lnTo>
                  <a:lnTo>
                    <a:pt x="83" y="38"/>
                  </a:lnTo>
                </a:path>
              </a:pathLst>
            </a:cu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Line 95"/>
            <p:cNvSpPr>
              <a:spLocks noChangeShapeType="1"/>
            </p:cNvSpPr>
            <p:nvPr userDrawn="1"/>
          </p:nvSpPr>
          <p:spPr bwMode="auto">
            <a:xfrm>
              <a:off x="7920038" y="1689100"/>
              <a:ext cx="128588" cy="107950"/>
            </a:xfrm>
            <a:prstGeom prst="line">
              <a:avLst/>
            </a:prstGeom>
            <a:noFill/>
            <a:ln w="28575" cap="flat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6349" y="2967116"/>
            <a:ext cx="7860325" cy="428625"/>
          </a:xfrm>
        </p:spPr>
        <p:txBody>
          <a:bodyPr anchor="ctr">
            <a:normAutofit/>
          </a:bodyPr>
          <a:lstStyle>
            <a:lvl1pPr>
              <a:defRPr sz="22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36349" y="3534273"/>
            <a:ext cx="7860325" cy="746258"/>
          </a:xfrm>
        </p:spPr>
        <p:txBody>
          <a:bodyPr anchor="t"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cxnSp>
        <p:nvCxnSpPr>
          <p:cNvPr id="32" name="直接连接符 31"/>
          <p:cNvCxnSpPr/>
          <p:nvPr/>
        </p:nvCxnSpPr>
        <p:spPr>
          <a:xfrm>
            <a:off x="3636349" y="2866323"/>
            <a:ext cx="78603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组合 84"/>
          <p:cNvGrpSpPr/>
          <p:nvPr/>
        </p:nvGrpSpPr>
        <p:grpSpPr>
          <a:xfrm>
            <a:off x="531017" y="2359342"/>
            <a:ext cx="2974183" cy="1906065"/>
            <a:chOff x="7046117" y="348455"/>
            <a:chExt cx="3138488" cy="2011363"/>
          </a:xfrm>
        </p:grpSpPr>
        <p:sp>
          <p:nvSpPr>
            <p:cNvPr id="86" name="Freeform 5"/>
            <p:cNvSpPr/>
            <p:nvPr/>
          </p:nvSpPr>
          <p:spPr bwMode="auto">
            <a:xfrm>
              <a:off x="9748042" y="735805"/>
              <a:ext cx="366713" cy="223838"/>
            </a:xfrm>
            <a:custGeom>
              <a:avLst/>
              <a:gdLst>
                <a:gd name="T0" fmla="*/ 0 w 318"/>
                <a:gd name="T1" fmla="*/ 195 h 195"/>
                <a:gd name="T2" fmla="*/ 318 w 318"/>
                <a:gd name="T3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95">
                  <a:moveTo>
                    <a:pt x="0" y="195"/>
                  </a:moveTo>
                  <a:cubicBezTo>
                    <a:pt x="47" y="67"/>
                    <a:pt x="190" y="0"/>
                    <a:pt x="318" y="47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6"/>
            <p:cNvSpPr/>
            <p:nvPr/>
          </p:nvSpPr>
          <p:spPr bwMode="auto">
            <a:xfrm>
              <a:off x="9808367" y="807243"/>
              <a:ext cx="284163" cy="174625"/>
            </a:xfrm>
            <a:custGeom>
              <a:avLst/>
              <a:gdLst>
                <a:gd name="T0" fmla="*/ 0 w 246"/>
                <a:gd name="T1" fmla="*/ 151 h 151"/>
                <a:gd name="T2" fmla="*/ 246 w 246"/>
                <a:gd name="T3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6" h="151">
                  <a:moveTo>
                    <a:pt x="0" y="151"/>
                  </a:moveTo>
                  <a:cubicBezTo>
                    <a:pt x="36" y="52"/>
                    <a:pt x="146" y="0"/>
                    <a:pt x="246" y="36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7"/>
            <p:cNvSpPr/>
            <p:nvPr/>
          </p:nvSpPr>
          <p:spPr bwMode="auto">
            <a:xfrm>
              <a:off x="9870280" y="883443"/>
              <a:ext cx="200025" cy="122238"/>
            </a:xfrm>
            <a:custGeom>
              <a:avLst/>
              <a:gdLst>
                <a:gd name="T0" fmla="*/ 0 w 173"/>
                <a:gd name="T1" fmla="*/ 106 h 106"/>
                <a:gd name="T2" fmla="*/ 173 w 173"/>
                <a:gd name="T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106">
                  <a:moveTo>
                    <a:pt x="0" y="106"/>
                  </a:moveTo>
                  <a:cubicBezTo>
                    <a:pt x="25" y="36"/>
                    <a:pt x="103" y="0"/>
                    <a:pt x="173" y="25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8"/>
            <p:cNvSpPr/>
            <p:nvPr/>
          </p:nvSpPr>
          <p:spPr bwMode="auto">
            <a:xfrm>
              <a:off x="9960767" y="989805"/>
              <a:ext cx="92075" cy="93663"/>
            </a:xfrm>
            <a:custGeom>
              <a:avLst/>
              <a:gdLst>
                <a:gd name="T0" fmla="*/ 72 w 80"/>
                <a:gd name="T1" fmla="*/ 26 h 81"/>
                <a:gd name="T2" fmla="*/ 25 w 80"/>
                <a:gd name="T3" fmla="*/ 8 h 81"/>
                <a:gd name="T4" fmla="*/ 8 w 80"/>
                <a:gd name="T5" fmla="*/ 55 h 81"/>
                <a:gd name="T6" fmla="*/ 55 w 80"/>
                <a:gd name="T7" fmla="*/ 73 h 81"/>
                <a:gd name="T8" fmla="*/ 72 w 80"/>
                <a:gd name="T9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1">
                  <a:moveTo>
                    <a:pt x="72" y="26"/>
                  </a:moveTo>
                  <a:cubicBezTo>
                    <a:pt x="64" y="8"/>
                    <a:pt x="43" y="0"/>
                    <a:pt x="25" y="8"/>
                  </a:cubicBezTo>
                  <a:cubicBezTo>
                    <a:pt x="7" y="17"/>
                    <a:pt x="0" y="38"/>
                    <a:pt x="8" y="55"/>
                  </a:cubicBezTo>
                  <a:cubicBezTo>
                    <a:pt x="16" y="73"/>
                    <a:pt x="37" y="81"/>
                    <a:pt x="55" y="73"/>
                  </a:cubicBezTo>
                  <a:cubicBezTo>
                    <a:pt x="73" y="64"/>
                    <a:pt x="80" y="43"/>
                    <a:pt x="72" y="26"/>
                  </a:cubicBez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9"/>
            <p:cNvSpPr/>
            <p:nvPr/>
          </p:nvSpPr>
          <p:spPr bwMode="auto">
            <a:xfrm>
              <a:off x="8076405" y="1985168"/>
              <a:ext cx="330200" cy="331788"/>
            </a:xfrm>
            <a:custGeom>
              <a:avLst/>
              <a:gdLst>
                <a:gd name="T0" fmla="*/ 190 w 286"/>
                <a:gd name="T1" fmla="*/ 233 h 287"/>
                <a:gd name="T2" fmla="*/ 249 w 286"/>
                <a:gd name="T3" fmla="*/ 173 h 287"/>
                <a:gd name="T4" fmla="*/ 247 w 286"/>
                <a:gd name="T5" fmla="*/ 37 h 287"/>
                <a:gd name="T6" fmla="*/ 112 w 286"/>
                <a:gd name="T7" fmla="*/ 38 h 287"/>
                <a:gd name="T8" fmla="*/ 22 w 286"/>
                <a:gd name="T9" fmla="*/ 130 h 287"/>
                <a:gd name="T10" fmla="*/ 23 w 286"/>
                <a:gd name="T11" fmla="*/ 209 h 287"/>
                <a:gd name="T12" fmla="*/ 80 w 286"/>
                <a:gd name="T13" fmla="*/ 265 h 287"/>
                <a:gd name="T14" fmla="*/ 159 w 286"/>
                <a:gd name="T15" fmla="*/ 26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287">
                  <a:moveTo>
                    <a:pt x="190" y="23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286" y="135"/>
                    <a:pt x="285" y="74"/>
                    <a:pt x="247" y="37"/>
                  </a:cubicBezTo>
                  <a:cubicBezTo>
                    <a:pt x="209" y="0"/>
                    <a:pt x="149" y="0"/>
                    <a:pt x="112" y="38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0" y="152"/>
                    <a:pt x="1" y="187"/>
                    <a:pt x="23" y="209"/>
                  </a:cubicBezTo>
                  <a:cubicBezTo>
                    <a:pt x="80" y="265"/>
                    <a:pt x="80" y="265"/>
                    <a:pt x="80" y="265"/>
                  </a:cubicBezTo>
                  <a:cubicBezTo>
                    <a:pt x="102" y="287"/>
                    <a:pt x="138" y="286"/>
                    <a:pt x="159" y="264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10"/>
            <p:cNvSpPr/>
            <p:nvPr/>
          </p:nvSpPr>
          <p:spPr bwMode="auto">
            <a:xfrm>
              <a:off x="8285955" y="1843880"/>
              <a:ext cx="588963" cy="260350"/>
            </a:xfrm>
            <a:custGeom>
              <a:avLst/>
              <a:gdLst>
                <a:gd name="T0" fmla="*/ 0 w 510"/>
                <a:gd name="T1" fmla="*/ 226 h 226"/>
                <a:gd name="T2" fmla="*/ 65 w 510"/>
                <a:gd name="T3" fmla="*/ 159 h 226"/>
                <a:gd name="T4" fmla="*/ 99 w 510"/>
                <a:gd name="T5" fmla="*/ 126 h 226"/>
                <a:gd name="T6" fmla="*/ 266 w 510"/>
                <a:gd name="T7" fmla="*/ 113 h 226"/>
                <a:gd name="T8" fmla="*/ 266 w 510"/>
                <a:gd name="T9" fmla="*/ 113 h 226"/>
                <a:gd name="T10" fmla="*/ 446 w 510"/>
                <a:gd name="T11" fmla="*/ 84 h 226"/>
                <a:gd name="T12" fmla="*/ 510 w 510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226">
                  <a:moveTo>
                    <a:pt x="0" y="226"/>
                  </a:moveTo>
                  <a:cubicBezTo>
                    <a:pt x="65" y="159"/>
                    <a:pt x="65" y="159"/>
                    <a:pt x="65" y="159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44" y="82"/>
                    <a:pt x="214" y="76"/>
                    <a:pt x="26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324" y="153"/>
                    <a:pt x="403" y="140"/>
                    <a:pt x="446" y="84"/>
                  </a:cubicBezTo>
                  <a:cubicBezTo>
                    <a:pt x="510" y="0"/>
                    <a:pt x="510" y="0"/>
                    <a:pt x="510" y="0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11"/>
            <p:cNvSpPr/>
            <p:nvPr/>
          </p:nvSpPr>
          <p:spPr bwMode="auto">
            <a:xfrm>
              <a:off x="8178005" y="2058193"/>
              <a:ext cx="157163" cy="153988"/>
            </a:xfrm>
            <a:custGeom>
              <a:avLst/>
              <a:gdLst>
                <a:gd name="T0" fmla="*/ 0 w 137"/>
                <a:gd name="T1" fmla="*/ 0 h 134"/>
                <a:gd name="T2" fmla="*/ 137 w 137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7" h="134">
                  <a:moveTo>
                    <a:pt x="0" y="0"/>
                  </a:moveTo>
                  <a:cubicBezTo>
                    <a:pt x="2" y="2"/>
                    <a:pt x="137" y="134"/>
                    <a:pt x="137" y="134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12"/>
            <p:cNvSpPr/>
            <p:nvPr/>
          </p:nvSpPr>
          <p:spPr bwMode="auto">
            <a:xfrm>
              <a:off x="8292305" y="696118"/>
              <a:ext cx="1285875" cy="1027113"/>
            </a:xfrm>
            <a:custGeom>
              <a:avLst/>
              <a:gdLst>
                <a:gd name="T0" fmla="*/ 1089 w 1113"/>
                <a:gd name="T1" fmla="*/ 554 h 888"/>
                <a:gd name="T2" fmla="*/ 1113 w 1113"/>
                <a:gd name="T3" fmla="*/ 649 h 888"/>
                <a:gd name="T4" fmla="*/ 155 w 1113"/>
                <a:gd name="T5" fmla="*/ 888 h 888"/>
                <a:gd name="T6" fmla="*/ 13 w 1113"/>
                <a:gd name="T7" fmla="*/ 319 h 888"/>
                <a:gd name="T8" fmla="*/ 80 w 1113"/>
                <a:gd name="T9" fmla="*/ 207 h 888"/>
                <a:gd name="T10" fmla="*/ 859 w 1113"/>
                <a:gd name="T11" fmla="*/ 12 h 888"/>
                <a:gd name="T12" fmla="*/ 971 w 1113"/>
                <a:gd name="T13" fmla="*/ 80 h 888"/>
                <a:gd name="T14" fmla="*/ 1066 w 1113"/>
                <a:gd name="T15" fmla="*/ 46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3" h="888">
                  <a:moveTo>
                    <a:pt x="1089" y="554"/>
                  </a:moveTo>
                  <a:cubicBezTo>
                    <a:pt x="1113" y="649"/>
                    <a:pt x="1113" y="649"/>
                    <a:pt x="1113" y="649"/>
                  </a:cubicBezTo>
                  <a:cubicBezTo>
                    <a:pt x="155" y="888"/>
                    <a:pt x="155" y="888"/>
                    <a:pt x="155" y="888"/>
                  </a:cubicBezTo>
                  <a:cubicBezTo>
                    <a:pt x="13" y="319"/>
                    <a:pt x="13" y="319"/>
                    <a:pt x="13" y="319"/>
                  </a:cubicBezTo>
                  <a:cubicBezTo>
                    <a:pt x="0" y="269"/>
                    <a:pt x="30" y="219"/>
                    <a:pt x="80" y="207"/>
                  </a:cubicBezTo>
                  <a:cubicBezTo>
                    <a:pt x="859" y="12"/>
                    <a:pt x="859" y="12"/>
                    <a:pt x="859" y="12"/>
                  </a:cubicBezTo>
                  <a:cubicBezTo>
                    <a:pt x="908" y="0"/>
                    <a:pt x="959" y="30"/>
                    <a:pt x="971" y="80"/>
                  </a:cubicBezTo>
                  <a:cubicBezTo>
                    <a:pt x="1066" y="460"/>
                    <a:pt x="1066" y="460"/>
                    <a:pt x="1066" y="460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13"/>
            <p:cNvSpPr/>
            <p:nvPr/>
          </p:nvSpPr>
          <p:spPr bwMode="auto">
            <a:xfrm>
              <a:off x="8379617" y="789780"/>
              <a:ext cx="1098550" cy="806450"/>
            </a:xfrm>
            <a:custGeom>
              <a:avLst/>
              <a:gdLst>
                <a:gd name="T0" fmla="*/ 929 w 951"/>
                <a:gd name="T1" fmla="*/ 401 h 698"/>
                <a:gd name="T2" fmla="*/ 951 w 951"/>
                <a:gd name="T3" fmla="*/ 490 h 698"/>
                <a:gd name="T4" fmla="*/ 118 w 951"/>
                <a:gd name="T5" fmla="*/ 698 h 698"/>
                <a:gd name="T6" fmla="*/ 7 w 951"/>
                <a:gd name="T7" fmla="*/ 255 h 698"/>
                <a:gd name="T8" fmla="*/ 46 w 951"/>
                <a:gd name="T9" fmla="*/ 189 h 698"/>
                <a:gd name="T10" fmla="*/ 775 w 951"/>
                <a:gd name="T11" fmla="*/ 8 h 698"/>
                <a:gd name="T12" fmla="*/ 840 w 951"/>
                <a:gd name="T13" fmla="*/ 47 h 698"/>
                <a:gd name="T14" fmla="*/ 929 w 951"/>
                <a:gd name="T15" fmla="*/ 401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1" h="698">
                  <a:moveTo>
                    <a:pt x="929" y="401"/>
                  </a:moveTo>
                  <a:cubicBezTo>
                    <a:pt x="951" y="490"/>
                    <a:pt x="951" y="490"/>
                    <a:pt x="951" y="490"/>
                  </a:cubicBezTo>
                  <a:cubicBezTo>
                    <a:pt x="118" y="698"/>
                    <a:pt x="118" y="698"/>
                    <a:pt x="118" y="698"/>
                  </a:cubicBezTo>
                  <a:cubicBezTo>
                    <a:pt x="7" y="255"/>
                    <a:pt x="7" y="255"/>
                    <a:pt x="7" y="255"/>
                  </a:cubicBezTo>
                  <a:cubicBezTo>
                    <a:pt x="0" y="226"/>
                    <a:pt x="17" y="197"/>
                    <a:pt x="46" y="189"/>
                  </a:cubicBezTo>
                  <a:cubicBezTo>
                    <a:pt x="775" y="8"/>
                    <a:pt x="775" y="8"/>
                    <a:pt x="775" y="8"/>
                  </a:cubicBezTo>
                  <a:cubicBezTo>
                    <a:pt x="804" y="0"/>
                    <a:pt x="833" y="18"/>
                    <a:pt x="840" y="47"/>
                  </a:cubicBezTo>
                  <a:cubicBezTo>
                    <a:pt x="929" y="401"/>
                    <a:pt x="929" y="401"/>
                    <a:pt x="929" y="401"/>
                  </a:cubicBez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14"/>
            <p:cNvSpPr/>
            <p:nvPr/>
          </p:nvSpPr>
          <p:spPr bwMode="auto">
            <a:xfrm>
              <a:off x="8851105" y="1621630"/>
              <a:ext cx="411163" cy="185738"/>
            </a:xfrm>
            <a:custGeom>
              <a:avLst/>
              <a:gdLst>
                <a:gd name="T0" fmla="*/ 259 w 259"/>
                <a:gd name="T1" fmla="*/ 56 h 117"/>
                <a:gd name="T2" fmla="*/ 14 w 259"/>
                <a:gd name="T3" fmla="*/ 117 h 117"/>
                <a:gd name="T4" fmla="*/ 0 w 259"/>
                <a:gd name="T5" fmla="*/ 61 h 117"/>
                <a:gd name="T6" fmla="*/ 245 w 259"/>
                <a:gd name="T7" fmla="*/ 0 h 117"/>
                <a:gd name="T8" fmla="*/ 259 w 259"/>
                <a:gd name="T9" fmla="*/ 5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117">
                  <a:moveTo>
                    <a:pt x="259" y="56"/>
                  </a:moveTo>
                  <a:lnTo>
                    <a:pt x="14" y="117"/>
                  </a:lnTo>
                  <a:lnTo>
                    <a:pt x="0" y="61"/>
                  </a:lnTo>
                  <a:lnTo>
                    <a:pt x="245" y="0"/>
                  </a:lnTo>
                  <a:lnTo>
                    <a:pt x="259" y="56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15"/>
            <p:cNvSpPr/>
            <p:nvPr/>
          </p:nvSpPr>
          <p:spPr bwMode="auto">
            <a:xfrm>
              <a:off x="8924130" y="1559718"/>
              <a:ext cx="220663" cy="134938"/>
            </a:xfrm>
            <a:custGeom>
              <a:avLst/>
              <a:gdLst>
                <a:gd name="T0" fmla="*/ 139 w 139"/>
                <a:gd name="T1" fmla="*/ 53 h 85"/>
                <a:gd name="T2" fmla="*/ 14 w 139"/>
                <a:gd name="T3" fmla="*/ 85 h 85"/>
                <a:gd name="T4" fmla="*/ 0 w 139"/>
                <a:gd name="T5" fmla="*/ 31 h 85"/>
                <a:gd name="T6" fmla="*/ 126 w 139"/>
                <a:gd name="T7" fmla="*/ 0 h 85"/>
                <a:gd name="T8" fmla="*/ 139 w 139"/>
                <a:gd name="T9" fmla="*/ 5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85">
                  <a:moveTo>
                    <a:pt x="139" y="53"/>
                  </a:moveTo>
                  <a:lnTo>
                    <a:pt x="14" y="85"/>
                  </a:lnTo>
                  <a:lnTo>
                    <a:pt x="0" y="31"/>
                  </a:lnTo>
                  <a:lnTo>
                    <a:pt x="126" y="0"/>
                  </a:lnTo>
                  <a:lnTo>
                    <a:pt x="139" y="53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16"/>
            <p:cNvSpPr/>
            <p:nvPr/>
          </p:nvSpPr>
          <p:spPr bwMode="auto">
            <a:xfrm>
              <a:off x="8573292" y="1066005"/>
              <a:ext cx="768350" cy="409575"/>
            </a:xfrm>
            <a:custGeom>
              <a:avLst/>
              <a:gdLst>
                <a:gd name="T0" fmla="*/ 0 w 484"/>
                <a:gd name="T1" fmla="*/ 258 h 258"/>
                <a:gd name="T2" fmla="*/ 99 w 484"/>
                <a:gd name="T3" fmla="*/ 24 h 258"/>
                <a:gd name="T4" fmla="*/ 252 w 484"/>
                <a:gd name="T5" fmla="*/ 102 h 258"/>
                <a:gd name="T6" fmla="*/ 291 w 484"/>
                <a:gd name="T7" fmla="*/ 0 h 258"/>
                <a:gd name="T8" fmla="*/ 484 w 484"/>
                <a:gd name="T9" fmla="*/ 11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" h="258">
                  <a:moveTo>
                    <a:pt x="0" y="258"/>
                  </a:moveTo>
                  <a:lnTo>
                    <a:pt x="99" y="24"/>
                  </a:lnTo>
                  <a:lnTo>
                    <a:pt x="252" y="102"/>
                  </a:lnTo>
                  <a:lnTo>
                    <a:pt x="291" y="0"/>
                  </a:lnTo>
                  <a:lnTo>
                    <a:pt x="484" y="115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17"/>
            <p:cNvSpPr/>
            <p:nvPr/>
          </p:nvSpPr>
          <p:spPr bwMode="auto">
            <a:xfrm>
              <a:off x="9330530" y="1678780"/>
              <a:ext cx="739775" cy="681038"/>
            </a:xfrm>
            <a:custGeom>
              <a:avLst/>
              <a:gdLst>
                <a:gd name="T0" fmla="*/ 365 w 466"/>
                <a:gd name="T1" fmla="*/ 401 h 429"/>
                <a:gd name="T2" fmla="*/ 343 w 466"/>
                <a:gd name="T3" fmla="*/ 429 h 429"/>
                <a:gd name="T4" fmla="*/ 0 w 466"/>
                <a:gd name="T5" fmla="*/ 154 h 429"/>
                <a:gd name="T6" fmla="*/ 124 w 466"/>
                <a:gd name="T7" fmla="*/ 0 h 429"/>
                <a:gd name="T8" fmla="*/ 466 w 466"/>
                <a:gd name="T9" fmla="*/ 275 h 429"/>
                <a:gd name="T10" fmla="*/ 385 w 466"/>
                <a:gd name="T11" fmla="*/ 376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429">
                  <a:moveTo>
                    <a:pt x="365" y="401"/>
                  </a:moveTo>
                  <a:lnTo>
                    <a:pt x="343" y="429"/>
                  </a:lnTo>
                  <a:lnTo>
                    <a:pt x="0" y="154"/>
                  </a:lnTo>
                  <a:lnTo>
                    <a:pt x="124" y="0"/>
                  </a:lnTo>
                  <a:lnTo>
                    <a:pt x="466" y="275"/>
                  </a:lnTo>
                  <a:lnTo>
                    <a:pt x="385" y="376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18"/>
            <p:cNvSpPr/>
            <p:nvPr/>
          </p:nvSpPr>
          <p:spPr bwMode="auto">
            <a:xfrm>
              <a:off x="9330530" y="1723230"/>
              <a:ext cx="704850" cy="636588"/>
            </a:xfrm>
            <a:custGeom>
              <a:avLst/>
              <a:gdLst>
                <a:gd name="T0" fmla="*/ 365 w 444"/>
                <a:gd name="T1" fmla="*/ 373 h 401"/>
                <a:gd name="T2" fmla="*/ 343 w 444"/>
                <a:gd name="T3" fmla="*/ 401 h 401"/>
                <a:gd name="T4" fmla="*/ 0 w 444"/>
                <a:gd name="T5" fmla="*/ 126 h 401"/>
                <a:gd name="T6" fmla="*/ 101 w 444"/>
                <a:gd name="T7" fmla="*/ 0 h 401"/>
                <a:gd name="T8" fmla="*/ 444 w 444"/>
                <a:gd name="T9" fmla="*/ 275 h 401"/>
                <a:gd name="T10" fmla="*/ 391 w 444"/>
                <a:gd name="T11" fmla="*/ 34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" h="401">
                  <a:moveTo>
                    <a:pt x="365" y="373"/>
                  </a:moveTo>
                  <a:lnTo>
                    <a:pt x="343" y="401"/>
                  </a:lnTo>
                  <a:lnTo>
                    <a:pt x="0" y="126"/>
                  </a:lnTo>
                  <a:lnTo>
                    <a:pt x="101" y="0"/>
                  </a:lnTo>
                  <a:lnTo>
                    <a:pt x="444" y="275"/>
                  </a:lnTo>
                  <a:lnTo>
                    <a:pt x="391" y="341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19"/>
            <p:cNvSpPr/>
            <p:nvPr/>
          </p:nvSpPr>
          <p:spPr bwMode="auto">
            <a:xfrm>
              <a:off x="9624217" y="1493043"/>
              <a:ext cx="560388" cy="542925"/>
            </a:xfrm>
            <a:custGeom>
              <a:avLst/>
              <a:gdLst>
                <a:gd name="T0" fmla="*/ 220 w 353"/>
                <a:gd name="T1" fmla="*/ 342 h 342"/>
                <a:gd name="T2" fmla="*/ 0 w 353"/>
                <a:gd name="T3" fmla="*/ 166 h 342"/>
                <a:gd name="T4" fmla="*/ 134 w 353"/>
                <a:gd name="T5" fmla="*/ 0 h 342"/>
                <a:gd name="T6" fmla="*/ 353 w 353"/>
                <a:gd name="T7" fmla="*/ 177 h 342"/>
                <a:gd name="T8" fmla="*/ 220 w 353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42">
                  <a:moveTo>
                    <a:pt x="220" y="342"/>
                  </a:moveTo>
                  <a:lnTo>
                    <a:pt x="0" y="166"/>
                  </a:lnTo>
                  <a:lnTo>
                    <a:pt x="134" y="0"/>
                  </a:lnTo>
                  <a:lnTo>
                    <a:pt x="353" y="177"/>
                  </a:lnTo>
                  <a:lnTo>
                    <a:pt x="220" y="342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0"/>
            <p:cNvSpPr/>
            <p:nvPr/>
          </p:nvSpPr>
          <p:spPr bwMode="auto">
            <a:xfrm>
              <a:off x="9560717" y="1634330"/>
              <a:ext cx="122238" cy="122238"/>
            </a:xfrm>
            <a:custGeom>
              <a:avLst/>
              <a:gdLst>
                <a:gd name="T0" fmla="*/ 40 w 77"/>
                <a:gd name="T1" fmla="*/ 77 h 77"/>
                <a:gd name="T2" fmla="*/ 0 w 77"/>
                <a:gd name="T3" fmla="*/ 45 h 77"/>
                <a:gd name="T4" fmla="*/ 37 w 77"/>
                <a:gd name="T5" fmla="*/ 0 h 77"/>
                <a:gd name="T6" fmla="*/ 77 w 77"/>
                <a:gd name="T7" fmla="*/ 32 h 77"/>
                <a:gd name="T8" fmla="*/ 40 w 77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7">
                  <a:moveTo>
                    <a:pt x="40" y="77"/>
                  </a:moveTo>
                  <a:lnTo>
                    <a:pt x="0" y="45"/>
                  </a:lnTo>
                  <a:lnTo>
                    <a:pt x="37" y="0"/>
                  </a:lnTo>
                  <a:lnTo>
                    <a:pt x="77" y="32"/>
                  </a:lnTo>
                  <a:lnTo>
                    <a:pt x="40" y="77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1"/>
            <p:cNvSpPr/>
            <p:nvPr/>
          </p:nvSpPr>
          <p:spPr bwMode="auto">
            <a:xfrm>
              <a:off x="9973467" y="1964530"/>
              <a:ext cx="122238" cy="122238"/>
            </a:xfrm>
            <a:custGeom>
              <a:avLst/>
              <a:gdLst>
                <a:gd name="T0" fmla="*/ 39 w 77"/>
                <a:gd name="T1" fmla="*/ 77 h 77"/>
                <a:gd name="T2" fmla="*/ 0 w 77"/>
                <a:gd name="T3" fmla="*/ 45 h 77"/>
                <a:gd name="T4" fmla="*/ 37 w 77"/>
                <a:gd name="T5" fmla="*/ 0 h 77"/>
                <a:gd name="T6" fmla="*/ 77 w 77"/>
                <a:gd name="T7" fmla="*/ 32 h 77"/>
                <a:gd name="T8" fmla="*/ 39 w 77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7">
                  <a:moveTo>
                    <a:pt x="39" y="77"/>
                  </a:moveTo>
                  <a:lnTo>
                    <a:pt x="0" y="45"/>
                  </a:lnTo>
                  <a:lnTo>
                    <a:pt x="37" y="0"/>
                  </a:lnTo>
                  <a:lnTo>
                    <a:pt x="77" y="32"/>
                  </a:lnTo>
                  <a:lnTo>
                    <a:pt x="39" y="77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Line 22"/>
            <p:cNvSpPr>
              <a:spLocks noChangeShapeType="1"/>
            </p:cNvSpPr>
            <p:nvPr/>
          </p:nvSpPr>
          <p:spPr bwMode="auto">
            <a:xfrm>
              <a:off x="9848055" y="1588293"/>
              <a:ext cx="246063" cy="1984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Line 23"/>
            <p:cNvSpPr>
              <a:spLocks noChangeShapeType="1"/>
            </p:cNvSpPr>
            <p:nvPr/>
          </p:nvSpPr>
          <p:spPr bwMode="auto">
            <a:xfrm>
              <a:off x="9786142" y="1662905"/>
              <a:ext cx="247650" cy="1984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Line 24"/>
            <p:cNvSpPr>
              <a:spLocks noChangeShapeType="1"/>
            </p:cNvSpPr>
            <p:nvPr/>
          </p:nvSpPr>
          <p:spPr bwMode="auto">
            <a:xfrm>
              <a:off x="9725817" y="1739105"/>
              <a:ext cx="247650" cy="1984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Line 25"/>
            <p:cNvSpPr>
              <a:spLocks noChangeShapeType="1"/>
            </p:cNvSpPr>
            <p:nvPr/>
          </p:nvSpPr>
          <p:spPr bwMode="auto">
            <a:xfrm flipH="1">
              <a:off x="9043192" y="2078830"/>
              <a:ext cx="60325" cy="61913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Line 26"/>
            <p:cNvSpPr>
              <a:spLocks noChangeShapeType="1"/>
            </p:cNvSpPr>
            <p:nvPr/>
          </p:nvSpPr>
          <p:spPr bwMode="auto">
            <a:xfrm flipH="1">
              <a:off x="8898730" y="2223293"/>
              <a:ext cx="60325" cy="587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Line 27"/>
            <p:cNvSpPr>
              <a:spLocks noChangeShapeType="1"/>
            </p:cNvSpPr>
            <p:nvPr/>
          </p:nvSpPr>
          <p:spPr bwMode="auto">
            <a:xfrm>
              <a:off x="8898730" y="2078830"/>
              <a:ext cx="60325" cy="61913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>
              <a:off x="9043192" y="2223293"/>
              <a:ext cx="60325" cy="587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Line 29"/>
            <p:cNvSpPr>
              <a:spLocks noChangeShapeType="1"/>
            </p:cNvSpPr>
            <p:nvPr/>
          </p:nvSpPr>
          <p:spPr bwMode="auto">
            <a:xfrm flipH="1">
              <a:off x="7377905" y="1761330"/>
              <a:ext cx="61913" cy="587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Line 30"/>
            <p:cNvSpPr>
              <a:spLocks noChangeShapeType="1"/>
            </p:cNvSpPr>
            <p:nvPr/>
          </p:nvSpPr>
          <p:spPr bwMode="auto">
            <a:xfrm flipH="1">
              <a:off x="7236617" y="1902618"/>
              <a:ext cx="60325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Line 31"/>
            <p:cNvSpPr>
              <a:spLocks noChangeShapeType="1"/>
            </p:cNvSpPr>
            <p:nvPr/>
          </p:nvSpPr>
          <p:spPr bwMode="auto">
            <a:xfrm>
              <a:off x="7236617" y="1761330"/>
              <a:ext cx="60325" cy="58738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Line 32"/>
            <p:cNvSpPr>
              <a:spLocks noChangeShapeType="1"/>
            </p:cNvSpPr>
            <p:nvPr/>
          </p:nvSpPr>
          <p:spPr bwMode="auto">
            <a:xfrm>
              <a:off x="7377905" y="1902618"/>
              <a:ext cx="61913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Line 33"/>
            <p:cNvSpPr>
              <a:spLocks noChangeShapeType="1"/>
            </p:cNvSpPr>
            <p:nvPr/>
          </p:nvSpPr>
          <p:spPr bwMode="auto">
            <a:xfrm flipH="1">
              <a:off x="9382917" y="362743"/>
              <a:ext cx="58738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Line 34"/>
            <p:cNvSpPr>
              <a:spLocks noChangeShapeType="1"/>
            </p:cNvSpPr>
            <p:nvPr/>
          </p:nvSpPr>
          <p:spPr bwMode="auto">
            <a:xfrm flipH="1">
              <a:off x="9238455" y="505618"/>
              <a:ext cx="61913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Line 35"/>
            <p:cNvSpPr>
              <a:spLocks noChangeShapeType="1"/>
            </p:cNvSpPr>
            <p:nvPr/>
          </p:nvSpPr>
          <p:spPr bwMode="auto">
            <a:xfrm>
              <a:off x="9238455" y="362743"/>
              <a:ext cx="61913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Line 36"/>
            <p:cNvSpPr>
              <a:spLocks noChangeShapeType="1"/>
            </p:cNvSpPr>
            <p:nvPr/>
          </p:nvSpPr>
          <p:spPr bwMode="auto">
            <a:xfrm>
              <a:off x="9382917" y="505618"/>
              <a:ext cx="58738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Oval 37"/>
            <p:cNvSpPr>
              <a:spLocks noChangeArrowheads="1"/>
            </p:cNvSpPr>
            <p:nvPr/>
          </p:nvSpPr>
          <p:spPr bwMode="auto">
            <a:xfrm>
              <a:off x="9725817" y="1213643"/>
              <a:ext cx="120650" cy="122238"/>
            </a:xfrm>
            <a:prstGeom prst="ellips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38"/>
            <p:cNvSpPr/>
            <p:nvPr/>
          </p:nvSpPr>
          <p:spPr bwMode="auto">
            <a:xfrm>
              <a:off x="7625555" y="1104105"/>
              <a:ext cx="523875" cy="777875"/>
            </a:xfrm>
            <a:custGeom>
              <a:avLst/>
              <a:gdLst>
                <a:gd name="T0" fmla="*/ 238 w 330"/>
                <a:gd name="T1" fmla="*/ 490 h 490"/>
                <a:gd name="T2" fmla="*/ 0 w 330"/>
                <a:gd name="T3" fmla="*/ 440 h 490"/>
                <a:gd name="T4" fmla="*/ 92 w 330"/>
                <a:gd name="T5" fmla="*/ 0 h 490"/>
                <a:gd name="T6" fmla="*/ 330 w 330"/>
                <a:gd name="T7" fmla="*/ 49 h 490"/>
                <a:gd name="T8" fmla="*/ 260 w 330"/>
                <a:gd name="T9" fmla="*/ 387 h 490"/>
                <a:gd name="T10" fmla="*/ 254 w 330"/>
                <a:gd name="T11" fmla="*/ 412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490">
                  <a:moveTo>
                    <a:pt x="238" y="490"/>
                  </a:moveTo>
                  <a:lnTo>
                    <a:pt x="0" y="440"/>
                  </a:lnTo>
                  <a:lnTo>
                    <a:pt x="92" y="0"/>
                  </a:lnTo>
                  <a:lnTo>
                    <a:pt x="330" y="49"/>
                  </a:lnTo>
                  <a:lnTo>
                    <a:pt x="260" y="387"/>
                  </a:lnTo>
                  <a:lnTo>
                    <a:pt x="254" y="412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39"/>
            <p:cNvSpPr/>
            <p:nvPr/>
          </p:nvSpPr>
          <p:spPr bwMode="auto">
            <a:xfrm>
              <a:off x="7728742" y="1213643"/>
              <a:ext cx="398463" cy="177800"/>
            </a:xfrm>
            <a:custGeom>
              <a:avLst/>
              <a:gdLst>
                <a:gd name="T0" fmla="*/ 238 w 251"/>
                <a:gd name="T1" fmla="*/ 112 h 112"/>
                <a:gd name="T2" fmla="*/ 0 w 251"/>
                <a:gd name="T3" fmla="*/ 62 h 112"/>
                <a:gd name="T4" fmla="*/ 13 w 251"/>
                <a:gd name="T5" fmla="*/ 0 h 112"/>
                <a:gd name="T6" fmla="*/ 251 w 251"/>
                <a:gd name="T7" fmla="*/ 49 h 112"/>
                <a:gd name="T8" fmla="*/ 238 w 251"/>
                <a:gd name="T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112">
                  <a:moveTo>
                    <a:pt x="238" y="112"/>
                  </a:moveTo>
                  <a:lnTo>
                    <a:pt x="0" y="62"/>
                  </a:lnTo>
                  <a:lnTo>
                    <a:pt x="13" y="0"/>
                  </a:lnTo>
                  <a:lnTo>
                    <a:pt x="251" y="49"/>
                  </a:lnTo>
                  <a:lnTo>
                    <a:pt x="238" y="112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Line 40"/>
            <p:cNvSpPr>
              <a:spLocks noChangeShapeType="1"/>
            </p:cNvSpPr>
            <p:nvPr/>
          </p:nvSpPr>
          <p:spPr bwMode="auto">
            <a:xfrm>
              <a:off x="7779542" y="1272380"/>
              <a:ext cx="295275" cy="6032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41"/>
            <p:cNvSpPr/>
            <p:nvPr/>
          </p:nvSpPr>
          <p:spPr bwMode="auto">
            <a:xfrm>
              <a:off x="7827167" y="650080"/>
              <a:ext cx="152400" cy="1524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48" y="96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42"/>
            <p:cNvSpPr/>
            <p:nvPr/>
          </p:nvSpPr>
          <p:spPr bwMode="auto">
            <a:xfrm>
              <a:off x="9997280" y="348455"/>
              <a:ext cx="150813" cy="150813"/>
            </a:xfrm>
            <a:custGeom>
              <a:avLst/>
              <a:gdLst>
                <a:gd name="T0" fmla="*/ 48 w 95"/>
                <a:gd name="T1" fmla="*/ 95 h 95"/>
                <a:gd name="T2" fmla="*/ 0 w 95"/>
                <a:gd name="T3" fmla="*/ 47 h 95"/>
                <a:gd name="T4" fmla="*/ 48 w 95"/>
                <a:gd name="T5" fmla="*/ 0 h 95"/>
                <a:gd name="T6" fmla="*/ 95 w 95"/>
                <a:gd name="T7" fmla="*/ 47 h 95"/>
                <a:gd name="T8" fmla="*/ 48 w 9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lnTo>
                    <a:pt x="0" y="47"/>
                  </a:lnTo>
                  <a:lnTo>
                    <a:pt x="48" y="0"/>
                  </a:lnTo>
                  <a:lnTo>
                    <a:pt x="95" y="47"/>
                  </a:lnTo>
                  <a:lnTo>
                    <a:pt x="48" y="95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43"/>
            <p:cNvSpPr/>
            <p:nvPr/>
          </p:nvSpPr>
          <p:spPr bwMode="auto">
            <a:xfrm>
              <a:off x="8393905" y="392905"/>
              <a:ext cx="201613" cy="231775"/>
            </a:xfrm>
            <a:custGeom>
              <a:avLst/>
              <a:gdLst>
                <a:gd name="T0" fmla="*/ 127 w 127"/>
                <a:gd name="T1" fmla="*/ 109 h 146"/>
                <a:gd name="T2" fmla="*/ 65 w 127"/>
                <a:gd name="T3" fmla="*/ 146 h 146"/>
                <a:gd name="T4" fmla="*/ 0 w 127"/>
                <a:gd name="T5" fmla="*/ 37 h 146"/>
                <a:gd name="T6" fmla="*/ 62 w 127"/>
                <a:gd name="T7" fmla="*/ 0 h 146"/>
                <a:gd name="T8" fmla="*/ 127 w 127"/>
                <a:gd name="T9" fmla="*/ 10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46">
                  <a:moveTo>
                    <a:pt x="127" y="109"/>
                  </a:moveTo>
                  <a:lnTo>
                    <a:pt x="65" y="146"/>
                  </a:lnTo>
                  <a:lnTo>
                    <a:pt x="0" y="37"/>
                  </a:lnTo>
                  <a:lnTo>
                    <a:pt x="62" y="0"/>
                  </a:lnTo>
                  <a:lnTo>
                    <a:pt x="127" y="109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44"/>
            <p:cNvSpPr/>
            <p:nvPr/>
          </p:nvSpPr>
          <p:spPr bwMode="auto">
            <a:xfrm>
              <a:off x="8424067" y="445293"/>
              <a:ext cx="171450" cy="179388"/>
            </a:xfrm>
            <a:custGeom>
              <a:avLst/>
              <a:gdLst>
                <a:gd name="T0" fmla="*/ 108 w 108"/>
                <a:gd name="T1" fmla="*/ 76 h 113"/>
                <a:gd name="T2" fmla="*/ 46 w 108"/>
                <a:gd name="T3" fmla="*/ 113 h 113"/>
                <a:gd name="T4" fmla="*/ 0 w 108"/>
                <a:gd name="T5" fmla="*/ 37 h 113"/>
                <a:gd name="T6" fmla="*/ 62 w 108"/>
                <a:gd name="T7" fmla="*/ 0 h 113"/>
                <a:gd name="T8" fmla="*/ 108 w 108"/>
                <a:gd name="T9" fmla="*/ 7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13">
                  <a:moveTo>
                    <a:pt x="108" y="76"/>
                  </a:moveTo>
                  <a:lnTo>
                    <a:pt x="46" y="113"/>
                  </a:lnTo>
                  <a:lnTo>
                    <a:pt x="0" y="37"/>
                  </a:lnTo>
                  <a:lnTo>
                    <a:pt x="62" y="0"/>
                  </a:lnTo>
                  <a:lnTo>
                    <a:pt x="108" y="76"/>
                  </a:lnTo>
                  <a:close/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45"/>
            <p:cNvSpPr/>
            <p:nvPr/>
          </p:nvSpPr>
          <p:spPr bwMode="auto">
            <a:xfrm>
              <a:off x="7131842" y="2045493"/>
              <a:ext cx="541338" cy="279400"/>
            </a:xfrm>
            <a:custGeom>
              <a:avLst/>
              <a:gdLst>
                <a:gd name="T0" fmla="*/ 255 w 341"/>
                <a:gd name="T1" fmla="*/ 83 h 176"/>
                <a:gd name="T2" fmla="*/ 19 w 341"/>
                <a:gd name="T3" fmla="*/ 176 h 176"/>
                <a:gd name="T4" fmla="*/ 0 w 341"/>
                <a:gd name="T5" fmla="*/ 125 h 176"/>
                <a:gd name="T6" fmla="*/ 321 w 341"/>
                <a:gd name="T7" fmla="*/ 0 h 176"/>
                <a:gd name="T8" fmla="*/ 341 w 341"/>
                <a:gd name="T9" fmla="*/ 50 h 176"/>
                <a:gd name="T10" fmla="*/ 301 w 341"/>
                <a:gd name="T11" fmla="*/ 6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176">
                  <a:moveTo>
                    <a:pt x="255" y="83"/>
                  </a:moveTo>
                  <a:lnTo>
                    <a:pt x="19" y="176"/>
                  </a:lnTo>
                  <a:lnTo>
                    <a:pt x="0" y="125"/>
                  </a:lnTo>
                  <a:lnTo>
                    <a:pt x="321" y="0"/>
                  </a:lnTo>
                  <a:lnTo>
                    <a:pt x="341" y="50"/>
                  </a:lnTo>
                  <a:lnTo>
                    <a:pt x="301" y="65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Line 46"/>
            <p:cNvSpPr>
              <a:spLocks noChangeShapeType="1"/>
            </p:cNvSpPr>
            <p:nvPr/>
          </p:nvSpPr>
          <p:spPr bwMode="auto">
            <a:xfrm>
              <a:off x="7331867" y="2166143"/>
              <a:ext cx="31750" cy="79375"/>
            </a:xfrm>
            <a:prstGeom prst="line">
              <a:avLst/>
            </a:pr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47"/>
            <p:cNvSpPr/>
            <p:nvPr/>
          </p:nvSpPr>
          <p:spPr bwMode="auto">
            <a:xfrm>
              <a:off x="7046117" y="2243930"/>
              <a:ext cx="115888" cy="80963"/>
            </a:xfrm>
            <a:custGeom>
              <a:avLst/>
              <a:gdLst>
                <a:gd name="T0" fmla="*/ 54 w 73"/>
                <a:gd name="T1" fmla="*/ 0 h 51"/>
                <a:gd name="T2" fmla="*/ 0 w 73"/>
                <a:gd name="T3" fmla="*/ 51 h 51"/>
                <a:gd name="T4" fmla="*/ 73 w 73"/>
                <a:gd name="T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" h="51">
                  <a:moveTo>
                    <a:pt x="54" y="0"/>
                  </a:moveTo>
                  <a:lnTo>
                    <a:pt x="0" y="51"/>
                  </a:lnTo>
                  <a:lnTo>
                    <a:pt x="73" y="51"/>
                  </a:lnTo>
                </a:path>
              </a:pathLst>
            </a:custGeom>
            <a:noFill/>
            <a:ln w="28575" cap="flat">
              <a:solidFill>
                <a:srgbClr val="537AD6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695325" y="1"/>
            <a:ext cx="10801350" cy="10159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9674"/>
          <p:cNvSpPr>
            <a:spLocks noChangeArrowheads="1"/>
          </p:cNvSpPr>
          <p:nvPr/>
        </p:nvSpPr>
        <p:spPr bwMode="auto">
          <a:xfrm>
            <a:off x="-1588" y="0"/>
            <a:ext cx="12193588" cy="6913563"/>
          </a:xfrm>
          <a:prstGeom prst="rect">
            <a:avLst/>
          </a:prstGeom>
          <a:solidFill>
            <a:srgbClr val="537AD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95325" y="4248150"/>
            <a:ext cx="10801350" cy="1118955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3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5433780"/>
            <a:ext cx="1080135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4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95325" y="5749414"/>
            <a:ext cx="10801350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281" name="组合 280"/>
          <p:cNvGrpSpPr/>
          <p:nvPr userDrawn="1"/>
        </p:nvGrpSpPr>
        <p:grpSpPr>
          <a:xfrm>
            <a:off x="2435211" y="3958345"/>
            <a:ext cx="7397750" cy="2524125"/>
            <a:chOff x="2405063" y="1201738"/>
            <a:chExt cx="7397750" cy="2524125"/>
          </a:xfrm>
        </p:grpSpPr>
        <p:sp>
          <p:nvSpPr>
            <p:cNvPr id="14" name="Freeform 5"/>
            <p:cNvSpPr/>
            <p:nvPr userDrawn="1"/>
          </p:nvSpPr>
          <p:spPr bwMode="auto">
            <a:xfrm>
              <a:off x="5815013" y="1671638"/>
              <a:ext cx="463550" cy="284163"/>
            </a:xfrm>
            <a:custGeom>
              <a:avLst/>
              <a:gdLst>
                <a:gd name="T0" fmla="*/ 0 w 318"/>
                <a:gd name="T1" fmla="*/ 195 h 195"/>
                <a:gd name="T2" fmla="*/ 318 w 318"/>
                <a:gd name="T3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95">
                  <a:moveTo>
                    <a:pt x="0" y="195"/>
                  </a:moveTo>
                  <a:cubicBezTo>
                    <a:pt x="47" y="67"/>
                    <a:pt x="190" y="0"/>
                    <a:pt x="318" y="47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6"/>
            <p:cNvSpPr/>
            <p:nvPr userDrawn="1"/>
          </p:nvSpPr>
          <p:spPr bwMode="auto">
            <a:xfrm>
              <a:off x="5892800" y="1763713"/>
              <a:ext cx="358775" cy="220663"/>
            </a:xfrm>
            <a:custGeom>
              <a:avLst/>
              <a:gdLst>
                <a:gd name="T0" fmla="*/ 0 w 246"/>
                <a:gd name="T1" fmla="*/ 151 h 151"/>
                <a:gd name="T2" fmla="*/ 246 w 246"/>
                <a:gd name="T3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6" h="151">
                  <a:moveTo>
                    <a:pt x="0" y="151"/>
                  </a:moveTo>
                  <a:cubicBezTo>
                    <a:pt x="36" y="52"/>
                    <a:pt x="146" y="0"/>
                    <a:pt x="246" y="36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7"/>
            <p:cNvSpPr/>
            <p:nvPr userDrawn="1"/>
          </p:nvSpPr>
          <p:spPr bwMode="auto">
            <a:xfrm>
              <a:off x="5972175" y="1858963"/>
              <a:ext cx="250825" cy="153988"/>
            </a:xfrm>
            <a:custGeom>
              <a:avLst/>
              <a:gdLst>
                <a:gd name="T0" fmla="*/ 0 w 173"/>
                <a:gd name="T1" fmla="*/ 106 h 106"/>
                <a:gd name="T2" fmla="*/ 173 w 173"/>
                <a:gd name="T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106">
                  <a:moveTo>
                    <a:pt x="0" y="106"/>
                  </a:moveTo>
                  <a:cubicBezTo>
                    <a:pt x="25" y="36"/>
                    <a:pt x="103" y="0"/>
                    <a:pt x="173" y="25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8"/>
            <p:cNvSpPr/>
            <p:nvPr userDrawn="1"/>
          </p:nvSpPr>
          <p:spPr bwMode="auto">
            <a:xfrm>
              <a:off x="6084888" y="1993900"/>
              <a:ext cx="117475" cy="119063"/>
            </a:xfrm>
            <a:custGeom>
              <a:avLst/>
              <a:gdLst>
                <a:gd name="T0" fmla="*/ 72 w 80"/>
                <a:gd name="T1" fmla="*/ 26 h 81"/>
                <a:gd name="T2" fmla="*/ 25 w 80"/>
                <a:gd name="T3" fmla="*/ 8 h 81"/>
                <a:gd name="T4" fmla="*/ 8 w 80"/>
                <a:gd name="T5" fmla="*/ 55 h 81"/>
                <a:gd name="T6" fmla="*/ 55 w 80"/>
                <a:gd name="T7" fmla="*/ 73 h 81"/>
                <a:gd name="T8" fmla="*/ 72 w 80"/>
                <a:gd name="T9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1">
                  <a:moveTo>
                    <a:pt x="72" y="26"/>
                  </a:moveTo>
                  <a:cubicBezTo>
                    <a:pt x="64" y="8"/>
                    <a:pt x="43" y="0"/>
                    <a:pt x="25" y="8"/>
                  </a:cubicBezTo>
                  <a:cubicBezTo>
                    <a:pt x="7" y="17"/>
                    <a:pt x="0" y="38"/>
                    <a:pt x="8" y="55"/>
                  </a:cubicBezTo>
                  <a:cubicBezTo>
                    <a:pt x="16" y="73"/>
                    <a:pt x="37" y="81"/>
                    <a:pt x="55" y="73"/>
                  </a:cubicBezTo>
                  <a:cubicBezTo>
                    <a:pt x="73" y="64"/>
                    <a:pt x="80" y="43"/>
                    <a:pt x="72" y="26"/>
                  </a:cubicBez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9"/>
            <p:cNvSpPr/>
            <p:nvPr userDrawn="1"/>
          </p:nvSpPr>
          <p:spPr bwMode="auto">
            <a:xfrm>
              <a:off x="3705225" y="3251200"/>
              <a:ext cx="417513" cy="419100"/>
            </a:xfrm>
            <a:custGeom>
              <a:avLst/>
              <a:gdLst>
                <a:gd name="T0" fmla="*/ 190 w 286"/>
                <a:gd name="T1" fmla="*/ 233 h 287"/>
                <a:gd name="T2" fmla="*/ 249 w 286"/>
                <a:gd name="T3" fmla="*/ 173 h 287"/>
                <a:gd name="T4" fmla="*/ 247 w 286"/>
                <a:gd name="T5" fmla="*/ 37 h 287"/>
                <a:gd name="T6" fmla="*/ 112 w 286"/>
                <a:gd name="T7" fmla="*/ 38 h 287"/>
                <a:gd name="T8" fmla="*/ 22 w 286"/>
                <a:gd name="T9" fmla="*/ 130 h 287"/>
                <a:gd name="T10" fmla="*/ 23 w 286"/>
                <a:gd name="T11" fmla="*/ 209 h 287"/>
                <a:gd name="T12" fmla="*/ 80 w 286"/>
                <a:gd name="T13" fmla="*/ 265 h 287"/>
                <a:gd name="T14" fmla="*/ 159 w 286"/>
                <a:gd name="T15" fmla="*/ 26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287">
                  <a:moveTo>
                    <a:pt x="190" y="23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286" y="135"/>
                    <a:pt x="285" y="74"/>
                    <a:pt x="247" y="37"/>
                  </a:cubicBezTo>
                  <a:cubicBezTo>
                    <a:pt x="209" y="0"/>
                    <a:pt x="149" y="0"/>
                    <a:pt x="112" y="38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0" y="152"/>
                    <a:pt x="1" y="187"/>
                    <a:pt x="23" y="209"/>
                  </a:cubicBezTo>
                  <a:cubicBezTo>
                    <a:pt x="80" y="265"/>
                    <a:pt x="80" y="265"/>
                    <a:pt x="80" y="265"/>
                  </a:cubicBezTo>
                  <a:cubicBezTo>
                    <a:pt x="102" y="287"/>
                    <a:pt x="138" y="286"/>
                    <a:pt x="159" y="264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0"/>
            <p:cNvSpPr/>
            <p:nvPr userDrawn="1"/>
          </p:nvSpPr>
          <p:spPr bwMode="auto">
            <a:xfrm>
              <a:off x="3970338" y="3073400"/>
              <a:ext cx="744538" cy="328613"/>
            </a:xfrm>
            <a:custGeom>
              <a:avLst/>
              <a:gdLst>
                <a:gd name="T0" fmla="*/ 0 w 510"/>
                <a:gd name="T1" fmla="*/ 226 h 226"/>
                <a:gd name="T2" fmla="*/ 65 w 510"/>
                <a:gd name="T3" fmla="*/ 159 h 226"/>
                <a:gd name="T4" fmla="*/ 99 w 510"/>
                <a:gd name="T5" fmla="*/ 126 h 226"/>
                <a:gd name="T6" fmla="*/ 266 w 510"/>
                <a:gd name="T7" fmla="*/ 113 h 226"/>
                <a:gd name="T8" fmla="*/ 266 w 510"/>
                <a:gd name="T9" fmla="*/ 113 h 226"/>
                <a:gd name="T10" fmla="*/ 446 w 510"/>
                <a:gd name="T11" fmla="*/ 84 h 226"/>
                <a:gd name="T12" fmla="*/ 510 w 510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226">
                  <a:moveTo>
                    <a:pt x="0" y="226"/>
                  </a:moveTo>
                  <a:cubicBezTo>
                    <a:pt x="65" y="159"/>
                    <a:pt x="65" y="159"/>
                    <a:pt x="65" y="159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44" y="82"/>
                    <a:pt x="214" y="76"/>
                    <a:pt x="26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324" y="153"/>
                    <a:pt x="403" y="140"/>
                    <a:pt x="446" y="84"/>
                  </a:cubicBezTo>
                  <a:cubicBezTo>
                    <a:pt x="510" y="0"/>
                    <a:pt x="510" y="0"/>
                    <a:pt x="510" y="0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1"/>
            <p:cNvSpPr/>
            <p:nvPr userDrawn="1"/>
          </p:nvSpPr>
          <p:spPr bwMode="auto">
            <a:xfrm>
              <a:off x="3833813" y="3343275"/>
              <a:ext cx="200025" cy="195263"/>
            </a:xfrm>
            <a:custGeom>
              <a:avLst/>
              <a:gdLst>
                <a:gd name="T0" fmla="*/ 0 w 137"/>
                <a:gd name="T1" fmla="*/ 0 h 134"/>
                <a:gd name="T2" fmla="*/ 137 w 137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7" h="134">
                  <a:moveTo>
                    <a:pt x="0" y="0"/>
                  </a:moveTo>
                  <a:cubicBezTo>
                    <a:pt x="2" y="2"/>
                    <a:pt x="137" y="134"/>
                    <a:pt x="137" y="134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12"/>
            <p:cNvSpPr/>
            <p:nvPr userDrawn="1"/>
          </p:nvSpPr>
          <p:spPr bwMode="auto">
            <a:xfrm>
              <a:off x="3978275" y="1624013"/>
              <a:ext cx="1622425" cy="1295400"/>
            </a:xfrm>
            <a:custGeom>
              <a:avLst/>
              <a:gdLst>
                <a:gd name="T0" fmla="*/ 1089 w 1113"/>
                <a:gd name="T1" fmla="*/ 554 h 888"/>
                <a:gd name="T2" fmla="*/ 1113 w 1113"/>
                <a:gd name="T3" fmla="*/ 649 h 888"/>
                <a:gd name="T4" fmla="*/ 155 w 1113"/>
                <a:gd name="T5" fmla="*/ 888 h 888"/>
                <a:gd name="T6" fmla="*/ 13 w 1113"/>
                <a:gd name="T7" fmla="*/ 319 h 888"/>
                <a:gd name="T8" fmla="*/ 80 w 1113"/>
                <a:gd name="T9" fmla="*/ 207 h 888"/>
                <a:gd name="T10" fmla="*/ 859 w 1113"/>
                <a:gd name="T11" fmla="*/ 12 h 888"/>
                <a:gd name="T12" fmla="*/ 971 w 1113"/>
                <a:gd name="T13" fmla="*/ 80 h 888"/>
                <a:gd name="T14" fmla="*/ 1066 w 1113"/>
                <a:gd name="T15" fmla="*/ 46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3" h="888">
                  <a:moveTo>
                    <a:pt x="1089" y="554"/>
                  </a:moveTo>
                  <a:cubicBezTo>
                    <a:pt x="1113" y="649"/>
                    <a:pt x="1113" y="649"/>
                    <a:pt x="1113" y="649"/>
                  </a:cubicBezTo>
                  <a:cubicBezTo>
                    <a:pt x="155" y="888"/>
                    <a:pt x="155" y="888"/>
                    <a:pt x="155" y="888"/>
                  </a:cubicBezTo>
                  <a:cubicBezTo>
                    <a:pt x="13" y="319"/>
                    <a:pt x="13" y="319"/>
                    <a:pt x="13" y="319"/>
                  </a:cubicBezTo>
                  <a:cubicBezTo>
                    <a:pt x="0" y="269"/>
                    <a:pt x="30" y="219"/>
                    <a:pt x="80" y="207"/>
                  </a:cubicBezTo>
                  <a:cubicBezTo>
                    <a:pt x="859" y="12"/>
                    <a:pt x="859" y="12"/>
                    <a:pt x="859" y="12"/>
                  </a:cubicBezTo>
                  <a:cubicBezTo>
                    <a:pt x="908" y="0"/>
                    <a:pt x="959" y="30"/>
                    <a:pt x="971" y="80"/>
                  </a:cubicBezTo>
                  <a:cubicBezTo>
                    <a:pt x="1066" y="460"/>
                    <a:pt x="1066" y="460"/>
                    <a:pt x="1066" y="460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3"/>
            <p:cNvSpPr/>
            <p:nvPr userDrawn="1"/>
          </p:nvSpPr>
          <p:spPr bwMode="auto">
            <a:xfrm>
              <a:off x="4089400" y="1739900"/>
              <a:ext cx="1385888" cy="1019175"/>
            </a:xfrm>
            <a:custGeom>
              <a:avLst/>
              <a:gdLst>
                <a:gd name="T0" fmla="*/ 929 w 951"/>
                <a:gd name="T1" fmla="*/ 401 h 698"/>
                <a:gd name="T2" fmla="*/ 951 w 951"/>
                <a:gd name="T3" fmla="*/ 490 h 698"/>
                <a:gd name="T4" fmla="*/ 118 w 951"/>
                <a:gd name="T5" fmla="*/ 698 h 698"/>
                <a:gd name="T6" fmla="*/ 7 w 951"/>
                <a:gd name="T7" fmla="*/ 255 h 698"/>
                <a:gd name="T8" fmla="*/ 46 w 951"/>
                <a:gd name="T9" fmla="*/ 189 h 698"/>
                <a:gd name="T10" fmla="*/ 775 w 951"/>
                <a:gd name="T11" fmla="*/ 8 h 698"/>
                <a:gd name="T12" fmla="*/ 840 w 951"/>
                <a:gd name="T13" fmla="*/ 47 h 698"/>
                <a:gd name="T14" fmla="*/ 929 w 951"/>
                <a:gd name="T15" fmla="*/ 401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1" h="698">
                  <a:moveTo>
                    <a:pt x="929" y="401"/>
                  </a:moveTo>
                  <a:cubicBezTo>
                    <a:pt x="951" y="490"/>
                    <a:pt x="951" y="490"/>
                    <a:pt x="951" y="490"/>
                  </a:cubicBezTo>
                  <a:cubicBezTo>
                    <a:pt x="118" y="698"/>
                    <a:pt x="118" y="698"/>
                    <a:pt x="118" y="698"/>
                  </a:cubicBezTo>
                  <a:cubicBezTo>
                    <a:pt x="7" y="255"/>
                    <a:pt x="7" y="255"/>
                    <a:pt x="7" y="255"/>
                  </a:cubicBezTo>
                  <a:cubicBezTo>
                    <a:pt x="0" y="226"/>
                    <a:pt x="17" y="197"/>
                    <a:pt x="46" y="189"/>
                  </a:cubicBezTo>
                  <a:cubicBezTo>
                    <a:pt x="775" y="8"/>
                    <a:pt x="775" y="8"/>
                    <a:pt x="775" y="8"/>
                  </a:cubicBezTo>
                  <a:cubicBezTo>
                    <a:pt x="804" y="0"/>
                    <a:pt x="833" y="18"/>
                    <a:pt x="840" y="47"/>
                  </a:cubicBezTo>
                  <a:cubicBezTo>
                    <a:pt x="929" y="401"/>
                    <a:pt x="929" y="401"/>
                    <a:pt x="929" y="401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4"/>
            <p:cNvSpPr/>
            <p:nvPr userDrawn="1"/>
          </p:nvSpPr>
          <p:spPr bwMode="auto">
            <a:xfrm>
              <a:off x="4683125" y="2790825"/>
              <a:ext cx="519113" cy="234950"/>
            </a:xfrm>
            <a:custGeom>
              <a:avLst/>
              <a:gdLst>
                <a:gd name="T0" fmla="*/ 327 w 327"/>
                <a:gd name="T1" fmla="*/ 71 h 148"/>
                <a:gd name="T2" fmla="*/ 18 w 327"/>
                <a:gd name="T3" fmla="*/ 148 h 148"/>
                <a:gd name="T4" fmla="*/ 0 w 327"/>
                <a:gd name="T5" fmla="*/ 77 h 148"/>
                <a:gd name="T6" fmla="*/ 310 w 327"/>
                <a:gd name="T7" fmla="*/ 0 h 148"/>
                <a:gd name="T8" fmla="*/ 327 w 327"/>
                <a:gd name="T9" fmla="*/ 7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148">
                  <a:moveTo>
                    <a:pt x="327" y="71"/>
                  </a:moveTo>
                  <a:lnTo>
                    <a:pt x="18" y="148"/>
                  </a:lnTo>
                  <a:lnTo>
                    <a:pt x="0" y="77"/>
                  </a:lnTo>
                  <a:lnTo>
                    <a:pt x="310" y="0"/>
                  </a:lnTo>
                  <a:lnTo>
                    <a:pt x="327" y="7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5"/>
            <p:cNvSpPr/>
            <p:nvPr userDrawn="1"/>
          </p:nvSpPr>
          <p:spPr bwMode="auto">
            <a:xfrm>
              <a:off x="4775200" y="2713038"/>
              <a:ext cx="280988" cy="171450"/>
            </a:xfrm>
            <a:custGeom>
              <a:avLst/>
              <a:gdLst>
                <a:gd name="T0" fmla="*/ 177 w 177"/>
                <a:gd name="T1" fmla="*/ 68 h 108"/>
                <a:gd name="T2" fmla="*/ 18 w 177"/>
                <a:gd name="T3" fmla="*/ 108 h 108"/>
                <a:gd name="T4" fmla="*/ 0 w 177"/>
                <a:gd name="T5" fmla="*/ 40 h 108"/>
                <a:gd name="T6" fmla="*/ 159 w 177"/>
                <a:gd name="T7" fmla="*/ 0 h 108"/>
                <a:gd name="T8" fmla="*/ 177 w 177"/>
                <a:gd name="T9" fmla="*/ 6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" h="108">
                  <a:moveTo>
                    <a:pt x="177" y="68"/>
                  </a:moveTo>
                  <a:lnTo>
                    <a:pt x="18" y="108"/>
                  </a:lnTo>
                  <a:lnTo>
                    <a:pt x="0" y="40"/>
                  </a:lnTo>
                  <a:lnTo>
                    <a:pt x="159" y="0"/>
                  </a:lnTo>
                  <a:lnTo>
                    <a:pt x="177" y="68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16"/>
            <p:cNvSpPr/>
            <p:nvPr userDrawn="1"/>
          </p:nvSpPr>
          <p:spPr bwMode="auto">
            <a:xfrm>
              <a:off x="4332288" y="2089150"/>
              <a:ext cx="971550" cy="517525"/>
            </a:xfrm>
            <a:custGeom>
              <a:avLst/>
              <a:gdLst>
                <a:gd name="T0" fmla="*/ 0 w 612"/>
                <a:gd name="T1" fmla="*/ 326 h 326"/>
                <a:gd name="T2" fmla="*/ 126 w 612"/>
                <a:gd name="T3" fmla="*/ 31 h 326"/>
                <a:gd name="T4" fmla="*/ 319 w 612"/>
                <a:gd name="T5" fmla="*/ 130 h 326"/>
                <a:gd name="T6" fmla="*/ 367 w 612"/>
                <a:gd name="T7" fmla="*/ 0 h 326"/>
                <a:gd name="T8" fmla="*/ 612 w 612"/>
                <a:gd name="T9" fmla="*/ 14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2" h="326">
                  <a:moveTo>
                    <a:pt x="0" y="326"/>
                  </a:moveTo>
                  <a:lnTo>
                    <a:pt x="126" y="31"/>
                  </a:lnTo>
                  <a:lnTo>
                    <a:pt x="319" y="130"/>
                  </a:lnTo>
                  <a:lnTo>
                    <a:pt x="367" y="0"/>
                  </a:lnTo>
                  <a:lnTo>
                    <a:pt x="612" y="146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17"/>
            <p:cNvSpPr/>
            <p:nvPr userDrawn="1"/>
          </p:nvSpPr>
          <p:spPr bwMode="auto">
            <a:xfrm>
              <a:off x="5289550" y="2863850"/>
              <a:ext cx="933450" cy="862013"/>
            </a:xfrm>
            <a:custGeom>
              <a:avLst/>
              <a:gdLst>
                <a:gd name="T0" fmla="*/ 461 w 588"/>
                <a:gd name="T1" fmla="*/ 507 h 543"/>
                <a:gd name="T2" fmla="*/ 433 w 588"/>
                <a:gd name="T3" fmla="*/ 543 h 543"/>
                <a:gd name="T4" fmla="*/ 0 w 588"/>
                <a:gd name="T5" fmla="*/ 195 h 543"/>
                <a:gd name="T6" fmla="*/ 156 w 588"/>
                <a:gd name="T7" fmla="*/ 0 h 543"/>
                <a:gd name="T8" fmla="*/ 588 w 588"/>
                <a:gd name="T9" fmla="*/ 348 h 543"/>
                <a:gd name="T10" fmla="*/ 486 w 588"/>
                <a:gd name="T11" fmla="*/ 476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8" h="543">
                  <a:moveTo>
                    <a:pt x="461" y="507"/>
                  </a:moveTo>
                  <a:lnTo>
                    <a:pt x="433" y="543"/>
                  </a:lnTo>
                  <a:lnTo>
                    <a:pt x="0" y="195"/>
                  </a:lnTo>
                  <a:lnTo>
                    <a:pt x="156" y="0"/>
                  </a:lnTo>
                  <a:lnTo>
                    <a:pt x="588" y="348"/>
                  </a:lnTo>
                  <a:lnTo>
                    <a:pt x="486" y="476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18"/>
            <p:cNvSpPr/>
            <p:nvPr userDrawn="1"/>
          </p:nvSpPr>
          <p:spPr bwMode="auto">
            <a:xfrm>
              <a:off x="5289550" y="2921000"/>
              <a:ext cx="889000" cy="804863"/>
            </a:xfrm>
            <a:custGeom>
              <a:avLst/>
              <a:gdLst>
                <a:gd name="T0" fmla="*/ 461 w 560"/>
                <a:gd name="T1" fmla="*/ 471 h 507"/>
                <a:gd name="T2" fmla="*/ 433 w 560"/>
                <a:gd name="T3" fmla="*/ 507 h 507"/>
                <a:gd name="T4" fmla="*/ 0 w 560"/>
                <a:gd name="T5" fmla="*/ 159 h 507"/>
                <a:gd name="T6" fmla="*/ 127 w 560"/>
                <a:gd name="T7" fmla="*/ 0 h 507"/>
                <a:gd name="T8" fmla="*/ 560 w 560"/>
                <a:gd name="T9" fmla="*/ 348 h 507"/>
                <a:gd name="T10" fmla="*/ 494 w 560"/>
                <a:gd name="T11" fmla="*/ 430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0" h="507">
                  <a:moveTo>
                    <a:pt x="461" y="471"/>
                  </a:moveTo>
                  <a:lnTo>
                    <a:pt x="433" y="507"/>
                  </a:lnTo>
                  <a:lnTo>
                    <a:pt x="0" y="159"/>
                  </a:lnTo>
                  <a:lnTo>
                    <a:pt x="127" y="0"/>
                  </a:lnTo>
                  <a:lnTo>
                    <a:pt x="560" y="348"/>
                  </a:lnTo>
                  <a:lnTo>
                    <a:pt x="494" y="430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19"/>
            <p:cNvSpPr/>
            <p:nvPr userDrawn="1"/>
          </p:nvSpPr>
          <p:spPr bwMode="auto">
            <a:xfrm>
              <a:off x="5659438" y="2628900"/>
              <a:ext cx="708025" cy="687388"/>
            </a:xfrm>
            <a:custGeom>
              <a:avLst/>
              <a:gdLst>
                <a:gd name="T0" fmla="*/ 278 w 446"/>
                <a:gd name="T1" fmla="*/ 433 h 433"/>
                <a:gd name="T2" fmla="*/ 0 w 446"/>
                <a:gd name="T3" fmla="*/ 211 h 433"/>
                <a:gd name="T4" fmla="*/ 169 w 446"/>
                <a:gd name="T5" fmla="*/ 0 h 433"/>
                <a:gd name="T6" fmla="*/ 446 w 446"/>
                <a:gd name="T7" fmla="*/ 224 h 433"/>
                <a:gd name="T8" fmla="*/ 278 w 446"/>
                <a:gd name="T9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6" h="433">
                  <a:moveTo>
                    <a:pt x="278" y="433"/>
                  </a:moveTo>
                  <a:lnTo>
                    <a:pt x="0" y="211"/>
                  </a:lnTo>
                  <a:lnTo>
                    <a:pt x="169" y="0"/>
                  </a:lnTo>
                  <a:lnTo>
                    <a:pt x="446" y="224"/>
                  </a:lnTo>
                  <a:lnTo>
                    <a:pt x="278" y="433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0"/>
            <p:cNvSpPr/>
            <p:nvPr userDrawn="1"/>
          </p:nvSpPr>
          <p:spPr bwMode="auto">
            <a:xfrm>
              <a:off x="5580063" y="2806700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6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6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"/>
            <p:cNvSpPr/>
            <p:nvPr userDrawn="1"/>
          </p:nvSpPr>
          <p:spPr bwMode="auto">
            <a:xfrm>
              <a:off x="6100763" y="3224213"/>
              <a:ext cx="153988" cy="157163"/>
            </a:xfrm>
            <a:custGeom>
              <a:avLst/>
              <a:gdLst>
                <a:gd name="T0" fmla="*/ 50 w 97"/>
                <a:gd name="T1" fmla="*/ 99 h 99"/>
                <a:gd name="T2" fmla="*/ 0 w 97"/>
                <a:gd name="T3" fmla="*/ 58 h 99"/>
                <a:gd name="T4" fmla="*/ 47 w 97"/>
                <a:gd name="T5" fmla="*/ 0 h 99"/>
                <a:gd name="T6" fmla="*/ 97 w 97"/>
                <a:gd name="T7" fmla="*/ 41 h 99"/>
                <a:gd name="T8" fmla="*/ 50 w 97"/>
                <a:gd name="T9" fmla="*/ 9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9">
                  <a:moveTo>
                    <a:pt x="50" y="99"/>
                  </a:moveTo>
                  <a:lnTo>
                    <a:pt x="0" y="58"/>
                  </a:lnTo>
                  <a:lnTo>
                    <a:pt x="47" y="0"/>
                  </a:lnTo>
                  <a:lnTo>
                    <a:pt x="97" y="41"/>
                  </a:lnTo>
                  <a:lnTo>
                    <a:pt x="50" y="99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Line 22"/>
            <p:cNvSpPr>
              <a:spLocks noChangeShapeType="1"/>
            </p:cNvSpPr>
            <p:nvPr userDrawn="1"/>
          </p:nvSpPr>
          <p:spPr bwMode="auto">
            <a:xfrm>
              <a:off x="5942013" y="2749550"/>
              <a:ext cx="311150" cy="2508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Line 23"/>
            <p:cNvSpPr>
              <a:spLocks noChangeShapeType="1"/>
            </p:cNvSpPr>
            <p:nvPr userDrawn="1"/>
          </p:nvSpPr>
          <p:spPr bwMode="auto">
            <a:xfrm>
              <a:off x="5864225" y="2844800"/>
              <a:ext cx="312738" cy="24923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Line 24"/>
            <p:cNvSpPr>
              <a:spLocks noChangeShapeType="1"/>
            </p:cNvSpPr>
            <p:nvPr userDrawn="1"/>
          </p:nvSpPr>
          <p:spPr bwMode="auto">
            <a:xfrm>
              <a:off x="5789613" y="2940050"/>
              <a:ext cx="311150" cy="2508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Line 25"/>
            <p:cNvSpPr>
              <a:spLocks noChangeShapeType="1"/>
            </p:cNvSpPr>
            <p:nvPr userDrawn="1"/>
          </p:nvSpPr>
          <p:spPr bwMode="auto">
            <a:xfrm flipH="1">
              <a:off x="4926013" y="3370263"/>
              <a:ext cx="76200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Line 26"/>
            <p:cNvSpPr>
              <a:spLocks noChangeShapeType="1"/>
            </p:cNvSpPr>
            <p:nvPr userDrawn="1"/>
          </p:nvSpPr>
          <p:spPr bwMode="auto">
            <a:xfrm flipH="1">
              <a:off x="4745038" y="3551238"/>
              <a:ext cx="76200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Line 27"/>
            <p:cNvSpPr>
              <a:spLocks noChangeShapeType="1"/>
            </p:cNvSpPr>
            <p:nvPr userDrawn="1"/>
          </p:nvSpPr>
          <p:spPr bwMode="auto">
            <a:xfrm>
              <a:off x="4745038" y="3370263"/>
              <a:ext cx="76200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Line 28"/>
            <p:cNvSpPr>
              <a:spLocks noChangeShapeType="1"/>
            </p:cNvSpPr>
            <p:nvPr userDrawn="1"/>
          </p:nvSpPr>
          <p:spPr bwMode="auto">
            <a:xfrm>
              <a:off x="4926013" y="3551238"/>
              <a:ext cx="76200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Line 29"/>
            <p:cNvSpPr>
              <a:spLocks noChangeShapeType="1"/>
            </p:cNvSpPr>
            <p:nvPr userDrawn="1"/>
          </p:nvSpPr>
          <p:spPr bwMode="auto">
            <a:xfrm flipH="1">
              <a:off x="2824163" y="2967038"/>
              <a:ext cx="77788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Line 30"/>
            <p:cNvSpPr>
              <a:spLocks noChangeShapeType="1"/>
            </p:cNvSpPr>
            <p:nvPr userDrawn="1"/>
          </p:nvSpPr>
          <p:spPr bwMode="auto">
            <a:xfrm flipH="1">
              <a:off x="2644775" y="3148013"/>
              <a:ext cx="76200" cy="74613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Line 31"/>
            <p:cNvSpPr>
              <a:spLocks noChangeShapeType="1"/>
            </p:cNvSpPr>
            <p:nvPr userDrawn="1"/>
          </p:nvSpPr>
          <p:spPr bwMode="auto">
            <a:xfrm>
              <a:off x="2644775" y="2967038"/>
              <a:ext cx="76200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Line 32"/>
            <p:cNvSpPr>
              <a:spLocks noChangeShapeType="1"/>
            </p:cNvSpPr>
            <p:nvPr userDrawn="1"/>
          </p:nvSpPr>
          <p:spPr bwMode="auto">
            <a:xfrm>
              <a:off x="2824163" y="3148013"/>
              <a:ext cx="77788" cy="74613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Line 33"/>
            <p:cNvSpPr>
              <a:spLocks noChangeShapeType="1"/>
            </p:cNvSpPr>
            <p:nvPr userDrawn="1"/>
          </p:nvSpPr>
          <p:spPr bwMode="auto">
            <a:xfrm flipH="1">
              <a:off x="9728200" y="2589213"/>
              <a:ext cx="74613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Line 34"/>
            <p:cNvSpPr>
              <a:spLocks noChangeShapeType="1"/>
            </p:cNvSpPr>
            <p:nvPr userDrawn="1"/>
          </p:nvSpPr>
          <p:spPr bwMode="auto">
            <a:xfrm flipH="1">
              <a:off x="9547225" y="2770188"/>
              <a:ext cx="76200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Line 35"/>
            <p:cNvSpPr>
              <a:spLocks noChangeShapeType="1"/>
            </p:cNvSpPr>
            <p:nvPr userDrawn="1"/>
          </p:nvSpPr>
          <p:spPr bwMode="auto">
            <a:xfrm>
              <a:off x="9547225" y="2589213"/>
              <a:ext cx="76200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Line 36"/>
            <p:cNvSpPr>
              <a:spLocks noChangeShapeType="1"/>
            </p:cNvSpPr>
            <p:nvPr userDrawn="1"/>
          </p:nvSpPr>
          <p:spPr bwMode="auto">
            <a:xfrm>
              <a:off x="9728200" y="2770188"/>
              <a:ext cx="74613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Line 37"/>
            <p:cNvSpPr>
              <a:spLocks noChangeShapeType="1"/>
            </p:cNvSpPr>
            <p:nvPr userDrawn="1"/>
          </p:nvSpPr>
          <p:spPr bwMode="auto">
            <a:xfrm flipH="1">
              <a:off x="5354638" y="1201738"/>
              <a:ext cx="76200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Line 38"/>
            <p:cNvSpPr>
              <a:spLocks noChangeShapeType="1"/>
            </p:cNvSpPr>
            <p:nvPr userDrawn="1"/>
          </p:nvSpPr>
          <p:spPr bwMode="auto">
            <a:xfrm flipH="1">
              <a:off x="5173663" y="1381125"/>
              <a:ext cx="77788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Line 39"/>
            <p:cNvSpPr>
              <a:spLocks noChangeShapeType="1"/>
            </p:cNvSpPr>
            <p:nvPr userDrawn="1"/>
          </p:nvSpPr>
          <p:spPr bwMode="auto">
            <a:xfrm>
              <a:off x="5173663" y="1201738"/>
              <a:ext cx="77788" cy="762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Line 40"/>
            <p:cNvSpPr>
              <a:spLocks noChangeShapeType="1"/>
            </p:cNvSpPr>
            <p:nvPr userDrawn="1"/>
          </p:nvSpPr>
          <p:spPr bwMode="auto">
            <a:xfrm>
              <a:off x="5354638" y="1381125"/>
              <a:ext cx="76200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Oval 41"/>
            <p:cNvSpPr>
              <a:spLocks noChangeArrowheads="1"/>
            </p:cNvSpPr>
            <p:nvPr userDrawn="1"/>
          </p:nvSpPr>
          <p:spPr bwMode="auto">
            <a:xfrm>
              <a:off x="5788025" y="2276475"/>
              <a:ext cx="152400" cy="153988"/>
            </a:xfrm>
            <a:prstGeom prst="ellips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42"/>
            <p:cNvSpPr/>
            <p:nvPr userDrawn="1"/>
          </p:nvSpPr>
          <p:spPr bwMode="auto">
            <a:xfrm>
              <a:off x="3136900" y="2136775"/>
              <a:ext cx="661988" cy="984250"/>
            </a:xfrm>
            <a:custGeom>
              <a:avLst/>
              <a:gdLst>
                <a:gd name="T0" fmla="*/ 300 w 417"/>
                <a:gd name="T1" fmla="*/ 620 h 620"/>
                <a:gd name="T2" fmla="*/ 0 w 417"/>
                <a:gd name="T3" fmla="*/ 557 h 620"/>
                <a:gd name="T4" fmla="*/ 117 w 417"/>
                <a:gd name="T5" fmla="*/ 0 h 620"/>
                <a:gd name="T6" fmla="*/ 417 w 417"/>
                <a:gd name="T7" fmla="*/ 63 h 620"/>
                <a:gd name="T8" fmla="*/ 328 w 417"/>
                <a:gd name="T9" fmla="*/ 489 h 620"/>
                <a:gd name="T10" fmla="*/ 320 w 417"/>
                <a:gd name="T11" fmla="*/ 522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7" h="620">
                  <a:moveTo>
                    <a:pt x="300" y="620"/>
                  </a:moveTo>
                  <a:lnTo>
                    <a:pt x="0" y="557"/>
                  </a:lnTo>
                  <a:lnTo>
                    <a:pt x="117" y="0"/>
                  </a:lnTo>
                  <a:lnTo>
                    <a:pt x="417" y="63"/>
                  </a:lnTo>
                  <a:lnTo>
                    <a:pt x="328" y="489"/>
                  </a:lnTo>
                  <a:lnTo>
                    <a:pt x="320" y="522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43"/>
            <p:cNvSpPr/>
            <p:nvPr userDrawn="1"/>
          </p:nvSpPr>
          <p:spPr bwMode="auto">
            <a:xfrm>
              <a:off x="3267075" y="2276475"/>
              <a:ext cx="503238" cy="225425"/>
            </a:xfrm>
            <a:custGeom>
              <a:avLst/>
              <a:gdLst>
                <a:gd name="T0" fmla="*/ 300 w 317"/>
                <a:gd name="T1" fmla="*/ 142 h 142"/>
                <a:gd name="T2" fmla="*/ 0 w 317"/>
                <a:gd name="T3" fmla="*/ 79 h 142"/>
                <a:gd name="T4" fmla="*/ 16 w 317"/>
                <a:gd name="T5" fmla="*/ 0 h 142"/>
                <a:gd name="T6" fmla="*/ 317 w 317"/>
                <a:gd name="T7" fmla="*/ 62 h 142"/>
                <a:gd name="T8" fmla="*/ 300 w 317"/>
                <a:gd name="T9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7" h="142">
                  <a:moveTo>
                    <a:pt x="300" y="142"/>
                  </a:moveTo>
                  <a:lnTo>
                    <a:pt x="0" y="79"/>
                  </a:lnTo>
                  <a:lnTo>
                    <a:pt x="16" y="0"/>
                  </a:lnTo>
                  <a:lnTo>
                    <a:pt x="317" y="62"/>
                  </a:lnTo>
                  <a:lnTo>
                    <a:pt x="300" y="14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44"/>
            <p:cNvSpPr>
              <a:spLocks noChangeShapeType="1"/>
            </p:cNvSpPr>
            <p:nvPr userDrawn="1"/>
          </p:nvSpPr>
          <p:spPr bwMode="auto">
            <a:xfrm>
              <a:off x="3332163" y="2349500"/>
              <a:ext cx="371475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45"/>
            <p:cNvSpPr/>
            <p:nvPr userDrawn="1"/>
          </p:nvSpPr>
          <p:spPr bwMode="auto">
            <a:xfrm>
              <a:off x="3392488" y="1563688"/>
              <a:ext cx="190500" cy="192088"/>
            </a:xfrm>
            <a:custGeom>
              <a:avLst/>
              <a:gdLst>
                <a:gd name="T0" fmla="*/ 60 w 120"/>
                <a:gd name="T1" fmla="*/ 121 h 121"/>
                <a:gd name="T2" fmla="*/ 0 w 120"/>
                <a:gd name="T3" fmla="*/ 61 h 121"/>
                <a:gd name="T4" fmla="*/ 60 w 120"/>
                <a:gd name="T5" fmla="*/ 0 h 121"/>
                <a:gd name="T6" fmla="*/ 120 w 120"/>
                <a:gd name="T7" fmla="*/ 61 h 121"/>
                <a:gd name="T8" fmla="*/ 60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60" y="121"/>
                  </a:moveTo>
                  <a:lnTo>
                    <a:pt x="0" y="61"/>
                  </a:lnTo>
                  <a:lnTo>
                    <a:pt x="60" y="0"/>
                  </a:lnTo>
                  <a:lnTo>
                    <a:pt x="120" y="61"/>
                  </a:lnTo>
                  <a:lnTo>
                    <a:pt x="60" y="12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46"/>
            <p:cNvSpPr/>
            <p:nvPr userDrawn="1"/>
          </p:nvSpPr>
          <p:spPr bwMode="auto">
            <a:xfrm>
              <a:off x="5721350" y="1497013"/>
              <a:ext cx="190500" cy="192088"/>
            </a:xfrm>
            <a:custGeom>
              <a:avLst/>
              <a:gdLst>
                <a:gd name="T0" fmla="*/ 59 w 120"/>
                <a:gd name="T1" fmla="*/ 121 h 121"/>
                <a:gd name="T2" fmla="*/ 0 w 120"/>
                <a:gd name="T3" fmla="*/ 60 h 121"/>
                <a:gd name="T4" fmla="*/ 59 w 120"/>
                <a:gd name="T5" fmla="*/ 0 h 121"/>
                <a:gd name="T6" fmla="*/ 120 w 120"/>
                <a:gd name="T7" fmla="*/ 60 h 121"/>
                <a:gd name="T8" fmla="*/ 59 w 120"/>
                <a:gd name="T9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" h="121">
                  <a:moveTo>
                    <a:pt x="59" y="121"/>
                  </a:moveTo>
                  <a:lnTo>
                    <a:pt x="0" y="60"/>
                  </a:lnTo>
                  <a:lnTo>
                    <a:pt x="59" y="0"/>
                  </a:lnTo>
                  <a:lnTo>
                    <a:pt x="120" y="60"/>
                  </a:lnTo>
                  <a:lnTo>
                    <a:pt x="59" y="12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47"/>
            <p:cNvSpPr/>
            <p:nvPr userDrawn="1"/>
          </p:nvSpPr>
          <p:spPr bwMode="auto">
            <a:xfrm>
              <a:off x="2513013" y="3328988"/>
              <a:ext cx="684213" cy="350838"/>
            </a:xfrm>
            <a:custGeom>
              <a:avLst/>
              <a:gdLst>
                <a:gd name="T0" fmla="*/ 322 w 431"/>
                <a:gd name="T1" fmla="*/ 104 h 221"/>
                <a:gd name="T2" fmla="*/ 25 w 431"/>
                <a:gd name="T3" fmla="*/ 221 h 221"/>
                <a:gd name="T4" fmla="*/ 0 w 431"/>
                <a:gd name="T5" fmla="*/ 158 h 221"/>
                <a:gd name="T6" fmla="*/ 406 w 431"/>
                <a:gd name="T7" fmla="*/ 0 h 221"/>
                <a:gd name="T8" fmla="*/ 431 w 431"/>
                <a:gd name="T9" fmla="*/ 62 h 221"/>
                <a:gd name="T10" fmla="*/ 381 w 431"/>
                <a:gd name="T11" fmla="*/ 8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1" h="221">
                  <a:moveTo>
                    <a:pt x="322" y="104"/>
                  </a:moveTo>
                  <a:lnTo>
                    <a:pt x="25" y="221"/>
                  </a:lnTo>
                  <a:lnTo>
                    <a:pt x="0" y="158"/>
                  </a:lnTo>
                  <a:lnTo>
                    <a:pt x="406" y="0"/>
                  </a:lnTo>
                  <a:lnTo>
                    <a:pt x="431" y="62"/>
                  </a:lnTo>
                  <a:lnTo>
                    <a:pt x="381" y="81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Line 48"/>
            <p:cNvSpPr>
              <a:spLocks noChangeShapeType="1"/>
            </p:cNvSpPr>
            <p:nvPr userDrawn="1"/>
          </p:nvSpPr>
          <p:spPr bwMode="auto">
            <a:xfrm>
              <a:off x="2767013" y="3479800"/>
              <a:ext cx="38100" cy="1016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49"/>
            <p:cNvSpPr/>
            <p:nvPr userDrawn="1"/>
          </p:nvSpPr>
          <p:spPr bwMode="auto">
            <a:xfrm>
              <a:off x="2405063" y="3579813"/>
              <a:ext cx="147638" cy="100013"/>
            </a:xfrm>
            <a:custGeom>
              <a:avLst/>
              <a:gdLst>
                <a:gd name="T0" fmla="*/ 68 w 93"/>
                <a:gd name="T1" fmla="*/ 0 h 63"/>
                <a:gd name="T2" fmla="*/ 0 w 93"/>
                <a:gd name="T3" fmla="*/ 63 h 63"/>
                <a:gd name="T4" fmla="*/ 93 w 93"/>
                <a:gd name="T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3" h="63">
                  <a:moveTo>
                    <a:pt x="68" y="0"/>
                  </a:moveTo>
                  <a:lnTo>
                    <a:pt x="0" y="63"/>
                  </a:lnTo>
                  <a:lnTo>
                    <a:pt x="93" y="63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50"/>
            <p:cNvSpPr/>
            <p:nvPr userDrawn="1"/>
          </p:nvSpPr>
          <p:spPr bwMode="auto">
            <a:xfrm>
              <a:off x="7794625" y="3016250"/>
              <a:ext cx="333375" cy="422275"/>
            </a:xfrm>
            <a:custGeom>
              <a:avLst/>
              <a:gdLst>
                <a:gd name="T0" fmla="*/ 211 w 229"/>
                <a:gd name="T1" fmla="*/ 156 h 289"/>
                <a:gd name="T2" fmla="*/ 190 w 229"/>
                <a:gd name="T3" fmla="*/ 78 h 289"/>
                <a:gd name="T4" fmla="*/ 78 w 229"/>
                <a:gd name="T5" fmla="*/ 13 h 289"/>
                <a:gd name="T6" fmla="*/ 12 w 229"/>
                <a:gd name="T7" fmla="*/ 125 h 289"/>
                <a:gd name="T8" fmla="*/ 44 w 229"/>
                <a:gd name="T9" fmla="*/ 244 h 289"/>
                <a:gd name="T10" fmla="*/ 109 w 229"/>
                <a:gd name="T11" fmla="*/ 282 h 289"/>
                <a:gd name="T12" fmla="*/ 184 w 229"/>
                <a:gd name="T13" fmla="*/ 262 h 289"/>
                <a:gd name="T14" fmla="*/ 221 w 229"/>
                <a:gd name="T15" fmla="*/ 197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9" h="289">
                  <a:moveTo>
                    <a:pt x="211" y="156"/>
                  </a:moveTo>
                  <a:cubicBezTo>
                    <a:pt x="190" y="78"/>
                    <a:pt x="190" y="78"/>
                    <a:pt x="190" y="78"/>
                  </a:cubicBezTo>
                  <a:cubicBezTo>
                    <a:pt x="177" y="29"/>
                    <a:pt x="127" y="0"/>
                    <a:pt x="78" y="13"/>
                  </a:cubicBezTo>
                  <a:cubicBezTo>
                    <a:pt x="29" y="26"/>
                    <a:pt x="0" y="76"/>
                    <a:pt x="12" y="125"/>
                  </a:cubicBezTo>
                  <a:cubicBezTo>
                    <a:pt x="44" y="244"/>
                    <a:pt x="44" y="244"/>
                    <a:pt x="44" y="244"/>
                  </a:cubicBezTo>
                  <a:cubicBezTo>
                    <a:pt x="51" y="272"/>
                    <a:pt x="80" y="289"/>
                    <a:pt x="109" y="282"/>
                  </a:cubicBezTo>
                  <a:cubicBezTo>
                    <a:pt x="184" y="262"/>
                    <a:pt x="184" y="262"/>
                    <a:pt x="184" y="262"/>
                  </a:cubicBezTo>
                  <a:cubicBezTo>
                    <a:pt x="212" y="255"/>
                    <a:pt x="229" y="225"/>
                    <a:pt x="221" y="197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51"/>
            <p:cNvSpPr/>
            <p:nvPr userDrawn="1"/>
          </p:nvSpPr>
          <p:spPr bwMode="auto">
            <a:xfrm>
              <a:off x="7872413" y="2387600"/>
              <a:ext cx="255588" cy="773113"/>
            </a:xfrm>
            <a:custGeom>
              <a:avLst/>
              <a:gdLst>
                <a:gd name="T0" fmla="*/ 47 w 175"/>
                <a:gd name="T1" fmla="*/ 529 h 529"/>
                <a:gd name="T2" fmla="*/ 24 w 175"/>
                <a:gd name="T3" fmla="*/ 443 h 529"/>
                <a:gd name="T4" fmla="*/ 14 w 175"/>
                <a:gd name="T5" fmla="*/ 399 h 529"/>
                <a:gd name="T6" fmla="*/ 84 w 175"/>
                <a:gd name="T7" fmla="*/ 256 h 529"/>
                <a:gd name="T8" fmla="*/ 84 w 175"/>
                <a:gd name="T9" fmla="*/ 256 h 529"/>
                <a:gd name="T10" fmla="*/ 150 w 175"/>
                <a:gd name="T11" fmla="*/ 94 h 529"/>
                <a:gd name="T12" fmla="*/ 112 w 175"/>
                <a:gd name="T13" fmla="*/ 0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5" h="529">
                  <a:moveTo>
                    <a:pt x="47" y="529"/>
                  </a:moveTo>
                  <a:cubicBezTo>
                    <a:pt x="24" y="443"/>
                    <a:pt x="24" y="443"/>
                    <a:pt x="24" y="443"/>
                  </a:cubicBezTo>
                  <a:cubicBezTo>
                    <a:pt x="14" y="399"/>
                    <a:pt x="14" y="399"/>
                    <a:pt x="14" y="399"/>
                  </a:cubicBezTo>
                  <a:cubicBezTo>
                    <a:pt x="0" y="341"/>
                    <a:pt x="29" y="280"/>
                    <a:pt x="84" y="256"/>
                  </a:cubicBezTo>
                  <a:cubicBezTo>
                    <a:pt x="84" y="256"/>
                    <a:pt x="84" y="256"/>
                    <a:pt x="84" y="256"/>
                  </a:cubicBezTo>
                  <a:cubicBezTo>
                    <a:pt x="146" y="228"/>
                    <a:pt x="175" y="157"/>
                    <a:pt x="150" y="94"/>
                  </a:cubicBezTo>
                  <a:cubicBezTo>
                    <a:pt x="112" y="0"/>
                    <a:pt x="112" y="0"/>
                    <a:pt x="112" y="0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52"/>
            <p:cNvSpPr/>
            <p:nvPr userDrawn="1"/>
          </p:nvSpPr>
          <p:spPr bwMode="auto">
            <a:xfrm>
              <a:off x="7824788" y="3176588"/>
              <a:ext cx="258763" cy="66675"/>
            </a:xfrm>
            <a:custGeom>
              <a:avLst/>
              <a:gdLst>
                <a:gd name="T0" fmla="*/ 0 w 177"/>
                <a:gd name="T1" fmla="*/ 46 h 46"/>
                <a:gd name="T2" fmla="*/ 177 w 177"/>
                <a:gd name="T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7" h="46">
                  <a:moveTo>
                    <a:pt x="0" y="46"/>
                  </a:moveTo>
                  <a:cubicBezTo>
                    <a:pt x="3" y="46"/>
                    <a:pt x="177" y="0"/>
                    <a:pt x="177" y="0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53"/>
            <p:cNvSpPr/>
            <p:nvPr userDrawn="1"/>
          </p:nvSpPr>
          <p:spPr bwMode="auto">
            <a:xfrm>
              <a:off x="6515100" y="2436813"/>
              <a:ext cx="1176338" cy="563563"/>
            </a:xfrm>
            <a:custGeom>
              <a:avLst/>
              <a:gdLst>
                <a:gd name="T0" fmla="*/ 707 w 741"/>
                <a:gd name="T1" fmla="*/ 332 h 355"/>
                <a:gd name="T2" fmla="*/ 704 w 741"/>
                <a:gd name="T3" fmla="*/ 355 h 355"/>
                <a:gd name="T4" fmla="*/ 0 w 741"/>
                <a:gd name="T5" fmla="*/ 243 h 355"/>
                <a:gd name="T6" fmla="*/ 38 w 741"/>
                <a:gd name="T7" fmla="*/ 0 h 355"/>
                <a:gd name="T8" fmla="*/ 741 w 741"/>
                <a:gd name="T9" fmla="*/ 111 h 355"/>
                <a:gd name="T10" fmla="*/ 715 w 741"/>
                <a:gd name="T11" fmla="*/ 282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1" h="355">
                  <a:moveTo>
                    <a:pt x="707" y="332"/>
                  </a:moveTo>
                  <a:lnTo>
                    <a:pt x="704" y="355"/>
                  </a:lnTo>
                  <a:lnTo>
                    <a:pt x="0" y="243"/>
                  </a:lnTo>
                  <a:lnTo>
                    <a:pt x="38" y="0"/>
                  </a:lnTo>
                  <a:lnTo>
                    <a:pt x="741" y="111"/>
                  </a:lnTo>
                  <a:lnTo>
                    <a:pt x="715" y="282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54"/>
            <p:cNvSpPr/>
            <p:nvPr userDrawn="1"/>
          </p:nvSpPr>
          <p:spPr bwMode="auto">
            <a:xfrm>
              <a:off x="6621463" y="2505075"/>
              <a:ext cx="271463" cy="107950"/>
            </a:xfrm>
            <a:custGeom>
              <a:avLst/>
              <a:gdLst>
                <a:gd name="T0" fmla="*/ 165 w 171"/>
                <a:gd name="T1" fmla="*/ 68 h 68"/>
                <a:gd name="T2" fmla="*/ 0 w 171"/>
                <a:gd name="T3" fmla="*/ 42 h 68"/>
                <a:gd name="T4" fmla="*/ 7 w 171"/>
                <a:gd name="T5" fmla="*/ 0 h 68"/>
                <a:gd name="T6" fmla="*/ 171 w 171"/>
                <a:gd name="T7" fmla="*/ 26 h 68"/>
                <a:gd name="T8" fmla="*/ 165 w 171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68">
                  <a:moveTo>
                    <a:pt x="165" y="68"/>
                  </a:moveTo>
                  <a:lnTo>
                    <a:pt x="0" y="42"/>
                  </a:lnTo>
                  <a:lnTo>
                    <a:pt x="7" y="0"/>
                  </a:lnTo>
                  <a:lnTo>
                    <a:pt x="171" y="26"/>
                  </a:lnTo>
                  <a:lnTo>
                    <a:pt x="165" y="68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55"/>
            <p:cNvSpPr/>
            <p:nvPr userDrawn="1"/>
          </p:nvSpPr>
          <p:spPr bwMode="auto">
            <a:xfrm>
              <a:off x="6940550" y="25542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8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8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56"/>
            <p:cNvSpPr/>
            <p:nvPr userDrawn="1"/>
          </p:nvSpPr>
          <p:spPr bwMode="auto">
            <a:xfrm>
              <a:off x="7059613" y="2573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57"/>
            <p:cNvSpPr/>
            <p:nvPr userDrawn="1"/>
          </p:nvSpPr>
          <p:spPr bwMode="auto">
            <a:xfrm>
              <a:off x="7177088" y="2592388"/>
              <a:ext cx="82550" cy="80963"/>
            </a:xfrm>
            <a:custGeom>
              <a:avLst/>
              <a:gdLst>
                <a:gd name="T0" fmla="*/ 44 w 52"/>
                <a:gd name="T1" fmla="*/ 51 h 51"/>
                <a:gd name="T2" fmla="*/ 0 w 52"/>
                <a:gd name="T3" fmla="*/ 44 h 51"/>
                <a:gd name="T4" fmla="*/ 7 w 52"/>
                <a:gd name="T5" fmla="*/ 0 h 51"/>
                <a:gd name="T6" fmla="*/ 52 w 52"/>
                <a:gd name="T7" fmla="*/ 7 h 51"/>
                <a:gd name="T8" fmla="*/ 44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2" y="7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58"/>
            <p:cNvSpPr/>
            <p:nvPr userDrawn="1"/>
          </p:nvSpPr>
          <p:spPr bwMode="auto">
            <a:xfrm>
              <a:off x="7296150" y="261143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7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59"/>
            <p:cNvSpPr/>
            <p:nvPr userDrawn="1"/>
          </p:nvSpPr>
          <p:spPr bwMode="auto">
            <a:xfrm>
              <a:off x="7413625" y="2628900"/>
              <a:ext cx="80963" cy="82550"/>
            </a:xfrm>
            <a:custGeom>
              <a:avLst/>
              <a:gdLst>
                <a:gd name="T0" fmla="*/ 45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5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5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5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60"/>
            <p:cNvSpPr/>
            <p:nvPr userDrawn="1"/>
          </p:nvSpPr>
          <p:spPr bwMode="auto">
            <a:xfrm>
              <a:off x="6919913" y="2682875"/>
              <a:ext cx="82550" cy="80963"/>
            </a:xfrm>
            <a:custGeom>
              <a:avLst/>
              <a:gdLst>
                <a:gd name="T0" fmla="*/ 45 w 52"/>
                <a:gd name="T1" fmla="*/ 51 h 51"/>
                <a:gd name="T2" fmla="*/ 0 w 52"/>
                <a:gd name="T3" fmla="*/ 44 h 51"/>
                <a:gd name="T4" fmla="*/ 8 w 52"/>
                <a:gd name="T5" fmla="*/ 0 h 51"/>
                <a:gd name="T6" fmla="*/ 52 w 52"/>
                <a:gd name="T7" fmla="*/ 7 h 51"/>
                <a:gd name="T8" fmla="*/ 45 w 52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1">
                  <a:moveTo>
                    <a:pt x="45" y="51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5" y="5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61"/>
            <p:cNvSpPr/>
            <p:nvPr userDrawn="1"/>
          </p:nvSpPr>
          <p:spPr bwMode="auto">
            <a:xfrm>
              <a:off x="7038975" y="2700338"/>
              <a:ext cx="80963" cy="82550"/>
            </a:xfrm>
            <a:custGeom>
              <a:avLst/>
              <a:gdLst>
                <a:gd name="T0" fmla="*/ 44 w 51"/>
                <a:gd name="T1" fmla="*/ 52 h 52"/>
                <a:gd name="T2" fmla="*/ 0 w 51"/>
                <a:gd name="T3" fmla="*/ 44 h 52"/>
                <a:gd name="T4" fmla="*/ 7 w 51"/>
                <a:gd name="T5" fmla="*/ 0 h 52"/>
                <a:gd name="T6" fmla="*/ 51 w 51"/>
                <a:gd name="T7" fmla="*/ 7 h 52"/>
                <a:gd name="T8" fmla="*/ 44 w 51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2">
                  <a:moveTo>
                    <a:pt x="44" y="52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62"/>
            <p:cNvSpPr/>
            <p:nvPr userDrawn="1"/>
          </p:nvSpPr>
          <p:spPr bwMode="auto">
            <a:xfrm>
              <a:off x="6637338" y="2638425"/>
              <a:ext cx="80963" cy="79375"/>
            </a:xfrm>
            <a:custGeom>
              <a:avLst/>
              <a:gdLst>
                <a:gd name="T0" fmla="*/ 44 w 51"/>
                <a:gd name="T1" fmla="*/ 50 h 50"/>
                <a:gd name="T2" fmla="*/ 0 w 51"/>
                <a:gd name="T3" fmla="*/ 44 h 50"/>
                <a:gd name="T4" fmla="*/ 7 w 51"/>
                <a:gd name="T5" fmla="*/ 0 h 50"/>
                <a:gd name="T6" fmla="*/ 51 w 51"/>
                <a:gd name="T7" fmla="*/ 6 h 50"/>
                <a:gd name="T8" fmla="*/ 44 w 51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0">
                  <a:moveTo>
                    <a:pt x="44" y="50"/>
                  </a:moveTo>
                  <a:lnTo>
                    <a:pt x="0" y="44"/>
                  </a:lnTo>
                  <a:lnTo>
                    <a:pt x="7" y="0"/>
                  </a:lnTo>
                  <a:lnTo>
                    <a:pt x="51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63"/>
            <p:cNvSpPr/>
            <p:nvPr userDrawn="1"/>
          </p:nvSpPr>
          <p:spPr bwMode="auto">
            <a:xfrm>
              <a:off x="6756400" y="2657475"/>
              <a:ext cx="79375" cy="79375"/>
            </a:xfrm>
            <a:custGeom>
              <a:avLst/>
              <a:gdLst>
                <a:gd name="T0" fmla="*/ 44 w 50"/>
                <a:gd name="T1" fmla="*/ 50 h 50"/>
                <a:gd name="T2" fmla="*/ 0 w 50"/>
                <a:gd name="T3" fmla="*/ 44 h 50"/>
                <a:gd name="T4" fmla="*/ 6 w 50"/>
                <a:gd name="T5" fmla="*/ 0 h 50"/>
                <a:gd name="T6" fmla="*/ 50 w 50"/>
                <a:gd name="T7" fmla="*/ 6 h 50"/>
                <a:gd name="T8" fmla="*/ 44 w 50"/>
                <a:gd name="T9" fmla="*/ 5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0">
                  <a:moveTo>
                    <a:pt x="44" y="50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6"/>
                  </a:lnTo>
                  <a:lnTo>
                    <a:pt x="44" y="50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64"/>
            <p:cNvSpPr/>
            <p:nvPr userDrawn="1"/>
          </p:nvSpPr>
          <p:spPr bwMode="auto">
            <a:xfrm>
              <a:off x="7156450" y="2719388"/>
              <a:ext cx="82550" cy="82550"/>
            </a:xfrm>
            <a:custGeom>
              <a:avLst/>
              <a:gdLst>
                <a:gd name="T0" fmla="*/ 44 w 52"/>
                <a:gd name="T1" fmla="*/ 52 h 52"/>
                <a:gd name="T2" fmla="*/ 0 w 52"/>
                <a:gd name="T3" fmla="*/ 44 h 52"/>
                <a:gd name="T4" fmla="*/ 8 w 52"/>
                <a:gd name="T5" fmla="*/ 0 h 52"/>
                <a:gd name="T6" fmla="*/ 52 w 52"/>
                <a:gd name="T7" fmla="*/ 7 h 52"/>
                <a:gd name="T8" fmla="*/ 44 w 52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52">
                  <a:moveTo>
                    <a:pt x="44" y="52"/>
                  </a:moveTo>
                  <a:lnTo>
                    <a:pt x="0" y="44"/>
                  </a:lnTo>
                  <a:lnTo>
                    <a:pt x="8" y="0"/>
                  </a:lnTo>
                  <a:lnTo>
                    <a:pt x="52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65"/>
            <p:cNvSpPr/>
            <p:nvPr userDrawn="1"/>
          </p:nvSpPr>
          <p:spPr bwMode="auto">
            <a:xfrm>
              <a:off x="7277100" y="2738438"/>
              <a:ext cx="79375" cy="82550"/>
            </a:xfrm>
            <a:custGeom>
              <a:avLst/>
              <a:gdLst>
                <a:gd name="T0" fmla="*/ 44 w 50"/>
                <a:gd name="T1" fmla="*/ 52 h 52"/>
                <a:gd name="T2" fmla="*/ 0 w 50"/>
                <a:gd name="T3" fmla="*/ 44 h 52"/>
                <a:gd name="T4" fmla="*/ 6 w 50"/>
                <a:gd name="T5" fmla="*/ 0 h 52"/>
                <a:gd name="T6" fmla="*/ 50 w 50"/>
                <a:gd name="T7" fmla="*/ 7 h 52"/>
                <a:gd name="T8" fmla="*/ 44 w 50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52">
                  <a:moveTo>
                    <a:pt x="44" y="52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0" y="7"/>
                  </a:lnTo>
                  <a:lnTo>
                    <a:pt x="44" y="5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66"/>
            <p:cNvSpPr/>
            <p:nvPr userDrawn="1"/>
          </p:nvSpPr>
          <p:spPr bwMode="auto">
            <a:xfrm>
              <a:off x="7394575" y="2757488"/>
              <a:ext cx="80963" cy="80963"/>
            </a:xfrm>
            <a:custGeom>
              <a:avLst/>
              <a:gdLst>
                <a:gd name="T0" fmla="*/ 44 w 51"/>
                <a:gd name="T1" fmla="*/ 51 h 51"/>
                <a:gd name="T2" fmla="*/ 0 w 51"/>
                <a:gd name="T3" fmla="*/ 44 h 51"/>
                <a:gd name="T4" fmla="*/ 6 w 51"/>
                <a:gd name="T5" fmla="*/ 0 h 51"/>
                <a:gd name="T6" fmla="*/ 51 w 51"/>
                <a:gd name="T7" fmla="*/ 6 h 51"/>
                <a:gd name="T8" fmla="*/ 44 w 51"/>
                <a:gd name="T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51">
                  <a:moveTo>
                    <a:pt x="44" y="51"/>
                  </a:moveTo>
                  <a:lnTo>
                    <a:pt x="0" y="44"/>
                  </a:lnTo>
                  <a:lnTo>
                    <a:pt x="6" y="0"/>
                  </a:lnTo>
                  <a:lnTo>
                    <a:pt x="51" y="6"/>
                  </a:lnTo>
                  <a:lnTo>
                    <a:pt x="44" y="51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67"/>
            <p:cNvSpPr/>
            <p:nvPr userDrawn="1"/>
          </p:nvSpPr>
          <p:spPr bwMode="auto">
            <a:xfrm>
              <a:off x="7096125" y="2343150"/>
              <a:ext cx="512763" cy="176213"/>
            </a:xfrm>
            <a:custGeom>
              <a:avLst/>
              <a:gdLst>
                <a:gd name="T0" fmla="*/ 0 w 352"/>
                <a:gd name="T1" fmla="*/ 121 h 121"/>
                <a:gd name="T2" fmla="*/ 0 w 352"/>
                <a:gd name="T3" fmla="*/ 121 h 121"/>
                <a:gd name="T4" fmla="*/ 152 w 352"/>
                <a:gd name="T5" fmla="*/ 57 h 121"/>
                <a:gd name="T6" fmla="*/ 193 w 352"/>
                <a:gd name="T7" fmla="*/ 65 h 121"/>
                <a:gd name="T8" fmla="*/ 326 w 352"/>
                <a:gd name="T9" fmla="*/ 26 h 121"/>
                <a:gd name="T10" fmla="*/ 352 w 352"/>
                <a:gd name="T1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2" h="121">
                  <a:moveTo>
                    <a:pt x="0" y="121"/>
                  </a:moveTo>
                  <a:cubicBezTo>
                    <a:pt x="0" y="121"/>
                    <a:pt x="0" y="121"/>
                    <a:pt x="0" y="121"/>
                  </a:cubicBezTo>
                  <a:cubicBezTo>
                    <a:pt x="33" y="70"/>
                    <a:pt x="93" y="44"/>
                    <a:pt x="152" y="57"/>
                  </a:cubicBezTo>
                  <a:cubicBezTo>
                    <a:pt x="193" y="65"/>
                    <a:pt x="193" y="65"/>
                    <a:pt x="193" y="65"/>
                  </a:cubicBezTo>
                  <a:cubicBezTo>
                    <a:pt x="241" y="76"/>
                    <a:pt x="291" y="61"/>
                    <a:pt x="326" y="26"/>
                  </a:cubicBezTo>
                  <a:cubicBezTo>
                    <a:pt x="352" y="0"/>
                    <a:pt x="352" y="0"/>
                    <a:pt x="352" y="0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68"/>
            <p:cNvSpPr/>
            <p:nvPr userDrawn="1"/>
          </p:nvSpPr>
          <p:spPr bwMode="auto">
            <a:xfrm>
              <a:off x="8515350" y="2657475"/>
              <a:ext cx="825500" cy="1006475"/>
            </a:xfrm>
            <a:custGeom>
              <a:avLst/>
              <a:gdLst>
                <a:gd name="T0" fmla="*/ 174 w 520"/>
                <a:gd name="T1" fmla="*/ 59 h 634"/>
                <a:gd name="T2" fmla="*/ 54 w 520"/>
                <a:gd name="T3" fmla="*/ 113 h 634"/>
                <a:gd name="T4" fmla="*/ 0 w 520"/>
                <a:gd name="T5" fmla="*/ 253 h 634"/>
                <a:gd name="T6" fmla="*/ 168 w 520"/>
                <a:gd name="T7" fmla="*/ 634 h 634"/>
                <a:gd name="T8" fmla="*/ 520 w 520"/>
                <a:gd name="T9" fmla="*/ 479 h 634"/>
                <a:gd name="T10" fmla="*/ 309 w 520"/>
                <a:gd name="T11" fmla="*/ 0 h 634"/>
                <a:gd name="T12" fmla="*/ 241 w 520"/>
                <a:gd name="T13" fmla="*/ 30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0" h="634">
                  <a:moveTo>
                    <a:pt x="174" y="59"/>
                  </a:moveTo>
                  <a:lnTo>
                    <a:pt x="54" y="113"/>
                  </a:lnTo>
                  <a:lnTo>
                    <a:pt x="0" y="253"/>
                  </a:lnTo>
                  <a:lnTo>
                    <a:pt x="168" y="634"/>
                  </a:lnTo>
                  <a:lnTo>
                    <a:pt x="520" y="479"/>
                  </a:lnTo>
                  <a:lnTo>
                    <a:pt x="309" y="0"/>
                  </a:lnTo>
                  <a:lnTo>
                    <a:pt x="241" y="30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69"/>
            <p:cNvSpPr/>
            <p:nvPr userDrawn="1"/>
          </p:nvSpPr>
          <p:spPr bwMode="auto">
            <a:xfrm>
              <a:off x="8513763" y="2836863"/>
              <a:ext cx="155575" cy="222250"/>
            </a:xfrm>
            <a:custGeom>
              <a:avLst/>
              <a:gdLst>
                <a:gd name="T0" fmla="*/ 55 w 98"/>
                <a:gd name="T1" fmla="*/ 0 h 140"/>
                <a:gd name="T2" fmla="*/ 0 w 98"/>
                <a:gd name="T3" fmla="*/ 140 h 140"/>
                <a:gd name="T4" fmla="*/ 98 w 98"/>
                <a:gd name="T5" fmla="*/ 97 h 140"/>
                <a:gd name="T6" fmla="*/ 55 w 98"/>
                <a:gd name="T7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8" h="140">
                  <a:moveTo>
                    <a:pt x="55" y="0"/>
                  </a:moveTo>
                  <a:lnTo>
                    <a:pt x="0" y="140"/>
                  </a:lnTo>
                  <a:lnTo>
                    <a:pt x="98" y="97"/>
                  </a:lnTo>
                  <a:lnTo>
                    <a:pt x="55" y="0"/>
                  </a:lnTo>
                  <a:close/>
                </a:path>
              </a:pathLst>
            </a:custGeom>
            <a:noFill/>
            <a:ln w="19050" cap="rnd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Line 70"/>
            <p:cNvSpPr>
              <a:spLocks noChangeShapeType="1"/>
            </p:cNvSpPr>
            <p:nvPr userDrawn="1"/>
          </p:nvSpPr>
          <p:spPr bwMode="auto">
            <a:xfrm flipV="1">
              <a:off x="8669338" y="2978150"/>
              <a:ext cx="365125" cy="1619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Line 71"/>
            <p:cNvSpPr>
              <a:spLocks noChangeShapeType="1"/>
            </p:cNvSpPr>
            <p:nvPr userDrawn="1"/>
          </p:nvSpPr>
          <p:spPr bwMode="auto">
            <a:xfrm flipV="1">
              <a:off x="8737600" y="3132138"/>
              <a:ext cx="366713" cy="1619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Line 72"/>
            <p:cNvSpPr>
              <a:spLocks noChangeShapeType="1"/>
            </p:cNvSpPr>
            <p:nvPr userDrawn="1"/>
          </p:nvSpPr>
          <p:spPr bwMode="auto">
            <a:xfrm flipV="1">
              <a:off x="8805863" y="3289300"/>
              <a:ext cx="366713" cy="1619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Oval 73"/>
            <p:cNvSpPr>
              <a:spLocks noChangeArrowheads="1"/>
            </p:cNvSpPr>
            <p:nvPr userDrawn="1"/>
          </p:nvSpPr>
          <p:spPr bwMode="auto">
            <a:xfrm>
              <a:off x="8836025" y="2178050"/>
              <a:ext cx="242888" cy="242888"/>
            </a:xfrm>
            <a:prstGeom prst="ellips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74"/>
            <p:cNvSpPr/>
            <p:nvPr userDrawn="1"/>
          </p:nvSpPr>
          <p:spPr bwMode="auto">
            <a:xfrm>
              <a:off x="8958263" y="2233613"/>
              <a:ext cx="65088" cy="65088"/>
            </a:xfrm>
            <a:custGeom>
              <a:avLst/>
              <a:gdLst>
                <a:gd name="T0" fmla="*/ 0 w 45"/>
                <a:gd name="T1" fmla="*/ 0 h 45"/>
                <a:gd name="T2" fmla="*/ 45 w 45"/>
                <a:gd name="T3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45">
                  <a:moveTo>
                    <a:pt x="0" y="0"/>
                  </a:moveTo>
                  <a:cubicBezTo>
                    <a:pt x="25" y="0"/>
                    <a:pt x="45" y="20"/>
                    <a:pt x="45" y="45"/>
                  </a:cubicBez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Line 75"/>
            <p:cNvSpPr>
              <a:spLocks noChangeShapeType="1"/>
            </p:cNvSpPr>
            <p:nvPr userDrawn="1"/>
          </p:nvSpPr>
          <p:spPr bwMode="auto">
            <a:xfrm>
              <a:off x="9078913" y="2298700"/>
              <a:ext cx="92075" cy="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Line 76"/>
            <p:cNvSpPr>
              <a:spLocks noChangeShapeType="1"/>
            </p:cNvSpPr>
            <p:nvPr userDrawn="1"/>
          </p:nvSpPr>
          <p:spPr bwMode="auto">
            <a:xfrm flipH="1">
              <a:off x="6546850" y="209073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Line 77"/>
            <p:cNvSpPr>
              <a:spLocks noChangeShapeType="1"/>
            </p:cNvSpPr>
            <p:nvPr userDrawn="1"/>
          </p:nvSpPr>
          <p:spPr bwMode="auto">
            <a:xfrm flipH="1">
              <a:off x="6375400" y="226218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Line 78"/>
            <p:cNvSpPr>
              <a:spLocks noChangeShapeType="1"/>
            </p:cNvSpPr>
            <p:nvPr userDrawn="1"/>
          </p:nvSpPr>
          <p:spPr bwMode="auto">
            <a:xfrm>
              <a:off x="6375400" y="209073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Line 79"/>
            <p:cNvSpPr>
              <a:spLocks noChangeShapeType="1"/>
            </p:cNvSpPr>
            <p:nvPr userDrawn="1"/>
          </p:nvSpPr>
          <p:spPr bwMode="auto">
            <a:xfrm>
              <a:off x="6546850" y="226218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Line 80"/>
            <p:cNvSpPr>
              <a:spLocks noChangeShapeType="1"/>
            </p:cNvSpPr>
            <p:nvPr userDrawn="1"/>
          </p:nvSpPr>
          <p:spPr bwMode="auto">
            <a:xfrm flipH="1">
              <a:off x="8551863" y="192563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Line 81"/>
            <p:cNvSpPr>
              <a:spLocks noChangeShapeType="1"/>
            </p:cNvSpPr>
            <p:nvPr userDrawn="1"/>
          </p:nvSpPr>
          <p:spPr bwMode="auto">
            <a:xfrm flipH="1">
              <a:off x="8380413" y="209708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Line 82"/>
            <p:cNvSpPr>
              <a:spLocks noChangeShapeType="1"/>
            </p:cNvSpPr>
            <p:nvPr userDrawn="1"/>
          </p:nvSpPr>
          <p:spPr bwMode="auto">
            <a:xfrm>
              <a:off x="8380413" y="192563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Line 83"/>
            <p:cNvSpPr>
              <a:spLocks noChangeShapeType="1"/>
            </p:cNvSpPr>
            <p:nvPr userDrawn="1"/>
          </p:nvSpPr>
          <p:spPr bwMode="auto">
            <a:xfrm>
              <a:off x="8551863" y="2097088"/>
              <a:ext cx="73025" cy="73025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Oval 84"/>
            <p:cNvSpPr>
              <a:spLocks noChangeArrowheads="1"/>
            </p:cNvSpPr>
            <p:nvPr userDrawn="1"/>
          </p:nvSpPr>
          <p:spPr bwMode="auto">
            <a:xfrm>
              <a:off x="7175500" y="3248025"/>
              <a:ext cx="146050" cy="146050"/>
            </a:xfrm>
            <a:prstGeom prst="ellips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Freeform 85"/>
            <p:cNvSpPr/>
            <p:nvPr userDrawn="1"/>
          </p:nvSpPr>
          <p:spPr bwMode="auto">
            <a:xfrm>
              <a:off x="6988175" y="2027238"/>
              <a:ext cx="182563" cy="182563"/>
            </a:xfrm>
            <a:custGeom>
              <a:avLst/>
              <a:gdLst>
                <a:gd name="T0" fmla="*/ 58 w 115"/>
                <a:gd name="T1" fmla="*/ 115 h 115"/>
                <a:gd name="T2" fmla="*/ 0 w 115"/>
                <a:gd name="T3" fmla="*/ 58 h 115"/>
                <a:gd name="T4" fmla="*/ 58 w 115"/>
                <a:gd name="T5" fmla="*/ 0 h 115"/>
                <a:gd name="T6" fmla="*/ 115 w 115"/>
                <a:gd name="T7" fmla="*/ 58 h 115"/>
                <a:gd name="T8" fmla="*/ 58 w 115"/>
                <a:gd name="T9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115">
                  <a:moveTo>
                    <a:pt x="58" y="115"/>
                  </a:moveTo>
                  <a:lnTo>
                    <a:pt x="0" y="58"/>
                  </a:lnTo>
                  <a:lnTo>
                    <a:pt x="58" y="0"/>
                  </a:lnTo>
                  <a:lnTo>
                    <a:pt x="115" y="58"/>
                  </a:lnTo>
                  <a:lnTo>
                    <a:pt x="58" y="115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1" name="Freeform 86"/>
            <p:cNvSpPr/>
            <p:nvPr userDrawn="1"/>
          </p:nvSpPr>
          <p:spPr bwMode="auto">
            <a:xfrm>
              <a:off x="8355013" y="2354263"/>
              <a:ext cx="258763" cy="296863"/>
            </a:xfrm>
            <a:custGeom>
              <a:avLst/>
              <a:gdLst>
                <a:gd name="T0" fmla="*/ 100 w 177"/>
                <a:gd name="T1" fmla="*/ 0 h 203"/>
                <a:gd name="T2" fmla="*/ 15 w 177"/>
                <a:gd name="T3" fmla="*/ 124 h 203"/>
                <a:gd name="T4" fmla="*/ 27 w 177"/>
                <a:gd name="T5" fmla="*/ 189 h 203"/>
                <a:gd name="T6" fmla="*/ 91 w 177"/>
                <a:gd name="T7" fmla="*/ 177 h 203"/>
                <a:gd name="T8" fmla="*/ 177 w 177"/>
                <a:gd name="T9" fmla="*/ 53 h 203"/>
                <a:gd name="T10" fmla="*/ 100 w 177"/>
                <a:gd name="T11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7" h="203">
                  <a:moveTo>
                    <a:pt x="100" y="0"/>
                  </a:moveTo>
                  <a:cubicBezTo>
                    <a:pt x="15" y="124"/>
                    <a:pt x="15" y="124"/>
                    <a:pt x="15" y="124"/>
                  </a:cubicBezTo>
                  <a:cubicBezTo>
                    <a:pt x="0" y="145"/>
                    <a:pt x="6" y="174"/>
                    <a:pt x="27" y="189"/>
                  </a:cubicBezTo>
                  <a:cubicBezTo>
                    <a:pt x="48" y="203"/>
                    <a:pt x="77" y="198"/>
                    <a:pt x="91" y="177"/>
                  </a:cubicBezTo>
                  <a:cubicBezTo>
                    <a:pt x="177" y="53"/>
                    <a:pt x="177" y="53"/>
                    <a:pt x="177" y="53"/>
                  </a:cubicBezTo>
                  <a:lnTo>
                    <a:pt x="100" y="0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2" name="Line 87"/>
            <p:cNvSpPr>
              <a:spLocks noChangeShapeType="1"/>
            </p:cNvSpPr>
            <p:nvPr userDrawn="1"/>
          </p:nvSpPr>
          <p:spPr bwMode="auto">
            <a:xfrm>
              <a:off x="8391525" y="2514600"/>
              <a:ext cx="111125" cy="77788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3" name="Freeform 88"/>
            <p:cNvSpPr/>
            <p:nvPr userDrawn="1"/>
          </p:nvSpPr>
          <p:spPr bwMode="auto">
            <a:xfrm>
              <a:off x="8516938" y="2305050"/>
              <a:ext cx="122238" cy="115888"/>
            </a:xfrm>
            <a:custGeom>
              <a:avLst/>
              <a:gdLst>
                <a:gd name="T0" fmla="*/ 77 w 77"/>
                <a:gd name="T1" fmla="*/ 35 h 73"/>
                <a:gd name="T2" fmla="*/ 27 w 77"/>
                <a:gd name="T3" fmla="*/ 0 h 73"/>
                <a:gd name="T4" fmla="*/ 0 w 77"/>
                <a:gd name="T5" fmla="*/ 38 h 73"/>
                <a:gd name="T6" fmla="*/ 51 w 77"/>
                <a:gd name="T7" fmla="*/ 73 h 73"/>
                <a:gd name="T8" fmla="*/ 77 w 77"/>
                <a:gd name="T9" fmla="*/ 3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3">
                  <a:moveTo>
                    <a:pt x="77" y="35"/>
                  </a:moveTo>
                  <a:lnTo>
                    <a:pt x="27" y="0"/>
                  </a:lnTo>
                  <a:lnTo>
                    <a:pt x="0" y="38"/>
                  </a:lnTo>
                  <a:lnTo>
                    <a:pt x="51" y="73"/>
                  </a:lnTo>
                  <a:lnTo>
                    <a:pt x="77" y="35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4" name="Freeform 89"/>
            <p:cNvSpPr/>
            <p:nvPr userDrawn="1"/>
          </p:nvSpPr>
          <p:spPr bwMode="auto">
            <a:xfrm>
              <a:off x="7886700" y="1612900"/>
              <a:ext cx="290513" cy="280988"/>
            </a:xfrm>
            <a:custGeom>
              <a:avLst/>
              <a:gdLst>
                <a:gd name="T0" fmla="*/ 134 w 200"/>
                <a:gd name="T1" fmla="*/ 192 h 192"/>
                <a:gd name="T2" fmla="*/ 0 w 200"/>
                <a:gd name="T3" fmla="*/ 79 h 192"/>
                <a:gd name="T4" fmla="*/ 55 w 200"/>
                <a:gd name="T5" fmla="*/ 14 h 192"/>
                <a:gd name="T6" fmla="*/ 97 w 200"/>
                <a:gd name="T7" fmla="*/ 10 h 192"/>
                <a:gd name="T8" fmla="*/ 186 w 200"/>
                <a:gd name="T9" fmla="*/ 84 h 192"/>
                <a:gd name="T10" fmla="*/ 189 w 200"/>
                <a:gd name="T11" fmla="*/ 126 h 192"/>
                <a:gd name="T12" fmla="*/ 134 w 200"/>
                <a:gd name="T13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0" h="192">
                  <a:moveTo>
                    <a:pt x="134" y="192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55" y="14"/>
                    <a:pt x="55" y="14"/>
                    <a:pt x="55" y="14"/>
                  </a:cubicBezTo>
                  <a:cubicBezTo>
                    <a:pt x="65" y="1"/>
                    <a:pt x="84" y="0"/>
                    <a:pt x="97" y="10"/>
                  </a:cubicBezTo>
                  <a:cubicBezTo>
                    <a:pt x="186" y="84"/>
                    <a:pt x="186" y="84"/>
                    <a:pt x="186" y="84"/>
                  </a:cubicBezTo>
                  <a:cubicBezTo>
                    <a:pt x="198" y="95"/>
                    <a:pt x="200" y="114"/>
                    <a:pt x="189" y="126"/>
                  </a:cubicBezTo>
                  <a:lnTo>
                    <a:pt x="134" y="192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5" name="Line 90"/>
            <p:cNvSpPr>
              <a:spLocks noChangeShapeType="1"/>
            </p:cNvSpPr>
            <p:nvPr userDrawn="1"/>
          </p:nvSpPr>
          <p:spPr bwMode="auto">
            <a:xfrm>
              <a:off x="7854950" y="1765300"/>
              <a:ext cx="195263" cy="1651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6" name="Line 91"/>
            <p:cNvSpPr>
              <a:spLocks noChangeShapeType="1"/>
            </p:cNvSpPr>
            <p:nvPr userDrawn="1"/>
          </p:nvSpPr>
          <p:spPr bwMode="auto">
            <a:xfrm>
              <a:off x="7797800" y="1835150"/>
              <a:ext cx="195263" cy="1651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7" name="Line 92"/>
            <p:cNvSpPr>
              <a:spLocks noChangeShapeType="1"/>
            </p:cNvSpPr>
            <p:nvPr userDrawn="1"/>
          </p:nvSpPr>
          <p:spPr bwMode="auto">
            <a:xfrm>
              <a:off x="7739063" y="1905000"/>
              <a:ext cx="195263" cy="16510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8" name="Freeform 93"/>
            <p:cNvSpPr/>
            <p:nvPr userDrawn="1"/>
          </p:nvSpPr>
          <p:spPr bwMode="auto">
            <a:xfrm>
              <a:off x="7500938" y="1639888"/>
              <a:ext cx="685800" cy="642938"/>
            </a:xfrm>
            <a:custGeom>
              <a:avLst/>
              <a:gdLst>
                <a:gd name="T0" fmla="*/ 387 w 432"/>
                <a:gd name="T1" fmla="*/ 135 h 405"/>
                <a:gd name="T2" fmla="*/ 384 w 432"/>
                <a:gd name="T3" fmla="*/ 138 h 405"/>
                <a:gd name="T4" fmla="*/ 366 w 432"/>
                <a:gd name="T5" fmla="*/ 160 h 405"/>
                <a:gd name="T6" fmla="*/ 243 w 432"/>
                <a:gd name="T7" fmla="*/ 56 h 405"/>
                <a:gd name="T8" fmla="*/ 261 w 432"/>
                <a:gd name="T9" fmla="*/ 35 h 405"/>
                <a:gd name="T10" fmla="*/ 264 w 432"/>
                <a:gd name="T11" fmla="*/ 31 h 405"/>
                <a:gd name="T12" fmla="*/ 227 w 432"/>
                <a:gd name="T13" fmla="*/ 0 h 405"/>
                <a:gd name="T14" fmla="*/ 0 w 432"/>
                <a:gd name="T15" fmla="*/ 271 h 405"/>
                <a:gd name="T16" fmla="*/ 160 w 432"/>
                <a:gd name="T17" fmla="*/ 405 h 405"/>
                <a:gd name="T18" fmla="*/ 243 w 432"/>
                <a:gd name="T19" fmla="*/ 398 h 405"/>
                <a:gd name="T20" fmla="*/ 432 w 432"/>
                <a:gd name="T21" fmla="*/ 172 h 405"/>
                <a:gd name="T22" fmla="*/ 387 w 432"/>
                <a:gd name="T23" fmla="*/ 13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32" h="405">
                  <a:moveTo>
                    <a:pt x="387" y="135"/>
                  </a:moveTo>
                  <a:lnTo>
                    <a:pt x="384" y="138"/>
                  </a:lnTo>
                  <a:lnTo>
                    <a:pt x="366" y="160"/>
                  </a:lnTo>
                  <a:lnTo>
                    <a:pt x="243" y="56"/>
                  </a:lnTo>
                  <a:lnTo>
                    <a:pt x="261" y="35"/>
                  </a:lnTo>
                  <a:lnTo>
                    <a:pt x="264" y="31"/>
                  </a:lnTo>
                  <a:lnTo>
                    <a:pt x="227" y="0"/>
                  </a:lnTo>
                  <a:lnTo>
                    <a:pt x="0" y="271"/>
                  </a:lnTo>
                  <a:lnTo>
                    <a:pt x="160" y="405"/>
                  </a:lnTo>
                  <a:lnTo>
                    <a:pt x="243" y="398"/>
                  </a:lnTo>
                  <a:lnTo>
                    <a:pt x="432" y="172"/>
                  </a:lnTo>
                  <a:lnTo>
                    <a:pt x="387" y="135"/>
                  </a:lnTo>
                  <a:close/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9" name="Freeform 94"/>
            <p:cNvSpPr/>
            <p:nvPr userDrawn="1"/>
          </p:nvSpPr>
          <p:spPr bwMode="auto">
            <a:xfrm>
              <a:off x="7754938" y="2211388"/>
              <a:ext cx="131763" cy="71438"/>
            </a:xfrm>
            <a:custGeom>
              <a:avLst/>
              <a:gdLst>
                <a:gd name="T0" fmla="*/ 0 w 83"/>
                <a:gd name="T1" fmla="*/ 45 h 45"/>
                <a:gd name="T2" fmla="*/ 38 w 83"/>
                <a:gd name="T3" fmla="*/ 0 h 45"/>
                <a:gd name="T4" fmla="*/ 83 w 83"/>
                <a:gd name="T5" fmla="*/ 38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3" h="45">
                  <a:moveTo>
                    <a:pt x="0" y="45"/>
                  </a:moveTo>
                  <a:lnTo>
                    <a:pt x="38" y="0"/>
                  </a:lnTo>
                  <a:lnTo>
                    <a:pt x="83" y="38"/>
                  </a:lnTo>
                </a:path>
              </a:pathLst>
            </a:cu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0" name="Line 95"/>
            <p:cNvSpPr>
              <a:spLocks noChangeShapeType="1"/>
            </p:cNvSpPr>
            <p:nvPr userDrawn="1"/>
          </p:nvSpPr>
          <p:spPr bwMode="auto">
            <a:xfrm>
              <a:off x="7920038" y="1689100"/>
              <a:ext cx="128588" cy="107950"/>
            </a:xfrm>
            <a:prstGeom prst="line">
              <a:avLst/>
            </a:prstGeom>
            <a:noFill/>
            <a:ln w="19050" cap="flat">
              <a:solidFill>
                <a:schemeClr val="bg1">
                  <a:alpha val="50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95325" y="1"/>
            <a:ext cx="10801350" cy="10159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5325" y="1125538"/>
            <a:ext cx="10801350" cy="5051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grpSp>
        <p:nvGrpSpPr>
          <p:cNvPr id="67" name="组合 66"/>
          <p:cNvGrpSpPr/>
          <p:nvPr/>
        </p:nvGrpSpPr>
        <p:grpSpPr>
          <a:xfrm>
            <a:off x="9451088" y="5101431"/>
            <a:ext cx="2740912" cy="1756569"/>
            <a:chOff x="7046117" y="348455"/>
            <a:chExt cx="3138488" cy="2011363"/>
          </a:xfrm>
        </p:grpSpPr>
        <p:sp>
          <p:nvSpPr>
            <p:cNvPr id="9" name="Freeform 5"/>
            <p:cNvSpPr/>
            <p:nvPr/>
          </p:nvSpPr>
          <p:spPr bwMode="auto">
            <a:xfrm>
              <a:off x="9748042" y="735805"/>
              <a:ext cx="366713" cy="223838"/>
            </a:xfrm>
            <a:custGeom>
              <a:avLst/>
              <a:gdLst>
                <a:gd name="T0" fmla="*/ 0 w 318"/>
                <a:gd name="T1" fmla="*/ 195 h 195"/>
                <a:gd name="T2" fmla="*/ 318 w 318"/>
                <a:gd name="T3" fmla="*/ 47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18" h="195">
                  <a:moveTo>
                    <a:pt x="0" y="195"/>
                  </a:moveTo>
                  <a:cubicBezTo>
                    <a:pt x="47" y="67"/>
                    <a:pt x="190" y="0"/>
                    <a:pt x="318" y="47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9808367" y="807243"/>
              <a:ext cx="284163" cy="174625"/>
            </a:xfrm>
            <a:custGeom>
              <a:avLst/>
              <a:gdLst>
                <a:gd name="T0" fmla="*/ 0 w 246"/>
                <a:gd name="T1" fmla="*/ 151 h 151"/>
                <a:gd name="T2" fmla="*/ 246 w 246"/>
                <a:gd name="T3" fmla="*/ 3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46" h="151">
                  <a:moveTo>
                    <a:pt x="0" y="151"/>
                  </a:moveTo>
                  <a:cubicBezTo>
                    <a:pt x="36" y="52"/>
                    <a:pt x="146" y="0"/>
                    <a:pt x="246" y="36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7"/>
            <p:cNvSpPr/>
            <p:nvPr/>
          </p:nvSpPr>
          <p:spPr bwMode="auto">
            <a:xfrm>
              <a:off x="9870280" y="883443"/>
              <a:ext cx="200025" cy="122238"/>
            </a:xfrm>
            <a:custGeom>
              <a:avLst/>
              <a:gdLst>
                <a:gd name="T0" fmla="*/ 0 w 173"/>
                <a:gd name="T1" fmla="*/ 106 h 106"/>
                <a:gd name="T2" fmla="*/ 173 w 173"/>
                <a:gd name="T3" fmla="*/ 2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73" h="106">
                  <a:moveTo>
                    <a:pt x="0" y="106"/>
                  </a:moveTo>
                  <a:cubicBezTo>
                    <a:pt x="25" y="36"/>
                    <a:pt x="103" y="0"/>
                    <a:pt x="173" y="25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9960767" y="989805"/>
              <a:ext cx="92075" cy="93663"/>
            </a:xfrm>
            <a:custGeom>
              <a:avLst/>
              <a:gdLst>
                <a:gd name="T0" fmla="*/ 72 w 80"/>
                <a:gd name="T1" fmla="*/ 26 h 81"/>
                <a:gd name="T2" fmla="*/ 25 w 80"/>
                <a:gd name="T3" fmla="*/ 8 h 81"/>
                <a:gd name="T4" fmla="*/ 8 w 80"/>
                <a:gd name="T5" fmla="*/ 55 h 81"/>
                <a:gd name="T6" fmla="*/ 55 w 80"/>
                <a:gd name="T7" fmla="*/ 73 h 81"/>
                <a:gd name="T8" fmla="*/ 72 w 80"/>
                <a:gd name="T9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81">
                  <a:moveTo>
                    <a:pt x="72" y="26"/>
                  </a:moveTo>
                  <a:cubicBezTo>
                    <a:pt x="64" y="8"/>
                    <a:pt x="43" y="0"/>
                    <a:pt x="25" y="8"/>
                  </a:cubicBezTo>
                  <a:cubicBezTo>
                    <a:pt x="7" y="17"/>
                    <a:pt x="0" y="38"/>
                    <a:pt x="8" y="55"/>
                  </a:cubicBezTo>
                  <a:cubicBezTo>
                    <a:pt x="16" y="73"/>
                    <a:pt x="37" y="81"/>
                    <a:pt x="55" y="73"/>
                  </a:cubicBezTo>
                  <a:cubicBezTo>
                    <a:pt x="73" y="64"/>
                    <a:pt x="80" y="43"/>
                    <a:pt x="72" y="26"/>
                  </a:cubicBez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9"/>
            <p:cNvSpPr/>
            <p:nvPr/>
          </p:nvSpPr>
          <p:spPr bwMode="auto">
            <a:xfrm>
              <a:off x="8076405" y="1985168"/>
              <a:ext cx="330200" cy="331788"/>
            </a:xfrm>
            <a:custGeom>
              <a:avLst/>
              <a:gdLst>
                <a:gd name="T0" fmla="*/ 190 w 286"/>
                <a:gd name="T1" fmla="*/ 233 h 287"/>
                <a:gd name="T2" fmla="*/ 249 w 286"/>
                <a:gd name="T3" fmla="*/ 173 h 287"/>
                <a:gd name="T4" fmla="*/ 247 w 286"/>
                <a:gd name="T5" fmla="*/ 37 h 287"/>
                <a:gd name="T6" fmla="*/ 112 w 286"/>
                <a:gd name="T7" fmla="*/ 38 h 287"/>
                <a:gd name="T8" fmla="*/ 22 w 286"/>
                <a:gd name="T9" fmla="*/ 130 h 287"/>
                <a:gd name="T10" fmla="*/ 23 w 286"/>
                <a:gd name="T11" fmla="*/ 209 h 287"/>
                <a:gd name="T12" fmla="*/ 80 w 286"/>
                <a:gd name="T13" fmla="*/ 265 h 287"/>
                <a:gd name="T14" fmla="*/ 159 w 286"/>
                <a:gd name="T15" fmla="*/ 264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6" h="287">
                  <a:moveTo>
                    <a:pt x="190" y="233"/>
                  </a:moveTo>
                  <a:cubicBezTo>
                    <a:pt x="249" y="173"/>
                    <a:pt x="249" y="173"/>
                    <a:pt x="249" y="173"/>
                  </a:cubicBezTo>
                  <a:cubicBezTo>
                    <a:pt x="286" y="135"/>
                    <a:pt x="285" y="74"/>
                    <a:pt x="247" y="37"/>
                  </a:cubicBezTo>
                  <a:cubicBezTo>
                    <a:pt x="209" y="0"/>
                    <a:pt x="149" y="0"/>
                    <a:pt x="112" y="38"/>
                  </a:cubicBezTo>
                  <a:cubicBezTo>
                    <a:pt x="22" y="130"/>
                    <a:pt x="22" y="130"/>
                    <a:pt x="22" y="130"/>
                  </a:cubicBezTo>
                  <a:cubicBezTo>
                    <a:pt x="0" y="152"/>
                    <a:pt x="1" y="187"/>
                    <a:pt x="23" y="209"/>
                  </a:cubicBezTo>
                  <a:cubicBezTo>
                    <a:pt x="80" y="265"/>
                    <a:pt x="80" y="265"/>
                    <a:pt x="80" y="265"/>
                  </a:cubicBezTo>
                  <a:cubicBezTo>
                    <a:pt x="102" y="287"/>
                    <a:pt x="138" y="286"/>
                    <a:pt x="159" y="264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8285955" y="1843880"/>
              <a:ext cx="588963" cy="260350"/>
            </a:xfrm>
            <a:custGeom>
              <a:avLst/>
              <a:gdLst>
                <a:gd name="T0" fmla="*/ 0 w 510"/>
                <a:gd name="T1" fmla="*/ 226 h 226"/>
                <a:gd name="T2" fmla="*/ 65 w 510"/>
                <a:gd name="T3" fmla="*/ 159 h 226"/>
                <a:gd name="T4" fmla="*/ 99 w 510"/>
                <a:gd name="T5" fmla="*/ 126 h 226"/>
                <a:gd name="T6" fmla="*/ 266 w 510"/>
                <a:gd name="T7" fmla="*/ 113 h 226"/>
                <a:gd name="T8" fmla="*/ 266 w 510"/>
                <a:gd name="T9" fmla="*/ 113 h 226"/>
                <a:gd name="T10" fmla="*/ 446 w 510"/>
                <a:gd name="T11" fmla="*/ 84 h 226"/>
                <a:gd name="T12" fmla="*/ 510 w 510"/>
                <a:gd name="T13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0" h="226">
                  <a:moveTo>
                    <a:pt x="0" y="226"/>
                  </a:moveTo>
                  <a:cubicBezTo>
                    <a:pt x="65" y="159"/>
                    <a:pt x="65" y="159"/>
                    <a:pt x="65" y="159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144" y="82"/>
                    <a:pt x="214" y="76"/>
                    <a:pt x="266" y="113"/>
                  </a:cubicBezTo>
                  <a:cubicBezTo>
                    <a:pt x="266" y="113"/>
                    <a:pt x="266" y="113"/>
                    <a:pt x="266" y="113"/>
                  </a:cubicBezTo>
                  <a:cubicBezTo>
                    <a:pt x="324" y="153"/>
                    <a:pt x="403" y="140"/>
                    <a:pt x="446" y="84"/>
                  </a:cubicBezTo>
                  <a:cubicBezTo>
                    <a:pt x="510" y="0"/>
                    <a:pt x="510" y="0"/>
                    <a:pt x="510" y="0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11"/>
            <p:cNvSpPr/>
            <p:nvPr/>
          </p:nvSpPr>
          <p:spPr bwMode="auto">
            <a:xfrm>
              <a:off x="8178005" y="2058193"/>
              <a:ext cx="157163" cy="153988"/>
            </a:xfrm>
            <a:custGeom>
              <a:avLst/>
              <a:gdLst>
                <a:gd name="T0" fmla="*/ 0 w 137"/>
                <a:gd name="T1" fmla="*/ 0 h 134"/>
                <a:gd name="T2" fmla="*/ 137 w 137"/>
                <a:gd name="T3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7" h="134">
                  <a:moveTo>
                    <a:pt x="0" y="0"/>
                  </a:moveTo>
                  <a:cubicBezTo>
                    <a:pt x="2" y="2"/>
                    <a:pt x="137" y="134"/>
                    <a:pt x="137" y="134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12"/>
            <p:cNvSpPr/>
            <p:nvPr/>
          </p:nvSpPr>
          <p:spPr bwMode="auto">
            <a:xfrm>
              <a:off x="8292305" y="696118"/>
              <a:ext cx="1285875" cy="1027113"/>
            </a:xfrm>
            <a:custGeom>
              <a:avLst/>
              <a:gdLst>
                <a:gd name="T0" fmla="*/ 1089 w 1113"/>
                <a:gd name="T1" fmla="*/ 554 h 888"/>
                <a:gd name="T2" fmla="*/ 1113 w 1113"/>
                <a:gd name="T3" fmla="*/ 649 h 888"/>
                <a:gd name="T4" fmla="*/ 155 w 1113"/>
                <a:gd name="T5" fmla="*/ 888 h 888"/>
                <a:gd name="T6" fmla="*/ 13 w 1113"/>
                <a:gd name="T7" fmla="*/ 319 h 888"/>
                <a:gd name="T8" fmla="*/ 80 w 1113"/>
                <a:gd name="T9" fmla="*/ 207 h 888"/>
                <a:gd name="T10" fmla="*/ 859 w 1113"/>
                <a:gd name="T11" fmla="*/ 12 h 888"/>
                <a:gd name="T12" fmla="*/ 971 w 1113"/>
                <a:gd name="T13" fmla="*/ 80 h 888"/>
                <a:gd name="T14" fmla="*/ 1066 w 1113"/>
                <a:gd name="T15" fmla="*/ 46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13" h="888">
                  <a:moveTo>
                    <a:pt x="1089" y="554"/>
                  </a:moveTo>
                  <a:cubicBezTo>
                    <a:pt x="1113" y="649"/>
                    <a:pt x="1113" y="649"/>
                    <a:pt x="1113" y="649"/>
                  </a:cubicBezTo>
                  <a:cubicBezTo>
                    <a:pt x="155" y="888"/>
                    <a:pt x="155" y="888"/>
                    <a:pt x="155" y="888"/>
                  </a:cubicBezTo>
                  <a:cubicBezTo>
                    <a:pt x="13" y="319"/>
                    <a:pt x="13" y="319"/>
                    <a:pt x="13" y="319"/>
                  </a:cubicBezTo>
                  <a:cubicBezTo>
                    <a:pt x="0" y="269"/>
                    <a:pt x="30" y="219"/>
                    <a:pt x="80" y="207"/>
                  </a:cubicBezTo>
                  <a:cubicBezTo>
                    <a:pt x="859" y="12"/>
                    <a:pt x="859" y="12"/>
                    <a:pt x="859" y="12"/>
                  </a:cubicBezTo>
                  <a:cubicBezTo>
                    <a:pt x="908" y="0"/>
                    <a:pt x="959" y="30"/>
                    <a:pt x="971" y="80"/>
                  </a:cubicBezTo>
                  <a:cubicBezTo>
                    <a:pt x="1066" y="460"/>
                    <a:pt x="1066" y="460"/>
                    <a:pt x="1066" y="460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13"/>
            <p:cNvSpPr/>
            <p:nvPr/>
          </p:nvSpPr>
          <p:spPr bwMode="auto">
            <a:xfrm>
              <a:off x="8379617" y="789780"/>
              <a:ext cx="1098550" cy="806450"/>
            </a:xfrm>
            <a:custGeom>
              <a:avLst/>
              <a:gdLst>
                <a:gd name="T0" fmla="*/ 929 w 951"/>
                <a:gd name="T1" fmla="*/ 401 h 698"/>
                <a:gd name="T2" fmla="*/ 951 w 951"/>
                <a:gd name="T3" fmla="*/ 490 h 698"/>
                <a:gd name="T4" fmla="*/ 118 w 951"/>
                <a:gd name="T5" fmla="*/ 698 h 698"/>
                <a:gd name="T6" fmla="*/ 7 w 951"/>
                <a:gd name="T7" fmla="*/ 255 h 698"/>
                <a:gd name="T8" fmla="*/ 46 w 951"/>
                <a:gd name="T9" fmla="*/ 189 h 698"/>
                <a:gd name="T10" fmla="*/ 775 w 951"/>
                <a:gd name="T11" fmla="*/ 8 h 698"/>
                <a:gd name="T12" fmla="*/ 840 w 951"/>
                <a:gd name="T13" fmla="*/ 47 h 698"/>
                <a:gd name="T14" fmla="*/ 929 w 951"/>
                <a:gd name="T15" fmla="*/ 401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51" h="698">
                  <a:moveTo>
                    <a:pt x="929" y="401"/>
                  </a:moveTo>
                  <a:cubicBezTo>
                    <a:pt x="951" y="490"/>
                    <a:pt x="951" y="490"/>
                    <a:pt x="951" y="490"/>
                  </a:cubicBezTo>
                  <a:cubicBezTo>
                    <a:pt x="118" y="698"/>
                    <a:pt x="118" y="698"/>
                    <a:pt x="118" y="698"/>
                  </a:cubicBezTo>
                  <a:cubicBezTo>
                    <a:pt x="7" y="255"/>
                    <a:pt x="7" y="255"/>
                    <a:pt x="7" y="255"/>
                  </a:cubicBezTo>
                  <a:cubicBezTo>
                    <a:pt x="0" y="226"/>
                    <a:pt x="17" y="197"/>
                    <a:pt x="46" y="189"/>
                  </a:cubicBezTo>
                  <a:cubicBezTo>
                    <a:pt x="775" y="8"/>
                    <a:pt x="775" y="8"/>
                    <a:pt x="775" y="8"/>
                  </a:cubicBezTo>
                  <a:cubicBezTo>
                    <a:pt x="804" y="0"/>
                    <a:pt x="833" y="18"/>
                    <a:pt x="840" y="47"/>
                  </a:cubicBezTo>
                  <a:cubicBezTo>
                    <a:pt x="929" y="401"/>
                    <a:pt x="929" y="401"/>
                    <a:pt x="929" y="401"/>
                  </a:cubicBez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14"/>
            <p:cNvSpPr/>
            <p:nvPr/>
          </p:nvSpPr>
          <p:spPr bwMode="auto">
            <a:xfrm>
              <a:off x="8851105" y="1621630"/>
              <a:ext cx="411163" cy="185738"/>
            </a:xfrm>
            <a:custGeom>
              <a:avLst/>
              <a:gdLst>
                <a:gd name="T0" fmla="*/ 259 w 259"/>
                <a:gd name="T1" fmla="*/ 56 h 117"/>
                <a:gd name="T2" fmla="*/ 14 w 259"/>
                <a:gd name="T3" fmla="*/ 117 h 117"/>
                <a:gd name="T4" fmla="*/ 0 w 259"/>
                <a:gd name="T5" fmla="*/ 61 h 117"/>
                <a:gd name="T6" fmla="*/ 245 w 259"/>
                <a:gd name="T7" fmla="*/ 0 h 117"/>
                <a:gd name="T8" fmla="*/ 259 w 259"/>
                <a:gd name="T9" fmla="*/ 5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9" h="117">
                  <a:moveTo>
                    <a:pt x="259" y="56"/>
                  </a:moveTo>
                  <a:lnTo>
                    <a:pt x="14" y="117"/>
                  </a:lnTo>
                  <a:lnTo>
                    <a:pt x="0" y="61"/>
                  </a:lnTo>
                  <a:lnTo>
                    <a:pt x="245" y="0"/>
                  </a:lnTo>
                  <a:lnTo>
                    <a:pt x="259" y="56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15"/>
            <p:cNvSpPr/>
            <p:nvPr/>
          </p:nvSpPr>
          <p:spPr bwMode="auto">
            <a:xfrm>
              <a:off x="8924130" y="1559718"/>
              <a:ext cx="220663" cy="134938"/>
            </a:xfrm>
            <a:custGeom>
              <a:avLst/>
              <a:gdLst>
                <a:gd name="T0" fmla="*/ 139 w 139"/>
                <a:gd name="T1" fmla="*/ 53 h 85"/>
                <a:gd name="T2" fmla="*/ 14 w 139"/>
                <a:gd name="T3" fmla="*/ 85 h 85"/>
                <a:gd name="T4" fmla="*/ 0 w 139"/>
                <a:gd name="T5" fmla="*/ 31 h 85"/>
                <a:gd name="T6" fmla="*/ 126 w 139"/>
                <a:gd name="T7" fmla="*/ 0 h 85"/>
                <a:gd name="T8" fmla="*/ 139 w 139"/>
                <a:gd name="T9" fmla="*/ 5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85">
                  <a:moveTo>
                    <a:pt x="139" y="53"/>
                  </a:moveTo>
                  <a:lnTo>
                    <a:pt x="14" y="85"/>
                  </a:lnTo>
                  <a:lnTo>
                    <a:pt x="0" y="31"/>
                  </a:lnTo>
                  <a:lnTo>
                    <a:pt x="126" y="0"/>
                  </a:lnTo>
                  <a:lnTo>
                    <a:pt x="139" y="53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6"/>
            <p:cNvSpPr/>
            <p:nvPr/>
          </p:nvSpPr>
          <p:spPr bwMode="auto">
            <a:xfrm>
              <a:off x="8573292" y="1066005"/>
              <a:ext cx="768350" cy="409575"/>
            </a:xfrm>
            <a:custGeom>
              <a:avLst/>
              <a:gdLst>
                <a:gd name="T0" fmla="*/ 0 w 484"/>
                <a:gd name="T1" fmla="*/ 258 h 258"/>
                <a:gd name="T2" fmla="*/ 99 w 484"/>
                <a:gd name="T3" fmla="*/ 24 h 258"/>
                <a:gd name="T4" fmla="*/ 252 w 484"/>
                <a:gd name="T5" fmla="*/ 102 h 258"/>
                <a:gd name="T6" fmla="*/ 291 w 484"/>
                <a:gd name="T7" fmla="*/ 0 h 258"/>
                <a:gd name="T8" fmla="*/ 484 w 484"/>
                <a:gd name="T9" fmla="*/ 11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" h="258">
                  <a:moveTo>
                    <a:pt x="0" y="258"/>
                  </a:moveTo>
                  <a:lnTo>
                    <a:pt x="99" y="24"/>
                  </a:lnTo>
                  <a:lnTo>
                    <a:pt x="252" y="102"/>
                  </a:lnTo>
                  <a:lnTo>
                    <a:pt x="291" y="0"/>
                  </a:lnTo>
                  <a:lnTo>
                    <a:pt x="484" y="115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7"/>
            <p:cNvSpPr/>
            <p:nvPr/>
          </p:nvSpPr>
          <p:spPr bwMode="auto">
            <a:xfrm>
              <a:off x="9330530" y="1678780"/>
              <a:ext cx="739775" cy="681038"/>
            </a:xfrm>
            <a:custGeom>
              <a:avLst/>
              <a:gdLst>
                <a:gd name="T0" fmla="*/ 365 w 466"/>
                <a:gd name="T1" fmla="*/ 401 h 429"/>
                <a:gd name="T2" fmla="*/ 343 w 466"/>
                <a:gd name="T3" fmla="*/ 429 h 429"/>
                <a:gd name="T4" fmla="*/ 0 w 466"/>
                <a:gd name="T5" fmla="*/ 154 h 429"/>
                <a:gd name="T6" fmla="*/ 124 w 466"/>
                <a:gd name="T7" fmla="*/ 0 h 429"/>
                <a:gd name="T8" fmla="*/ 466 w 466"/>
                <a:gd name="T9" fmla="*/ 275 h 429"/>
                <a:gd name="T10" fmla="*/ 385 w 466"/>
                <a:gd name="T11" fmla="*/ 376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6" h="429">
                  <a:moveTo>
                    <a:pt x="365" y="401"/>
                  </a:moveTo>
                  <a:lnTo>
                    <a:pt x="343" y="429"/>
                  </a:lnTo>
                  <a:lnTo>
                    <a:pt x="0" y="154"/>
                  </a:lnTo>
                  <a:lnTo>
                    <a:pt x="124" y="0"/>
                  </a:lnTo>
                  <a:lnTo>
                    <a:pt x="466" y="275"/>
                  </a:lnTo>
                  <a:lnTo>
                    <a:pt x="385" y="376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18"/>
            <p:cNvSpPr/>
            <p:nvPr/>
          </p:nvSpPr>
          <p:spPr bwMode="auto">
            <a:xfrm>
              <a:off x="9330530" y="1723230"/>
              <a:ext cx="704850" cy="636588"/>
            </a:xfrm>
            <a:custGeom>
              <a:avLst/>
              <a:gdLst>
                <a:gd name="T0" fmla="*/ 365 w 444"/>
                <a:gd name="T1" fmla="*/ 373 h 401"/>
                <a:gd name="T2" fmla="*/ 343 w 444"/>
                <a:gd name="T3" fmla="*/ 401 h 401"/>
                <a:gd name="T4" fmla="*/ 0 w 444"/>
                <a:gd name="T5" fmla="*/ 126 h 401"/>
                <a:gd name="T6" fmla="*/ 101 w 444"/>
                <a:gd name="T7" fmla="*/ 0 h 401"/>
                <a:gd name="T8" fmla="*/ 444 w 444"/>
                <a:gd name="T9" fmla="*/ 275 h 401"/>
                <a:gd name="T10" fmla="*/ 391 w 444"/>
                <a:gd name="T11" fmla="*/ 341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" h="401">
                  <a:moveTo>
                    <a:pt x="365" y="373"/>
                  </a:moveTo>
                  <a:lnTo>
                    <a:pt x="343" y="401"/>
                  </a:lnTo>
                  <a:lnTo>
                    <a:pt x="0" y="126"/>
                  </a:lnTo>
                  <a:lnTo>
                    <a:pt x="101" y="0"/>
                  </a:lnTo>
                  <a:lnTo>
                    <a:pt x="444" y="275"/>
                  </a:lnTo>
                  <a:lnTo>
                    <a:pt x="391" y="341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19"/>
            <p:cNvSpPr/>
            <p:nvPr/>
          </p:nvSpPr>
          <p:spPr bwMode="auto">
            <a:xfrm>
              <a:off x="9624217" y="1493043"/>
              <a:ext cx="560388" cy="542925"/>
            </a:xfrm>
            <a:custGeom>
              <a:avLst/>
              <a:gdLst>
                <a:gd name="T0" fmla="*/ 220 w 353"/>
                <a:gd name="T1" fmla="*/ 342 h 342"/>
                <a:gd name="T2" fmla="*/ 0 w 353"/>
                <a:gd name="T3" fmla="*/ 166 h 342"/>
                <a:gd name="T4" fmla="*/ 134 w 353"/>
                <a:gd name="T5" fmla="*/ 0 h 342"/>
                <a:gd name="T6" fmla="*/ 353 w 353"/>
                <a:gd name="T7" fmla="*/ 177 h 342"/>
                <a:gd name="T8" fmla="*/ 220 w 353"/>
                <a:gd name="T9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42">
                  <a:moveTo>
                    <a:pt x="220" y="342"/>
                  </a:moveTo>
                  <a:lnTo>
                    <a:pt x="0" y="166"/>
                  </a:lnTo>
                  <a:lnTo>
                    <a:pt x="134" y="0"/>
                  </a:lnTo>
                  <a:lnTo>
                    <a:pt x="353" y="177"/>
                  </a:lnTo>
                  <a:lnTo>
                    <a:pt x="220" y="342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0"/>
            <p:cNvSpPr/>
            <p:nvPr/>
          </p:nvSpPr>
          <p:spPr bwMode="auto">
            <a:xfrm>
              <a:off x="9560717" y="1634330"/>
              <a:ext cx="122238" cy="122238"/>
            </a:xfrm>
            <a:custGeom>
              <a:avLst/>
              <a:gdLst>
                <a:gd name="T0" fmla="*/ 40 w 77"/>
                <a:gd name="T1" fmla="*/ 77 h 77"/>
                <a:gd name="T2" fmla="*/ 0 w 77"/>
                <a:gd name="T3" fmla="*/ 45 h 77"/>
                <a:gd name="T4" fmla="*/ 37 w 77"/>
                <a:gd name="T5" fmla="*/ 0 h 77"/>
                <a:gd name="T6" fmla="*/ 77 w 77"/>
                <a:gd name="T7" fmla="*/ 32 h 77"/>
                <a:gd name="T8" fmla="*/ 40 w 77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7">
                  <a:moveTo>
                    <a:pt x="40" y="77"/>
                  </a:moveTo>
                  <a:lnTo>
                    <a:pt x="0" y="45"/>
                  </a:lnTo>
                  <a:lnTo>
                    <a:pt x="37" y="0"/>
                  </a:lnTo>
                  <a:lnTo>
                    <a:pt x="77" y="32"/>
                  </a:lnTo>
                  <a:lnTo>
                    <a:pt x="40" y="77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1"/>
            <p:cNvSpPr/>
            <p:nvPr/>
          </p:nvSpPr>
          <p:spPr bwMode="auto">
            <a:xfrm>
              <a:off x="9973467" y="1964530"/>
              <a:ext cx="122238" cy="122238"/>
            </a:xfrm>
            <a:custGeom>
              <a:avLst/>
              <a:gdLst>
                <a:gd name="T0" fmla="*/ 39 w 77"/>
                <a:gd name="T1" fmla="*/ 77 h 77"/>
                <a:gd name="T2" fmla="*/ 0 w 77"/>
                <a:gd name="T3" fmla="*/ 45 h 77"/>
                <a:gd name="T4" fmla="*/ 37 w 77"/>
                <a:gd name="T5" fmla="*/ 0 h 77"/>
                <a:gd name="T6" fmla="*/ 77 w 77"/>
                <a:gd name="T7" fmla="*/ 32 h 77"/>
                <a:gd name="T8" fmla="*/ 39 w 77"/>
                <a:gd name="T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77">
                  <a:moveTo>
                    <a:pt x="39" y="77"/>
                  </a:moveTo>
                  <a:lnTo>
                    <a:pt x="0" y="45"/>
                  </a:lnTo>
                  <a:lnTo>
                    <a:pt x="37" y="0"/>
                  </a:lnTo>
                  <a:lnTo>
                    <a:pt x="77" y="32"/>
                  </a:lnTo>
                  <a:lnTo>
                    <a:pt x="39" y="77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9848055" y="1588293"/>
              <a:ext cx="246063" cy="1984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9786142" y="1662905"/>
              <a:ext cx="247650" cy="1984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9725817" y="1739105"/>
              <a:ext cx="247650" cy="1984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 flipH="1">
              <a:off x="9043192" y="2078830"/>
              <a:ext cx="60325" cy="61913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 flipH="1">
              <a:off x="8898730" y="2223293"/>
              <a:ext cx="60325" cy="587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Line 27"/>
            <p:cNvSpPr>
              <a:spLocks noChangeShapeType="1"/>
            </p:cNvSpPr>
            <p:nvPr/>
          </p:nvSpPr>
          <p:spPr bwMode="auto">
            <a:xfrm>
              <a:off x="8898730" y="2078830"/>
              <a:ext cx="60325" cy="61913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9043192" y="2223293"/>
              <a:ext cx="60325" cy="587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 flipH="1">
              <a:off x="7377905" y="1761330"/>
              <a:ext cx="61913" cy="587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7236617" y="1902618"/>
              <a:ext cx="60325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7236617" y="1761330"/>
              <a:ext cx="60325" cy="58738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32"/>
            <p:cNvSpPr>
              <a:spLocks noChangeShapeType="1"/>
            </p:cNvSpPr>
            <p:nvPr/>
          </p:nvSpPr>
          <p:spPr bwMode="auto">
            <a:xfrm>
              <a:off x="7377905" y="1902618"/>
              <a:ext cx="61913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 flipH="1">
              <a:off x="9382917" y="362743"/>
              <a:ext cx="58738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 flipH="1">
              <a:off x="9238455" y="505618"/>
              <a:ext cx="61913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9238455" y="362743"/>
              <a:ext cx="61913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9382917" y="505618"/>
              <a:ext cx="58738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>
              <a:off x="9725817" y="1213643"/>
              <a:ext cx="120650" cy="122238"/>
            </a:xfrm>
            <a:prstGeom prst="ellips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/>
            <p:nvPr/>
          </p:nvSpPr>
          <p:spPr bwMode="auto">
            <a:xfrm>
              <a:off x="7625555" y="1104105"/>
              <a:ext cx="523875" cy="777875"/>
            </a:xfrm>
            <a:custGeom>
              <a:avLst/>
              <a:gdLst>
                <a:gd name="T0" fmla="*/ 238 w 330"/>
                <a:gd name="T1" fmla="*/ 490 h 490"/>
                <a:gd name="T2" fmla="*/ 0 w 330"/>
                <a:gd name="T3" fmla="*/ 440 h 490"/>
                <a:gd name="T4" fmla="*/ 92 w 330"/>
                <a:gd name="T5" fmla="*/ 0 h 490"/>
                <a:gd name="T6" fmla="*/ 330 w 330"/>
                <a:gd name="T7" fmla="*/ 49 h 490"/>
                <a:gd name="T8" fmla="*/ 260 w 330"/>
                <a:gd name="T9" fmla="*/ 387 h 490"/>
                <a:gd name="T10" fmla="*/ 254 w 330"/>
                <a:gd name="T11" fmla="*/ 412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490">
                  <a:moveTo>
                    <a:pt x="238" y="490"/>
                  </a:moveTo>
                  <a:lnTo>
                    <a:pt x="0" y="440"/>
                  </a:lnTo>
                  <a:lnTo>
                    <a:pt x="92" y="0"/>
                  </a:lnTo>
                  <a:lnTo>
                    <a:pt x="330" y="49"/>
                  </a:lnTo>
                  <a:lnTo>
                    <a:pt x="260" y="387"/>
                  </a:lnTo>
                  <a:lnTo>
                    <a:pt x="254" y="412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9"/>
            <p:cNvSpPr/>
            <p:nvPr/>
          </p:nvSpPr>
          <p:spPr bwMode="auto">
            <a:xfrm>
              <a:off x="7728742" y="1213643"/>
              <a:ext cx="398463" cy="177800"/>
            </a:xfrm>
            <a:custGeom>
              <a:avLst/>
              <a:gdLst>
                <a:gd name="T0" fmla="*/ 238 w 251"/>
                <a:gd name="T1" fmla="*/ 112 h 112"/>
                <a:gd name="T2" fmla="*/ 0 w 251"/>
                <a:gd name="T3" fmla="*/ 62 h 112"/>
                <a:gd name="T4" fmla="*/ 13 w 251"/>
                <a:gd name="T5" fmla="*/ 0 h 112"/>
                <a:gd name="T6" fmla="*/ 251 w 251"/>
                <a:gd name="T7" fmla="*/ 49 h 112"/>
                <a:gd name="T8" fmla="*/ 238 w 251"/>
                <a:gd name="T9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1" h="112">
                  <a:moveTo>
                    <a:pt x="238" y="112"/>
                  </a:moveTo>
                  <a:lnTo>
                    <a:pt x="0" y="62"/>
                  </a:lnTo>
                  <a:lnTo>
                    <a:pt x="13" y="0"/>
                  </a:lnTo>
                  <a:lnTo>
                    <a:pt x="251" y="49"/>
                  </a:lnTo>
                  <a:lnTo>
                    <a:pt x="238" y="112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>
              <a:off x="7779542" y="1272380"/>
              <a:ext cx="295275" cy="6032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1"/>
            <p:cNvSpPr/>
            <p:nvPr/>
          </p:nvSpPr>
          <p:spPr bwMode="auto">
            <a:xfrm>
              <a:off x="7827167" y="650080"/>
              <a:ext cx="152400" cy="152400"/>
            </a:xfrm>
            <a:custGeom>
              <a:avLst/>
              <a:gdLst>
                <a:gd name="T0" fmla="*/ 48 w 96"/>
                <a:gd name="T1" fmla="*/ 96 h 96"/>
                <a:gd name="T2" fmla="*/ 0 w 96"/>
                <a:gd name="T3" fmla="*/ 48 h 96"/>
                <a:gd name="T4" fmla="*/ 48 w 96"/>
                <a:gd name="T5" fmla="*/ 0 h 96"/>
                <a:gd name="T6" fmla="*/ 96 w 96"/>
                <a:gd name="T7" fmla="*/ 48 h 96"/>
                <a:gd name="T8" fmla="*/ 48 w 96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" h="96">
                  <a:moveTo>
                    <a:pt x="48" y="96"/>
                  </a:moveTo>
                  <a:lnTo>
                    <a:pt x="0" y="48"/>
                  </a:lnTo>
                  <a:lnTo>
                    <a:pt x="48" y="0"/>
                  </a:lnTo>
                  <a:lnTo>
                    <a:pt x="96" y="48"/>
                  </a:lnTo>
                  <a:lnTo>
                    <a:pt x="48" y="96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2"/>
            <p:cNvSpPr/>
            <p:nvPr/>
          </p:nvSpPr>
          <p:spPr bwMode="auto">
            <a:xfrm>
              <a:off x="9997280" y="348455"/>
              <a:ext cx="150813" cy="150813"/>
            </a:xfrm>
            <a:custGeom>
              <a:avLst/>
              <a:gdLst>
                <a:gd name="T0" fmla="*/ 48 w 95"/>
                <a:gd name="T1" fmla="*/ 95 h 95"/>
                <a:gd name="T2" fmla="*/ 0 w 95"/>
                <a:gd name="T3" fmla="*/ 47 h 95"/>
                <a:gd name="T4" fmla="*/ 48 w 95"/>
                <a:gd name="T5" fmla="*/ 0 h 95"/>
                <a:gd name="T6" fmla="*/ 95 w 95"/>
                <a:gd name="T7" fmla="*/ 47 h 95"/>
                <a:gd name="T8" fmla="*/ 48 w 9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lnTo>
                    <a:pt x="0" y="47"/>
                  </a:lnTo>
                  <a:lnTo>
                    <a:pt x="48" y="0"/>
                  </a:lnTo>
                  <a:lnTo>
                    <a:pt x="95" y="47"/>
                  </a:lnTo>
                  <a:lnTo>
                    <a:pt x="48" y="95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3"/>
            <p:cNvSpPr/>
            <p:nvPr/>
          </p:nvSpPr>
          <p:spPr bwMode="auto">
            <a:xfrm>
              <a:off x="8393905" y="392905"/>
              <a:ext cx="201613" cy="231775"/>
            </a:xfrm>
            <a:custGeom>
              <a:avLst/>
              <a:gdLst>
                <a:gd name="T0" fmla="*/ 127 w 127"/>
                <a:gd name="T1" fmla="*/ 109 h 146"/>
                <a:gd name="T2" fmla="*/ 65 w 127"/>
                <a:gd name="T3" fmla="*/ 146 h 146"/>
                <a:gd name="T4" fmla="*/ 0 w 127"/>
                <a:gd name="T5" fmla="*/ 37 h 146"/>
                <a:gd name="T6" fmla="*/ 62 w 127"/>
                <a:gd name="T7" fmla="*/ 0 h 146"/>
                <a:gd name="T8" fmla="*/ 127 w 127"/>
                <a:gd name="T9" fmla="*/ 10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46">
                  <a:moveTo>
                    <a:pt x="127" y="109"/>
                  </a:moveTo>
                  <a:lnTo>
                    <a:pt x="65" y="146"/>
                  </a:lnTo>
                  <a:lnTo>
                    <a:pt x="0" y="37"/>
                  </a:lnTo>
                  <a:lnTo>
                    <a:pt x="62" y="0"/>
                  </a:lnTo>
                  <a:lnTo>
                    <a:pt x="127" y="109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4"/>
            <p:cNvSpPr/>
            <p:nvPr/>
          </p:nvSpPr>
          <p:spPr bwMode="auto">
            <a:xfrm>
              <a:off x="8424067" y="445293"/>
              <a:ext cx="171450" cy="179388"/>
            </a:xfrm>
            <a:custGeom>
              <a:avLst/>
              <a:gdLst>
                <a:gd name="T0" fmla="*/ 108 w 108"/>
                <a:gd name="T1" fmla="*/ 76 h 113"/>
                <a:gd name="T2" fmla="*/ 46 w 108"/>
                <a:gd name="T3" fmla="*/ 113 h 113"/>
                <a:gd name="T4" fmla="*/ 0 w 108"/>
                <a:gd name="T5" fmla="*/ 37 h 113"/>
                <a:gd name="T6" fmla="*/ 62 w 108"/>
                <a:gd name="T7" fmla="*/ 0 h 113"/>
                <a:gd name="T8" fmla="*/ 108 w 108"/>
                <a:gd name="T9" fmla="*/ 76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13">
                  <a:moveTo>
                    <a:pt x="108" y="76"/>
                  </a:moveTo>
                  <a:lnTo>
                    <a:pt x="46" y="113"/>
                  </a:lnTo>
                  <a:lnTo>
                    <a:pt x="0" y="37"/>
                  </a:lnTo>
                  <a:lnTo>
                    <a:pt x="62" y="0"/>
                  </a:lnTo>
                  <a:lnTo>
                    <a:pt x="108" y="76"/>
                  </a:lnTo>
                  <a:close/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5"/>
            <p:cNvSpPr/>
            <p:nvPr/>
          </p:nvSpPr>
          <p:spPr bwMode="auto">
            <a:xfrm>
              <a:off x="7131842" y="2045493"/>
              <a:ext cx="541338" cy="279400"/>
            </a:xfrm>
            <a:custGeom>
              <a:avLst/>
              <a:gdLst>
                <a:gd name="T0" fmla="*/ 255 w 341"/>
                <a:gd name="T1" fmla="*/ 83 h 176"/>
                <a:gd name="T2" fmla="*/ 19 w 341"/>
                <a:gd name="T3" fmla="*/ 176 h 176"/>
                <a:gd name="T4" fmla="*/ 0 w 341"/>
                <a:gd name="T5" fmla="*/ 125 h 176"/>
                <a:gd name="T6" fmla="*/ 321 w 341"/>
                <a:gd name="T7" fmla="*/ 0 h 176"/>
                <a:gd name="T8" fmla="*/ 341 w 341"/>
                <a:gd name="T9" fmla="*/ 50 h 176"/>
                <a:gd name="T10" fmla="*/ 301 w 341"/>
                <a:gd name="T11" fmla="*/ 65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176">
                  <a:moveTo>
                    <a:pt x="255" y="83"/>
                  </a:moveTo>
                  <a:lnTo>
                    <a:pt x="19" y="176"/>
                  </a:lnTo>
                  <a:lnTo>
                    <a:pt x="0" y="125"/>
                  </a:lnTo>
                  <a:lnTo>
                    <a:pt x="321" y="0"/>
                  </a:lnTo>
                  <a:lnTo>
                    <a:pt x="341" y="50"/>
                  </a:lnTo>
                  <a:lnTo>
                    <a:pt x="301" y="65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>
              <a:off x="7331867" y="2166143"/>
              <a:ext cx="31750" cy="79375"/>
            </a:xfrm>
            <a:prstGeom prst="line">
              <a:avLst/>
            </a:pr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7"/>
            <p:cNvSpPr/>
            <p:nvPr/>
          </p:nvSpPr>
          <p:spPr bwMode="auto">
            <a:xfrm>
              <a:off x="7046117" y="2243930"/>
              <a:ext cx="115888" cy="80963"/>
            </a:xfrm>
            <a:custGeom>
              <a:avLst/>
              <a:gdLst>
                <a:gd name="T0" fmla="*/ 54 w 73"/>
                <a:gd name="T1" fmla="*/ 0 h 51"/>
                <a:gd name="T2" fmla="*/ 0 w 73"/>
                <a:gd name="T3" fmla="*/ 51 h 51"/>
                <a:gd name="T4" fmla="*/ 73 w 73"/>
                <a:gd name="T5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3" h="51">
                  <a:moveTo>
                    <a:pt x="54" y="0"/>
                  </a:moveTo>
                  <a:lnTo>
                    <a:pt x="0" y="51"/>
                  </a:lnTo>
                  <a:lnTo>
                    <a:pt x="73" y="51"/>
                  </a:lnTo>
                </a:path>
              </a:pathLst>
            </a:custGeom>
            <a:noFill/>
            <a:ln w="14288" cap="flat">
              <a:solidFill>
                <a:schemeClr val="bg1">
                  <a:lumMod val="95000"/>
                </a:scheme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2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2021/6/16</a:t>
            </a:fld>
            <a:endParaRPr lang="zh-CN" altLang="en-US"/>
          </a:p>
        </p:txBody>
      </p:sp>
      <p:sp>
        <p:nvSpPr>
          <p:cNvPr id="54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camp.cybozu.cn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事前准备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8" name="iṧļíďé"/>
          <p:cNvSpPr/>
          <p:nvPr/>
        </p:nvSpPr>
        <p:spPr>
          <a:xfrm>
            <a:off x="1731834" y="3550204"/>
            <a:ext cx="3834000" cy="549173"/>
          </a:xfrm>
          <a:prstGeom prst="rect">
            <a:avLst/>
          </a:prstGeom>
        </p:spPr>
        <p:txBody>
          <a:bodyPr wrap="none" lIns="90000" tIns="46800" rIns="90000" bIns="46800">
            <a:noAutofit/>
          </a:bodyPr>
          <a:lstStyle/>
          <a:p>
            <a:r>
              <a:rPr lang="zh-CN" altLang="en-US" sz="2800" b="1" dirty="0"/>
              <a:t>本次学习会专属环境</a:t>
            </a:r>
          </a:p>
        </p:txBody>
      </p:sp>
      <p:sp>
        <p:nvSpPr>
          <p:cNvPr id="9" name="išľíḋé"/>
          <p:cNvSpPr txBox="1"/>
          <p:nvPr/>
        </p:nvSpPr>
        <p:spPr>
          <a:xfrm>
            <a:off x="1731835" y="4255970"/>
            <a:ext cx="5364290" cy="1718024"/>
          </a:xfrm>
          <a:prstGeom prst="rect">
            <a:avLst/>
          </a:prstGeom>
          <a:noFill/>
        </p:spPr>
        <p:txBody>
          <a:bodyPr wrap="square" lIns="90000" tIns="46800" rIns="90000" bIns="46800">
            <a:noAutofit/>
          </a:bodyPr>
          <a:lstStyle/>
          <a:p>
            <a:r>
              <a:rPr lang="en-US" altLang="zh-CN" sz="3200" dirty="0">
                <a:hlinkClick r:id="rId2"/>
              </a:rPr>
              <a:t>https://devcamp.cybozu.cn/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en-US" altLang="zh-CN" sz="4000" dirty="0"/>
              <a:t>0617 / 0617</a:t>
            </a:r>
          </a:p>
        </p:txBody>
      </p:sp>
      <p:sp>
        <p:nvSpPr>
          <p:cNvPr id="10" name="ïşľîdé"/>
          <p:cNvSpPr/>
          <p:nvPr/>
        </p:nvSpPr>
        <p:spPr>
          <a:xfrm>
            <a:off x="1731834" y="1653784"/>
            <a:ext cx="3834000" cy="653786"/>
          </a:xfrm>
          <a:prstGeom prst="rect">
            <a:avLst/>
          </a:prstGeom>
        </p:spPr>
        <p:txBody>
          <a:bodyPr wrap="none" lIns="90000" tIns="46800" rIns="90000" bIns="46800">
            <a:noAutofit/>
          </a:bodyPr>
          <a:lstStyle/>
          <a:p>
            <a:r>
              <a:rPr lang="en-US" altLang="zh-CN" sz="4000" b="1" dirty="0"/>
              <a:t>WIFI</a:t>
            </a:r>
            <a:endParaRPr lang="zh-CN" altLang="en-US" sz="4000" b="1" dirty="0"/>
          </a:p>
        </p:txBody>
      </p:sp>
      <p:sp>
        <p:nvSpPr>
          <p:cNvPr id="11" name="ïś1îḑè"/>
          <p:cNvSpPr txBox="1"/>
          <p:nvPr/>
        </p:nvSpPr>
        <p:spPr>
          <a:xfrm>
            <a:off x="1731835" y="2216675"/>
            <a:ext cx="3900572" cy="939120"/>
          </a:xfrm>
          <a:prstGeom prst="rect">
            <a:avLst/>
          </a:prstGeom>
          <a:noFill/>
        </p:spPr>
        <p:txBody>
          <a:bodyPr wrap="square" lIns="90000" tIns="46800" rIns="90000" bIns="4680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/>
              <a:t>guest / rafxu</a:t>
            </a:r>
          </a:p>
        </p:txBody>
      </p:sp>
      <p:sp>
        <p:nvSpPr>
          <p:cNvPr id="48" name="íṥľîḍê"/>
          <p:cNvSpPr/>
          <p:nvPr/>
        </p:nvSpPr>
        <p:spPr bwMode="auto">
          <a:xfrm>
            <a:off x="786000" y="3503142"/>
            <a:ext cx="764860" cy="765060"/>
          </a:xfrm>
          <a:prstGeom prst="ellipse">
            <a:avLst/>
          </a:prstGeom>
          <a:solidFill>
            <a:srgbClr val="6D8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6" name="îṥlîďé"/>
          <p:cNvSpPr/>
          <p:nvPr/>
        </p:nvSpPr>
        <p:spPr bwMode="auto">
          <a:xfrm>
            <a:off x="786000" y="1622840"/>
            <a:ext cx="764860" cy="7650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47" name="ísḷide"/>
          <p:cNvSpPr/>
          <p:nvPr/>
        </p:nvSpPr>
        <p:spPr bwMode="auto">
          <a:xfrm>
            <a:off x="953635" y="3755812"/>
            <a:ext cx="414209" cy="333566"/>
          </a:xfrm>
          <a:custGeom>
            <a:avLst/>
            <a:gdLst>
              <a:gd name="T0" fmla="*/ 169 w 497"/>
              <a:gd name="T1" fmla="*/ 196 h 400"/>
              <a:gd name="T2" fmla="*/ 169 w 497"/>
              <a:gd name="T3" fmla="*/ 196 h 400"/>
              <a:gd name="T4" fmla="*/ 248 w 497"/>
              <a:gd name="T5" fmla="*/ 275 h 400"/>
              <a:gd name="T6" fmla="*/ 328 w 497"/>
              <a:gd name="T7" fmla="*/ 196 h 400"/>
              <a:gd name="T8" fmla="*/ 248 w 497"/>
              <a:gd name="T9" fmla="*/ 116 h 400"/>
              <a:gd name="T10" fmla="*/ 169 w 497"/>
              <a:gd name="T11" fmla="*/ 196 h 400"/>
              <a:gd name="T12" fmla="*/ 116 w 497"/>
              <a:gd name="T13" fmla="*/ 169 h 400"/>
              <a:gd name="T14" fmla="*/ 116 w 497"/>
              <a:gd name="T15" fmla="*/ 169 h 400"/>
              <a:gd name="T16" fmla="*/ 248 w 497"/>
              <a:gd name="T17" fmla="*/ 63 h 400"/>
              <a:gd name="T18" fmla="*/ 345 w 497"/>
              <a:gd name="T19" fmla="*/ 98 h 400"/>
              <a:gd name="T20" fmla="*/ 390 w 497"/>
              <a:gd name="T21" fmla="*/ 98 h 400"/>
              <a:gd name="T22" fmla="*/ 390 w 497"/>
              <a:gd name="T23" fmla="*/ 54 h 400"/>
              <a:gd name="T24" fmla="*/ 248 w 497"/>
              <a:gd name="T25" fmla="*/ 0 h 400"/>
              <a:gd name="T26" fmla="*/ 62 w 497"/>
              <a:gd name="T27" fmla="*/ 143 h 400"/>
              <a:gd name="T28" fmla="*/ 0 w 497"/>
              <a:gd name="T29" fmla="*/ 143 h 400"/>
              <a:gd name="T30" fmla="*/ 0 w 497"/>
              <a:gd name="T31" fmla="*/ 196 h 400"/>
              <a:gd name="T32" fmla="*/ 80 w 497"/>
              <a:gd name="T33" fmla="*/ 196 h 400"/>
              <a:gd name="T34" fmla="*/ 116 w 497"/>
              <a:gd name="T35" fmla="*/ 169 h 400"/>
              <a:gd name="T36" fmla="*/ 416 w 497"/>
              <a:gd name="T37" fmla="*/ 196 h 400"/>
              <a:gd name="T38" fmla="*/ 416 w 497"/>
              <a:gd name="T39" fmla="*/ 196 h 400"/>
              <a:gd name="T40" fmla="*/ 381 w 497"/>
              <a:gd name="T41" fmla="*/ 231 h 400"/>
              <a:gd name="T42" fmla="*/ 248 w 497"/>
              <a:gd name="T43" fmla="*/ 337 h 400"/>
              <a:gd name="T44" fmla="*/ 151 w 497"/>
              <a:gd name="T45" fmla="*/ 293 h 400"/>
              <a:gd name="T46" fmla="*/ 107 w 497"/>
              <a:gd name="T47" fmla="*/ 293 h 400"/>
              <a:gd name="T48" fmla="*/ 107 w 497"/>
              <a:gd name="T49" fmla="*/ 337 h 400"/>
              <a:gd name="T50" fmla="*/ 248 w 497"/>
              <a:gd name="T51" fmla="*/ 399 h 400"/>
              <a:gd name="T52" fmla="*/ 435 w 497"/>
              <a:gd name="T53" fmla="*/ 257 h 400"/>
              <a:gd name="T54" fmla="*/ 496 w 497"/>
              <a:gd name="T55" fmla="*/ 257 h 400"/>
              <a:gd name="T56" fmla="*/ 496 w 497"/>
              <a:gd name="T57" fmla="*/ 196 h 400"/>
              <a:gd name="T58" fmla="*/ 416 w 497"/>
              <a:gd name="T59" fmla="*/ 196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97" h="400">
                <a:moveTo>
                  <a:pt x="169" y="196"/>
                </a:moveTo>
                <a:lnTo>
                  <a:pt x="169" y="196"/>
                </a:lnTo>
                <a:cubicBezTo>
                  <a:pt x="169" y="240"/>
                  <a:pt x="204" y="275"/>
                  <a:pt x="248" y="275"/>
                </a:cubicBezTo>
                <a:cubicBezTo>
                  <a:pt x="292" y="275"/>
                  <a:pt x="328" y="240"/>
                  <a:pt x="328" y="196"/>
                </a:cubicBezTo>
                <a:cubicBezTo>
                  <a:pt x="328" y="151"/>
                  <a:pt x="292" y="116"/>
                  <a:pt x="248" y="116"/>
                </a:cubicBezTo>
                <a:cubicBezTo>
                  <a:pt x="204" y="116"/>
                  <a:pt x="169" y="151"/>
                  <a:pt x="169" y="196"/>
                </a:cubicBezTo>
                <a:close/>
                <a:moveTo>
                  <a:pt x="116" y="169"/>
                </a:moveTo>
                <a:lnTo>
                  <a:pt x="116" y="169"/>
                </a:lnTo>
                <a:cubicBezTo>
                  <a:pt x="124" y="107"/>
                  <a:pt x="186" y="63"/>
                  <a:pt x="248" y="63"/>
                </a:cubicBezTo>
                <a:cubicBezTo>
                  <a:pt x="284" y="63"/>
                  <a:pt x="319" y="71"/>
                  <a:pt x="345" y="98"/>
                </a:cubicBezTo>
                <a:cubicBezTo>
                  <a:pt x="354" y="107"/>
                  <a:pt x="381" y="107"/>
                  <a:pt x="390" y="98"/>
                </a:cubicBezTo>
                <a:cubicBezTo>
                  <a:pt x="399" y="89"/>
                  <a:pt x="399" y="71"/>
                  <a:pt x="390" y="54"/>
                </a:cubicBezTo>
                <a:cubicBezTo>
                  <a:pt x="354" y="18"/>
                  <a:pt x="301" y="0"/>
                  <a:pt x="248" y="0"/>
                </a:cubicBezTo>
                <a:cubicBezTo>
                  <a:pt x="160" y="0"/>
                  <a:pt x="80" y="54"/>
                  <a:pt x="62" y="143"/>
                </a:cubicBezTo>
                <a:cubicBezTo>
                  <a:pt x="0" y="143"/>
                  <a:pt x="0" y="143"/>
                  <a:pt x="0" y="143"/>
                </a:cubicBezTo>
                <a:cubicBezTo>
                  <a:pt x="0" y="196"/>
                  <a:pt x="0" y="196"/>
                  <a:pt x="0" y="196"/>
                </a:cubicBezTo>
                <a:cubicBezTo>
                  <a:pt x="80" y="196"/>
                  <a:pt x="80" y="196"/>
                  <a:pt x="80" y="196"/>
                </a:cubicBezTo>
                <a:cubicBezTo>
                  <a:pt x="107" y="196"/>
                  <a:pt x="107" y="178"/>
                  <a:pt x="116" y="169"/>
                </a:cubicBezTo>
                <a:close/>
                <a:moveTo>
                  <a:pt x="416" y="196"/>
                </a:moveTo>
                <a:lnTo>
                  <a:pt x="416" y="196"/>
                </a:lnTo>
                <a:cubicBezTo>
                  <a:pt x="390" y="196"/>
                  <a:pt x="390" y="222"/>
                  <a:pt x="381" y="231"/>
                </a:cubicBezTo>
                <a:cubicBezTo>
                  <a:pt x="372" y="293"/>
                  <a:pt x="319" y="337"/>
                  <a:pt x="248" y="337"/>
                </a:cubicBezTo>
                <a:cubicBezTo>
                  <a:pt x="213" y="337"/>
                  <a:pt x="177" y="319"/>
                  <a:pt x="151" y="293"/>
                </a:cubicBezTo>
                <a:cubicBezTo>
                  <a:pt x="142" y="284"/>
                  <a:pt x="116" y="284"/>
                  <a:pt x="107" y="293"/>
                </a:cubicBezTo>
                <a:cubicBezTo>
                  <a:pt x="97" y="310"/>
                  <a:pt x="97" y="328"/>
                  <a:pt x="107" y="337"/>
                </a:cubicBezTo>
                <a:cubicBezTo>
                  <a:pt x="142" y="373"/>
                  <a:pt x="195" y="399"/>
                  <a:pt x="248" y="399"/>
                </a:cubicBezTo>
                <a:cubicBezTo>
                  <a:pt x="337" y="399"/>
                  <a:pt x="416" y="337"/>
                  <a:pt x="435" y="257"/>
                </a:cubicBezTo>
                <a:cubicBezTo>
                  <a:pt x="496" y="257"/>
                  <a:pt x="496" y="257"/>
                  <a:pt x="496" y="257"/>
                </a:cubicBezTo>
                <a:cubicBezTo>
                  <a:pt x="496" y="196"/>
                  <a:pt x="496" y="196"/>
                  <a:pt x="496" y="196"/>
                </a:cubicBezTo>
                <a:lnTo>
                  <a:pt x="416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41" name="直接连接符 40"/>
          <p:cNvCxnSpPr>
            <a:cxnSpLocks/>
          </p:cNvCxnSpPr>
          <p:nvPr/>
        </p:nvCxnSpPr>
        <p:spPr>
          <a:xfrm>
            <a:off x="1846927" y="3202579"/>
            <a:ext cx="5204781" cy="63067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>
            <a:cxnSpLocks/>
          </p:cNvCxnSpPr>
          <p:nvPr/>
        </p:nvCxnSpPr>
        <p:spPr>
          <a:xfrm>
            <a:off x="1846927" y="5783854"/>
            <a:ext cx="5249198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ïślïḑè"/>
          <p:cNvGrpSpPr/>
          <p:nvPr/>
        </p:nvGrpSpPr>
        <p:grpSpPr>
          <a:xfrm>
            <a:off x="7475164" y="1713269"/>
            <a:ext cx="4302498" cy="3579746"/>
            <a:chOff x="6829425" y="1588411"/>
            <a:chExt cx="4693023" cy="4249199"/>
          </a:xfrm>
        </p:grpSpPr>
        <p:sp>
          <p:nvSpPr>
            <p:cNvPr id="20" name="íŝ1ídé"/>
            <p:cNvSpPr/>
            <p:nvPr/>
          </p:nvSpPr>
          <p:spPr>
            <a:xfrm>
              <a:off x="7438449" y="1588411"/>
              <a:ext cx="3164298" cy="4249199"/>
            </a:xfrm>
            <a:custGeom>
              <a:avLst/>
              <a:gdLst>
                <a:gd name="connsiteX0" fmla="*/ 5879 w 3018034"/>
                <a:gd name="connsiteY0" fmla="*/ 349230 h 4052789"/>
                <a:gd name="connsiteX1" fmla="*/ 5879 w 3018034"/>
                <a:gd name="connsiteY1" fmla="*/ 349230 h 4052789"/>
                <a:gd name="connsiteX2" fmla="*/ 5879 w 3018034"/>
                <a:gd name="connsiteY2" fmla="*/ 4052397 h 4052789"/>
                <a:gd name="connsiteX3" fmla="*/ 2427362 w 3018034"/>
                <a:gd name="connsiteY3" fmla="*/ 4052397 h 4052789"/>
                <a:gd name="connsiteX4" fmla="*/ 2700161 w 3018034"/>
                <a:gd name="connsiteY4" fmla="*/ 3779598 h 4052789"/>
                <a:gd name="connsiteX5" fmla="*/ 2700161 w 3018034"/>
                <a:gd name="connsiteY5" fmla="*/ 349230 h 4052789"/>
                <a:gd name="connsiteX6" fmla="*/ 2700161 w 3018034"/>
                <a:gd name="connsiteY6" fmla="*/ 320225 h 4052789"/>
                <a:gd name="connsiteX7" fmla="*/ 3015291 w 3018034"/>
                <a:gd name="connsiteY7" fmla="*/ 5879 h 4052789"/>
                <a:gd name="connsiteX8" fmla="*/ 350014 w 3018034"/>
                <a:gd name="connsiteY8" fmla="*/ 5879 h 4052789"/>
                <a:gd name="connsiteX9" fmla="*/ 5879 w 3018034"/>
                <a:gd name="connsiteY9" fmla="*/ 349230 h 4052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18034" h="4052789">
                  <a:moveTo>
                    <a:pt x="5879" y="349230"/>
                  </a:moveTo>
                  <a:lnTo>
                    <a:pt x="5879" y="349230"/>
                  </a:lnTo>
                  <a:lnTo>
                    <a:pt x="5879" y="4052397"/>
                  </a:lnTo>
                  <a:lnTo>
                    <a:pt x="2427362" y="4052397"/>
                  </a:lnTo>
                  <a:cubicBezTo>
                    <a:pt x="2577872" y="4052397"/>
                    <a:pt x="2700161" y="3930108"/>
                    <a:pt x="2700161" y="3779598"/>
                  </a:cubicBezTo>
                  <a:lnTo>
                    <a:pt x="2700161" y="349230"/>
                  </a:lnTo>
                  <a:lnTo>
                    <a:pt x="2700161" y="320225"/>
                  </a:lnTo>
                  <a:cubicBezTo>
                    <a:pt x="2700161" y="146982"/>
                    <a:pt x="2841264" y="5879"/>
                    <a:pt x="3015291" y="5879"/>
                  </a:cubicBezTo>
                  <a:lnTo>
                    <a:pt x="350014" y="5879"/>
                  </a:lnTo>
                  <a:cubicBezTo>
                    <a:pt x="160309" y="5879"/>
                    <a:pt x="5879" y="159525"/>
                    <a:pt x="5879" y="349230"/>
                  </a:cubicBezTo>
                  <a:close/>
                </a:path>
              </a:pathLst>
            </a:custGeom>
            <a:solidFill>
              <a:srgbClr val="F0F0F0">
                <a:alpha val="49804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ïṡḻíḋê"/>
            <p:cNvSpPr/>
            <p:nvPr/>
          </p:nvSpPr>
          <p:spPr>
            <a:xfrm>
              <a:off x="10889588" y="2541810"/>
              <a:ext cx="632860" cy="2391716"/>
            </a:xfrm>
            <a:custGeom>
              <a:avLst/>
              <a:gdLst>
                <a:gd name="connsiteX0" fmla="*/ 602431 w 603606"/>
                <a:gd name="connsiteY0" fmla="*/ 1979752 h 2281163"/>
                <a:gd name="connsiteX1" fmla="*/ 602431 w 603606"/>
                <a:gd name="connsiteY1" fmla="*/ 5879 h 2281163"/>
                <a:gd name="connsiteX2" fmla="*/ 5879 w 603606"/>
                <a:gd name="connsiteY2" fmla="*/ 5879 h 2281163"/>
                <a:gd name="connsiteX3" fmla="*/ 5879 w 603606"/>
                <a:gd name="connsiteY3" fmla="*/ 1995430 h 2281163"/>
                <a:gd name="connsiteX4" fmla="*/ 288085 w 603606"/>
                <a:gd name="connsiteY4" fmla="*/ 2277636 h 2281163"/>
                <a:gd name="connsiteX5" fmla="*/ 288085 w 603606"/>
                <a:gd name="connsiteY5" fmla="*/ 2277636 h 2281163"/>
                <a:gd name="connsiteX6" fmla="*/ 288869 w 603606"/>
                <a:gd name="connsiteY6" fmla="*/ 2277636 h 2281163"/>
                <a:gd name="connsiteX7" fmla="*/ 602431 w 603606"/>
                <a:gd name="connsiteY7" fmla="*/ 1979752 h 228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606" h="2281163">
                  <a:moveTo>
                    <a:pt x="602431" y="1979752"/>
                  </a:moveTo>
                  <a:lnTo>
                    <a:pt x="602431" y="5879"/>
                  </a:lnTo>
                  <a:lnTo>
                    <a:pt x="5879" y="5879"/>
                  </a:lnTo>
                  <a:lnTo>
                    <a:pt x="5879" y="1995430"/>
                  </a:lnTo>
                  <a:cubicBezTo>
                    <a:pt x="5879" y="2151428"/>
                    <a:pt x="132088" y="2277636"/>
                    <a:pt x="288085" y="2277636"/>
                  </a:cubicBezTo>
                  <a:lnTo>
                    <a:pt x="288085" y="2277636"/>
                  </a:lnTo>
                  <a:lnTo>
                    <a:pt x="288869" y="2277636"/>
                  </a:lnTo>
                  <a:cubicBezTo>
                    <a:pt x="456625" y="2277636"/>
                    <a:pt x="593808" y="2145940"/>
                    <a:pt x="602431" y="1979752"/>
                  </a:cubicBezTo>
                  <a:close/>
                </a:path>
              </a:pathLst>
            </a:custGeom>
            <a:solidFill>
              <a:srgbClr val="C4C4C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îŝḷiḑê"/>
            <p:cNvSpPr/>
            <p:nvPr/>
          </p:nvSpPr>
          <p:spPr>
            <a:xfrm>
              <a:off x="10263304" y="1588411"/>
              <a:ext cx="928742" cy="3345115"/>
            </a:xfrm>
            <a:custGeom>
              <a:avLst/>
              <a:gdLst>
                <a:gd name="connsiteX0" fmla="*/ 603215 w 885812"/>
                <a:gd name="connsiteY0" fmla="*/ 2904760 h 3190493"/>
                <a:gd name="connsiteX1" fmla="*/ 603215 w 885812"/>
                <a:gd name="connsiteY1" fmla="*/ 2788742 h 3190493"/>
                <a:gd name="connsiteX2" fmla="*/ 603215 w 885812"/>
                <a:gd name="connsiteY2" fmla="*/ 915209 h 3190493"/>
                <a:gd name="connsiteX3" fmla="*/ 603215 w 885812"/>
                <a:gd name="connsiteY3" fmla="*/ 288085 h 3190493"/>
                <a:gd name="connsiteX4" fmla="*/ 321009 w 885812"/>
                <a:gd name="connsiteY4" fmla="*/ 5879 h 3190493"/>
                <a:gd name="connsiteX5" fmla="*/ 321009 w 885812"/>
                <a:gd name="connsiteY5" fmla="*/ 5879 h 3190493"/>
                <a:gd name="connsiteX6" fmla="*/ 321009 w 885812"/>
                <a:gd name="connsiteY6" fmla="*/ 5879 h 3190493"/>
                <a:gd name="connsiteX7" fmla="*/ 5879 w 885812"/>
                <a:gd name="connsiteY7" fmla="*/ 321009 h 3190493"/>
                <a:gd name="connsiteX8" fmla="*/ 5879 w 885812"/>
                <a:gd name="connsiteY8" fmla="*/ 350014 h 3190493"/>
                <a:gd name="connsiteX9" fmla="*/ 5879 w 885812"/>
                <a:gd name="connsiteY9" fmla="*/ 2788742 h 3190493"/>
                <a:gd name="connsiteX10" fmla="*/ 5879 w 885812"/>
                <a:gd name="connsiteY10" fmla="*/ 2843616 h 3190493"/>
                <a:gd name="connsiteX11" fmla="*/ 5879 w 885812"/>
                <a:gd name="connsiteY11" fmla="*/ 3186966 h 3190493"/>
                <a:gd name="connsiteX12" fmla="*/ 885421 w 885812"/>
                <a:gd name="connsiteY12" fmla="*/ 3186966 h 3190493"/>
                <a:gd name="connsiteX13" fmla="*/ 603215 w 885812"/>
                <a:gd name="connsiteY13" fmla="*/ 2904760 h 319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5812" h="3190493">
                  <a:moveTo>
                    <a:pt x="603215" y="2904760"/>
                  </a:moveTo>
                  <a:lnTo>
                    <a:pt x="603215" y="2788742"/>
                  </a:lnTo>
                  <a:lnTo>
                    <a:pt x="603215" y="915209"/>
                  </a:lnTo>
                  <a:lnTo>
                    <a:pt x="603215" y="288085"/>
                  </a:lnTo>
                  <a:cubicBezTo>
                    <a:pt x="603215" y="132088"/>
                    <a:pt x="477006" y="5879"/>
                    <a:pt x="321009" y="5879"/>
                  </a:cubicBezTo>
                  <a:lnTo>
                    <a:pt x="321009" y="5879"/>
                  </a:lnTo>
                  <a:lnTo>
                    <a:pt x="321009" y="5879"/>
                  </a:lnTo>
                  <a:cubicBezTo>
                    <a:pt x="146982" y="5879"/>
                    <a:pt x="5879" y="146982"/>
                    <a:pt x="5879" y="321009"/>
                  </a:cubicBezTo>
                  <a:lnTo>
                    <a:pt x="5879" y="350014"/>
                  </a:lnTo>
                  <a:lnTo>
                    <a:pt x="5879" y="2788742"/>
                  </a:lnTo>
                  <a:lnTo>
                    <a:pt x="5879" y="2843616"/>
                  </a:lnTo>
                  <a:lnTo>
                    <a:pt x="5879" y="3186966"/>
                  </a:lnTo>
                  <a:lnTo>
                    <a:pt x="885421" y="3186966"/>
                  </a:lnTo>
                  <a:cubicBezTo>
                    <a:pt x="729424" y="3186966"/>
                    <a:pt x="603215" y="3060757"/>
                    <a:pt x="603215" y="2904760"/>
                  </a:cubicBezTo>
                  <a:close/>
                </a:path>
              </a:pathLst>
            </a:custGeom>
            <a:solidFill>
              <a:srgbClr val="E0E0E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ïsľíďé"/>
            <p:cNvSpPr/>
            <p:nvPr/>
          </p:nvSpPr>
          <p:spPr>
            <a:xfrm>
              <a:off x="6829425" y="4982839"/>
              <a:ext cx="3114983" cy="854771"/>
            </a:xfrm>
            <a:custGeom>
              <a:avLst/>
              <a:gdLst>
                <a:gd name="connsiteX0" fmla="*/ 2684483 w 2971000"/>
                <a:gd name="connsiteY0" fmla="*/ 532664 h 815261"/>
                <a:gd name="connsiteX1" fmla="*/ 2684483 w 2971000"/>
                <a:gd name="connsiteY1" fmla="*/ 5879 h 815261"/>
                <a:gd name="connsiteX2" fmla="*/ 5879 w 2971000"/>
                <a:gd name="connsiteY2" fmla="*/ 5879 h 815261"/>
                <a:gd name="connsiteX3" fmla="*/ 5879 w 2971000"/>
                <a:gd name="connsiteY3" fmla="*/ 532664 h 815261"/>
                <a:gd name="connsiteX4" fmla="*/ 288085 w 2971000"/>
                <a:gd name="connsiteY4" fmla="*/ 814869 h 815261"/>
                <a:gd name="connsiteX5" fmla="*/ 288085 w 2971000"/>
                <a:gd name="connsiteY5" fmla="*/ 814869 h 815261"/>
                <a:gd name="connsiteX6" fmla="*/ 288869 w 2971000"/>
                <a:gd name="connsiteY6" fmla="*/ 814869 h 815261"/>
                <a:gd name="connsiteX7" fmla="*/ 2966689 w 2971000"/>
                <a:gd name="connsiteY7" fmla="*/ 814869 h 815261"/>
                <a:gd name="connsiteX8" fmla="*/ 2684483 w 2971000"/>
                <a:gd name="connsiteY8" fmla="*/ 532664 h 81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71000" h="815261">
                  <a:moveTo>
                    <a:pt x="2684483" y="532664"/>
                  </a:moveTo>
                  <a:lnTo>
                    <a:pt x="2684483" y="5879"/>
                  </a:lnTo>
                  <a:lnTo>
                    <a:pt x="5879" y="5879"/>
                  </a:lnTo>
                  <a:lnTo>
                    <a:pt x="5879" y="532664"/>
                  </a:lnTo>
                  <a:cubicBezTo>
                    <a:pt x="5879" y="688661"/>
                    <a:pt x="132088" y="814869"/>
                    <a:pt x="288085" y="814869"/>
                  </a:cubicBezTo>
                  <a:lnTo>
                    <a:pt x="288085" y="814869"/>
                  </a:lnTo>
                  <a:lnTo>
                    <a:pt x="288869" y="814869"/>
                  </a:lnTo>
                  <a:lnTo>
                    <a:pt x="2966689" y="814869"/>
                  </a:lnTo>
                  <a:cubicBezTo>
                    <a:pt x="2810692" y="814869"/>
                    <a:pt x="2684483" y="688661"/>
                    <a:pt x="2684483" y="532664"/>
                  </a:cubicBezTo>
                  <a:close/>
                </a:path>
              </a:pathLst>
            </a:custGeom>
            <a:solidFill>
              <a:srgbClr val="E4E6E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ïṩľíḑê"/>
            <p:cNvSpPr/>
            <p:nvPr/>
          </p:nvSpPr>
          <p:spPr>
            <a:xfrm>
              <a:off x="7771317" y="2134972"/>
              <a:ext cx="419167" cy="419167"/>
            </a:xfrm>
            <a:custGeom>
              <a:avLst/>
              <a:gdLst>
                <a:gd name="connsiteX0" fmla="*/ 327280 w 399791"/>
                <a:gd name="connsiteY0" fmla="*/ 394696 h 399791"/>
                <a:gd name="connsiteX1" fmla="*/ 73295 w 399791"/>
                <a:gd name="connsiteY1" fmla="*/ 394696 h 399791"/>
                <a:gd name="connsiteX2" fmla="*/ 5879 w 399791"/>
                <a:gd name="connsiteY2" fmla="*/ 327280 h 399791"/>
                <a:gd name="connsiteX3" fmla="*/ 5879 w 399791"/>
                <a:gd name="connsiteY3" fmla="*/ 73295 h 399791"/>
                <a:gd name="connsiteX4" fmla="*/ 73295 w 399791"/>
                <a:gd name="connsiteY4" fmla="*/ 5879 h 399791"/>
                <a:gd name="connsiteX5" fmla="*/ 327280 w 399791"/>
                <a:gd name="connsiteY5" fmla="*/ 5879 h 399791"/>
                <a:gd name="connsiteX6" fmla="*/ 394696 w 399791"/>
                <a:gd name="connsiteY6" fmla="*/ 73295 h 399791"/>
                <a:gd name="connsiteX7" fmla="*/ 394696 w 399791"/>
                <a:gd name="connsiteY7" fmla="*/ 327280 h 399791"/>
                <a:gd name="connsiteX8" fmla="*/ 327280 w 399791"/>
                <a:gd name="connsiteY8" fmla="*/ 394696 h 399791"/>
                <a:gd name="connsiteX9" fmla="*/ 73295 w 399791"/>
                <a:gd name="connsiteY9" fmla="*/ 45075 h 399791"/>
                <a:gd name="connsiteX10" fmla="*/ 45075 w 399791"/>
                <a:gd name="connsiteY10" fmla="*/ 73295 h 399791"/>
                <a:gd name="connsiteX11" fmla="*/ 45075 w 399791"/>
                <a:gd name="connsiteY11" fmla="*/ 327280 h 399791"/>
                <a:gd name="connsiteX12" fmla="*/ 73295 w 399791"/>
                <a:gd name="connsiteY12" fmla="*/ 355501 h 399791"/>
                <a:gd name="connsiteX13" fmla="*/ 327280 w 399791"/>
                <a:gd name="connsiteY13" fmla="*/ 355501 h 399791"/>
                <a:gd name="connsiteX14" fmla="*/ 355501 w 399791"/>
                <a:gd name="connsiteY14" fmla="*/ 327280 h 399791"/>
                <a:gd name="connsiteX15" fmla="*/ 355501 w 399791"/>
                <a:gd name="connsiteY15" fmla="*/ 73295 h 399791"/>
                <a:gd name="connsiteX16" fmla="*/ 327280 w 399791"/>
                <a:gd name="connsiteY16" fmla="*/ 45075 h 399791"/>
                <a:gd name="connsiteX17" fmla="*/ 73295 w 399791"/>
                <a:gd name="connsiteY17" fmla="*/ 45075 h 39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9791" h="399791">
                  <a:moveTo>
                    <a:pt x="327280" y="394696"/>
                  </a:moveTo>
                  <a:lnTo>
                    <a:pt x="73295" y="394696"/>
                  </a:lnTo>
                  <a:cubicBezTo>
                    <a:pt x="36452" y="394696"/>
                    <a:pt x="5879" y="364908"/>
                    <a:pt x="5879" y="327280"/>
                  </a:cubicBezTo>
                  <a:lnTo>
                    <a:pt x="5879" y="73295"/>
                  </a:lnTo>
                  <a:cubicBezTo>
                    <a:pt x="5879" y="36452"/>
                    <a:pt x="35668" y="5879"/>
                    <a:pt x="73295" y="5879"/>
                  </a:cubicBezTo>
                  <a:lnTo>
                    <a:pt x="327280" y="5879"/>
                  </a:lnTo>
                  <a:cubicBezTo>
                    <a:pt x="364124" y="5879"/>
                    <a:pt x="394696" y="35668"/>
                    <a:pt x="394696" y="73295"/>
                  </a:cubicBezTo>
                  <a:lnTo>
                    <a:pt x="394696" y="327280"/>
                  </a:lnTo>
                  <a:cubicBezTo>
                    <a:pt x="394696" y="364908"/>
                    <a:pt x="364124" y="394696"/>
                    <a:pt x="327280" y="394696"/>
                  </a:cubicBezTo>
                  <a:close/>
                  <a:moveTo>
                    <a:pt x="73295" y="45075"/>
                  </a:moveTo>
                  <a:cubicBezTo>
                    <a:pt x="57617" y="45075"/>
                    <a:pt x="45075" y="57617"/>
                    <a:pt x="45075" y="73295"/>
                  </a:cubicBezTo>
                  <a:lnTo>
                    <a:pt x="45075" y="327280"/>
                  </a:lnTo>
                  <a:cubicBezTo>
                    <a:pt x="45075" y="342958"/>
                    <a:pt x="57617" y="355501"/>
                    <a:pt x="73295" y="355501"/>
                  </a:cubicBezTo>
                  <a:lnTo>
                    <a:pt x="327280" y="355501"/>
                  </a:lnTo>
                  <a:cubicBezTo>
                    <a:pt x="342959" y="355501"/>
                    <a:pt x="355501" y="342958"/>
                    <a:pt x="355501" y="327280"/>
                  </a:cubicBezTo>
                  <a:lnTo>
                    <a:pt x="355501" y="73295"/>
                  </a:lnTo>
                  <a:cubicBezTo>
                    <a:pt x="355501" y="57617"/>
                    <a:pt x="342959" y="45075"/>
                    <a:pt x="327280" y="45075"/>
                  </a:cubicBezTo>
                  <a:lnTo>
                    <a:pt x="73295" y="45075"/>
                  </a:lnTo>
                  <a:close/>
                </a:path>
              </a:pathLst>
            </a:custGeom>
            <a:solidFill>
              <a:srgbClr val="76839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i$lide"/>
            <p:cNvSpPr/>
            <p:nvPr/>
          </p:nvSpPr>
          <p:spPr>
            <a:xfrm>
              <a:off x="7837890" y="1988673"/>
              <a:ext cx="361634" cy="501356"/>
            </a:xfrm>
            <a:custGeom>
              <a:avLst/>
              <a:gdLst>
                <a:gd name="connsiteX0" fmla="*/ 142279 w 344918"/>
                <a:gd name="connsiteY0" fmla="*/ 475438 h 478182"/>
                <a:gd name="connsiteX1" fmla="*/ 5879 w 344918"/>
                <a:gd name="connsiteY1" fmla="*/ 271623 h 478182"/>
                <a:gd name="connsiteX2" fmla="*/ 57617 w 344918"/>
                <a:gd name="connsiteY2" fmla="*/ 236347 h 478182"/>
                <a:gd name="connsiteX3" fmla="*/ 131304 w 344918"/>
                <a:gd name="connsiteY3" fmla="*/ 346094 h 478182"/>
                <a:gd name="connsiteX4" fmla="*/ 282598 w 344918"/>
                <a:gd name="connsiteY4" fmla="*/ 5879 h 478182"/>
                <a:gd name="connsiteX5" fmla="*/ 339823 w 344918"/>
                <a:gd name="connsiteY5" fmla="*/ 30964 h 47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918" h="478182">
                  <a:moveTo>
                    <a:pt x="142279" y="475438"/>
                  </a:moveTo>
                  <a:lnTo>
                    <a:pt x="5879" y="271623"/>
                  </a:lnTo>
                  <a:lnTo>
                    <a:pt x="57617" y="236347"/>
                  </a:lnTo>
                  <a:lnTo>
                    <a:pt x="131304" y="346094"/>
                  </a:lnTo>
                  <a:lnTo>
                    <a:pt x="282598" y="5879"/>
                  </a:lnTo>
                  <a:lnTo>
                    <a:pt x="339823" y="30964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îṧ1iḋé"/>
            <p:cNvSpPr/>
            <p:nvPr/>
          </p:nvSpPr>
          <p:spPr>
            <a:xfrm>
              <a:off x="7771317" y="2855773"/>
              <a:ext cx="419167" cy="419167"/>
            </a:xfrm>
            <a:custGeom>
              <a:avLst/>
              <a:gdLst>
                <a:gd name="connsiteX0" fmla="*/ 327280 w 399791"/>
                <a:gd name="connsiteY0" fmla="*/ 394696 h 399791"/>
                <a:gd name="connsiteX1" fmla="*/ 73295 w 399791"/>
                <a:gd name="connsiteY1" fmla="*/ 394696 h 399791"/>
                <a:gd name="connsiteX2" fmla="*/ 5879 w 399791"/>
                <a:gd name="connsiteY2" fmla="*/ 327280 h 399791"/>
                <a:gd name="connsiteX3" fmla="*/ 5879 w 399791"/>
                <a:gd name="connsiteY3" fmla="*/ 73295 h 399791"/>
                <a:gd name="connsiteX4" fmla="*/ 73295 w 399791"/>
                <a:gd name="connsiteY4" fmla="*/ 5879 h 399791"/>
                <a:gd name="connsiteX5" fmla="*/ 327280 w 399791"/>
                <a:gd name="connsiteY5" fmla="*/ 5879 h 399791"/>
                <a:gd name="connsiteX6" fmla="*/ 394696 w 399791"/>
                <a:gd name="connsiteY6" fmla="*/ 73295 h 399791"/>
                <a:gd name="connsiteX7" fmla="*/ 394696 w 399791"/>
                <a:gd name="connsiteY7" fmla="*/ 327280 h 399791"/>
                <a:gd name="connsiteX8" fmla="*/ 327280 w 399791"/>
                <a:gd name="connsiteY8" fmla="*/ 394696 h 399791"/>
                <a:gd name="connsiteX9" fmla="*/ 73295 w 399791"/>
                <a:gd name="connsiteY9" fmla="*/ 45858 h 399791"/>
                <a:gd name="connsiteX10" fmla="*/ 45075 w 399791"/>
                <a:gd name="connsiteY10" fmla="*/ 74079 h 399791"/>
                <a:gd name="connsiteX11" fmla="*/ 45075 w 399791"/>
                <a:gd name="connsiteY11" fmla="*/ 328064 h 399791"/>
                <a:gd name="connsiteX12" fmla="*/ 73295 w 399791"/>
                <a:gd name="connsiteY12" fmla="*/ 356285 h 399791"/>
                <a:gd name="connsiteX13" fmla="*/ 327280 w 399791"/>
                <a:gd name="connsiteY13" fmla="*/ 356285 h 399791"/>
                <a:gd name="connsiteX14" fmla="*/ 355501 w 399791"/>
                <a:gd name="connsiteY14" fmla="*/ 328064 h 399791"/>
                <a:gd name="connsiteX15" fmla="*/ 355501 w 399791"/>
                <a:gd name="connsiteY15" fmla="*/ 74079 h 399791"/>
                <a:gd name="connsiteX16" fmla="*/ 327280 w 399791"/>
                <a:gd name="connsiteY16" fmla="*/ 45858 h 399791"/>
                <a:gd name="connsiteX17" fmla="*/ 73295 w 399791"/>
                <a:gd name="connsiteY17" fmla="*/ 45858 h 39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9791" h="399791">
                  <a:moveTo>
                    <a:pt x="327280" y="394696"/>
                  </a:moveTo>
                  <a:lnTo>
                    <a:pt x="73295" y="394696"/>
                  </a:lnTo>
                  <a:cubicBezTo>
                    <a:pt x="36452" y="394696"/>
                    <a:pt x="5879" y="364908"/>
                    <a:pt x="5879" y="327280"/>
                  </a:cubicBezTo>
                  <a:lnTo>
                    <a:pt x="5879" y="73295"/>
                  </a:lnTo>
                  <a:cubicBezTo>
                    <a:pt x="5879" y="36452"/>
                    <a:pt x="35668" y="5879"/>
                    <a:pt x="73295" y="5879"/>
                  </a:cubicBezTo>
                  <a:lnTo>
                    <a:pt x="327280" y="5879"/>
                  </a:lnTo>
                  <a:cubicBezTo>
                    <a:pt x="364124" y="5879"/>
                    <a:pt x="394696" y="35668"/>
                    <a:pt x="394696" y="73295"/>
                  </a:cubicBezTo>
                  <a:lnTo>
                    <a:pt x="394696" y="327280"/>
                  </a:lnTo>
                  <a:cubicBezTo>
                    <a:pt x="394696" y="364908"/>
                    <a:pt x="364124" y="394696"/>
                    <a:pt x="327280" y="394696"/>
                  </a:cubicBezTo>
                  <a:close/>
                  <a:moveTo>
                    <a:pt x="73295" y="45858"/>
                  </a:moveTo>
                  <a:cubicBezTo>
                    <a:pt x="57617" y="45858"/>
                    <a:pt x="45075" y="58401"/>
                    <a:pt x="45075" y="74079"/>
                  </a:cubicBezTo>
                  <a:lnTo>
                    <a:pt x="45075" y="328064"/>
                  </a:lnTo>
                  <a:cubicBezTo>
                    <a:pt x="45075" y="343742"/>
                    <a:pt x="57617" y="356285"/>
                    <a:pt x="73295" y="356285"/>
                  </a:cubicBezTo>
                  <a:lnTo>
                    <a:pt x="327280" y="356285"/>
                  </a:lnTo>
                  <a:cubicBezTo>
                    <a:pt x="342959" y="356285"/>
                    <a:pt x="355501" y="343742"/>
                    <a:pt x="355501" y="328064"/>
                  </a:cubicBezTo>
                  <a:lnTo>
                    <a:pt x="355501" y="74079"/>
                  </a:lnTo>
                  <a:cubicBezTo>
                    <a:pt x="355501" y="58401"/>
                    <a:pt x="342959" y="45858"/>
                    <a:pt x="327280" y="45858"/>
                  </a:cubicBezTo>
                  <a:lnTo>
                    <a:pt x="73295" y="45858"/>
                  </a:lnTo>
                  <a:close/>
                </a:path>
              </a:pathLst>
            </a:custGeom>
            <a:solidFill>
              <a:srgbClr val="76839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iṩľiḑé"/>
            <p:cNvSpPr/>
            <p:nvPr/>
          </p:nvSpPr>
          <p:spPr>
            <a:xfrm>
              <a:off x="7837890" y="2709476"/>
              <a:ext cx="361634" cy="501356"/>
            </a:xfrm>
            <a:custGeom>
              <a:avLst/>
              <a:gdLst>
                <a:gd name="connsiteX0" fmla="*/ 142279 w 344918"/>
                <a:gd name="connsiteY0" fmla="*/ 475438 h 478182"/>
                <a:gd name="connsiteX1" fmla="*/ 5879 w 344918"/>
                <a:gd name="connsiteY1" fmla="*/ 271623 h 478182"/>
                <a:gd name="connsiteX2" fmla="*/ 57617 w 344918"/>
                <a:gd name="connsiteY2" fmla="*/ 237131 h 478182"/>
                <a:gd name="connsiteX3" fmla="*/ 131304 w 344918"/>
                <a:gd name="connsiteY3" fmla="*/ 346094 h 478182"/>
                <a:gd name="connsiteX4" fmla="*/ 282598 w 344918"/>
                <a:gd name="connsiteY4" fmla="*/ 5879 h 478182"/>
                <a:gd name="connsiteX5" fmla="*/ 339823 w 344918"/>
                <a:gd name="connsiteY5" fmla="*/ 31748 h 47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918" h="478182">
                  <a:moveTo>
                    <a:pt x="142279" y="475438"/>
                  </a:moveTo>
                  <a:lnTo>
                    <a:pt x="5879" y="271623"/>
                  </a:lnTo>
                  <a:lnTo>
                    <a:pt x="57617" y="237131"/>
                  </a:lnTo>
                  <a:lnTo>
                    <a:pt x="131304" y="346094"/>
                  </a:lnTo>
                  <a:lnTo>
                    <a:pt x="282598" y="5879"/>
                  </a:lnTo>
                  <a:lnTo>
                    <a:pt x="339823" y="31748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iṡḷîḑe"/>
            <p:cNvSpPr/>
            <p:nvPr/>
          </p:nvSpPr>
          <p:spPr>
            <a:xfrm>
              <a:off x="7771317" y="3577398"/>
              <a:ext cx="419167" cy="419167"/>
            </a:xfrm>
            <a:custGeom>
              <a:avLst/>
              <a:gdLst>
                <a:gd name="connsiteX0" fmla="*/ 327280 w 399791"/>
                <a:gd name="connsiteY0" fmla="*/ 394696 h 399791"/>
                <a:gd name="connsiteX1" fmla="*/ 73295 w 399791"/>
                <a:gd name="connsiteY1" fmla="*/ 394696 h 399791"/>
                <a:gd name="connsiteX2" fmla="*/ 5879 w 399791"/>
                <a:gd name="connsiteY2" fmla="*/ 327280 h 399791"/>
                <a:gd name="connsiteX3" fmla="*/ 5879 w 399791"/>
                <a:gd name="connsiteY3" fmla="*/ 73295 h 399791"/>
                <a:gd name="connsiteX4" fmla="*/ 73295 w 399791"/>
                <a:gd name="connsiteY4" fmla="*/ 5879 h 399791"/>
                <a:gd name="connsiteX5" fmla="*/ 327280 w 399791"/>
                <a:gd name="connsiteY5" fmla="*/ 5879 h 399791"/>
                <a:gd name="connsiteX6" fmla="*/ 394696 w 399791"/>
                <a:gd name="connsiteY6" fmla="*/ 73295 h 399791"/>
                <a:gd name="connsiteX7" fmla="*/ 394696 w 399791"/>
                <a:gd name="connsiteY7" fmla="*/ 327280 h 399791"/>
                <a:gd name="connsiteX8" fmla="*/ 327280 w 399791"/>
                <a:gd name="connsiteY8" fmla="*/ 394696 h 399791"/>
                <a:gd name="connsiteX9" fmla="*/ 73295 w 399791"/>
                <a:gd name="connsiteY9" fmla="*/ 45075 h 399791"/>
                <a:gd name="connsiteX10" fmla="*/ 45075 w 399791"/>
                <a:gd name="connsiteY10" fmla="*/ 73295 h 399791"/>
                <a:gd name="connsiteX11" fmla="*/ 45075 w 399791"/>
                <a:gd name="connsiteY11" fmla="*/ 327280 h 399791"/>
                <a:gd name="connsiteX12" fmla="*/ 73295 w 399791"/>
                <a:gd name="connsiteY12" fmla="*/ 355501 h 399791"/>
                <a:gd name="connsiteX13" fmla="*/ 327280 w 399791"/>
                <a:gd name="connsiteY13" fmla="*/ 355501 h 399791"/>
                <a:gd name="connsiteX14" fmla="*/ 355501 w 399791"/>
                <a:gd name="connsiteY14" fmla="*/ 327280 h 399791"/>
                <a:gd name="connsiteX15" fmla="*/ 355501 w 399791"/>
                <a:gd name="connsiteY15" fmla="*/ 73295 h 399791"/>
                <a:gd name="connsiteX16" fmla="*/ 327280 w 399791"/>
                <a:gd name="connsiteY16" fmla="*/ 45075 h 399791"/>
                <a:gd name="connsiteX17" fmla="*/ 73295 w 399791"/>
                <a:gd name="connsiteY17" fmla="*/ 45075 h 39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9791" h="399791">
                  <a:moveTo>
                    <a:pt x="327280" y="394696"/>
                  </a:moveTo>
                  <a:lnTo>
                    <a:pt x="73295" y="394696"/>
                  </a:lnTo>
                  <a:cubicBezTo>
                    <a:pt x="36452" y="394696"/>
                    <a:pt x="5879" y="364908"/>
                    <a:pt x="5879" y="327280"/>
                  </a:cubicBezTo>
                  <a:lnTo>
                    <a:pt x="5879" y="73295"/>
                  </a:lnTo>
                  <a:cubicBezTo>
                    <a:pt x="5879" y="36452"/>
                    <a:pt x="35668" y="5879"/>
                    <a:pt x="73295" y="5879"/>
                  </a:cubicBezTo>
                  <a:lnTo>
                    <a:pt x="327280" y="5879"/>
                  </a:lnTo>
                  <a:cubicBezTo>
                    <a:pt x="364124" y="5879"/>
                    <a:pt x="394696" y="35668"/>
                    <a:pt x="394696" y="73295"/>
                  </a:cubicBezTo>
                  <a:lnTo>
                    <a:pt x="394696" y="327280"/>
                  </a:lnTo>
                  <a:cubicBezTo>
                    <a:pt x="394696" y="364124"/>
                    <a:pt x="364124" y="394696"/>
                    <a:pt x="327280" y="394696"/>
                  </a:cubicBezTo>
                  <a:close/>
                  <a:moveTo>
                    <a:pt x="73295" y="45075"/>
                  </a:moveTo>
                  <a:cubicBezTo>
                    <a:pt x="57617" y="45075"/>
                    <a:pt x="45075" y="57617"/>
                    <a:pt x="45075" y="73295"/>
                  </a:cubicBezTo>
                  <a:lnTo>
                    <a:pt x="45075" y="327280"/>
                  </a:lnTo>
                  <a:cubicBezTo>
                    <a:pt x="45075" y="342958"/>
                    <a:pt x="57617" y="355501"/>
                    <a:pt x="73295" y="355501"/>
                  </a:cubicBezTo>
                  <a:lnTo>
                    <a:pt x="327280" y="355501"/>
                  </a:lnTo>
                  <a:cubicBezTo>
                    <a:pt x="342959" y="355501"/>
                    <a:pt x="355501" y="342958"/>
                    <a:pt x="355501" y="327280"/>
                  </a:cubicBezTo>
                  <a:lnTo>
                    <a:pt x="355501" y="73295"/>
                  </a:lnTo>
                  <a:cubicBezTo>
                    <a:pt x="355501" y="57617"/>
                    <a:pt x="342959" y="45075"/>
                    <a:pt x="327280" y="45075"/>
                  </a:cubicBezTo>
                  <a:lnTo>
                    <a:pt x="73295" y="45075"/>
                  </a:lnTo>
                  <a:close/>
                </a:path>
              </a:pathLst>
            </a:custGeom>
            <a:solidFill>
              <a:srgbClr val="76839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îsḻíḑé"/>
            <p:cNvSpPr/>
            <p:nvPr/>
          </p:nvSpPr>
          <p:spPr>
            <a:xfrm>
              <a:off x="7837890" y="3431100"/>
              <a:ext cx="361634" cy="501356"/>
            </a:xfrm>
            <a:custGeom>
              <a:avLst/>
              <a:gdLst>
                <a:gd name="connsiteX0" fmla="*/ 142279 w 344918"/>
                <a:gd name="connsiteY0" fmla="*/ 475438 h 478182"/>
                <a:gd name="connsiteX1" fmla="*/ 5879 w 344918"/>
                <a:gd name="connsiteY1" fmla="*/ 270839 h 478182"/>
                <a:gd name="connsiteX2" fmla="*/ 57617 w 344918"/>
                <a:gd name="connsiteY2" fmla="*/ 236347 h 478182"/>
                <a:gd name="connsiteX3" fmla="*/ 131304 w 344918"/>
                <a:gd name="connsiteY3" fmla="*/ 346094 h 478182"/>
                <a:gd name="connsiteX4" fmla="*/ 282598 w 344918"/>
                <a:gd name="connsiteY4" fmla="*/ 5879 h 478182"/>
                <a:gd name="connsiteX5" fmla="*/ 339823 w 344918"/>
                <a:gd name="connsiteY5" fmla="*/ 30964 h 478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4918" h="478182">
                  <a:moveTo>
                    <a:pt x="142279" y="475438"/>
                  </a:moveTo>
                  <a:lnTo>
                    <a:pt x="5879" y="270839"/>
                  </a:lnTo>
                  <a:lnTo>
                    <a:pt x="57617" y="236347"/>
                  </a:lnTo>
                  <a:lnTo>
                    <a:pt x="131304" y="346094"/>
                  </a:lnTo>
                  <a:lnTo>
                    <a:pt x="282598" y="5879"/>
                  </a:lnTo>
                  <a:lnTo>
                    <a:pt x="339823" y="30964"/>
                  </a:lnTo>
                  <a:close/>
                </a:path>
              </a:pathLst>
            </a:custGeom>
            <a:solidFill>
              <a:srgbClr val="C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iṩḷiḋe"/>
            <p:cNvSpPr/>
            <p:nvPr/>
          </p:nvSpPr>
          <p:spPr>
            <a:xfrm>
              <a:off x="7771317" y="4298200"/>
              <a:ext cx="419167" cy="419167"/>
            </a:xfrm>
            <a:custGeom>
              <a:avLst/>
              <a:gdLst>
                <a:gd name="connsiteX0" fmla="*/ 327280 w 399791"/>
                <a:gd name="connsiteY0" fmla="*/ 394696 h 399791"/>
                <a:gd name="connsiteX1" fmla="*/ 73295 w 399791"/>
                <a:gd name="connsiteY1" fmla="*/ 394696 h 399791"/>
                <a:gd name="connsiteX2" fmla="*/ 5879 w 399791"/>
                <a:gd name="connsiteY2" fmla="*/ 327280 h 399791"/>
                <a:gd name="connsiteX3" fmla="*/ 5879 w 399791"/>
                <a:gd name="connsiteY3" fmla="*/ 73295 h 399791"/>
                <a:gd name="connsiteX4" fmla="*/ 73295 w 399791"/>
                <a:gd name="connsiteY4" fmla="*/ 5879 h 399791"/>
                <a:gd name="connsiteX5" fmla="*/ 327280 w 399791"/>
                <a:gd name="connsiteY5" fmla="*/ 5879 h 399791"/>
                <a:gd name="connsiteX6" fmla="*/ 394696 w 399791"/>
                <a:gd name="connsiteY6" fmla="*/ 73295 h 399791"/>
                <a:gd name="connsiteX7" fmla="*/ 394696 w 399791"/>
                <a:gd name="connsiteY7" fmla="*/ 327280 h 399791"/>
                <a:gd name="connsiteX8" fmla="*/ 327280 w 399791"/>
                <a:gd name="connsiteY8" fmla="*/ 394696 h 399791"/>
                <a:gd name="connsiteX9" fmla="*/ 73295 w 399791"/>
                <a:gd name="connsiteY9" fmla="*/ 45075 h 399791"/>
                <a:gd name="connsiteX10" fmla="*/ 45075 w 399791"/>
                <a:gd name="connsiteY10" fmla="*/ 73295 h 399791"/>
                <a:gd name="connsiteX11" fmla="*/ 45075 w 399791"/>
                <a:gd name="connsiteY11" fmla="*/ 327280 h 399791"/>
                <a:gd name="connsiteX12" fmla="*/ 73295 w 399791"/>
                <a:gd name="connsiteY12" fmla="*/ 355501 h 399791"/>
                <a:gd name="connsiteX13" fmla="*/ 327280 w 399791"/>
                <a:gd name="connsiteY13" fmla="*/ 355501 h 399791"/>
                <a:gd name="connsiteX14" fmla="*/ 355501 w 399791"/>
                <a:gd name="connsiteY14" fmla="*/ 327280 h 399791"/>
                <a:gd name="connsiteX15" fmla="*/ 355501 w 399791"/>
                <a:gd name="connsiteY15" fmla="*/ 73295 h 399791"/>
                <a:gd name="connsiteX16" fmla="*/ 327280 w 399791"/>
                <a:gd name="connsiteY16" fmla="*/ 45075 h 399791"/>
                <a:gd name="connsiteX17" fmla="*/ 73295 w 399791"/>
                <a:gd name="connsiteY17" fmla="*/ 45075 h 399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9791" h="399791">
                  <a:moveTo>
                    <a:pt x="327280" y="394696"/>
                  </a:moveTo>
                  <a:lnTo>
                    <a:pt x="73295" y="394696"/>
                  </a:lnTo>
                  <a:cubicBezTo>
                    <a:pt x="36452" y="394696"/>
                    <a:pt x="5879" y="364908"/>
                    <a:pt x="5879" y="327280"/>
                  </a:cubicBezTo>
                  <a:lnTo>
                    <a:pt x="5879" y="73295"/>
                  </a:lnTo>
                  <a:cubicBezTo>
                    <a:pt x="5879" y="36452"/>
                    <a:pt x="35668" y="5879"/>
                    <a:pt x="73295" y="5879"/>
                  </a:cubicBezTo>
                  <a:lnTo>
                    <a:pt x="327280" y="5879"/>
                  </a:lnTo>
                  <a:cubicBezTo>
                    <a:pt x="364124" y="5879"/>
                    <a:pt x="394696" y="35668"/>
                    <a:pt x="394696" y="73295"/>
                  </a:cubicBezTo>
                  <a:lnTo>
                    <a:pt x="394696" y="327280"/>
                  </a:lnTo>
                  <a:cubicBezTo>
                    <a:pt x="394696" y="364908"/>
                    <a:pt x="364124" y="394696"/>
                    <a:pt x="327280" y="394696"/>
                  </a:cubicBezTo>
                  <a:close/>
                  <a:moveTo>
                    <a:pt x="73295" y="45075"/>
                  </a:moveTo>
                  <a:cubicBezTo>
                    <a:pt x="57617" y="45075"/>
                    <a:pt x="45075" y="57617"/>
                    <a:pt x="45075" y="73295"/>
                  </a:cubicBezTo>
                  <a:lnTo>
                    <a:pt x="45075" y="327280"/>
                  </a:lnTo>
                  <a:cubicBezTo>
                    <a:pt x="45075" y="342958"/>
                    <a:pt x="57617" y="355501"/>
                    <a:pt x="73295" y="355501"/>
                  </a:cubicBezTo>
                  <a:lnTo>
                    <a:pt x="327280" y="355501"/>
                  </a:lnTo>
                  <a:cubicBezTo>
                    <a:pt x="342959" y="355501"/>
                    <a:pt x="355501" y="342958"/>
                    <a:pt x="355501" y="327280"/>
                  </a:cubicBezTo>
                  <a:lnTo>
                    <a:pt x="355501" y="73295"/>
                  </a:lnTo>
                  <a:cubicBezTo>
                    <a:pt x="355501" y="57617"/>
                    <a:pt x="342959" y="45075"/>
                    <a:pt x="327280" y="45075"/>
                  </a:cubicBezTo>
                  <a:lnTo>
                    <a:pt x="73295" y="45075"/>
                  </a:lnTo>
                  <a:close/>
                </a:path>
              </a:pathLst>
            </a:custGeom>
            <a:solidFill>
              <a:srgbClr val="76839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îṣļîḓé"/>
            <p:cNvSpPr/>
            <p:nvPr/>
          </p:nvSpPr>
          <p:spPr>
            <a:xfrm>
              <a:off x="8381164" y="4539015"/>
              <a:ext cx="1561602" cy="115066"/>
            </a:xfrm>
            <a:custGeom>
              <a:avLst/>
              <a:gdLst>
                <a:gd name="connsiteX0" fmla="*/ 5879 w 1489419"/>
                <a:gd name="connsiteY0" fmla="*/ 5879 h 109746"/>
                <a:gd name="connsiteX1" fmla="*/ 1485892 w 1489419"/>
                <a:gd name="connsiteY1" fmla="*/ 5879 h 109746"/>
                <a:gd name="connsiteX2" fmla="*/ 1485892 w 1489419"/>
                <a:gd name="connsiteY2" fmla="*/ 110139 h 109746"/>
                <a:gd name="connsiteX3" fmla="*/ 5879 w 1489419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419" h="109746">
                  <a:moveTo>
                    <a:pt x="5879" y="5879"/>
                  </a:moveTo>
                  <a:lnTo>
                    <a:pt x="1485892" y="5879"/>
                  </a:lnTo>
                  <a:lnTo>
                    <a:pt x="1485892" y="110139"/>
                  </a:lnTo>
                  <a:lnTo>
                    <a:pt x="5879" y="110139"/>
                  </a:lnTo>
                  <a:close/>
                </a:path>
              </a:pathLst>
            </a:custGeom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ïšḷîḋè"/>
            <p:cNvSpPr/>
            <p:nvPr/>
          </p:nvSpPr>
          <p:spPr>
            <a:xfrm>
              <a:off x="8381164" y="4356554"/>
              <a:ext cx="854771" cy="115066"/>
            </a:xfrm>
            <a:custGeom>
              <a:avLst/>
              <a:gdLst>
                <a:gd name="connsiteX0" fmla="*/ 5879 w 815261"/>
                <a:gd name="connsiteY0" fmla="*/ 5879 h 109746"/>
                <a:gd name="connsiteX1" fmla="*/ 814085 w 815261"/>
                <a:gd name="connsiteY1" fmla="*/ 5879 h 109746"/>
                <a:gd name="connsiteX2" fmla="*/ 814085 w 815261"/>
                <a:gd name="connsiteY2" fmla="*/ 110138 h 109746"/>
                <a:gd name="connsiteX3" fmla="*/ 5879 w 815261"/>
                <a:gd name="connsiteY3" fmla="*/ 110138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261" h="109746">
                  <a:moveTo>
                    <a:pt x="5879" y="5879"/>
                  </a:moveTo>
                  <a:lnTo>
                    <a:pt x="814085" y="5879"/>
                  </a:lnTo>
                  <a:lnTo>
                    <a:pt x="814085" y="110138"/>
                  </a:lnTo>
                  <a:lnTo>
                    <a:pt x="5879" y="110138"/>
                  </a:lnTo>
                  <a:close/>
                </a:path>
              </a:pathLst>
            </a:custGeom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iṧḻïḍè"/>
            <p:cNvSpPr/>
            <p:nvPr/>
          </p:nvSpPr>
          <p:spPr>
            <a:xfrm>
              <a:off x="8381164" y="3818213"/>
              <a:ext cx="1561602" cy="115066"/>
            </a:xfrm>
            <a:custGeom>
              <a:avLst/>
              <a:gdLst>
                <a:gd name="connsiteX0" fmla="*/ 5879 w 1489419"/>
                <a:gd name="connsiteY0" fmla="*/ 5879 h 109746"/>
                <a:gd name="connsiteX1" fmla="*/ 1485892 w 1489419"/>
                <a:gd name="connsiteY1" fmla="*/ 5879 h 109746"/>
                <a:gd name="connsiteX2" fmla="*/ 1485892 w 1489419"/>
                <a:gd name="connsiteY2" fmla="*/ 110138 h 109746"/>
                <a:gd name="connsiteX3" fmla="*/ 5879 w 1489419"/>
                <a:gd name="connsiteY3" fmla="*/ 110138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419" h="109746">
                  <a:moveTo>
                    <a:pt x="5879" y="5879"/>
                  </a:moveTo>
                  <a:lnTo>
                    <a:pt x="1485892" y="5879"/>
                  </a:lnTo>
                  <a:lnTo>
                    <a:pt x="1485892" y="110138"/>
                  </a:lnTo>
                  <a:lnTo>
                    <a:pt x="5879" y="110138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iṥļiḍe"/>
            <p:cNvSpPr/>
            <p:nvPr/>
          </p:nvSpPr>
          <p:spPr>
            <a:xfrm>
              <a:off x="8381164" y="3634930"/>
              <a:ext cx="854771" cy="115066"/>
            </a:xfrm>
            <a:custGeom>
              <a:avLst/>
              <a:gdLst>
                <a:gd name="connsiteX0" fmla="*/ 5879 w 815261"/>
                <a:gd name="connsiteY0" fmla="*/ 5879 h 109746"/>
                <a:gd name="connsiteX1" fmla="*/ 814085 w 815261"/>
                <a:gd name="connsiteY1" fmla="*/ 5879 h 109746"/>
                <a:gd name="connsiteX2" fmla="*/ 814085 w 815261"/>
                <a:gd name="connsiteY2" fmla="*/ 110139 h 109746"/>
                <a:gd name="connsiteX3" fmla="*/ 5879 w 815261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261" h="109746">
                  <a:moveTo>
                    <a:pt x="5879" y="5879"/>
                  </a:moveTo>
                  <a:lnTo>
                    <a:pt x="814085" y="5879"/>
                  </a:lnTo>
                  <a:lnTo>
                    <a:pt x="814085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íSlíḓê"/>
            <p:cNvSpPr/>
            <p:nvPr/>
          </p:nvSpPr>
          <p:spPr>
            <a:xfrm>
              <a:off x="8381164" y="3097410"/>
              <a:ext cx="1561602" cy="115066"/>
            </a:xfrm>
            <a:custGeom>
              <a:avLst/>
              <a:gdLst>
                <a:gd name="connsiteX0" fmla="*/ 5879 w 1489419"/>
                <a:gd name="connsiteY0" fmla="*/ 5879 h 109746"/>
                <a:gd name="connsiteX1" fmla="*/ 1485892 w 1489419"/>
                <a:gd name="connsiteY1" fmla="*/ 5879 h 109746"/>
                <a:gd name="connsiteX2" fmla="*/ 1485892 w 1489419"/>
                <a:gd name="connsiteY2" fmla="*/ 110139 h 109746"/>
                <a:gd name="connsiteX3" fmla="*/ 5879 w 1489419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419" h="109746">
                  <a:moveTo>
                    <a:pt x="5879" y="5879"/>
                  </a:moveTo>
                  <a:lnTo>
                    <a:pt x="1485892" y="5879"/>
                  </a:lnTo>
                  <a:lnTo>
                    <a:pt x="1485892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ïşlíḑê"/>
            <p:cNvSpPr/>
            <p:nvPr/>
          </p:nvSpPr>
          <p:spPr>
            <a:xfrm>
              <a:off x="8381164" y="2914128"/>
              <a:ext cx="854771" cy="115066"/>
            </a:xfrm>
            <a:custGeom>
              <a:avLst/>
              <a:gdLst>
                <a:gd name="connsiteX0" fmla="*/ 5879 w 815261"/>
                <a:gd name="connsiteY0" fmla="*/ 5879 h 109746"/>
                <a:gd name="connsiteX1" fmla="*/ 814085 w 815261"/>
                <a:gd name="connsiteY1" fmla="*/ 5879 h 109746"/>
                <a:gd name="connsiteX2" fmla="*/ 814085 w 815261"/>
                <a:gd name="connsiteY2" fmla="*/ 110139 h 109746"/>
                <a:gd name="connsiteX3" fmla="*/ 5879 w 815261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261" h="109746">
                  <a:moveTo>
                    <a:pt x="5879" y="5879"/>
                  </a:moveTo>
                  <a:lnTo>
                    <a:pt x="814085" y="5879"/>
                  </a:lnTo>
                  <a:lnTo>
                    <a:pt x="814085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ïṩļiḓê"/>
            <p:cNvSpPr/>
            <p:nvPr/>
          </p:nvSpPr>
          <p:spPr>
            <a:xfrm>
              <a:off x="8381164" y="2375787"/>
              <a:ext cx="1561602" cy="115066"/>
            </a:xfrm>
            <a:custGeom>
              <a:avLst/>
              <a:gdLst>
                <a:gd name="connsiteX0" fmla="*/ 5879 w 1489419"/>
                <a:gd name="connsiteY0" fmla="*/ 5879 h 109746"/>
                <a:gd name="connsiteX1" fmla="*/ 1485892 w 1489419"/>
                <a:gd name="connsiteY1" fmla="*/ 5879 h 109746"/>
                <a:gd name="connsiteX2" fmla="*/ 1485892 w 1489419"/>
                <a:gd name="connsiteY2" fmla="*/ 110139 h 109746"/>
                <a:gd name="connsiteX3" fmla="*/ 5879 w 1489419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419" h="109746">
                  <a:moveTo>
                    <a:pt x="5879" y="5879"/>
                  </a:moveTo>
                  <a:lnTo>
                    <a:pt x="1485892" y="5879"/>
                  </a:lnTo>
                  <a:lnTo>
                    <a:pt x="1485892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íşḷíḋê"/>
            <p:cNvSpPr/>
            <p:nvPr/>
          </p:nvSpPr>
          <p:spPr>
            <a:xfrm>
              <a:off x="8381164" y="2192504"/>
              <a:ext cx="854771" cy="115066"/>
            </a:xfrm>
            <a:custGeom>
              <a:avLst/>
              <a:gdLst>
                <a:gd name="connsiteX0" fmla="*/ 5879 w 815261"/>
                <a:gd name="connsiteY0" fmla="*/ 5879 h 109746"/>
                <a:gd name="connsiteX1" fmla="*/ 814085 w 815261"/>
                <a:gd name="connsiteY1" fmla="*/ 5879 h 109746"/>
                <a:gd name="connsiteX2" fmla="*/ 814085 w 815261"/>
                <a:gd name="connsiteY2" fmla="*/ 110139 h 109746"/>
                <a:gd name="connsiteX3" fmla="*/ 5879 w 815261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261" h="109746">
                  <a:moveTo>
                    <a:pt x="5879" y="5879"/>
                  </a:moveTo>
                  <a:lnTo>
                    <a:pt x="814085" y="5879"/>
                  </a:lnTo>
                  <a:lnTo>
                    <a:pt x="814085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ïṡ1íďé"/>
            <p:cNvSpPr/>
            <p:nvPr/>
          </p:nvSpPr>
          <p:spPr>
            <a:xfrm>
              <a:off x="8381164" y="4520522"/>
              <a:ext cx="1561602" cy="115066"/>
            </a:xfrm>
            <a:custGeom>
              <a:avLst/>
              <a:gdLst>
                <a:gd name="connsiteX0" fmla="*/ 5879 w 1489419"/>
                <a:gd name="connsiteY0" fmla="*/ 5879 h 109746"/>
                <a:gd name="connsiteX1" fmla="*/ 1485892 w 1489419"/>
                <a:gd name="connsiteY1" fmla="*/ 5879 h 109746"/>
                <a:gd name="connsiteX2" fmla="*/ 1485892 w 1489419"/>
                <a:gd name="connsiteY2" fmla="*/ 110138 h 109746"/>
                <a:gd name="connsiteX3" fmla="*/ 5879 w 1489419"/>
                <a:gd name="connsiteY3" fmla="*/ 110138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419" h="109746">
                  <a:moveTo>
                    <a:pt x="5879" y="5879"/>
                  </a:moveTo>
                  <a:lnTo>
                    <a:pt x="1485892" y="5879"/>
                  </a:lnTo>
                  <a:lnTo>
                    <a:pt x="1485892" y="110138"/>
                  </a:lnTo>
                  <a:lnTo>
                    <a:pt x="5879" y="110138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íṡlîḋé"/>
            <p:cNvSpPr/>
            <p:nvPr/>
          </p:nvSpPr>
          <p:spPr>
            <a:xfrm>
              <a:off x="8381164" y="4337239"/>
              <a:ext cx="854771" cy="115066"/>
            </a:xfrm>
            <a:custGeom>
              <a:avLst/>
              <a:gdLst>
                <a:gd name="connsiteX0" fmla="*/ 5879 w 815261"/>
                <a:gd name="connsiteY0" fmla="*/ 5879 h 109746"/>
                <a:gd name="connsiteX1" fmla="*/ 814085 w 815261"/>
                <a:gd name="connsiteY1" fmla="*/ 5879 h 109746"/>
                <a:gd name="connsiteX2" fmla="*/ 814085 w 815261"/>
                <a:gd name="connsiteY2" fmla="*/ 110139 h 109746"/>
                <a:gd name="connsiteX3" fmla="*/ 5879 w 815261"/>
                <a:gd name="connsiteY3" fmla="*/ 110139 h 109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5261" h="109746">
                  <a:moveTo>
                    <a:pt x="5879" y="5879"/>
                  </a:moveTo>
                  <a:lnTo>
                    <a:pt x="814085" y="5879"/>
                  </a:lnTo>
                  <a:lnTo>
                    <a:pt x="814085" y="110139"/>
                  </a:lnTo>
                  <a:lnTo>
                    <a:pt x="5879" y="110139"/>
                  </a:lnTo>
                  <a:close/>
                </a:path>
              </a:pathLst>
            </a:custGeom>
            <a:solidFill>
              <a:srgbClr val="C8CD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1" name="íŝḻïďé"/>
          <p:cNvSpPr/>
          <p:nvPr/>
        </p:nvSpPr>
        <p:spPr bwMode="auto">
          <a:xfrm>
            <a:off x="1031452" y="1837631"/>
            <a:ext cx="272695" cy="354873"/>
          </a:xfrm>
          <a:custGeom>
            <a:avLst/>
            <a:gdLst>
              <a:gd name="T0" fmla="*/ 115 w 320"/>
              <a:gd name="T1" fmla="*/ 62 h 417"/>
              <a:gd name="T2" fmla="*/ 115 w 320"/>
              <a:gd name="T3" fmla="*/ 62 h 417"/>
              <a:gd name="T4" fmla="*/ 62 w 320"/>
              <a:gd name="T5" fmla="*/ 0 h 417"/>
              <a:gd name="T6" fmla="*/ 0 w 320"/>
              <a:gd name="T7" fmla="*/ 62 h 417"/>
              <a:gd name="T8" fmla="*/ 36 w 320"/>
              <a:gd name="T9" fmla="*/ 115 h 417"/>
              <a:gd name="T10" fmla="*/ 36 w 320"/>
              <a:gd name="T11" fmla="*/ 301 h 417"/>
              <a:gd name="T12" fmla="*/ 0 w 320"/>
              <a:gd name="T13" fmla="*/ 354 h 417"/>
              <a:gd name="T14" fmla="*/ 62 w 320"/>
              <a:gd name="T15" fmla="*/ 416 h 417"/>
              <a:gd name="T16" fmla="*/ 115 w 320"/>
              <a:gd name="T17" fmla="*/ 354 h 417"/>
              <a:gd name="T18" fmla="*/ 80 w 320"/>
              <a:gd name="T19" fmla="*/ 301 h 417"/>
              <a:gd name="T20" fmla="*/ 80 w 320"/>
              <a:gd name="T21" fmla="*/ 115 h 417"/>
              <a:gd name="T22" fmla="*/ 115 w 320"/>
              <a:gd name="T23" fmla="*/ 62 h 417"/>
              <a:gd name="T24" fmla="*/ 98 w 320"/>
              <a:gd name="T25" fmla="*/ 354 h 417"/>
              <a:gd name="T26" fmla="*/ 98 w 320"/>
              <a:gd name="T27" fmla="*/ 354 h 417"/>
              <a:gd name="T28" fmla="*/ 62 w 320"/>
              <a:gd name="T29" fmla="*/ 390 h 417"/>
              <a:gd name="T30" fmla="*/ 27 w 320"/>
              <a:gd name="T31" fmla="*/ 354 h 417"/>
              <a:gd name="T32" fmla="*/ 62 w 320"/>
              <a:gd name="T33" fmla="*/ 319 h 417"/>
              <a:gd name="T34" fmla="*/ 98 w 320"/>
              <a:gd name="T35" fmla="*/ 354 h 417"/>
              <a:gd name="T36" fmla="*/ 62 w 320"/>
              <a:gd name="T37" fmla="*/ 88 h 417"/>
              <a:gd name="T38" fmla="*/ 62 w 320"/>
              <a:gd name="T39" fmla="*/ 88 h 417"/>
              <a:gd name="T40" fmla="*/ 27 w 320"/>
              <a:gd name="T41" fmla="*/ 62 h 417"/>
              <a:gd name="T42" fmla="*/ 62 w 320"/>
              <a:gd name="T43" fmla="*/ 27 h 417"/>
              <a:gd name="T44" fmla="*/ 98 w 320"/>
              <a:gd name="T45" fmla="*/ 62 h 417"/>
              <a:gd name="T46" fmla="*/ 62 w 320"/>
              <a:gd name="T47" fmla="*/ 88 h 417"/>
              <a:gd name="T48" fmla="*/ 284 w 320"/>
              <a:gd name="T49" fmla="*/ 301 h 417"/>
              <a:gd name="T50" fmla="*/ 284 w 320"/>
              <a:gd name="T51" fmla="*/ 301 h 417"/>
              <a:gd name="T52" fmla="*/ 284 w 320"/>
              <a:gd name="T53" fmla="*/ 115 h 417"/>
              <a:gd name="T54" fmla="*/ 319 w 320"/>
              <a:gd name="T55" fmla="*/ 62 h 417"/>
              <a:gd name="T56" fmla="*/ 257 w 320"/>
              <a:gd name="T57" fmla="*/ 0 h 417"/>
              <a:gd name="T58" fmla="*/ 195 w 320"/>
              <a:gd name="T59" fmla="*/ 62 h 417"/>
              <a:gd name="T60" fmla="*/ 239 w 320"/>
              <a:gd name="T61" fmla="*/ 115 h 417"/>
              <a:gd name="T62" fmla="*/ 239 w 320"/>
              <a:gd name="T63" fmla="*/ 301 h 417"/>
              <a:gd name="T64" fmla="*/ 195 w 320"/>
              <a:gd name="T65" fmla="*/ 354 h 417"/>
              <a:gd name="T66" fmla="*/ 257 w 320"/>
              <a:gd name="T67" fmla="*/ 416 h 417"/>
              <a:gd name="T68" fmla="*/ 319 w 320"/>
              <a:gd name="T69" fmla="*/ 354 h 417"/>
              <a:gd name="T70" fmla="*/ 284 w 320"/>
              <a:gd name="T71" fmla="*/ 301 h 417"/>
              <a:gd name="T72" fmla="*/ 221 w 320"/>
              <a:gd name="T73" fmla="*/ 62 h 417"/>
              <a:gd name="T74" fmla="*/ 221 w 320"/>
              <a:gd name="T75" fmla="*/ 62 h 417"/>
              <a:gd name="T76" fmla="*/ 257 w 320"/>
              <a:gd name="T77" fmla="*/ 27 h 417"/>
              <a:gd name="T78" fmla="*/ 292 w 320"/>
              <a:gd name="T79" fmla="*/ 62 h 417"/>
              <a:gd name="T80" fmla="*/ 257 w 320"/>
              <a:gd name="T81" fmla="*/ 88 h 417"/>
              <a:gd name="T82" fmla="*/ 221 w 320"/>
              <a:gd name="T83" fmla="*/ 62 h 417"/>
              <a:gd name="T84" fmla="*/ 257 w 320"/>
              <a:gd name="T85" fmla="*/ 390 h 417"/>
              <a:gd name="T86" fmla="*/ 257 w 320"/>
              <a:gd name="T87" fmla="*/ 390 h 417"/>
              <a:gd name="T88" fmla="*/ 221 w 320"/>
              <a:gd name="T89" fmla="*/ 354 h 417"/>
              <a:gd name="T90" fmla="*/ 257 w 320"/>
              <a:gd name="T91" fmla="*/ 319 h 417"/>
              <a:gd name="T92" fmla="*/ 292 w 320"/>
              <a:gd name="T93" fmla="*/ 354 h 417"/>
              <a:gd name="T94" fmla="*/ 257 w 320"/>
              <a:gd name="T95" fmla="*/ 390 h 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20" h="417">
                <a:moveTo>
                  <a:pt x="115" y="62"/>
                </a:moveTo>
                <a:lnTo>
                  <a:pt x="115" y="62"/>
                </a:lnTo>
                <a:cubicBezTo>
                  <a:pt x="115" y="27"/>
                  <a:pt x="89" y="0"/>
                  <a:pt x="62" y="0"/>
                </a:cubicBezTo>
                <a:cubicBezTo>
                  <a:pt x="27" y="0"/>
                  <a:pt x="0" y="27"/>
                  <a:pt x="0" y="62"/>
                </a:cubicBezTo>
                <a:cubicBezTo>
                  <a:pt x="0" y="80"/>
                  <a:pt x="18" y="106"/>
                  <a:pt x="36" y="115"/>
                </a:cubicBezTo>
                <a:cubicBezTo>
                  <a:pt x="36" y="301"/>
                  <a:pt x="36" y="301"/>
                  <a:pt x="36" y="301"/>
                </a:cubicBezTo>
                <a:cubicBezTo>
                  <a:pt x="18" y="310"/>
                  <a:pt x="0" y="328"/>
                  <a:pt x="0" y="354"/>
                </a:cubicBezTo>
                <a:cubicBezTo>
                  <a:pt x="0" y="390"/>
                  <a:pt x="27" y="416"/>
                  <a:pt x="62" y="416"/>
                </a:cubicBezTo>
                <a:cubicBezTo>
                  <a:pt x="89" y="416"/>
                  <a:pt x="115" y="390"/>
                  <a:pt x="115" y="354"/>
                </a:cubicBezTo>
                <a:cubicBezTo>
                  <a:pt x="115" y="328"/>
                  <a:pt x="106" y="310"/>
                  <a:pt x="80" y="301"/>
                </a:cubicBezTo>
                <a:cubicBezTo>
                  <a:pt x="80" y="115"/>
                  <a:pt x="80" y="115"/>
                  <a:pt x="80" y="115"/>
                </a:cubicBezTo>
                <a:cubicBezTo>
                  <a:pt x="106" y="106"/>
                  <a:pt x="115" y="80"/>
                  <a:pt x="115" y="62"/>
                </a:cubicBezTo>
                <a:close/>
                <a:moveTo>
                  <a:pt x="98" y="354"/>
                </a:moveTo>
                <a:lnTo>
                  <a:pt x="98" y="354"/>
                </a:lnTo>
                <a:cubicBezTo>
                  <a:pt x="98" y="372"/>
                  <a:pt x="80" y="390"/>
                  <a:pt x="62" y="390"/>
                </a:cubicBezTo>
                <a:cubicBezTo>
                  <a:pt x="44" y="390"/>
                  <a:pt x="27" y="372"/>
                  <a:pt x="27" y="354"/>
                </a:cubicBezTo>
                <a:cubicBezTo>
                  <a:pt x="27" y="337"/>
                  <a:pt x="44" y="319"/>
                  <a:pt x="62" y="319"/>
                </a:cubicBezTo>
                <a:cubicBezTo>
                  <a:pt x="80" y="319"/>
                  <a:pt x="98" y="337"/>
                  <a:pt x="98" y="354"/>
                </a:cubicBezTo>
                <a:close/>
                <a:moveTo>
                  <a:pt x="62" y="88"/>
                </a:moveTo>
                <a:lnTo>
                  <a:pt x="62" y="88"/>
                </a:lnTo>
                <a:cubicBezTo>
                  <a:pt x="44" y="88"/>
                  <a:pt x="27" y="80"/>
                  <a:pt x="27" y="62"/>
                </a:cubicBezTo>
                <a:cubicBezTo>
                  <a:pt x="27" y="35"/>
                  <a:pt x="44" y="27"/>
                  <a:pt x="62" y="27"/>
                </a:cubicBezTo>
                <a:cubicBezTo>
                  <a:pt x="80" y="27"/>
                  <a:pt x="98" y="35"/>
                  <a:pt x="98" y="62"/>
                </a:cubicBezTo>
                <a:cubicBezTo>
                  <a:pt x="98" y="80"/>
                  <a:pt x="80" y="88"/>
                  <a:pt x="62" y="88"/>
                </a:cubicBezTo>
                <a:close/>
                <a:moveTo>
                  <a:pt x="284" y="301"/>
                </a:moveTo>
                <a:lnTo>
                  <a:pt x="284" y="301"/>
                </a:lnTo>
                <a:cubicBezTo>
                  <a:pt x="284" y="115"/>
                  <a:pt x="284" y="115"/>
                  <a:pt x="284" y="115"/>
                </a:cubicBezTo>
                <a:cubicBezTo>
                  <a:pt x="302" y="106"/>
                  <a:pt x="319" y="80"/>
                  <a:pt x="319" y="62"/>
                </a:cubicBezTo>
                <a:cubicBezTo>
                  <a:pt x="319" y="27"/>
                  <a:pt x="292" y="0"/>
                  <a:pt x="257" y="0"/>
                </a:cubicBezTo>
                <a:cubicBezTo>
                  <a:pt x="221" y="0"/>
                  <a:pt x="195" y="27"/>
                  <a:pt x="195" y="62"/>
                </a:cubicBezTo>
                <a:cubicBezTo>
                  <a:pt x="195" y="80"/>
                  <a:pt x="212" y="106"/>
                  <a:pt x="239" y="115"/>
                </a:cubicBezTo>
                <a:cubicBezTo>
                  <a:pt x="239" y="301"/>
                  <a:pt x="239" y="301"/>
                  <a:pt x="239" y="301"/>
                </a:cubicBezTo>
                <a:cubicBezTo>
                  <a:pt x="212" y="310"/>
                  <a:pt x="195" y="328"/>
                  <a:pt x="195" y="354"/>
                </a:cubicBezTo>
                <a:cubicBezTo>
                  <a:pt x="195" y="390"/>
                  <a:pt x="221" y="416"/>
                  <a:pt x="257" y="416"/>
                </a:cubicBezTo>
                <a:cubicBezTo>
                  <a:pt x="292" y="416"/>
                  <a:pt x="319" y="390"/>
                  <a:pt x="319" y="354"/>
                </a:cubicBezTo>
                <a:cubicBezTo>
                  <a:pt x="319" y="328"/>
                  <a:pt x="302" y="310"/>
                  <a:pt x="284" y="301"/>
                </a:cubicBezTo>
                <a:close/>
                <a:moveTo>
                  <a:pt x="221" y="62"/>
                </a:moveTo>
                <a:lnTo>
                  <a:pt x="221" y="62"/>
                </a:lnTo>
                <a:cubicBezTo>
                  <a:pt x="221" y="35"/>
                  <a:pt x="239" y="27"/>
                  <a:pt x="257" y="27"/>
                </a:cubicBezTo>
                <a:cubicBezTo>
                  <a:pt x="275" y="27"/>
                  <a:pt x="292" y="35"/>
                  <a:pt x="292" y="62"/>
                </a:cubicBezTo>
                <a:cubicBezTo>
                  <a:pt x="292" y="80"/>
                  <a:pt x="275" y="88"/>
                  <a:pt x="257" y="88"/>
                </a:cubicBezTo>
                <a:cubicBezTo>
                  <a:pt x="239" y="88"/>
                  <a:pt x="221" y="80"/>
                  <a:pt x="221" y="62"/>
                </a:cubicBezTo>
                <a:close/>
                <a:moveTo>
                  <a:pt x="257" y="390"/>
                </a:moveTo>
                <a:lnTo>
                  <a:pt x="257" y="390"/>
                </a:lnTo>
                <a:cubicBezTo>
                  <a:pt x="239" y="390"/>
                  <a:pt x="221" y="372"/>
                  <a:pt x="221" y="354"/>
                </a:cubicBezTo>
                <a:cubicBezTo>
                  <a:pt x="221" y="337"/>
                  <a:pt x="239" y="319"/>
                  <a:pt x="257" y="319"/>
                </a:cubicBezTo>
                <a:cubicBezTo>
                  <a:pt x="275" y="319"/>
                  <a:pt x="292" y="337"/>
                  <a:pt x="292" y="354"/>
                </a:cubicBezTo>
                <a:cubicBezTo>
                  <a:pt x="292" y="372"/>
                  <a:pt x="275" y="390"/>
                  <a:pt x="257" y="390"/>
                </a:cubicBezTo>
                <a:close/>
              </a:path>
            </a:pathLst>
          </a:custGeom>
          <a:solidFill>
            <a:srgbClr val="6D8CD9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3521075" y="3742718"/>
            <a:ext cx="5149850" cy="459898"/>
          </a:xfrm>
        </p:spPr>
        <p:txBody>
          <a:bodyPr>
            <a:normAutofit/>
          </a:bodyPr>
          <a:lstStyle/>
          <a:p>
            <a:r>
              <a:rPr lang="en-US" altLang="zh-CN" sz="1800" b="1" dirty="0"/>
              <a:t>kintone</a:t>
            </a:r>
            <a:r>
              <a:rPr lang="zh-CN" altLang="en-US" sz="1800" b="1" dirty="0">
                <a:latin typeface="+mn-ea"/>
              </a:rPr>
              <a:t>开发进阶</a:t>
            </a:r>
            <a:endParaRPr lang="en-US" altLang="zh-CN" sz="1800" b="1" dirty="0">
              <a:latin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3000" dirty="0">
                <a:latin typeface="+mj-ea"/>
              </a:rPr>
              <a:t>使用脚手架工具搭建</a:t>
            </a:r>
            <a:br>
              <a:rPr lang="en-US" altLang="zh-CN" sz="3000" dirty="0">
                <a:latin typeface="+mj-ea"/>
              </a:rPr>
            </a:br>
            <a:r>
              <a:rPr lang="en-US" altLang="zh-CN" sz="3000" dirty="0">
                <a:latin typeface="+mj-ea"/>
              </a:rPr>
              <a:t>kintone</a:t>
            </a:r>
            <a:r>
              <a:rPr lang="zh-CN" altLang="en-US" sz="3000" dirty="0">
                <a:latin typeface="+mj-ea"/>
              </a:rPr>
              <a:t>前端开发环境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cybozudev.kf5.com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By DL-D 2020.6.17</a:t>
            </a:r>
          </a:p>
        </p:txBody>
      </p:sp>
      <p:sp>
        <p:nvSpPr>
          <p:cNvPr id="8" name="Rectangle 9677"/>
          <p:cNvSpPr>
            <a:spLocks noChangeArrowheads="1"/>
          </p:cNvSpPr>
          <p:nvPr/>
        </p:nvSpPr>
        <p:spPr bwMode="auto">
          <a:xfrm>
            <a:off x="3591719" y="4116113"/>
            <a:ext cx="5008563" cy="7938"/>
          </a:xfrm>
          <a:prstGeom prst="rect">
            <a:avLst/>
          </a:prstGeom>
          <a:solidFill>
            <a:srgbClr val="A9A8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9BD7733-3E44-4263-B288-F2244CCDD9C6}"/>
              </a:ext>
            </a:extLst>
          </p:cNvPr>
          <p:cNvSpPr txBox="1"/>
          <p:nvPr/>
        </p:nvSpPr>
        <p:spPr>
          <a:xfrm>
            <a:off x="3733815" y="1145879"/>
            <a:ext cx="47243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chemeClr val="bg1"/>
                </a:solidFill>
              </a:rPr>
              <a:t>kintone</a:t>
            </a:r>
            <a:r>
              <a:rPr lang="zh-CN" altLang="en-US" sz="5400" b="1" dirty="0">
                <a:solidFill>
                  <a:schemeClr val="bg1"/>
                </a:solidFill>
              </a:rPr>
              <a:t>学习会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íṡľíde"/>
          <p:cNvSpPr txBox="1"/>
          <p:nvPr/>
        </p:nvSpPr>
        <p:spPr>
          <a:xfrm>
            <a:off x="4536146" y="588601"/>
            <a:ext cx="3119708" cy="710067"/>
          </a:xfrm>
          <a:prstGeom prst="rect">
            <a:avLst/>
          </a:prstGeom>
          <a:noFill/>
        </p:spPr>
        <p:txBody>
          <a:bodyPr wrap="none" lIns="90000" tIns="46800" rIns="90000" bIns="46800">
            <a:normAutofit/>
          </a:bodyPr>
          <a:lstStyle/>
          <a:p>
            <a:pPr algn="ctr"/>
            <a:r>
              <a:rPr lang="zh-CN" altLang="en-US" sz="4000" b="1" dirty="0">
                <a:solidFill>
                  <a:schemeClr val="tx2"/>
                </a:solidFill>
              </a:rPr>
              <a:t>课 纲</a:t>
            </a:r>
          </a:p>
        </p:txBody>
      </p:sp>
      <p:sp>
        <p:nvSpPr>
          <p:cNvPr id="4" name="íṩlídé"/>
          <p:cNvSpPr/>
          <p:nvPr/>
        </p:nvSpPr>
        <p:spPr bwMode="auto">
          <a:xfrm>
            <a:off x="1298495" y="4487202"/>
            <a:ext cx="1116124" cy="648072"/>
          </a:xfrm>
          <a:prstGeom prst="rect">
            <a:avLst/>
          </a:prstGeom>
          <a:solidFill>
            <a:srgbClr val="6D8CD9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6" name="ïṧliḓé"/>
          <p:cNvSpPr txBox="1"/>
          <p:nvPr/>
        </p:nvSpPr>
        <p:spPr bwMode="auto">
          <a:xfrm>
            <a:off x="802525" y="5262404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zh-CN" b="1" dirty="0"/>
              <a:t>sample</a:t>
            </a:r>
            <a:endParaRPr lang="en-US" altLang="zh-CN" sz="1800" b="1" dirty="0"/>
          </a:p>
        </p:txBody>
      </p:sp>
      <p:sp>
        <p:nvSpPr>
          <p:cNvPr id="7" name="íṥḷiḋe"/>
          <p:cNvSpPr/>
          <p:nvPr/>
        </p:nvSpPr>
        <p:spPr bwMode="auto">
          <a:xfrm>
            <a:off x="5545168" y="4487202"/>
            <a:ext cx="1116124" cy="648072"/>
          </a:xfrm>
          <a:prstGeom prst="rect">
            <a:avLst/>
          </a:prstGeom>
          <a:solidFill>
            <a:srgbClr val="36ACC7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9" name="ïṣḷidé"/>
          <p:cNvSpPr txBox="1"/>
          <p:nvPr/>
        </p:nvSpPr>
        <p:spPr bwMode="auto">
          <a:xfrm>
            <a:off x="4835376" y="5262404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1" algn="ctr">
              <a:spcBef>
                <a:spcPct val="0"/>
              </a:spcBef>
            </a:pPr>
            <a:r>
              <a:rPr lang="zh-CN" altLang="en-US" b="1" dirty="0"/>
              <a:t>详解</a:t>
            </a:r>
            <a:endParaRPr lang="en-US" altLang="zh-CN" b="1" dirty="0"/>
          </a:p>
        </p:txBody>
      </p:sp>
      <p:sp>
        <p:nvSpPr>
          <p:cNvPr id="10" name="i$ḻídé"/>
          <p:cNvSpPr/>
          <p:nvPr/>
        </p:nvSpPr>
        <p:spPr bwMode="auto">
          <a:xfrm>
            <a:off x="9784612" y="4487202"/>
            <a:ext cx="1116124" cy="648072"/>
          </a:xfrm>
          <a:prstGeom prst="rect">
            <a:avLst/>
          </a:prstGeom>
          <a:solidFill>
            <a:srgbClr val="70AD2B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12" name="íṩļïdé"/>
          <p:cNvSpPr txBox="1"/>
          <p:nvPr/>
        </p:nvSpPr>
        <p:spPr bwMode="auto">
          <a:xfrm>
            <a:off x="9288642" y="5262404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/>
              <a:t>习题</a:t>
            </a:r>
            <a:endParaRPr lang="en-US" altLang="zh-CN" sz="1800" b="1" dirty="0"/>
          </a:p>
        </p:txBody>
      </p:sp>
      <p:sp>
        <p:nvSpPr>
          <p:cNvPr id="13" name="íS1ïdè"/>
          <p:cNvSpPr/>
          <p:nvPr/>
        </p:nvSpPr>
        <p:spPr bwMode="auto">
          <a:xfrm>
            <a:off x="3420024" y="3201260"/>
            <a:ext cx="1116124" cy="648072"/>
          </a:xfrm>
          <a:prstGeom prst="rect">
            <a:avLst/>
          </a:prstGeom>
          <a:solidFill>
            <a:srgbClr val="278FB0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5" name="ïŝļîďé"/>
          <p:cNvSpPr txBox="1"/>
          <p:nvPr/>
        </p:nvSpPr>
        <p:spPr bwMode="auto">
          <a:xfrm>
            <a:off x="2924054" y="3973253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/>
              <a:t>特性</a:t>
            </a:r>
            <a:endParaRPr lang="en-US" altLang="zh-CN" sz="1800" b="1" dirty="0"/>
          </a:p>
        </p:txBody>
      </p:sp>
      <p:sp>
        <p:nvSpPr>
          <p:cNvPr id="16" name="îšľidè"/>
          <p:cNvSpPr/>
          <p:nvPr/>
        </p:nvSpPr>
        <p:spPr bwMode="auto">
          <a:xfrm>
            <a:off x="7660940" y="3201260"/>
            <a:ext cx="1116124" cy="648072"/>
          </a:xfrm>
          <a:prstGeom prst="rect">
            <a:avLst/>
          </a:prstGeom>
          <a:solidFill>
            <a:srgbClr val="FFAE00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8" name="išľiďe"/>
          <p:cNvSpPr txBox="1"/>
          <p:nvPr/>
        </p:nvSpPr>
        <p:spPr bwMode="auto">
          <a:xfrm>
            <a:off x="7167112" y="3973253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/>
              <a:t>安装</a:t>
            </a:r>
            <a:endParaRPr lang="en-US" altLang="zh-CN" sz="1800" b="1" dirty="0"/>
          </a:p>
        </p:txBody>
      </p:sp>
      <p:sp>
        <p:nvSpPr>
          <p:cNvPr id="19" name="íṥḷiḋe">
            <a:extLst>
              <a:ext uri="{FF2B5EF4-FFF2-40B4-BE49-F238E27FC236}">
                <a16:creationId xmlns:a16="http://schemas.microsoft.com/office/drawing/2014/main" id="{6301FEAA-CACF-482F-A99E-841C2A931444}"/>
              </a:ext>
            </a:extLst>
          </p:cNvPr>
          <p:cNvSpPr/>
          <p:nvPr/>
        </p:nvSpPr>
        <p:spPr bwMode="auto">
          <a:xfrm>
            <a:off x="5562815" y="1713520"/>
            <a:ext cx="1116124" cy="648072"/>
          </a:xfrm>
          <a:prstGeom prst="rect">
            <a:avLst/>
          </a:prstGeom>
          <a:solidFill>
            <a:srgbClr val="768394"/>
          </a:solidFill>
          <a:ln w="19050">
            <a:noFill/>
            <a:round/>
          </a:ln>
        </p:spPr>
        <p:txBody>
          <a:bodyPr rot="0" spcFirstLastPara="0" vert="horz" wrap="none" lIns="91440" tIns="45720" rIns="91440" bIns="45720" anchor="ctr" anchorCtr="1" forceAA="0" compatLnSpc="1">
            <a:normAutofit/>
          </a:bodyPr>
          <a:lstStyle/>
          <a:p>
            <a:pPr algn="ctr"/>
            <a:r>
              <a:rPr lang="en-US" altLang="zh-CN" sz="2800" dirty="0">
                <a:solidFill>
                  <a:schemeClr val="bg1">
                    <a:lumMod val="100000"/>
                  </a:schemeClr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20" name="ïṣḷidé">
            <a:extLst>
              <a:ext uri="{FF2B5EF4-FFF2-40B4-BE49-F238E27FC236}">
                <a16:creationId xmlns:a16="http://schemas.microsoft.com/office/drawing/2014/main" id="{5B3EC492-AD47-4730-A158-EC8D5310B34C}"/>
              </a:ext>
            </a:extLst>
          </p:cNvPr>
          <p:cNvSpPr txBox="1"/>
          <p:nvPr/>
        </p:nvSpPr>
        <p:spPr bwMode="auto">
          <a:xfrm>
            <a:off x="5063230" y="2488722"/>
            <a:ext cx="2108063" cy="38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spcBef>
                <a:spcPct val="0"/>
              </a:spcBef>
            </a:pPr>
            <a:r>
              <a:rPr lang="zh-CN" altLang="en-US" sz="1800" b="1" dirty="0"/>
              <a:t>简介</a:t>
            </a:r>
            <a:endParaRPr lang="en-US" altLang="zh-CN" sz="1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简介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63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5" name="104f7908-7dde-4e8d-b08e-39051e89657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925616"/>
            <a:ext cx="10842763" cy="3138660"/>
            <a:chOff x="669925" y="1232594"/>
            <a:chExt cx="10842763" cy="3138660"/>
          </a:xfrm>
        </p:grpSpPr>
        <p:grpSp>
          <p:nvGrpSpPr>
            <p:cNvPr id="6" name="íšḻídè"/>
            <p:cNvGrpSpPr/>
            <p:nvPr/>
          </p:nvGrpSpPr>
          <p:grpSpPr>
            <a:xfrm>
              <a:off x="669925" y="1232594"/>
              <a:ext cx="8904343" cy="1435700"/>
              <a:chOff x="669925" y="1579889"/>
              <a:chExt cx="8904343" cy="1435700"/>
            </a:xfrm>
          </p:grpSpPr>
          <p:grpSp>
            <p:nvGrpSpPr>
              <p:cNvPr id="19" name="îśļíḓé"/>
              <p:cNvGrpSpPr/>
              <p:nvPr/>
            </p:nvGrpSpPr>
            <p:grpSpPr>
              <a:xfrm>
                <a:off x="669925" y="1579889"/>
                <a:ext cx="1938420" cy="1435700"/>
                <a:chOff x="669925" y="1579889"/>
                <a:chExt cx="1938420" cy="1435700"/>
              </a:xfrm>
            </p:grpSpPr>
            <p:sp>
              <p:nvSpPr>
                <p:cNvPr id="22" name="í$ļiḓè"/>
                <p:cNvSpPr/>
                <p:nvPr/>
              </p:nvSpPr>
              <p:spPr bwMode="auto">
                <a:xfrm rot="10800000" flipV="1">
                  <a:off x="669925" y="2831301"/>
                  <a:ext cx="1938420" cy="1842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</a:ln>
                <a:effectLst/>
              </p:spPr>
              <p:txBody>
                <a:bodyPr wrap="none" lIns="134289" tIns="67145" rIns="134289" bIns="67145" anchor="ctr"/>
                <a:lstStyle/>
                <a:p>
                  <a:pPr defTabSz="913765">
                    <a:defRPr/>
                  </a:pPr>
                  <a:endParaRPr lang="zh-CN" altLang="en-US" sz="1705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3" name="iṣļíḑè"/>
                <p:cNvSpPr/>
                <p:nvPr/>
              </p:nvSpPr>
              <p:spPr>
                <a:xfrm>
                  <a:off x="1024293" y="1579889"/>
                  <a:ext cx="1252998" cy="1251412"/>
                </a:xfrm>
                <a:prstGeom prst="diamond">
                  <a:avLst/>
                </a:prstGeom>
                <a:solidFill>
                  <a:srgbClr val="537AD6"/>
                </a:solidFill>
                <a:ln w="12700" cmpd="sng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913765">
                    <a:defRPr/>
                  </a:pPr>
                  <a:r>
                    <a:rPr lang="en-US" altLang="zh-CN" sz="2800" b="1" dirty="0"/>
                    <a:t>01</a:t>
                  </a:r>
                  <a:endParaRPr lang="zh-CN" altLang="en-US" sz="2800" b="1" dirty="0"/>
                </a:p>
              </p:txBody>
            </p:sp>
          </p:grpSp>
          <p:sp>
            <p:nvSpPr>
              <p:cNvPr id="20" name="íṣḷíďê"/>
              <p:cNvSpPr txBox="1"/>
              <p:nvPr/>
            </p:nvSpPr>
            <p:spPr bwMode="auto">
              <a:xfrm>
                <a:off x="2766000" y="1862738"/>
                <a:ext cx="68082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800" b="1" dirty="0"/>
                  <a:t>为什么会想做这个软件？</a:t>
                </a:r>
                <a:endParaRPr lang="en-US" altLang="zh-CN" sz="2800" b="1" dirty="0"/>
              </a:p>
            </p:txBody>
          </p:sp>
        </p:grpSp>
        <p:grpSp>
          <p:nvGrpSpPr>
            <p:cNvPr id="7" name="îṧlîḋè"/>
            <p:cNvGrpSpPr/>
            <p:nvPr/>
          </p:nvGrpSpPr>
          <p:grpSpPr>
            <a:xfrm>
              <a:off x="2766000" y="2935554"/>
              <a:ext cx="8746688" cy="1435700"/>
              <a:chOff x="2766000" y="3017955"/>
              <a:chExt cx="8746688" cy="1435700"/>
            </a:xfrm>
          </p:grpSpPr>
          <p:grpSp>
            <p:nvGrpSpPr>
              <p:cNvPr id="14" name="işḷíḑe"/>
              <p:cNvGrpSpPr/>
              <p:nvPr/>
            </p:nvGrpSpPr>
            <p:grpSpPr>
              <a:xfrm>
                <a:off x="9574268" y="3017955"/>
                <a:ext cx="1938420" cy="1435700"/>
                <a:chOff x="669925" y="1579889"/>
                <a:chExt cx="1938420" cy="1435700"/>
              </a:xfrm>
            </p:grpSpPr>
            <p:sp>
              <p:nvSpPr>
                <p:cNvPr id="17" name="íṥ1ïḑé"/>
                <p:cNvSpPr/>
                <p:nvPr/>
              </p:nvSpPr>
              <p:spPr bwMode="auto">
                <a:xfrm rot="10800000" flipV="1">
                  <a:off x="669925" y="2831301"/>
                  <a:ext cx="1938420" cy="1842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</a:ln>
                <a:effectLst/>
              </p:spPr>
              <p:txBody>
                <a:bodyPr wrap="none" lIns="134289" tIns="67145" rIns="134289" bIns="67145" anchor="ctr"/>
                <a:lstStyle/>
                <a:p>
                  <a:pPr defTabSz="913765">
                    <a:defRPr/>
                  </a:pPr>
                  <a:endParaRPr lang="zh-CN" altLang="en-US" sz="1705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" name="îşḻíḑê"/>
                <p:cNvSpPr/>
                <p:nvPr/>
              </p:nvSpPr>
              <p:spPr>
                <a:xfrm>
                  <a:off x="1024293" y="1579889"/>
                  <a:ext cx="1252998" cy="1251412"/>
                </a:xfrm>
                <a:prstGeom prst="diamond">
                  <a:avLst/>
                </a:prstGeom>
                <a:solidFill>
                  <a:srgbClr val="537AD6"/>
                </a:solidFill>
                <a:ln w="12700" cmpd="sng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913765">
                    <a:defRPr/>
                  </a:pPr>
                  <a:r>
                    <a:rPr lang="en-US" altLang="zh-CN" sz="2800" b="1" dirty="0"/>
                    <a:t>02</a:t>
                  </a:r>
                  <a:endParaRPr lang="zh-CN" altLang="en-US" sz="2800" b="1" dirty="0"/>
                </a:p>
              </p:txBody>
            </p:sp>
          </p:grpSp>
          <p:sp>
            <p:nvSpPr>
              <p:cNvPr id="15" name="iṡļïḑè"/>
              <p:cNvSpPr txBox="1"/>
              <p:nvPr/>
            </p:nvSpPr>
            <p:spPr bwMode="auto">
              <a:xfrm>
                <a:off x="2766000" y="3503008"/>
                <a:ext cx="65700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zh-CN" altLang="en-US" sz="2800" b="1" dirty="0"/>
                  <a:t>它解决了什么问题？</a:t>
                </a:r>
                <a:endParaRPr lang="en-US" altLang="zh-CN" sz="2800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20048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特性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636349" y="3730217"/>
            <a:ext cx="7860325" cy="2409327"/>
          </a:xfrm>
        </p:spPr>
        <p:txBody>
          <a:bodyPr>
            <a:normAutofit/>
          </a:bodyPr>
          <a:lstStyle/>
          <a:p>
            <a:pPr lvl="0"/>
            <a:r>
              <a:rPr lang="en-US" altLang="zh-CN" sz="2000" dirty="0"/>
              <a:t>1.</a:t>
            </a:r>
            <a:r>
              <a:rPr lang="zh-CN" altLang="en-US" sz="2000" dirty="0"/>
              <a:t>无需进行复杂的配置，通过问答的方式，自动生成所需的开发模版</a:t>
            </a:r>
          </a:p>
          <a:p>
            <a:pPr lvl="0"/>
            <a:r>
              <a:rPr lang="en-US" altLang="zh-CN" sz="2000" dirty="0"/>
              <a:t>2.</a:t>
            </a:r>
            <a:r>
              <a:rPr lang="zh-CN" altLang="en-US" sz="2000" dirty="0"/>
              <a:t>无需考虑各种兼容性问题，代码经过编译后会自动适配浏览器</a:t>
            </a:r>
          </a:p>
          <a:p>
            <a:pPr lvl="0"/>
            <a:r>
              <a:rPr lang="en-US" altLang="zh-CN" sz="2000" dirty="0"/>
              <a:t>3.</a:t>
            </a:r>
            <a:r>
              <a:rPr lang="zh-CN" altLang="en-US" sz="2000" dirty="0"/>
              <a:t>按下保存即可自动上传代码，远离繁琐的手动上传</a:t>
            </a:r>
          </a:p>
          <a:p>
            <a:pPr lvl="0"/>
            <a:r>
              <a:rPr lang="en-US" altLang="zh-CN" sz="2000" dirty="0"/>
              <a:t>4.</a:t>
            </a:r>
            <a:r>
              <a:rPr lang="zh-CN" altLang="en-US" sz="2000" dirty="0"/>
              <a:t>所有的功能均开源，可按需定制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85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整合前端开发框架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7</a:t>
            </a:fld>
            <a:endParaRPr lang="zh-CN" altLang="en-US" dirty="0"/>
          </a:p>
        </p:txBody>
      </p:sp>
      <p:grpSp>
        <p:nvGrpSpPr>
          <p:cNvPr id="6" name="îsľîďe"/>
          <p:cNvGrpSpPr/>
          <p:nvPr/>
        </p:nvGrpSpPr>
        <p:grpSpPr bwMode="auto">
          <a:xfrm>
            <a:off x="1161388" y="5609114"/>
            <a:ext cx="566911" cy="147249"/>
            <a:chOff x="0" y="0"/>
            <a:chExt cx="438150" cy="114300"/>
          </a:xfrm>
          <a:noFill/>
        </p:grpSpPr>
        <p:sp>
          <p:nvSpPr>
            <p:cNvPr id="75" name="ís1íḑè"/>
            <p:cNvSpPr/>
            <p:nvPr/>
          </p:nvSpPr>
          <p:spPr bwMode="auto">
            <a:xfrm>
              <a:off x="0" y="0"/>
              <a:ext cx="438150" cy="11430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îṧliďê"/>
            <p:cNvSpPr/>
            <p:nvPr/>
          </p:nvSpPr>
          <p:spPr bwMode="auto">
            <a:xfrm>
              <a:off x="129075" y="39150"/>
              <a:ext cx="180000" cy="36000"/>
            </a:xfrm>
            <a:prstGeom prst="ellipse">
              <a:avLst/>
            </a:pr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7" name="íSľídê"/>
          <p:cNvGrpSpPr/>
          <p:nvPr/>
        </p:nvGrpSpPr>
        <p:grpSpPr bwMode="auto">
          <a:xfrm>
            <a:off x="3426756" y="5580644"/>
            <a:ext cx="566911" cy="147249"/>
            <a:chOff x="0" y="0"/>
            <a:chExt cx="438150" cy="114300"/>
          </a:xfrm>
          <a:noFill/>
        </p:grpSpPr>
        <p:sp>
          <p:nvSpPr>
            <p:cNvPr id="73" name="iṣḻîďé"/>
            <p:cNvSpPr/>
            <p:nvPr/>
          </p:nvSpPr>
          <p:spPr bwMode="auto">
            <a:xfrm>
              <a:off x="0" y="0"/>
              <a:ext cx="438150" cy="11430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iṡľidè"/>
            <p:cNvSpPr/>
            <p:nvPr/>
          </p:nvSpPr>
          <p:spPr bwMode="auto">
            <a:xfrm>
              <a:off x="129075" y="39150"/>
              <a:ext cx="180000" cy="36000"/>
            </a:xfrm>
            <a:prstGeom prst="ellipse">
              <a:avLst/>
            </a:pr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8" name="îṣľîḍe"/>
          <p:cNvGrpSpPr/>
          <p:nvPr/>
        </p:nvGrpSpPr>
        <p:grpSpPr bwMode="auto">
          <a:xfrm>
            <a:off x="5273766" y="5777989"/>
            <a:ext cx="546613" cy="141978"/>
            <a:chOff x="0" y="0"/>
            <a:chExt cx="438150" cy="114300"/>
          </a:xfrm>
          <a:noFill/>
        </p:grpSpPr>
        <p:sp>
          <p:nvSpPr>
            <p:cNvPr id="71" name="îSliḓe"/>
            <p:cNvSpPr/>
            <p:nvPr/>
          </p:nvSpPr>
          <p:spPr bwMode="auto">
            <a:xfrm>
              <a:off x="0" y="0"/>
              <a:ext cx="438150" cy="11430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ïŝľîďé"/>
            <p:cNvSpPr/>
            <p:nvPr/>
          </p:nvSpPr>
          <p:spPr bwMode="auto">
            <a:xfrm>
              <a:off x="129075" y="39150"/>
              <a:ext cx="180000" cy="36000"/>
            </a:xfrm>
            <a:prstGeom prst="ellipse">
              <a:avLst/>
            </a:pr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9" name="iśļïḍê"/>
          <p:cNvGrpSpPr/>
          <p:nvPr/>
        </p:nvGrpSpPr>
        <p:grpSpPr bwMode="auto">
          <a:xfrm>
            <a:off x="7798940" y="5652026"/>
            <a:ext cx="566911" cy="147249"/>
            <a:chOff x="0" y="0"/>
            <a:chExt cx="438150" cy="114300"/>
          </a:xfrm>
          <a:noFill/>
        </p:grpSpPr>
        <p:sp>
          <p:nvSpPr>
            <p:cNvPr id="69" name="íṧľíḓê"/>
            <p:cNvSpPr/>
            <p:nvPr/>
          </p:nvSpPr>
          <p:spPr bwMode="auto">
            <a:xfrm>
              <a:off x="0" y="0"/>
              <a:ext cx="438150" cy="11430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íśļïdè"/>
            <p:cNvSpPr/>
            <p:nvPr/>
          </p:nvSpPr>
          <p:spPr bwMode="auto">
            <a:xfrm>
              <a:off x="129075" y="39150"/>
              <a:ext cx="180000" cy="36000"/>
            </a:xfrm>
            <a:prstGeom prst="ellipse">
              <a:avLst/>
            </a:pr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10" name="ï$ļïḑe"/>
          <p:cNvGrpSpPr/>
          <p:nvPr/>
        </p:nvGrpSpPr>
        <p:grpSpPr bwMode="auto">
          <a:xfrm>
            <a:off x="10264845" y="5899898"/>
            <a:ext cx="707102" cy="183665"/>
            <a:chOff x="0" y="0"/>
            <a:chExt cx="438150" cy="114300"/>
          </a:xfrm>
          <a:noFill/>
        </p:grpSpPr>
        <p:sp>
          <p:nvSpPr>
            <p:cNvPr id="67" name="îsliḓé"/>
            <p:cNvSpPr/>
            <p:nvPr/>
          </p:nvSpPr>
          <p:spPr bwMode="auto">
            <a:xfrm>
              <a:off x="0" y="0"/>
              <a:ext cx="438150" cy="114300"/>
            </a:xfrm>
            <a:custGeom>
              <a:avLst/>
              <a:gdLst>
                <a:gd name="G0" fmla="+- 5400 0 0"/>
                <a:gd name="G1" fmla="+- 21600 0 5400"/>
                <a:gd name="G2" fmla="+- 21600 0 5400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îśḻîḓé"/>
            <p:cNvSpPr/>
            <p:nvPr/>
          </p:nvSpPr>
          <p:spPr bwMode="auto">
            <a:xfrm>
              <a:off x="129075" y="39150"/>
              <a:ext cx="180000" cy="36000"/>
            </a:xfrm>
            <a:prstGeom prst="ellipse">
              <a:avLst/>
            </a:prstGeom>
            <a:grpFill/>
            <a:ln w="19050" cap="flat" cmpd="sng">
              <a:solidFill>
                <a:srgbClr val="537AD6"/>
              </a:solidFill>
              <a:bevel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cxnSp>
        <p:nvCxnSpPr>
          <p:cNvPr id="13" name="直接连接符 12"/>
          <p:cNvCxnSpPr>
            <a:cxnSpLocks noChangeShapeType="1"/>
            <a:stCxn id="75" idx="6"/>
            <a:endCxn id="73" idx="2"/>
          </p:cNvCxnSpPr>
          <p:nvPr/>
        </p:nvCxnSpPr>
        <p:spPr bwMode="auto">
          <a:xfrm flipV="1">
            <a:off x="1728299" y="5654269"/>
            <a:ext cx="1698457" cy="28470"/>
          </a:xfrm>
          <a:prstGeom prst="line">
            <a:avLst/>
          </a:prstGeom>
          <a:noFill/>
          <a:ln w="38100" cap="flat" cmpd="sng">
            <a:solidFill>
              <a:srgbClr val="537AD6"/>
            </a:solidFill>
            <a:bevel/>
          </a:ln>
        </p:spPr>
      </p:cxnSp>
      <p:cxnSp>
        <p:nvCxnSpPr>
          <p:cNvPr id="14" name="直接连接符 13"/>
          <p:cNvCxnSpPr>
            <a:cxnSpLocks noChangeShapeType="1"/>
            <a:stCxn id="73" idx="6"/>
            <a:endCxn id="71" idx="2"/>
          </p:cNvCxnSpPr>
          <p:nvPr/>
        </p:nvCxnSpPr>
        <p:spPr bwMode="auto">
          <a:xfrm>
            <a:off x="3993667" y="5654269"/>
            <a:ext cx="1280099" cy="194709"/>
          </a:xfrm>
          <a:prstGeom prst="line">
            <a:avLst/>
          </a:prstGeom>
          <a:noFill/>
          <a:ln w="38100" cap="flat" cmpd="sng">
            <a:solidFill>
              <a:srgbClr val="537AD6"/>
            </a:solidFill>
            <a:bevel/>
          </a:ln>
        </p:spPr>
      </p:cxnSp>
      <p:sp>
        <p:nvSpPr>
          <p:cNvPr id="15" name="ïş1îḋé"/>
          <p:cNvSpPr/>
          <p:nvPr/>
        </p:nvSpPr>
        <p:spPr bwMode="auto">
          <a:xfrm flipV="1">
            <a:off x="5820380" y="5727893"/>
            <a:ext cx="1978560" cy="114828"/>
          </a:xfrm>
          <a:prstGeom prst="line">
            <a:avLst/>
          </a:prstGeom>
          <a:noFill/>
          <a:ln w="38100" cap="flat" cmpd="sng">
            <a:solidFill>
              <a:srgbClr val="537AD6"/>
            </a:solidFill>
            <a:beve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îŝ1ïḋè"/>
          <p:cNvSpPr/>
          <p:nvPr/>
        </p:nvSpPr>
        <p:spPr bwMode="auto">
          <a:xfrm>
            <a:off x="8358832" y="5742998"/>
            <a:ext cx="1906006" cy="244417"/>
          </a:xfrm>
          <a:prstGeom prst="line">
            <a:avLst/>
          </a:prstGeom>
          <a:noFill/>
          <a:ln w="38100" cap="flat" cmpd="sng">
            <a:solidFill>
              <a:srgbClr val="537AD6"/>
            </a:solidFill>
            <a:beve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îśḻiďê"/>
          <p:cNvSpPr/>
          <p:nvPr/>
        </p:nvSpPr>
        <p:spPr bwMode="auto">
          <a:xfrm flipV="1">
            <a:off x="3711714" y="4387571"/>
            <a:ext cx="1" cy="1263713"/>
          </a:xfrm>
          <a:prstGeom prst="line">
            <a:avLst/>
          </a:prstGeom>
          <a:ln w="38100">
            <a:solidFill>
              <a:srgbClr val="537AD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2" name="isļide"/>
          <p:cNvSpPr/>
          <p:nvPr/>
        </p:nvSpPr>
        <p:spPr bwMode="auto">
          <a:xfrm>
            <a:off x="2803682" y="3181857"/>
            <a:ext cx="1810581" cy="1801469"/>
          </a:xfrm>
          <a:prstGeom prst="ellipse">
            <a:avLst/>
          </a:prstGeom>
          <a:solidFill>
            <a:srgbClr val="F9F9FA"/>
          </a:solidFill>
          <a:ln w="38100" cap="flat" cmpd="sng">
            <a:noFill/>
            <a:bevel/>
          </a:ln>
          <a:effectLst/>
        </p:spPr>
        <p:txBody>
          <a:bodyPr wrap="none" anchor="ctr">
            <a:normAutofit/>
          </a:bodyPr>
          <a:lstStyle/>
          <a:p>
            <a:pPr algn="ctr"/>
            <a:endParaRPr lang="zh-CN" altLang="en-US" sz="9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3" name="îsḻíḋè"/>
          <p:cNvSpPr/>
          <p:nvPr/>
        </p:nvSpPr>
        <p:spPr bwMode="auto">
          <a:xfrm flipV="1">
            <a:off x="1442380" y="4648501"/>
            <a:ext cx="2484" cy="1034237"/>
          </a:xfrm>
          <a:prstGeom prst="line">
            <a:avLst/>
          </a:prstGeom>
          <a:ln w="38100">
            <a:solidFill>
              <a:srgbClr val="537AD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4" name="iṧliḑé"/>
          <p:cNvSpPr/>
          <p:nvPr/>
        </p:nvSpPr>
        <p:spPr bwMode="auto">
          <a:xfrm>
            <a:off x="564610" y="2966225"/>
            <a:ext cx="1762454" cy="1752050"/>
          </a:xfrm>
          <a:prstGeom prst="ellipse">
            <a:avLst/>
          </a:prstGeom>
          <a:solidFill>
            <a:srgbClr val="007ACC"/>
          </a:solidFill>
          <a:ln w="38100" cap="flat" cmpd="sng">
            <a:noFill/>
            <a:bevel/>
          </a:ln>
          <a:effectLst/>
        </p:spPr>
        <p:txBody>
          <a:bodyPr wrap="none" anchor="ctr">
            <a:normAutofit/>
          </a:bodyPr>
          <a:lstStyle/>
          <a:p>
            <a:pPr algn="ctr"/>
            <a:endParaRPr lang="zh-CN" altLang="en-US" sz="9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5" name="iṡļíḑè"/>
          <p:cNvSpPr/>
          <p:nvPr/>
        </p:nvSpPr>
        <p:spPr bwMode="auto">
          <a:xfrm flipH="1" flipV="1">
            <a:off x="8079930" y="4107400"/>
            <a:ext cx="0" cy="1607714"/>
          </a:xfrm>
          <a:prstGeom prst="line">
            <a:avLst/>
          </a:prstGeom>
          <a:ln w="38100">
            <a:solidFill>
              <a:srgbClr val="537AD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" name="î$ľiḋe"/>
          <p:cNvSpPr/>
          <p:nvPr/>
        </p:nvSpPr>
        <p:spPr bwMode="auto">
          <a:xfrm>
            <a:off x="7171264" y="2846817"/>
            <a:ext cx="1810581" cy="1802632"/>
          </a:xfrm>
          <a:prstGeom prst="ellipse">
            <a:avLst/>
          </a:prstGeom>
          <a:solidFill>
            <a:srgbClr val="21355E"/>
          </a:solidFill>
          <a:ln w="38100" cap="flat" cmpd="sng">
            <a:noFill/>
            <a:bevel/>
          </a:ln>
          <a:effectLst/>
        </p:spPr>
        <p:txBody>
          <a:bodyPr wrap="none" anchor="ctr">
            <a:normAutofit/>
          </a:bodyPr>
          <a:lstStyle/>
          <a:p>
            <a:pPr algn="ctr"/>
            <a:endParaRPr lang="zh-CN" altLang="en-US" sz="9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29" name="íṥ1ïḍé"/>
          <p:cNvSpPr/>
          <p:nvPr/>
        </p:nvSpPr>
        <p:spPr bwMode="auto">
          <a:xfrm flipV="1">
            <a:off x="10610550" y="3381185"/>
            <a:ext cx="1" cy="2606230"/>
          </a:xfrm>
          <a:prstGeom prst="line">
            <a:avLst/>
          </a:prstGeom>
          <a:ln w="38100">
            <a:solidFill>
              <a:srgbClr val="537AD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îṥḷíďé"/>
          <p:cNvSpPr/>
          <p:nvPr/>
        </p:nvSpPr>
        <p:spPr bwMode="auto">
          <a:xfrm>
            <a:off x="9556835" y="1765846"/>
            <a:ext cx="2096303" cy="2086849"/>
          </a:xfrm>
          <a:prstGeom prst="ellipse">
            <a:avLst/>
          </a:prstGeom>
          <a:solidFill>
            <a:srgbClr val="E8EFF1"/>
          </a:solidFill>
          <a:ln w="38100" cap="flat" cmpd="sng">
            <a:noFill/>
            <a:bevel/>
          </a:ln>
          <a:effectLst/>
        </p:spPr>
        <p:txBody>
          <a:bodyPr wrap="none" anchor="ctr">
            <a:normAutofit/>
          </a:bodyPr>
          <a:lstStyle/>
          <a:p>
            <a:pPr algn="ctr"/>
            <a:endParaRPr lang="zh-CN" altLang="en-US" sz="9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31" name="íṧļíḍê"/>
          <p:cNvSpPr/>
          <p:nvPr/>
        </p:nvSpPr>
        <p:spPr bwMode="auto">
          <a:xfrm flipH="1" flipV="1">
            <a:off x="5547220" y="3755252"/>
            <a:ext cx="0" cy="2087470"/>
          </a:xfrm>
          <a:prstGeom prst="line">
            <a:avLst/>
          </a:prstGeom>
          <a:ln w="38100">
            <a:solidFill>
              <a:srgbClr val="537AD6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îṩḻîḑè"/>
          <p:cNvSpPr/>
          <p:nvPr/>
        </p:nvSpPr>
        <p:spPr bwMode="auto">
          <a:xfrm>
            <a:off x="4649874" y="2348510"/>
            <a:ext cx="1810581" cy="1801822"/>
          </a:xfrm>
          <a:prstGeom prst="ellipse">
            <a:avLst/>
          </a:prstGeom>
          <a:solidFill>
            <a:srgbClr val="E9E5E7"/>
          </a:solidFill>
          <a:ln w="38100" cap="flat" cmpd="sng">
            <a:noFill/>
            <a:bevel/>
          </a:ln>
          <a:effectLst/>
        </p:spPr>
        <p:txBody>
          <a:bodyPr wrap="none" anchor="ctr">
            <a:normAutofit/>
          </a:bodyPr>
          <a:lstStyle/>
          <a:p>
            <a:pPr algn="ctr"/>
            <a:endParaRPr lang="zh-CN" altLang="en-US" sz="900" b="1" dirty="0">
              <a:solidFill>
                <a:schemeClr val="bg1">
                  <a:lumMod val="10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563D32-1145-45F8-8C82-85ED2F6849E4}"/>
              </a:ext>
            </a:extLst>
          </p:cNvPr>
          <p:cNvSpPr txBox="1"/>
          <p:nvPr/>
        </p:nvSpPr>
        <p:spPr>
          <a:xfrm>
            <a:off x="1120817" y="2323597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TS</a:t>
            </a:r>
            <a:endParaRPr lang="zh-CN" altLang="en-US" sz="28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1716725-47C1-4681-922D-5980D26652AB}"/>
              </a:ext>
            </a:extLst>
          </p:cNvPr>
          <p:cNvSpPr txBox="1"/>
          <p:nvPr/>
        </p:nvSpPr>
        <p:spPr>
          <a:xfrm>
            <a:off x="5081211" y="1729596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sass</a:t>
            </a:r>
            <a:endParaRPr lang="zh-CN" altLang="en-US" sz="28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596DA5E-DD56-489A-B8FB-D2FA669EE644}"/>
              </a:ext>
            </a:extLst>
          </p:cNvPr>
          <p:cNvSpPr txBox="1"/>
          <p:nvPr/>
        </p:nvSpPr>
        <p:spPr>
          <a:xfrm>
            <a:off x="3083444" y="2448391"/>
            <a:ext cx="1170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Vue.js</a:t>
            </a:r>
            <a:endParaRPr lang="zh-CN" altLang="en-US" sz="28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77C56EA-421D-4B74-B14E-06CF020AF591}"/>
              </a:ext>
            </a:extLst>
          </p:cNvPr>
          <p:cNvSpPr txBox="1"/>
          <p:nvPr/>
        </p:nvSpPr>
        <p:spPr>
          <a:xfrm>
            <a:off x="7655535" y="2196189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less</a:t>
            </a:r>
            <a:endParaRPr lang="zh-CN" altLang="en-US" sz="28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7AC97E4-92F6-4909-A169-B25EA90ED338}"/>
              </a:ext>
            </a:extLst>
          </p:cNvPr>
          <p:cNvSpPr txBox="1"/>
          <p:nvPr/>
        </p:nvSpPr>
        <p:spPr>
          <a:xfrm>
            <a:off x="10036850" y="1129313"/>
            <a:ext cx="1124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React</a:t>
            </a:r>
            <a:endParaRPr lang="zh-CN" altLang="en-US" sz="2800" dirty="0"/>
          </a:p>
        </p:txBody>
      </p:sp>
      <p:pic>
        <p:nvPicPr>
          <p:cNvPr id="11" name="图片 10" descr="图形用户界面, 应用程序, Word, Teams&#10;&#10;描述已自动生成">
            <a:extLst>
              <a:ext uri="{FF2B5EF4-FFF2-40B4-BE49-F238E27FC236}">
                <a16:creationId xmlns:a16="http://schemas.microsoft.com/office/drawing/2014/main" id="{FE5C88B0-EE5E-4446-9D78-9F0D43F7FA3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33" t="67525" r="41818" b="11436"/>
          <a:stretch/>
        </p:blipFill>
        <p:spPr>
          <a:xfrm>
            <a:off x="703555" y="3381185"/>
            <a:ext cx="1497119" cy="921308"/>
          </a:xfrm>
          <a:prstGeom prst="rect">
            <a:avLst/>
          </a:prstGeom>
        </p:spPr>
      </p:pic>
      <p:pic>
        <p:nvPicPr>
          <p:cNvPr id="17" name="图片 16" descr="徽标, 图标, 公司名称&#10;&#10;描述已自动生成">
            <a:extLst>
              <a:ext uri="{FF2B5EF4-FFF2-40B4-BE49-F238E27FC236}">
                <a16:creationId xmlns:a16="http://schemas.microsoft.com/office/drawing/2014/main" id="{DF31A3C3-B379-48B6-A6B4-12315B37187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52" t="17168" r="32926" b="25077"/>
          <a:stretch/>
        </p:blipFill>
        <p:spPr>
          <a:xfrm>
            <a:off x="3068907" y="3535619"/>
            <a:ext cx="1328834" cy="111288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E22C24C-B236-4384-BF14-1C7092FA4C2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39" t="11301" r="27130" b="12530"/>
          <a:stretch/>
        </p:blipFill>
        <p:spPr>
          <a:xfrm>
            <a:off x="7342538" y="3247505"/>
            <a:ext cx="1468954" cy="977674"/>
          </a:xfrm>
          <a:prstGeom prst="rect">
            <a:avLst/>
          </a:prstGeom>
        </p:spPr>
      </p:pic>
      <p:pic>
        <p:nvPicPr>
          <p:cNvPr id="27" name="图片 26" descr="图形用户界面, 应用程序, Word, Teams&#10;&#10;描述已自动生成">
            <a:extLst>
              <a:ext uri="{FF2B5EF4-FFF2-40B4-BE49-F238E27FC236}">
                <a16:creationId xmlns:a16="http://schemas.microsoft.com/office/drawing/2014/main" id="{644431DE-5391-4EDB-8D12-2D6992D05D5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89" t="48933" r="5020" b="10231"/>
          <a:stretch/>
        </p:blipFill>
        <p:spPr>
          <a:xfrm>
            <a:off x="4850984" y="2691924"/>
            <a:ext cx="1399355" cy="1064277"/>
          </a:xfrm>
          <a:prstGeom prst="rect">
            <a:avLst/>
          </a:prstGeom>
        </p:spPr>
      </p:pic>
      <p:pic>
        <p:nvPicPr>
          <p:cNvPr id="33" name="图片 32" descr="图形用户界面, 应用程序, Word, Teams&#10;&#10;描述已自动生成">
            <a:extLst>
              <a:ext uri="{FF2B5EF4-FFF2-40B4-BE49-F238E27FC236}">
                <a16:creationId xmlns:a16="http://schemas.microsoft.com/office/drawing/2014/main" id="{578A0D6F-854F-41F7-8301-4AA76B43AD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6" t="52216" r="72665" b="10357"/>
          <a:stretch/>
        </p:blipFill>
        <p:spPr>
          <a:xfrm>
            <a:off x="9820455" y="2101004"/>
            <a:ext cx="1562543" cy="14260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8</a:t>
            </a:fld>
            <a:endParaRPr lang="zh-CN" altLang="en-US"/>
          </a:p>
        </p:txBody>
      </p:sp>
      <p:grpSp>
        <p:nvGrpSpPr>
          <p:cNvPr id="5" name="ff7024f3-6678-4065-8ed6-e18a0932b3f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10841" y="1030016"/>
            <a:ext cx="10506799" cy="4464496"/>
            <a:chOff x="-5061895" y="1391756"/>
            <a:chExt cx="10506799" cy="4464496"/>
          </a:xfrm>
        </p:grpSpPr>
        <p:grpSp>
          <p:nvGrpSpPr>
            <p:cNvPr id="27" name="îṧ1iḓé"/>
            <p:cNvGrpSpPr/>
            <p:nvPr/>
          </p:nvGrpSpPr>
          <p:grpSpPr>
            <a:xfrm>
              <a:off x="721109" y="1484784"/>
              <a:ext cx="3307537" cy="4199806"/>
              <a:chOff x="1416748" y="1485488"/>
              <a:chExt cx="3227861" cy="4098637"/>
            </a:xfrm>
          </p:grpSpPr>
          <p:sp>
            <p:nvSpPr>
              <p:cNvPr id="36" name="îṥ1ïḓé"/>
              <p:cNvSpPr/>
              <p:nvPr/>
            </p:nvSpPr>
            <p:spPr bwMode="auto">
              <a:xfrm>
                <a:off x="1975274" y="4686140"/>
                <a:ext cx="380771" cy="274472"/>
              </a:xfrm>
              <a:custGeom>
                <a:avLst/>
                <a:gdLst>
                  <a:gd name="T0" fmla="*/ 38 w 101"/>
                  <a:gd name="T1" fmla="*/ 73 h 73"/>
                  <a:gd name="T2" fmla="*/ 38 w 101"/>
                  <a:gd name="T3" fmla="*/ 62 h 73"/>
                  <a:gd name="T4" fmla="*/ 46 w 101"/>
                  <a:gd name="T5" fmla="*/ 50 h 73"/>
                  <a:gd name="T6" fmla="*/ 10 w 101"/>
                  <a:gd name="T7" fmla="*/ 33 h 73"/>
                  <a:gd name="T8" fmla="*/ 3 w 101"/>
                  <a:gd name="T9" fmla="*/ 0 h 73"/>
                  <a:gd name="T10" fmla="*/ 98 w 101"/>
                  <a:gd name="T11" fmla="*/ 2 h 73"/>
                  <a:gd name="T12" fmla="*/ 68 w 101"/>
                  <a:gd name="T13" fmla="*/ 42 h 73"/>
                  <a:gd name="T14" fmla="*/ 56 w 101"/>
                  <a:gd name="T15" fmla="*/ 62 h 73"/>
                  <a:gd name="T16" fmla="*/ 68 w 101"/>
                  <a:gd name="T17" fmla="*/ 68 h 73"/>
                  <a:gd name="T18" fmla="*/ 38 w 101"/>
                  <a:gd name="T19" fmla="*/ 65 h 73"/>
                  <a:gd name="T20" fmla="*/ 38 w 101"/>
                  <a:gd name="T21" fmla="*/ 70 h 73"/>
                  <a:gd name="T22" fmla="*/ 65 w 101"/>
                  <a:gd name="T23" fmla="*/ 68 h 73"/>
                  <a:gd name="T24" fmla="*/ 53 w 101"/>
                  <a:gd name="T25" fmla="*/ 65 h 73"/>
                  <a:gd name="T26" fmla="*/ 54 w 101"/>
                  <a:gd name="T27" fmla="*/ 47 h 73"/>
                  <a:gd name="T28" fmla="*/ 67 w 101"/>
                  <a:gd name="T29" fmla="*/ 39 h 73"/>
                  <a:gd name="T30" fmla="*/ 88 w 101"/>
                  <a:gd name="T31" fmla="*/ 31 h 73"/>
                  <a:gd name="T32" fmla="*/ 5 w 101"/>
                  <a:gd name="T33" fmla="*/ 3 h 73"/>
                  <a:gd name="T34" fmla="*/ 33 w 101"/>
                  <a:gd name="T35" fmla="*/ 39 h 73"/>
                  <a:gd name="T36" fmla="*/ 34 w 101"/>
                  <a:gd name="T37" fmla="*/ 39 h 73"/>
                  <a:gd name="T38" fmla="*/ 49 w 101"/>
                  <a:gd name="T39" fmla="*/ 48 h 73"/>
                  <a:gd name="T40" fmla="*/ 38 w 101"/>
                  <a:gd name="T41" fmla="*/ 65 h 73"/>
                  <a:gd name="T42" fmla="*/ 71 w 101"/>
                  <a:gd name="T43" fmla="*/ 31 h 73"/>
                  <a:gd name="T44" fmla="*/ 78 w 101"/>
                  <a:gd name="T45" fmla="*/ 7 h 73"/>
                  <a:gd name="T46" fmla="*/ 91 w 101"/>
                  <a:gd name="T47" fmla="*/ 8 h 73"/>
                  <a:gd name="T48" fmla="*/ 70 w 101"/>
                  <a:gd name="T49" fmla="*/ 34 h 73"/>
                  <a:gd name="T50" fmla="*/ 75 w 101"/>
                  <a:gd name="T51" fmla="*/ 30 h 73"/>
                  <a:gd name="T52" fmla="*/ 81 w 101"/>
                  <a:gd name="T53" fmla="*/ 10 h 73"/>
                  <a:gd name="T54" fmla="*/ 27 w 101"/>
                  <a:gd name="T55" fmla="*/ 34 h 73"/>
                  <a:gd name="T56" fmla="*/ 9 w 101"/>
                  <a:gd name="T57" fmla="*/ 7 h 73"/>
                  <a:gd name="T58" fmla="*/ 22 w 101"/>
                  <a:gd name="T59" fmla="*/ 9 h 73"/>
                  <a:gd name="T60" fmla="*/ 30 w 101"/>
                  <a:gd name="T61" fmla="*/ 34 h 73"/>
                  <a:gd name="T62" fmla="*/ 25 w 101"/>
                  <a:gd name="T63" fmla="*/ 30 h 73"/>
                  <a:gd name="T64" fmla="*/ 12 w 101"/>
                  <a:gd name="T65" fmla="*/ 1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73">
                    <a:moveTo>
                      <a:pt x="62" y="73"/>
                    </a:moveTo>
                    <a:cubicBezTo>
                      <a:pt x="38" y="73"/>
                      <a:pt x="38" y="73"/>
                      <a:pt x="38" y="73"/>
                    </a:cubicBezTo>
                    <a:cubicBezTo>
                      <a:pt x="34" y="73"/>
                      <a:pt x="32" y="71"/>
                      <a:pt x="32" y="68"/>
                    </a:cubicBezTo>
                    <a:cubicBezTo>
                      <a:pt x="32" y="65"/>
                      <a:pt x="34" y="62"/>
                      <a:pt x="38" y="62"/>
                    </a:cubicBezTo>
                    <a:cubicBezTo>
                      <a:pt x="46" y="62"/>
                      <a:pt x="46" y="62"/>
                      <a:pt x="46" y="62"/>
                    </a:cubicBezTo>
                    <a:cubicBezTo>
                      <a:pt x="46" y="50"/>
                      <a:pt x="46" y="50"/>
                      <a:pt x="46" y="50"/>
                    </a:cubicBezTo>
                    <a:cubicBezTo>
                      <a:pt x="41" y="49"/>
                      <a:pt x="36" y="46"/>
                      <a:pt x="32" y="42"/>
                    </a:cubicBezTo>
                    <a:cubicBezTo>
                      <a:pt x="23" y="42"/>
                      <a:pt x="15" y="39"/>
                      <a:pt x="10" y="33"/>
                    </a:cubicBezTo>
                    <a:cubicBezTo>
                      <a:pt x="0" y="21"/>
                      <a:pt x="2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8" y="2"/>
                      <a:pt x="98" y="2"/>
                      <a:pt x="98" y="2"/>
                    </a:cubicBezTo>
                    <a:cubicBezTo>
                      <a:pt x="98" y="2"/>
                      <a:pt x="101" y="21"/>
                      <a:pt x="90" y="33"/>
                    </a:cubicBezTo>
                    <a:cubicBezTo>
                      <a:pt x="85" y="39"/>
                      <a:pt x="78" y="42"/>
                      <a:pt x="68" y="42"/>
                    </a:cubicBezTo>
                    <a:cubicBezTo>
                      <a:pt x="64" y="46"/>
                      <a:pt x="60" y="49"/>
                      <a:pt x="56" y="50"/>
                    </a:cubicBezTo>
                    <a:cubicBezTo>
                      <a:pt x="56" y="62"/>
                      <a:pt x="56" y="62"/>
                      <a:pt x="56" y="62"/>
                    </a:cubicBezTo>
                    <a:cubicBezTo>
                      <a:pt x="62" y="62"/>
                      <a:pt x="62" y="62"/>
                      <a:pt x="62" y="62"/>
                    </a:cubicBezTo>
                    <a:cubicBezTo>
                      <a:pt x="65" y="62"/>
                      <a:pt x="68" y="65"/>
                      <a:pt x="68" y="68"/>
                    </a:cubicBezTo>
                    <a:cubicBezTo>
                      <a:pt x="68" y="71"/>
                      <a:pt x="65" y="73"/>
                      <a:pt x="62" y="73"/>
                    </a:cubicBezTo>
                    <a:close/>
                    <a:moveTo>
                      <a:pt x="38" y="65"/>
                    </a:moveTo>
                    <a:cubicBezTo>
                      <a:pt x="36" y="65"/>
                      <a:pt x="35" y="66"/>
                      <a:pt x="35" y="68"/>
                    </a:cubicBezTo>
                    <a:cubicBezTo>
                      <a:pt x="35" y="69"/>
                      <a:pt x="36" y="70"/>
                      <a:pt x="38" y="70"/>
                    </a:cubicBezTo>
                    <a:cubicBezTo>
                      <a:pt x="62" y="70"/>
                      <a:pt x="62" y="70"/>
                      <a:pt x="62" y="70"/>
                    </a:cubicBezTo>
                    <a:cubicBezTo>
                      <a:pt x="64" y="70"/>
                      <a:pt x="65" y="69"/>
                      <a:pt x="65" y="68"/>
                    </a:cubicBezTo>
                    <a:cubicBezTo>
                      <a:pt x="65" y="66"/>
                      <a:pt x="64" y="65"/>
                      <a:pt x="62" y="65"/>
                    </a:cubicBezTo>
                    <a:cubicBezTo>
                      <a:pt x="53" y="65"/>
                      <a:pt x="53" y="65"/>
                      <a:pt x="53" y="65"/>
                    </a:cubicBezTo>
                    <a:cubicBezTo>
                      <a:pt x="53" y="48"/>
                      <a:pt x="53" y="48"/>
                      <a:pt x="53" y="48"/>
                    </a:cubicBezTo>
                    <a:cubicBezTo>
                      <a:pt x="54" y="47"/>
                      <a:pt x="54" y="47"/>
                      <a:pt x="54" y="47"/>
                    </a:cubicBezTo>
                    <a:cubicBezTo>
                      <a:pt x="58" y="46"/>
                      <a:pt x="63" y="44"/>
                      <a:pt x="66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77" y="39"/>
                      <a:pt x="83" y="36"/>
                      <a:pt x="88" y="31"/>
                    </a:cubicBezTo>
                    <a:cubicBezTo>
                      <a:pt x="96" y="22"/>
                      <a:pt x="96" y="8"/>
                      <a:pt x="9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8"/>
                      <a:pt x="5" y="22"/>
                      <a:pt x="13" y="31"/>
                    </a:cubicBezTo>
                    <a:cubicBezTo>
                      <a:pt x="17" y="36"/>
                      <a:pt x="24" y="39"/>
                      <a:pt x="33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8" y="44"/>
                      <a:pt x="43" y="47"/>
                      <a:pt x="47" y="48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49" y="65"/>
                      <a:pt x="49" y="65"/>
                      <a:pt x="49" y="65"/>
                    </a:cubicBezTo>
                    <a:lnTo>
                      <a:pt x="38" y="65"/>
                    </a:lnTo>
                    <a:close/>
                    <a:moveTo>
                      <a:pt x="70" y="34"/>
                    </a:moveTo>
                    <a:cubicBezTo>
                      <a:pt x="71" y="31"/>
                      <a:pt x="71" y="31"/>
                      <a:pt x="71" y="31"/>
                    </a:cubicBezTo>
                    <a:cubicBezTo>
                      <a:pt x="75" y="25"/>
                      <a:pt x="77" y="17"/>
                      <a:pt x="78" y="9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91" y="7"/>
                      <a:pt x="91" y="7"/>
                      <a:pt x="91" y="7"/>
                    </a:cubicBezTo>
                    <a:cubicBezTo>
                      <a:pt x="91" y="8"/>
                      <a:pt x="91" y="8"/>
                      <a:pt x="91" y="8"/>
                    </a:cubicBezTo>
                    <a:cubicBezTo>
                      <a:pt x="91" y="28"/>
                      <a:pt x="78" y="33"/>
                      <a:pt x="73" y="34"/>
                    </a:cubicBezTo>
                    <a:lnTo>
                      <a:pt x="70" y="34"/>
                    </a:lnTo>
                    <a:close/>
                    <a:moveTo>
                      <a:pt x="81" y="10"/>
                    </a:moveTo>
                    <a:cubicBezTo>
                      <a:pt x="80" y="17"/>
                      <a:pt x="78" y="24"/>
                      <a:pt x="75" y="30"/>
                    </a:cubicBezTo>
                    <a:cubicBezTo>
                      <a:pt x="81" y="28"/>
                      <a:pt x="88" y="23"/>
                      <a:pt x="88" y="10"/>
                    </a:cubicBezTo>
                    <a:lnTo>
                      <a:pt x="81" y="10"/>
                    </a:lnTo>
                    <a:close/>
                    <a:moveTo>
                      <a:pt x="30" y="34"/>
                    </a:moveTo>
                    <a:cubicBezTo>
                      <a:pt x="27" y="34"/>
                      <a:pt x="27" y="34"/>
                      <a:pt x="27" y="34"/>
                    </a:cubicBezTo>
                    <a:cubicBezTo>
                      <a:pt x="22" y="32"/>
                      <a:pt x="10" y="28"/>
                      <a:pt x="9" y="8"/>
                    </a:cubicBezTo>
                    <a:cubicBezTo>
                      <a:pt x="9" y="7"/>
                      <a:pt x="9" y="7"/>
                      <a:pt x="9" y="7"/>
                    </a:cubicBezTo>
                    <a:cubicBezTo>
                      <a:pt x="22" y="7"/>
                      <a:pt x="22" y="7"/>
                      <a:pt x="22" y="7"/>
                    </a:cubicBezTo>
                    <a:cubicBezTo>
                      <a:pt x="22" y="9"/>
                      <a:pt x="22" y="9"/>
                      <a:pt x="22" y="9"/>
                    </a:cubicBezTo>
                    <a:cubicBezTo>
                      <a:pt x="23" y="17"/>
                      <a:pt x="25" y="25"/>
                      <a:pt x="29" y="31"/>
                    </a:cubicBezTo>
                    <a:lnTo>
                      <a:pt x="30" y="34"/>
                    </a:lnTo>
                    <a:close/>
                    <a:moveTo>
                      <a:pt x="12" y="10"/>
                    </a:moveTo>
                    <a:cubicBezTo>
                      <a:pt x="13" y="23"/>
                      <a:pt x="19" y="28"/>
                      <a:pt x="25" y="30"/>
                    </a:cubicBezTo>
                    <a:cubicBezTo>
                      <a:pt x="22" y="24"/>
                      <a:pt x="20" y="17"/>
                      <a:pt x="19" y="10"/>
                    </a:cubicBezTo>
                    <a:lnTo>
                      <a:pt x="12" y="1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37" name="íSlíde"/>
              <p:cNvGrpSpPr/>
              <p:nvPr/>
            </p:nvGrpSpPr>
            <p:grpSpPr>
              <a:xfrm>
                <a:off x="3359518" y="4532488"/>
                <a:ext cx="312551" cy="393463"/>
                <a:chOff x="4541592" y="4960612"/>
                <a:chExt cx="312551" cy="393463"/>
              </a:xfrm>
            </p:grpSpPr>
            <p:sp>
              <p:nvSpPr>
                <p:cNvPr id="121" name="iṥlîḋê"/>
                <p:cNvSpPr/>
                <p:nvPr/>
              </p:nvSpPr>
              <p:spPr bwMode="auto">
                <a:xfrm>
                  <a:off x="4541592" y="4978064"/>
                  <a:ext cx="304617" cy="376011"/>
                </a:xfrm>
                <a:custGeom>
                  <a:avLst/>
                  <a:gdLst>
                    <a:gd name="T0" fmla="*/ 190 w 192"/>
                    <a:gd name="T1" fmla="*/ 29 h 237"/>
                    <a:gd name="T2" fmla="*/ 164 w 192"/>
                    <a:gd name="T3" fmla="*/ 67 h 237"/>
                    <a:gd name="T4" fmla="*/ 159 w 192"/>
                    <a:gd name="T5" fmla="*/ 71 h 237"/>
                    <a:gd name="T6" fmla="*/ 69 w 192"/>
                    <a:gd name="T7" fmla="*/ 199 h 237"/>
                    <a:gd name="T8" fmla="*/ 5 w 192"/>
                    <a:gd name="T9" fmla="*/ 230 h 237"/>
                    <a:gd name="T10" fmla="*/ 14 w 192"/>
                    <a:gd name="T11" fmla="*/ 164 h 237"/>
                    <a:gd name="T12" fmla="*/ 109 w 192"/>
                    <a:gd name="T13" fmla="*/ 36 h 237"/>
                    <a:gd name="T14" fmla="*/ 112 w 192"/>
                    <a:gd name="T15" fmla="*/ 34 h 237"/>
                    <a:gd name="T16" fmla="*/ 133 w 192"/>
                    <a:gd name="T17" fmla="*/ 3 h 237"/>
                    <a:gd name="T18" fmla="*/ 128 w 192"/>
                    <a:gd name="T19" fmla="*/ 0 h 237"/>
                    <a:gd name="T20" fmla="*/ 12 w 192"/>
                    <a:gd name="T21" fmla="*/ 161 h 237"/>
                    <a:gd name="T22" fmla="*/ 0 w 192"/>
                    <a:gd name="T23" fmla="*/ 237 h 237"/>
                    <a:gd name="T24" fmla="*/ 71 w 192"/>
                    <a:gd name="T25" fmla="*/ 204 h 237"/>
                    <a:gd name="T26" fmla="*/ 71 w 192"/>
                    <a:gd name="T27" fmla="*/ 204 h 237"/>
                    <a:gd name="T28" fmla="*/ 173 w 192"/>
                    <a:gd name="T29" fmla="*/ 62 h 237"/>
                    <a:gd name="T30" fmla="*/ 192 w 192"/>
                    <a:gd name="T31" fmla="*/ 31 h 237"/>
                    <a:gd name="T32" fmla="*/ 190 w 192"/>
                    <a:gd name="T33" fmla="*/ 29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92" h="237">
                      <a:moveTo>
                        <a:pt x="190" y="29"/>
                      </a:moveTo>
                      <a:lnTo>
                        <a:pt x="164" y="67"/>
                      </a:lnTo>
                      <a:lnTo>
                        <a:pt x="159" y="71"/>
                      </a:lnTo>
                      <a:lnTo>
                        <a:pt x="69" y="199"/>
                      </a:lnTo>
                      <a:lnTo>
                        <a:pt x="5" y="230"/>
                      </a:lnTo>
                      <a:lnTo>
                        <a:pt x="14" y="164"/>
                      </a:lnTo>
                      <a:lnTo>
                        <a:pt x="109" y="36"/>
                      </a:lnTo>
                      <a:lnTo>
                        <a:pt x="112" y="34"/>
                      </a:lnTo>
                      <a:lnTo>
                        <a:pt x="133" y="3"/>
                      </a:lnTo>
                      <a:lnTo>
                        <a:pt x="128" y="0"/>
                      </a:lnTo>
                      <a:lnTo>
                        <a:pt x="12" y="161"/>
                      </a:lnTo>
                      <a:lnTo>
                        <a:pt x="0" y="237"/>
                      </a:lnTo>
                      <a:lnTo>
                        <a:pt x="71" y="204"/>
                      </a:lnTo>
                      <a:lnTo>
                        <a:pt x="71" y="204"/>
                      </a:lnTo>
                      <a:lnTo>
                        <a:pt x="173" y="62"/>
                      </a:lnTo>
                      <a:lnTo>
                        <a:pt x="192" y="31"/>
                      </a:lnTo>
                      <a:lnTo>
                        <a:pt x="190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2" name="îṣ1iďê"/>
                <p:cNvSpPr/>
                <p:nvPr/>
              </p:nvSpPr>
              <p:spPr bwMode="auto">
                <a:xfrm>
                  <a:off x="4587603" y="5035181"/>
                  <a:ext cx="153896" cy="211010"/>
                </a:xfrm>
                <a:custGeom>
                  <a:avLst/>
                  <a:gdLst>
                    <a:gd name="T0" fmla="*/ 41 w 41"/>
                    <a:gd name="T1" fmla="*/ 0 h 56"/>
                    <a:gd name="T2" fmla="*/ 40 w 41"/>
                    <a:gd name="T3" fmla="*/ 2 h 56"/>
                    <a:gd name="T4" fmla="*/ 2 w 41"/>
                    <a:gd name="T5" fmla="*/ 56 h 56"/>
                    <a:gd name="T6" fmla="*/ 0 w 41"/>
                    <a:gd name="T7" fmla="*/ 55 h 56"/>
                    <a:gd name="T8" fmla="*/ 38 w 41"/>
                    <a:gd name="T9" fmla="*/ 1 h 56"/>
                    <a:gd name="T10" fmla="*/ 39 w 41"/>
                    <a:gd name="T11" fmla="*/ 0 h 56"/>
                    <a:gd name="T12" fmla="*/ 41 w 41"/>
                    <a:gd name="T13" fmla="*/ 0 h 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1" h="56">
                      <a:moveTo>
                        <a:pt x="41" y="0"/>
                      </a:move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2" y="56"/>
                        <a:pt x="2" y="56"/>
                        <a:pt x="2" y="56"/>
                      </a:cubicBezTo>
                      <a:cubicBezTo>
                        <a:pt x="0" y="55"/>
                        <a:pt x="0" y="55"/>
                        <a:pt x="0" y="55"/>
                      </a:cubicBezTo>
                      <a:cubicBezTo>
                        <a:pt x="38" y="1"/>
                        <a:pt x="38" y="1"/>
                        <a:pt x="38" y="1"/>
                      </a:cubicBez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40" y="0"/>
                        <a:pt x="41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3" name="ísḻïḍê"/>
                <p:cNvSpPr/>
                <p:nvPr/>
              </p:nvSpPr>
              <p:spPr bwMode="auto">
                <a:xfrm>
                  <a:off x="4609814" y="5043113"/>
                  <a:ext cx="158655" cy="220529"/>
                </a:xfrm>
                <a:custGeom>
                  <a:avLst/>
                  <a:gdLst>
                    <a:gd name="T0" fmla="*/ 42 w 42"/>
                    <a:gd name="T1" fmla="*/ 1 h 59"/>
                    <a:gd name="T2" fmla="*/ 41 w 42"/>
                    <a:gd name="T3" fmla="*/ 3 h 59"/>
                    <a:gd name="T4" fmla="*/ 2 w 42"/>
                    <a:gd name="T5" fmla="*/ 59 h 59"/>
                    <a:gd name="T6" fmla="*/ 0 w 42"/>
                    <a:gd name="T7" fmla="*/ 58 h 59"/>
                    <a:gd name="T8" fmla="*/ 39 w 42"/>
                    <a:gd name="T9" fmla="*/ 2 h 59"/>
                    <a:gd name="T10" fmla="*/ 40 w 42"/>
                    <a:gd name="T11" fmla="*/ 0 h 59"/>
                    <a:gd name="T12" fmla="*/ 42 w 42"/>
                    <a:gd name="T13" fmla="*/ 1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9">
                      <a:moveTo>
                        <a:pt x="42" y="1"/>
                      </a:moveTo>
                      <a:cubicBezTo>
                        <a:pt x="41" y="3"/>
                        <a:pt x="41" y="3"/>
                        <a:pt x="41" y="3"/>
                      </a:cubicBezTo>
                      <a:cubicBezTo>
                        <a:pt x="2" y="59"/>
                        <a:pt x="2" y="59"/>
                        <a:pt x="2" y="59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39" y="2"/>
                        <a:pt x="39" y="2"/>
                        <a:pt x="39" y="2"/>
                      </a:cubicBez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41" y="1"/>
                        <a:pt x="41" y="1"/>
                        <a:pt x="42" y="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4" name="îṡľíḓè"/>
                <p:cNvSpPr/>
                <p:nvPr/>
              </p:nvSpPr>
              <p:spPr bwMode="auto">
                <a:xfrm>
                  <a:off x="4632026" y="5060565"/>
                  <a:ext cx="158655" cy="218943"/>
                </a:xfrm>
                <a:custGeom>
                  <a:avLst/>
                  <a:gdLst>
                    <a:gd name="T0" fmla="*/ 42 w 42"/>
                    <a:gd name="T1" fmla="*/ 2 h 58"/>
                    <a:gd name="T2" fmla="*/ 41 w 42"/>
                    <a:gd name="T3" fmla="*/ 4 h 58"/>
                    <a:gd name="T4" fmla="*/ 2 w 42"/>
                    <a:gd name="T5" fmla="*/ 58 h 58"/>
                    <a:gd name="T6" fmla="*/ 0 w 42"/>
                    <a:gd name="T7" fmla="*/ 57 h 58"/>
                    <a:gd name="T8" fmla="*/ 40 w 42"/>
                    <a:gd name="T9" fmla="*/ 2 h 58"/>
                    <a:gd name="T10" fmla="*/ 41 w 42"/>
                    <a:gd name="T11" fmla="*/ 0 h 58"/>
                    <a:gd name="T12" fmla="*/ 42 w 42"/>
                    <a:gd name="T13" fmla="*/ 2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8">
                      <a:moveTo>
                        <a:pt x="42" y="2"/>
                      </a:moveTo>
                      <a:cubicBezTo>
                        <a:pt x="41" y="4"/>
                        <a:pt x="41" y="4"/>
                        <a:pt x="41" y="4"/>
                      </a:cubicBezTo>
                      <a:cubicBezTo>
                        <a:pt x="2" y="58"/>
                        <a:pt x="2" y="58"/>
                        <a:pt x="2" y="58"/>
                      </a:cubicBezTo>
                      <a:cubicBezTo>
                        <a:pt x="0" y="57"/>
                        <a:pt x="0" y="57"/>
                        <a:pt x="0" y="57"/>
                      </a:cubicBezTo>
                      <a:cubicBezTo>
                        <a:pt x="40" y="2"/>
                        <a:pt x="40" y="2"/>
                        <a:pt x="40" y="2"/>
                      </a:cubicBezTo>
                      <a:cubicBezTo>
                        <a:pt x="41" y="0"/>
                        <a:pt x="41" y="0"/>
                        <a:pt x="41" y="0"/>
                      </a:cubicBezTo>
                      <a:cubicBezTo>
                        <a:pt x="41" y="1"/>
                        <a:pt x="42" y="1"/>
                        <a:pt x="42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5" name="îşlíḓé"/>
                <p:cNvSpPr/>
                <p:nvPr/>
              </p:nvSpPr>
              <p:spPr bwMode="auto">
                <a:xfrm>
                  <a:off x="4560631" y="5230325"/>
                  <a:ext cx="98366" cy="71394"/>
                </a:xfrm>
                <a:custGeom>
                  <a:avLst/>
                  <a:gdLst>
                    <a:gd name="T0" fmla="*/ 26 w 26"/>
                    <a:gd name="T1" fmla="*/ 17 h 19"/>
                    <a:gd name="T2" fmla="*/ 22 w 26"/>
                    <a:gd name="T3" fmla="*/ 19 h 19"/>
                    <a:gd name="T4" fmla="*/ 0 w 26"/>
                    <a:gd name="T5" fmla="*/ 4 h 19"/>
                    <a:gd name="T6" fmla="*/ 1 w 26"/>
                    <a:gd name="T7" fmla="*/ 0 h 19"/>
                    <a:gd name="T8" fmla="*/ 26 w 26"/>
                    <a:gd name="T9" fmla="*/ 17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19">
                      <a:moveTo>
                        <a:pt x="26" y="17"/>
                      </a:moveTo>
                      <a:cubicBezTo>
                        <a:pt x="22" y="19"/>
                        <a:pt x="22" y="19"/>
                        <a:pt x="22" y="19"/>
                      </a:cubicBezTo>
                      <a:cubicBezTo>
                        <a:pt x="15" y="5"/>
                        <a:pt x="0" y="4"/>
                        <a:pt x="0" y="4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17" y="2"/>
                        <a:pt x="26" y="17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6" name="íSḻíďé"/>
                <p:cNvSpPr/>
                <p:nvPr/>
              </p:nvSpPr>
              <p:spPr bwMode="auto">
                <a:xfrm>
                  <a:off x="4549526" y="5298547"/>
                  <a:ext cx="41250" cy="33317"/>
                </a:xfrm>
                <a:custGeom>
                  <a:avLst/>
                  <a:gdLst>
                    <a:gd name="T0" fmla="*/ 11 w 11"/>
                    <a:gd name="T1" fmla="*/ 8 h 9"/>
                    <a:gd name="T2" fmla="*/ 8 w 11"/>
                    <a:gd name="T3" fmla="*/ 9 h 9"/>
                    <a:gd name="T4" fmla="*/ 0 w 11"/>
                    <a:gd name="T5" fmla="*/ 3 h 9"/>
                    <a:gd name="T6" fmla="*/ 1 w 11"/>
                    <a:gd name="T7" fmla="*/ 0 h 9"/>
                    <a:gd name="T8" fmla="*/ 11 w 11"/>
                    <a:gd name="T9" fmla="*/ 8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" h="9">
                      <a:moveTo>
                        <a:pt x="11" y="8"/>
                      </a:moveTo>
                      <a:cubicBezTo>
                        <a:pt x="8" y="9"/>
                        <a:pt x="8" y="9"/>
                        <a:pt x="8" y="9"/>
                      </a:cubicBezTo>
                      <a:cubicBezTo>
                        <a:pt x="5" y="5"/>
                        <a:pt x="0" y="3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8" y="2"/>
                        <a:pt x="11" y="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7" name="ïṩḷïḋé"/>
                <p:cNvSpPr/>
                <p:nvPr/>
              </p:nvSpPr>
              <p:spPr bwMode="auto">
                <a:xfrm>
                  <a:off x="4703420" y="4960612"/>
                  <a:ext cx="150723" cy="138029"/>
                </a:xfrm>
                <a:custGeom>
                  <a:avLst/>
                  <a:gdLst>
                    <a:gd name="T0" fmla="*/ 15 w 40"/>
                    <a:gd name="T1" fmla="*/ 22 h 37"/>
                    <a:gd name="T2" fmla="*/ 10 w 40"/>
                    <a:gd name="T3" fmla="*/ 20 h 37"/>
                    <a:gd name="T4" fmla="*/ 4 w 40"/>
                    <a:gd name="T5" fmla="*/ 19 h 37"/>
                    <a:gd name="T6" fmla="*/ 3 w 40"/>
                    <a:gd name="T7" fmla="*/ 20 h 37"/>
                    <a:gd name="T8" fmla="*/ 9 w 40"/>
                    <a:gd name="T9" fmla="*/ 22 h 37"/>
                    <a:gd name="T10" fmla="*/ 14 w 40"/>
                    <a:gd name="T11" fmla="*/ 24 h 37"/>
                    <a:gd name="T12" fmla="*/ 21 w 40"/>
                    <a:gd name="T13" fmla="*/ 29 h 37"/>
                    <a:gd name="T14" fmla="*/ 17 w 40"/>
                    <a:gd name="T15" fmla="*/ 23 h 37"/>
                    <a:gd name="T16" fmla="*/ 15 w 40"/>
                    <a:gd name="T17" fmla="*/ 22 h 37"/>
                    <a:gd name="T18" fmla="*/ 10 w 40"/>
                    <a:gd name="T19" fmla="*/ 20 h 37"/>
                    <a:gd name="T20" fmla="*/ 4 w 40"/>
                    <a:gd name="T21" fmla="*/ 19 h 37"/>
                    <a:gd name="T22" fmla="*/ 3 w 40"/>
                    <a:gd name="T23" fmla="*/ 20 h 37"/>
                    <a:gd name="T24" fmla="*/ 9 w 40"/>
                    <a:gd name="T25" fmla="*/ 22 h 37"/>
                    <a:gd name="T26" fmla="*/ 14 w 40"/>
                    <a:gd name="T27" fmla="*/ 24 h 37"/>
                    <a:gd name="T28" fmla="*/ 21 w 40"/>
                    <a:gd name="T29" fmla="*/ 29 h 37"/>
                    <a:gd name="T30" fmla="*/ 17 w 40"/>
                    <a:gd name="T31" fmla="*/ 23 h 37"/>
                    <a:gd name="T32" fmla="*/ 29 w 40"/>
                    <a:gd name="T33" fmla="*/ 2 h 37"/>
                    <a:gd name="T34" fmla="*/ 15 w 40"/>
                    <a:gd name="T35" fmla="*/ 1 h 37"/>
                    <a:gd name="T36" fmla="*/ 11 w 40"/>
                    <a:gd name="T37" fmla="*/ 5 h 37"/>
                    <a:gd name="T38" fmla="*/ 2 w 40"/>
                    <a:gd name="T39" fmla="*/ 20 h 37"/>
                    <a:gd name="T40" fmla="*/ 7 w 40"/>
                    <a:gd name="T41" fmla="*/ 21 h 37"/>
                    <a:gd name="T42" fmla="*/ 13 w 40"/>
                    <a:gd name="T43" fmla="*/ 23 h 37"/>
                    <a:gd name="T44" fmla="*/ 16 w 40"/>
                    <a:gd name="T45" fmla="*/ 25 h 37"/>
                    <a:gd name="T46" fmla="*/ 22 w 40"/>
                    <a:gd name="T47" fmla="*/ 31 h 37"/>
                    <a:gd name="T48" fmla="*/ 24 w 40"/>
                    <a:gd name="T49" fmla="*/ 35 h 37"/>
                    <a:gd name="T50" fmla="*/ 30 w 40"/>
                    <a:gd name="T51" fmla="*/ 31 h 37"/>
                    <a:gd name="T52" fmla="*/ 26 w 40"/>
                    <a:gd name="T53" fmla="*/ 33 h 37"/>
                    <a:gd name="T54" fmla="*/ 22 w 40"/>
                    <a:gd name="T55" fmla="*/ 27 h 37"/>
                    <a:gd name="T56" fmla="*/ 15 w 40"/>
                    <a:gd name="T57" fmla="*/ 22 h 37"/>
                    <a:gd name="T58" fmla="*/ 10 w 40"/>
                    <a:gd name="T59" fmla="*/ 20 h 37"/>
                    <a:gd name="T60" fmla="*/ 4 w 40"/>
                    <a:gd name="T61" fmla="*/ 19 h 37"/>
                    <a:gd name="T62" fmla="*/ 13 w 40"/>
                    <a:gd name="T63" fmla="*/ 6 h 37"/>
                    <a:gd name="T64" fmla="*/ 28 w 40"/>
                    <a:gd name="T65" fmla="*/ 4 h 37"/>
                    <a:gd name="T66" fmla="*/ 37 w 40"/>
                    <a:gd name="T67" fmla="*/ 17 h 37"/>
                    <a:gd name="T68" fmla="*/ 17 w 40"/>
                    <a:gd name="T69" fmla="*/ 23 h 37"/>
                    <a:gd name="T70" fmla="*/ 13 w 40"/>
                    <a:gd name="T71" fmla="*/ 22 h 37"/>
                    <a:gd name="T72" fmla="*/ 8 w 40"/>
                    <a:gd name="T73" fmla="*/ 20 h 37"/>
                    <a:gd name="T74" fmla="*/ 4 w 40"/>
                    <a:gd name="T75" fmla="*/ 19 h 37"/>
                    <a:gd name="T76" fmla="*/ 7 w 40"/>
                    <a:gd name="T77" fmla="*/ 21 h 37"/>
                    <a:gd name="T78" fmla="*/ 13 w 40"/>
                    <a:gd name="T79" fmla="*/ 23 h 37"/>
                    <a:gd name="T80" fmla="*/ 16 w 40"/>
                    <a:gd name="T81" fmla="*/ 25 h 37"/>
                    <a:gd name="T82" fmla="*/ 22 w 40"/>
                    <a:gd name="T83" fmla="*/ 27 h 37"/>
                    <a:gd name="T84" fmla="*/ 17 w 40"/>
                    <a:gd name="T85" fmla="*/ 23 h 37"/>
                    <a:gd name="T86" fmla="*/ 13 w 40"/>
                    <a:gd name="T87" fmla="*/ 22 h 37"/>
                    <a:gd name="T88" fmla="*/ 8 w 40"/>
                    <a:gd name="T89" fmla="*/ 20 h 37"/>
                    <a:gd name="T90" fmla="*/ 4 w 40"/>
                    <a:gd name="T91" fmla="*/ 19 h 37"/>
                    <a:gd name="T92" fmla="*/ 7 w 40"/>
                    <a:gd name="T93" fmla="*/ 21 h 37"/>
                    <a:gd name="T94" fmla="*/ 13 w 40"/>
                    <a:gd name="T95" fmla="*/ 23 h 37"/>
                    <a:gd name="T96" fmla="*/ 16 w 40"/>
                    <a:gd name="T97" fmla="*/ 25 h 37"/>
                    <a:gd name="T98" fmla="*/ 22 w 40"/>
                    <a:gd name="T99" fmla="*/ 27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40" h="37"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40" y="15"/>
                      </a:moveTo>
                      <a:cubicBezTo>
                        <a:pt x="40" y="15"/>
                        <a:pt x="37" y="6"/>
                        <a:pt x="29" y="2"/>
                      </a:cubicBezTo>
                      <a:cubicBezTo>
                        <a:pt x="25" y="0"/>
                        <a:pt x="20" y="0"/>
                        <a:pt x="15" y="0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11" y="5"/>
                        <a:pt x="11" y="5"/>
                        <a:pt x="11" y="5"/>
                      </a:cubicBez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2" y="20"/>
                        <a:pt x="2" y="20"/>
                        <a:pt x="2" y="20"/>
                      </a:cubicBezTo>
                      <a:cubicBezTo>
                        <a:pt x="2" y="20"/>
                        <a:pt x="2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1" y="29"/>
                        <a:pt x="22" y="30"/>
                        <a:pt x="22" y="31"/>
                      </a:cubicBezTo>
                      <a:cubicBezTo>
                        <a:pt x="23" y="32"/>
                        <a:pt x="24" y="33"/>
                        <a:pt x="24" y="35"/>
                      </a:cubicBezTo>
                      <a:cubicBezTo>
                        <a:pt x="24" y="35"/>
                        <a:pt x="24" y="35"/>
                        <a:pt x="24" y="35"/>
                      </a:cubicBezTo>
                      <a:cubicBezTo>
                        <a:pt x="25" y="37"/>
                        <a:pt x="25" y="37"/>
                        <a:pt x="25" y="37"/>
                      </a:cubicBezTo>
                      <a:cubicBezTo>
                        <a:pt x="30" y="31"/>
                        <a:pt x="30" y="31"/>
                        <a:pt x="30" y="31"/>
                      </a:cubicBezTo>
                      <a:cubicBezTo>
                        <a:pt x="40" y="15"/>
                        <a:pt x="40" y="15"/>
                        <a:pt x="40" y="15"/>
                      </a:cubicBezTo>
                      <a:close/>
                      <a:moveTo>
                        <a:pt x="26" y="33"/>
                      </a:moveTo>
                      <a:cubicBezTo>
                        <a:pt x="25" y="31"/>
                        <a:pt x="24" y="30"/>
                        <a:pt x="23" y="29"/>
                      </a:cubicBezTo>
                      <a:cubicBezTo>
                        <a:pt x="23" y="28"/>
                        <a:pt x="22" y="28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16" y="2"/>
                        <a:pt x="16" y="2"/>
                        <a:pt x="16" y="2"/>
                      </a:cubicBezTo>
                      <a:cubicBezTo>
                        <a:pt x="20" y="2"/>
                        <a:pt x="24" y="2"/>
                        <a:pt x="28" y="4"/>
                      </a:cubicBezTo>
                      <a:cubicBezTo>
                        <a:pt x="35" y="7"/>
                        <a:pt x="38" y="13"/>
                        <a:pt x="38" y="15"/>
                      </a:cubicBezTo>
                      <a:cubicBezTo>
                        <a:pt x="37" y="17"/>
                        <a:pt x="37" y="17"/>
                        <a:pt x="37" y="17"/>
                      </a:cubicBezTo>
                      <a:lnTo>
                        <a:pt x="26" y="33"/>
                      </a:ln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  <a:moveTo>
                        <a:pt x="17" y="23"/>
                      </a:moveTo>
                      <a:cubicBezTo>
                        <a:pt x="16" y="23"/>
                        <a:pt x="16" y="23"/>
                        <a:pt x="15" y="22"/>
                      </a:cubicBezTo>
                      <a:cubicBezTo>
                        <a:pt x="15" y="22"/>
                        <a:pt x="14" y="22"/>
                        <a:pt x="13" y="22"/>
                      </a:cubicBezTo>
                      <a:cubicBezTo>
                        <a:pt x="12" y="21"/>
                        <a:pt x="11" y="21"/>
                        <a:pt x="10" y="20"/>
                      </a:cubicBezTo>
                      <a:cubicBezTo>
                        <a:pt x="10" y="20"/>
                        <a:pt x="9" y="20"/>
                        <a:pt x="8" y="20"/>
                      </a:cubicBezTo>
                      <a:cubicBezTo>
                        <a:pt x="7" y="19"/>
                        <a:pt x="5" y="19"/>
                        <a:pt x="4" y="19"/>
                      </a:cubicBezTo>
                      <a:cubicBezTo>
                        <a:pt x="4" y="19"/>
                        <a:pt x="4" y="19"/>
                        <a:pt x="4" y="19"/>
                      </a:cubicBezTo>
                      <a:cubicBezTo>
                        <a:pt x="3" y="20"/>
                        <a:pt x="3" y="20"/>
                        <a:pt x="3" y="20"/>
                      </a:cubicBezTo>
                      <a:cubicBezTo>
                        <a:pt x="3" y="20"/>
                        <a:pt x="5" y="21"/>
                        <a:pt x="7" y="21"/>
                      </a:cubicBezTo>
                      <a:cubicBezTo>
                        <a:pt x="8" y="21"/>
                        <a:pt x="9" y="22"/>
                        <a:pt x="9" y="22"/>
                      </a:cubicBezTo>
                      <a:cubicBezTo>
                        <a:pt x="10" y="22"/>
                        <a:pt x="11" y="23"/>
                        <a:pt x="13" y="23"/>
                      </a:cubicBezTo>
                      <a:cubicBezTo>
                        <a:pt x="13" y="23"/>
                        <a:pt x="14" y="24"/>
                        <a:pt x="14" y="24"/>
                      </a:cubicBezTo>
                      <a:cubicBezTo>
                        <a:pt x="15" y="24"/>
                        <a:pt x="15" y="25"/>
                        <a:pt x="16" y="25"/>
                      </a:cubicBezTo>
                      <a:cubicBezTo>
                        <a:pt x="18" y="26"/>
                        <a:pt x="19" y="27"/>
                        <a:pt x="21" y="29"/>
                      </a:cubicBezTo>
                      <a:cubicBezTo>
                        <a:pt x="22" y="27"/>
                        <a:pt x="22" y="27"/>
                        <a:pt x="22" y="27"/>
                      </a:cubicBezTo>
                      <a:cubicBezTo>
                        <a:pt x="20" y="26"/>
                        <a:pt x="19" y="25"/>
                        <a:pt x="17" y="2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8" name="ïṥľîḓé"/>
              <p:cNvGrpSpPr/>
              <p:nvPr/>
            </p:nvGrpSpPr>
            <p:grpSpPr>
              <a:xfrm>
                <a:off x="1416748" y="2456247"/>
                <a:ext cx="312549" cy="442646"/>
                <a:chOff x="5698186" y="1950933"/>
                <a:chExt cx="312549" cy="442646"/>
              </a:xfrm>
            </p:grpSpPr>
            <p:sp>
              <p:nvSpPr>
                <p:cNvPr id="118" name="iṧḻide"/>
                <p:cNvSpPr/>
                <p:nvPr/>
              </p:nvSpPr>
              <p:spPr bwMode="auto">
                <a:xfrm>
                  <a:off x="5702945" y="1950933"/>
                  <a:ext cx="307790" cy="442646"/>
                </a:xfrm>
                <a:custGeom>
                  <a:avLst/>
                  <a:gdLst>
                    <a:gd name="T0" fmla="*/ 82 w 82"/>
                    <a:gd name="T1" fmla="*/ 118 h 118"/>
                    <a:gd name="T2" fmla="*/ 29 w 82"/>
                    <a:gd name="T3" fmla="*/ 116 h 118"/>
                    <a:gd name="T4" fmla="*/ 47 w 82"/>
                    <a:gd name="T5" fmla="*/ 96 h 118"/>
                    <a:gd name="T6" fmla="*/ 30 w 82"/>
                    <a:gd name="T7" fmla="*/ 1 h 118"/>
                    <a:gd name="T8" fmla="*/ 31 w 82"/>
                    <a:gd name="T9" fmla="*/ 0 h 118"/>
                    <a:gd name="T10" fmla="*/ 59 w 82"/>
                    <a:gd name="T11" fmla="*/ 18 h 118"/>
                    <a:gd name="T12" fmla="*/ 58 w 82"/>
                    <a:gd name="T13" fmla="*/ 20 h 118"/>
                    <a:gd name="T14" fmla="*/ 60 w 82"/>
                    <a:gd name="T15" fmla="*/ 86 h 118"/>
                    <a:gd name="T16" fmla="*/ 79 w 82"/>
                    <a:gd name="T17" fmla="*/ 70 h 118"/>
                    <a:gd name="T18" fmla="*/ 82 w 82"/>
                    <a:gd name="T19" fmla="*/ 118 h 118"/>
                    <a:gd name="T20" fmla="*/ 36 w 82"/>
                    <a:gd name="T21" fmla="*/ 113 h 118"/>
                    <a:gd name="T22" fmla="*/ 79 w 82"/>
                    <a:gd name="T23" fmla="*/ 115 h 118"/>
                    <a:gd name="T24" fmla="*/ 76 w 82"/>
                    <a:gd name="T25" fmla="*/ 76 h 118"/>
                    <a:gd name="T26" fmla="*/ 59 w 82"/>
                    <a:gd name="T27" fmla="*/ 90 h 118"/>
                    <a:gd name="T28" fmla="*/ 59 w 82"/>
                    <a:gd name="T29" fmla="*/ 89 h 118"/>
                    <a:gd name="T30" fmla="*/ 55 w 82"/>
                    <a:gd name="T31" fmla="*/ 19 h 118"/>
                    <a:gd name="T32" fmla="*/ 32 w 82"/>
                    <a:gd name="T33" fmla="*/ 4 h 118"/>
                    <a:gd name="T34" fmla="*/ 50 w 82"/>
                    <a:gd name="T35" fmla="*/ 95 h 118"/>
                    <a:gd name="T36" fmla="*/ 52 w 82"/>
                    <a:gd name="T37" fmla="*/ 96 h 118"/>
                    <a:gd name="T38" fmla="*/ 36 w 82"/>
                    <a:gd name="T39" fmla="*/ 113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2" h="118">
                      <a:moveTo>
                        <a:pt x="82" y="118"/>
                      </a:moveTo>
                      <a:cubicBezTo>
                        <a:pt x="29" y="116"/>
                        <a:pt x="29" y="116"/>
                        <a:pt x="29" y="116"/>
                      </a:cubicBezTo>
                      <a:cubicBezTo>
                        <a:pt x="47" y="96"/>
                        <a:pt x="47" y="96"/>
                        <a:pt x="47" y="96"/>
                      </a:cubicBezTo>
                      <a:cubicBezTo>
                        <a:pt x="0" y="62"/>
                        <a:pt x="30" y="2"/>
                        <a:pt x="30" y="1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59" y="18"/>
                        <a:pt x="59" y="18"/>
                        <a:pt x="59" y="18"/>
                      </a:cubicBezTo>
                      <a:cubicBezTo>
                        <a:pt x="58" y="20"/>
                        <a:pt x="58" y="20"/>
                        <a:pt x="58" y="20"/>
                      </a:cubicBezTo>
                      <a:cubicBezTo>
                        <a:pt x="34" y="53"/>
                        <a:pt x="55" y="80"/>
                        <a:pt x="60" y="86"/>
                      </a:cubicBezTo>
                      <a:cubicBezTo>
                        <a:pt x="79" y="70"/>
                        <a:pt x="79" y="70"/>
                        <a:pt x="79" y="70"/>
                      </a:cubicBezTo>
                      <a:lnTo>
                        <a:pt x="82" y="118"/>
                      </a:lnTo>
                      <a:close/>
                      <a:moveTo>
                        <a:pt x="36" y="113"/>
                      </a:moveTo>
                      <a:cubicBezTo>
                        <a:pt x="79" y="115"/>
                        <a:pt x="79" y="115"/>
                        <a:pt x="79" y="115"/>
                      </a:cubicBezTo>
                      <a:cubicBezTo>
                        <a:pt x="76" y="76"/>
                        <a:pt x="76" y="76"/>
                        <a:pt x="76" y="76"/>
                      </a:cubicBezTo>
                      <a:cubicBezTo>
                        <a:pt x="59" y="90"/>
                        <a:pt x="59" y="90"/>
                        <a:pt x="59" y="90"/>
                      </a:cubicBezTo>
                      <a:cubicBezTo>
                        <a:pt x="59" y="89"/>
                        <a:pt x="59" y="89"/>
                        <a:pt x="59" y="89"/>
                      </a:cubicBezTo>
                      <a:cubicBezTo>
                        <a:pt x="58" y="88"/>
                        <a:pt x="28" y="58"/>
                        <a:pt x="55" y="19"/>
                      </a:cubicBezTo>
                      <a:cubicBezTo>
                        <a:pt x="32" y="4"/>
                        <a:pt x="32" y="4"/>
                        <a:pt x="32" y="4"/>
                      </a:cubicBezTo>
                      <a:cubicBezTo>
                        <a:pt x="28" y="14"/>
                        <a:pt x="7" y="65"/>
                        <a:pt x="50" y="95"/>
                      </a:cubicBezTo>
                      <a:cubicBezTo>
                        <a:pt x="52" y="96"/>
                        <a:pt x="52" y="96"/>
                        <a:pt x="52" y="96"/>
                      </a:cubicBezTo>
                      <a:lnTo>
                        <a:pt x="36" y="11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9" name="iṧ1iḍè"/>
                <p:cNvSpPr/>
                <p:nvPr/>
              </p:nvSpPr>
              <p:spPr bwMode="auto">
                <a:xfrm>
                  <a:off x="5698186" y="1954106"/>
                  <a:ext cx="199905" cy="431541"/>
                </a:xfrm>
                <a:custGeom>
                  <a:avLst/>
                  <a:gdLst>
                    <a:gd name="T0" fmla="*/ 34 w 53"/>
                    <a:gd name="T1" fmla="*/ 115 h 115"/>
                    <a:gd name="T2" fmla="*/ 22 w 53"/>
                    <a:gd name="T3" fmla="*/ 113 h 115"/>
                    <a:gd name="T4" fmla="*/ 37 w 53"/>
                    <a:gd name="T5" fmla="*/ 96 h 115"/>
                    <a:gd name="T6" fmla="*/ 20 w 53"/>
                    <a:gd name="T7" fmla="*/ 10 h 115"/>
                    <a:gd name="T8" fmla="*/ 21 w 53"/>
                    <a:gd name="T9" fmla="*/ 10 h 115"/>
                    <a:gd name="T10" fmla="*/ 31 w 53"/>
                    <a:gd name="T11" fmla="*/ 0 h 115"/>
                    <a:gd name="T12" fmla="*/ 33 w 53"/>
                    <a:gd name="T13" fmla="*/ 2 h 115"/>
                    <a:gd name="T14" fmla="*/ 23 w 53"/>
                    <a:gd name="T15" fmla="*/ 12 h 115"/>
                    <a:gd name="T16" fmla="*/ 40 w 53"/>
                    <a:gd name="T17" fmla="*/ 94 h 115"/>
                    <a:gd name="T18" fmla="*/ 53 w 53"/>
                    <a:gd name="T19" fmla="*/ 94 h 115"/>
                    <a:gd name="T20" fmla="*/ 34 w 53"/>
                    <a:gd name="T21" fmla="*/ 115 h 115"/>
                    <a:gd name="T22" fmla="*/ 28 w 53"/>
                    <a:gd name="T23" fmla="*/ 111 h 115"/>
                    <a:gd name="T24" fmla="*/ 33 w 53"/>
                    <a:gd name="T25" fmla="*/ 112 h 115"/>
                    <a:gd name="T26" fmla="*/ 46 w 53"/>
                    <a:gd name="T27" fmla="*/ 97 h 115"/>
                    <a:gd name="T28" fmla="*/ 40 w 53"/>
                    <a:gd name="T29" fmla="*/ 97 h 115"/>
                    <a:gd name="T30" fmla="*/ 28 w 53"/>
                    <a:gd name="T31" fmla="*/ 111 h 1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53" h="115">
                      <a:moveTo>
                        <a:pt x="34" y="115"/>
                      </a:moveTo>
                      <a:cubicBezTo>
                        <a:pt x="22" y="113"/>
                        <a:pt x="22" y="113"/>
                        <a:pt x="22" y="113"/>
                      </a:cubicBezTo>
                      <a:cubicBezTo>
                        <a:pt x="37" y="96"/>
                        <a:pt x="37" y="96"/>
                        <a:pt x="37" y="96"/>
                      </a:cubicBezTo>
                      <a:cubicBezTo>
                        <a:pt x="30" y="90"/>
                        <a:pt x="0" y="59"/>
                        <a:pt x="20" y="10"/>
                      </a:cubicBezTo>
                      <a:cubicBezTo>
                        <a:pt x="21" y="10"/>
                        <a:pt x="21" y="10"/>
                        <a:pt x="21" y="10"/>
                      </a:cubicBezTo>
                      <a:cubicBezTo>
                        <a:pt x="31" y="0"/>
                        <a:pt x="31" y="0"/>
                        <a:pt x="31" y="0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23" y="12"/>
                        <a:pt x="23" y="12"/>
                        <a:pt x="23" y="12"/>
                      </a:cubicBezTo>
                      <a:cubicBezTo>
                        <a:pt x="3" y="61"/>
                        <a:pt x="36" y="91"/>
                        <a:pt x="40" y="94"/>
                      </a:cubicBezTo>
                      <a:cubicBezTo>
                        <a:pt x="53" y="94"/>
                        <a:pt x="53" y="94"/>
                        <a:pt x="53" y="94"/>
                      </a:cubicBezTo>
                      <a:lnTo>
                        <a:pt x="34" y="115"/>
                      </a:lnTo>
                      <a:close/>
                      <a:moveTo>
                        <a:pt x="28" y="111"/>
                      </a:moveTo>
                      <a:cubicBezTo>
                        <a:pt x="33" y="112"/>
                        <a:pt x="33" y="112"/>
                        <a:pt x="33" y="112"/>
                      </a:cubicBezTo>
                      <a:cubicBezTo>
                        <a:pt x="46" y="97"/>
                        <a:pt x="46" y="97"/>
                        <a:pt x="46" y="97"/>
                      </a:cubicBezTo>
                      <a:cubicBezTo>
                        <a:pt x="40" y="97"/>
                        <a:pt x="40" y="97"/>
                        <a:pt x="40" y="97"/>
                      </a:cubicBezTo>
                      <a:lnTo>
                        <a:pt x="28" y="11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0" name="íŝḻïdè"/>
                <p:cNvSpPr/>
                <p:nvPr/>
              </p:nvSpPr>
              <p:spPr bwMode="auto">
                <a:xfrm>
                  <a:off x="5906023" y="2217473"/>
                  <a:ext cx="90433" cy="44423"/>
                </a:xfrm>
                <a:custGeom>
                  <a:avLst/>
                  <a:gdLst>
                    <a:gd name="T0" fmla="*/ 5 w 57"/>
                    <a:gd name="T1" fmla="*/ 28 h 28"/>
                    <a:gd name="T2" fmla="*/ 0 w 57"/>
                    <a:gd name="T3" fmla="*/ 23 h 28"/>
                    <a:gd name="T4" fmla="*/ 24 w 57"/>
                    <a:gd name="T5" fmla="*/ 0 h 28"/>
                    <a:gd name="T6" fmla="*/ 57 w 57"/>
                    <a:gd name="T7" fmla="*/ 0 h 28"/>
                    <a:gd name="T8" fmla="*/ 57 w 57"/>
                    <a:gd name="T9" fmla="*/ 7 h 28"/>
                    <a:gd name="T10" fmla="*/ 28 w 57"/>
                    <a:gd name="T11" fmla="*/ 7 h 28"/>
                    <a:gd name="T12" fmla="*/ 5 w 57"/>
                    <a:gd name="T13" fmla="*/ 28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7" h="28">
                      <a:moveTo>
                        <a:pt x="5" y="28"/>
                      </a:moveTo>
                      <a:lnTo>
                        <a:pt x="0" y="23"/>
                      </a:lnTo>
                      <a:lnTo>
                        <a:pt x="24" y="0"/>
                      </a:lnTo>
                      <a:lnTo>
                        <a:pt x="57" y="0"/>
                      </a:lnTo>
                      <a:lnTo>
                        <a:pt x="57" y="7"/>
                      </a:lnTo>
                      <a:lnTo>
                        <a:pt x="28" y="7"/>
                      </a:lnTo>
                      <a:lnTo>
                        <a:pt x="5" y="2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39" name="íşľiḑé"/>
              <p:cNvGrpSpPr/>
              <p:nvPr/>
            </p:nvGrpSpPr>
            <p:grpSpPr>
              <a:xfrm>
                <a:off x="2170350" y="4994742"/>
                <a:ext cx="230051" cy="326829"/>
                <a:chOff x="4382937" y="5523837"/>
                <a:chExt cx="230051" cy="326829"/>
              </a:xfrm>
            </p:grpSpPr>
            <p:sp>
              <p:nvSpPr>
                <p:cNvPr id="115" name="îṩḻíḓê"/>
                <p:cNvSpPr/>
                <p:nvPr/>
              </p:nvSpPr>
              <p:spPr bwMode="auto">
                <a:xfrm>
                  <a:off x="4382937" y="5523837"/>
                  <a:ext cx="226877" cy="326829"/>
                </a:xfrm>
                <a:custGeom>
                  <a:avLst/>
                  <a:gdLst>
                    <a:gd name="T0" fmla="*/ 0 w 60"/>
                    <a:gd name="T1" fmla="*/ 87 h 87"/>
                    <a:gd name="T2" fmla="*/ 2 w 60"/>
                    <a:gd name="T3" fmla="*/ 50 h 87"/>
                    <a:gd name="T4" fmla="*/ 16 w 60"/>
                    <a:gd name="T5" fmla="*/ 62 h 87"/>
                    <a:gd name="T6" fmla="*/ 17 w 60"/>
                    <a:gd name="T7" fmla="*/ 15 h 87"/>
                    <a:gd name="T8" fmla="*/ 16 w 60"/>
                    <a:gd name="T9" fmla="*/ 14 h 87"/>
                    <a:gd name="T10" fmla="*/ 38 w 60"/>
                    <a:gd name="T11" fmla="*/ 0 h 87"/>
                    <a:gd name="T12" fmla="*/ 38 w 60"/>
                    <a:gd name="T13" fmla="*/ 1 h 87"/>
                    <a:gd name="T14" fmla="*/ 26 w 60"/>
                    <a:gd name="T15" fmla="*/ 70 h 87"/>
                    <a:gd name="T16" fmla="*/ 40 w 60"/>
                    <a:gd name="T17" fmla="*/ 85 h 87"/>
                    <a:gd name="T18" fmla="*/ 0 w 60"/>
                    <a:gd name="T19" fmla="*/ 87 h 87"/>
                    <a:gd name="T20" fmla="*/ 5 w 60"/>
                    <a:gd name="T21" fmla="*/ 56 h 87"/>
                    <a:gd name="T22" fmla="*/ 3 w 60"/>
                    <a:gd name="T23" fmla="*/ 83 h 87"/>
                    <a:gd name="T24" fmla="*/ 33 w 60"/>
                    <a:gd name="T25" fmla="*/ 82 h 87"/>
                    <a:gd name="T26" fmla="*/ 22 w 60"/>
                    <a:gd name="T27" fmla="*/ 70 h 87"/>
                    <a:gd name="T28" fmla="*/ 23 w 60"/>
                    <a:gd name="T29" fmla="*/ 69 h 87"/>
                    <a:gd name="T30" fmla="*/ 36 w 60"/>
                    <a:gd name="T31" fmla="*/ 4 h 87"/>
                    <a:gd name="T32" fmla="*/ 20 w 60"/>
                    <a:gd name="T33" fmla="*/ 14 h 87"/>
                    <a:gd name="T34" fmla="*/ 18 w 60"/>
                    <a:gd name="T35" fmla="*/ 65 h 87"/>
                    <a:gd name="T36" fmla="*/ 17 w 60"/>
                    <a:gd name="T37" fmla="*/ 66 h 87"/>
                    <a:gd name="T38" fmla="*/ 5 w 60"/>
                    <a:gd name="T39" fmla="*/ 56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60" h="87">
                      <a:moveTo>
                        <a:pt x="0" y="87"/>
                      </a:moveTo>
                      <a:cubicBezTo>
                        <a:pt x="2" y="50"/>
                        <a:pt x="2" y="50"/>
                        <a:pt x="2" y="50"/>
                      </a:cubicBezTo>
                      <a:cubicBezTo>
                        <a:pt x="16" y="62"/>
                        <a:pt x="16" y="62"/>
                        <a:pt x="16" y="62"/>
                      </a:cubicBezTo>
                      <a:cubicBezTo>
                        <a:pt x="20" y="57"/>
                        <a:pt x="35" y="39"/>
                        <a:pt x="17" y="15"/>
                      </a:cubicBezTo>
                      <a:cubicBezTo>
                        <a:pt x="16" y="14"/>
                        <a:pt x="16" y="14"/>
                        <a:pt x="16" y="14"/>
                      </a:cubicBezTo>
                      <a:cubicBezTo>
                        <a:pt x="38" y="0"/>
                        <a:pt x="38" y="0"/>
                        <a:pt x="38" y="0"/>
                      </a:cubicBezTo>
                      <a:cubicBezTo>
                        <a:pt x="38" y="1"/>
                        <a:pt x="38" y="1"/>
                        <a:pt x="38" y="1"/>
                      </a:cubicBezTo>
                      <a:cubicBezTo>
                        <a:pt x="39" y="1"/>
                        <a:pt x="60" y="45"/>
                        <a:pt x="26" y="70"/>
                      </a:cubicBezTo>
                      <a:cubicBezTo>
                        <a:pt x="40" y="85"/>
                        <a:pt x="40" y="85"/>
                        <a:pt x="40" y="85"/>
                      </a:cubicBezTo>
                      <a:lnTo>
                        <a:pt x="0" y="87"/>
                      </a:lnTo>
                      <a:close/>
                      <a:moveTo>
                        <a:pt x="5" y="56"/>
                      </a:moveTo>
                      <a:cubicBezTo>
                        <a:pt x="3" y="83"/>
                        <a:pt x="3" y="83"/>
                        <a:pt x="3" y="83"/>
                      </a:cubicBezTo>
                      <a:cubicBezTo>
                        <a:pt x="33" y="82"/>
                        <a:pt x="33" y="82"/>
                        <a:pt x="33" y="82"/>
                      </a:cubicBezTo>
                      <a:cubicBezTo>
                        <a:pt x="22" y="70"/>
                        <a:pt x="22" y="70"/>
                        <a:pt x="22" y="70"/>
                      </a:cubicBezTo>
                      <a:cubicBezTo>
                        <a:pt x="23" y="69"/>
                        <a:pt x="23" y="69"/>
                        <a:pt x="23" y="69"/>
                      </a:cubicBezTo>
                      <a:cubicBezTo>
                        <a:pt x="53" y="48"/>
                        <a:pt x="40" y="12"/>
                        <a:pt x="36" y="4"/>
                      </a:cubicBezTo>
                      <a:cubicBezTo>
                        <a:pt x="20" y="14"/>
                        <a:pt x="20" y="14"/>
                        <a:pt x="20" y="14"/>
                      </a:cubicBezTo>
                      <a:cubicBezTo>
                        <a:pt x="40" y="42"/>
                        <a:pt x="18" y="65"/>
                        <a:pt x="18" y="65"/>
                      </a:cubicBezTo>
                      <a:cubicBezTo>
                        <a:pt x="17" y="66"/>
                        <a:pt x="17" y="66"/>
                        <a:pt x="17" y="66"/>
                      </a:cubicBezTo>
                      <a:lnTo>
                        <a:pt x="5" y="5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6" name="ïšlidê"/>
                <p:cNvSpPr/>
                <p:nvPr/>
              </p:nvSpPr>
              <p:spPr bwMode="auto">
                <a:xfrm>
                  <a:off x="4462265" y="5527010"/>
                  <a:ext cx="150723" cy="315723"/>
                </a:xfrm>
                <a:custGeom>
                  <a:avLst/>
                  <a:gdLst>
                    <a:gd name="T0" fmla="*/ 15 w 40"/>
                    <a:gd name="T1" fmla="*/ 84 h 84"/>
                    <a:gd name="T2" fmla="*/ 0 w 40"/>
                    <a:gd name="T3" fmla="*/ 68 h 84"/>
                    <a:gd name="T4" fmla="*/ 11 w 40"/>
                    <a:gd name="T5" fmla="*/ 68 h 84"/>
                    <a:gd name="T6" fmla="*/ 22 w 40"/>
                    <a:gd name="T7" fmla="*/ 9 h 84"/>
                    <a:gd name="T8" fmla="*/ 15 w 40"/>
                    <a:gd name="T9" fmla="*/ 2 h 84"/>
                    <a:gd name="T10" fmla="*/ 17 w 40"/>
                    <a:gd name="T11" fmla="*/ 0 h 84"/>
                    <a:gd name="T12" fmla="*/ 25 w 40"/>
                    <a:gd name="T13" fmla="*/ 7 h 84"/>
                    <a:gd name="T14" fmla="*/ 13 w 40"/>
                    <a:gd name="T15" fmla="*/ 70 h 84"/>
                    <a:gd name="T16" fmla="*/ 24 w 40"/>
                    <a:gd name="T17" fmla="*/ 83 h 84"/>
                    <a:gd name="T18" fmla="*/ 15 w 40"/>
                    <a:gd name="T19" fmla="*/ 84 h 84"/>
                    <a:gd name="T20" fmla="*/ 7 w 40"/>
                    <a:gd name="T21" fmla="*/ 71 h 84"/>
                    <a:gd name="T22" fmla="*/ 16 w 40"/>
                    <a:gd name="T23" fmla="*/ 81 h 84"/>
                    <a:gd name="T24" fmla="*/ 18 w 40"/>
                    <a:gd name="T25" fmla="*/ 80 h 84"/>
                    <a:gd name="T26" fmla="*/ 10 w 40"/>
                    <a:gd name="T27" fmla="*/ 71 h 84"/>
                    <a:gd name="T28" fmla="*/ 7 w 40"/>
                    <a:gd name="T29" fmla="*/ 71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0" h="84">
                      <a:moveTo>
                        <a:pt x="15" y="84"/>
                      </a:move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11" y="68"/>
                        <a:pt x="11" y="68"/>
                        <a:pt x="11" y="68"/>
                      </a:cubicBezTo>
                      <a:cubicBezTo>
                        <a:pt x="14" y="65"/>
                        <a:pt x="37" y="44"/>
                        <a:pt x="22" y="9"/>
                      </a:cubicBezTo>
                      <a:cubicBezTo>
                        <a:pt x="15" y="2"/>
                        <a:pt x="15" y="2"/>
                        <a:pt x="15" y="2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25" y="7"/>
                        <a:pt x="25" y="7"/>
                        <a:pt x="25" y="7"/>
                      </a:cubicBezTo>
                      <a:cubicBezTo>
                        <a:pt x="40" y="43"/>
                        <a:pt x="19" y="65"/>
                        <a:pt x="13" y="70"/>
                      </a:cubicBezTo>
                      <a:cubicBezTo>
                        <a:pt x="24" y="83"/>
                        <a:pt x="24" y="83"/>
                        <a:pt x="24" y="83"/>
                      </a:cubicBezTo>
                      <a:lnTo>
                        <a:pt x="15" y="84"/>
                      </a:lnTo>
                      <a:close/>
                      <a:moveTo>
                        <a:pt x="7" y="71"/>
                      </a:moveTo>
                      <a:cubicBezTo>
                        <a:pt x="16" y="81"/>
                        <a:pt x="16" y="81"/>
                        <a:pt x="16" y="81"/>
                      </a:cubicBezTo>
                      <a:cubicBezTo>
                        <a:pt x="18" y="80"/>
                        <a:pt x="18" y="80"/>
                        <a:pt x="18" y="80"/>
                      </a:cubicBezTo>
                      <a:cubicBezTo>
                        <a:pt x="10" y="71"/>
                        <a:pt x="10" y="71"/>
                        <a:pt x="10" y="71"/>
                      </a:cubicBezTo>
                      <a:lnTo>
                        <a:pt x="7" y="7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7" name="iṣlïḍê"/>
                <p:cNvSpPr/>
                <p:nvPr/>
              </p:nvSpPr>
              <p:spPr bwMode="auto">
                <a:xfrm>
                  <a:off x="4394044" y="5715808"/>
                  <a:ext cx="68222" cy="36490"/>
                </a:xfrm>
                <a:custGeom>
                  <a:avLst/>
                  <a:gdLst>
                    <a:gd name="T0" fmla="*/ 38 w 43"/>
                    <a:gd name="T1" fmla="*/ 23 h 23"/>
                    <a:gd name="T2" fmla="*/ 22 w 43"/>
                    <a:gd name="T3" fmla="*/ 7 h 23"/>
                    <a:gd name="T4" fmla="*/ 0 w 43"/>
                    <a:gd name="T5" fmla="*/ 7 h 23"/>
                    <a:gd name="T6" fmla="*/ 0 w 43"/>
                    <a:gd name="T7" fmla="*/ 0 h 23"/>
                    <a:gd name="T8" fmla="*/ 24 w 43"/>
                    <a:gd name="T9" fmla="*/ 0 h 23"/>
                    <a:gd name="T10" fmla="*/ 43 w 43"/>
                    <a:gd name="T11" fmla="*/ 18 h 23"/>
                    <a:gd name="T12" fmla="*/ 38 w 43"/>
                    <a:gd name="T13" fmla="*/ 23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23">
                      <a:moveTo>
                        <a:pt x="38" y="23"/>
                      </a:moveTo>
                      <a:lnTo>
                        <a:pt x="22" y="7"/>
                      </a:ln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24" y="0"/>
                      </a:lnTo>
                      <a:lnTo>
                        <a:pt x="43" y="18"/>
                      </a:lnTo>
                      <a:lnTo>
                        <a:pt x="38" y="2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0" name="îšļïḑé"/>
              <p:cNvGrpSpPr/>
              <p:nvPr/>
            </p:nvGrpSpPr>
            <p:grpSpPr>
              <a:xfrm>
                <a:off x="1931456" y="1808281"/>
                <a:ext cx="406156" cy="679041"/>
                <a:chOff x="5714051" y="2563340"/>
                <a:chExt cx="406156" cy="679041"/>
              </a:xfrm>
            </p:grpSpPr>
            <p:sp>
              <p:nvSpPr>
                <p:cNvPr id="101" name="íṩḻidê"/>
                <p:cNvSpPr/>
                <p:nvPr/>
              </p:nvSpPr>
              <p:spPr bwMode="auto">
                <a:xfrm>
                  <a:off x="5755301" y="2701369"/>
                  <a:ext cx="320483" cy="395049"/>
                </a:xfrm>
                <a:custGeom>
                  <a:avLst/>
                  <a:gdLst>
                    <a:gd name="T0" fmla="*/ 57 w 85"/>
                    <a:gd name="T1" fmla="*/ 105 h 105"/>
                    <a:gd name="T2" fmla="*/ 61 w 85"/>
                    <a:gd name="T3" fmla="*/ 71 h 105"/>
                    <a:gd name="T4" fmla="*/ 75 w 85"/>
                    <a:gd name="T5" fmla="*/ 25 h 105"/>
                    <a:gd name="T6" fmla="*/ 50 w 85"/>
                    <a:gd name="T7" fmla="*/ 8 h 105"/>
                    <a:gd name="T8" fmla="*/ 13 w 85"/>
                    <a:gd name="T9" fmla="*/ 16 h 105"/>
                    <a:gd name="T10" fmla="*/ 18 w 85"/>
                    <a:gd name="T11" fmla="*/ 67 h 105"/>
                    <a:gd name="T12" fmla="*/ 29 w 85"/>
                    <a:gd name="T13" fmla="*/ 104 h 105"/>
                    <a:gd name="T14" fmla="*/ 26 w 85"/>
                    <a:gd name="T15" fmla="*/ 104 h 105"/>
                    <a:gd name="T16" fmla="*/ 15 w 85"/>
                    <a:gd name="T17" fmla="*/ 68 h 105"/>
                    <a:gd name="T18" fmla="*/ 10 w 85"/>
                    <a:gd name="T19" fmla="*/ 15 h 105"/>
                    <a:gd name="T20" fmla="*/ 51 w 85"/>
                    <a:gd name="T21" fmla="*/ 5 h 105"/>
                    <a:gd name="T22" fmla="*/ 77 w 85"/>
                    <a:gd name="T23" fmla="*/ 23 h 105"/>
                    <a:gd name="T24" fmla="*/ 64 w 85"/>
                    <a:gd name="T25" fmla="*/ 72 h 105"/>
                    <a:gd name="T26" fmla="*/ 59 w 85"/>
                    <a:gd name="T27" fmla="*/ 103 h 105"/>
                    <a:gd name="T28" fmla="*/ 57 w 85"/>
                    <a:gd name="T29" fmla="*/ 105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5" h="105">
                      <a:moveTo>
                        <a:pt x="57" y="105"/>
                      </a:moveTo>
                      <a:cubicBezTo>
                        <a:pt x="51" y="100"/>
                        <a:pt x="50" y="86"/>
                        <a:pt x="61" y="71"/>
                      </a:cubicBezTo>
                      <a:cubicBezTo>
                        <a:pt x="62" y="69"/>
                        <a:pt x="82" y="43"/>
                        <a:pt x="75" y="25"/>
                      </a:cubicBezTo>
                      <a:cubicBezTo>
                        <a:pt x="71" y="16"/>
                        <a:pt x="63" y="11"/>
                        <a:pt x="50" y="8"/>
                      </a:cubicBezTo>
                      <a:cubicBezTo>
                        <a:pt x="32" y="4"/>
                        <a:pt x="19" y="7"/>
                        <a:pt x="13" y="16"/>
                      </a:cubicBezTo>
                      <a:cubicBezTo>
                        <a:pt x="4" y="29"/>
                        <a:pt x="8" y="52"/>
                        <a:pt x="18" y="67"/>
                      </a:cubicBezTo>
                      <a:cubicBezTo>
                        <a:pt x="29" y="86"/>
                        <a:pt x="29" y="103"/>
                        <a:pt x="29" y="104"/>
                      </a:cubicBezTo>
                      <a:cubicBezTo>
                        <a:pt x="26" y="104"/>
                        <a:pt x="26" y="104"/>
                        <a:pt x="26" y="104"/>
                      </a:cubicBezTo>
                      <a:cubicBezTo>
                        <a:pt x="26" y="104"/>
                        <a:pt x="26" y="87"/>
                        <a:pt x="15" y="68"/>
                      </a:cubicBezTo>
                      <a:cubicBezTo>
                        <a:pt x="5" y="52"/>
                        <a:pt x="0" y="29"/>
                        <a:pt x="10" y="15"/>
                      </a:cubicBezTo>
                      <a:cubicBezTo>
                        <a:pt x="15" y="7"/>
                        <a:pt x="26" y="0"/>
                        <a:pt x="51" y="5"/>
                      </a:cubicBezTo>
                      <a:cubicBezTo>
                        <a:pt x="65" y="8"/>
                        <a:pt x="74" y="14"/>
                        <a:pt x="77" y="23"/>
                      </a:cubicBezTo>
                      <a:cubicBezTo>
                        <a:pt x="85" y="43"/>
                        <a:pt x="66" y="69"/>
                        <a:pt x="64" y="72"/>
                      </a:cubicBezTo>
                      <a:cubicBezTo>
                        <a:pt x="54" y="85"/>
                        <a:pt x="53" y="98"/>
                        <a:pt x="59" y="103"/>
                      </a:cubicBezTo>
                      <a:lnTo>
                        <a:pt x="57" y="10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2" name="ísḷîde"/>
                <p:cNvSpPr/>
                <p:nvPr/>
              </p:nvSpPr>
              <p:spPr bwMode="auto">
                <a:xfrm>
                  <a:off x="5879052" y="2931419"/>
                  <a:ext cx="71395" cy="157068"/>
                </a:xfrm>
                <a:custGeom>
                  <a:avLst/>
                  <a:gdLst>
                    <a:gd name="T0" fmla="*/ 16 w 19"/>
                    <a:gd name="T1" fmla="*/ 42 h 42"/>
                    <a:gd name="T2" fmla="*/ 13 w 19"/>
                    <a:gd name="T3" fmla="*/ 42 h 42"/>
                    <a:gd name="T4" fmla="*/ 8 w 19"/>
                    <a:gd name="T5" fmla="*/ 4 h 42"/>
                    <a:gd name="T6" fmla="*/ 7 w 19"/>
                    <a:gd name="T7" fmla="*/ 3 h 42"/>
                    <a:gd name="T8" fmla="*/ 5 w 19"/>
                    <a:gd name="T9" fmla="*/ 42 h 42"/>
                    <a:gd name="T10" fmla="*/ 2 w 19"/>
                    <a:gd name="T11" fmla="*/ 42 h 42"/>
                    <a:gd name="T12" fmla="*/ 6 w 19"/>
                    <a:gd name="T13" fmla="*/ 1 h 42"/>
                    <a:gd name="T14" fmla="*/ 9 w 19"/>
                    <a:gd name="T15" fmla="*/ 1 h 42"/>
                    <a:gd name="T16" fmla="*/ 16 w 19"/>
                    <a:gd name="T17" fmla="*/ 4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" h="42">
                      <a:moveTo>
                        <a:pt x="16" y="42"/>
                      </a:move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14" y="33"/>
                        <a:pt x="14" y="7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4" y="5"/>
                        <a:pt x="4" y="25"/>
                        <a:pt x="5" y="42"/>
                      </a:cubicBezTo>
                      <a:cubicBezTo>
                        <a:pt x="2" y="42"/>
                        <a:pt x="2" y="42"/>
                        <a:pt x="2" y="42"/>
                      </a:cubicBezTo>
                      <a:cubicBezTo>
                        <a:pt x="1" y="33"/>
                        <a:pt x="0" y="5"/>
                        <a:pt x="6" y="1"/>
                      </a:cubicBezTo>
                      <a:cubicBezTo>
                        <a:pt x="7" y="0"/>
                        <a:pt x="8" y="0"/>
                        <a:pt x="9" y="1"/>
                      </a:cubicBezTo>
                      <a:cubicBezTo>
                        <a:pt x="19" y="6"/>
                        <a:pt x="16" y="39"/>
                        <a:pt x="16" y="4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3" name="ïşľíḍé"/>
                <p:cNvSpPr/>
                <p:nvPr/>
              </p:nvSpPr>
              <p:spPr bwMode="auto">
                <a:xfrm>
                  <a:off x="5856841" y="2874304"/>
                  <a:ext cx="109472" cy="109471"/>
                </a:xfrm>
                <a:custGeom>
                  <a:avLst/>
                  <a:gdLst>
                    <a:gd name="T0" fmla="*/ 21 w 29"/>
                    <a:gd name="T1" fmla="*/ 29 h 29"/>
                    <a:gd name="T2" fmla="*/ 18 w 29"/>
                    <a:gd name="T3" fmla="*/ 27 h 29"/>
                    <a:gd name="T4" fmla="*/ 26 w 29"/>
                    <a:gd name="T5" fmla="*/ 9 h 29"/>
                    <a:gd name="T6" fmla="*/ 25 w 29"/>
                    <a:gd name="T7" fmla="*/ 7 h 29"/>
                    <a:gd name="T8" fmla="*/ 20 w 29"/>
                    <a:gd name="T9" fmla="*/ 8 h 29"/>
                    <a:gd name="T10" fmla="*/ 10 w 29"/>
                    <a:gd name="T11" fmla="*/ 6 h 29"/>
                    <a:gd name="T12" fmla="*/ 8 w 29"/>
                    <a:gd name="T13" fmla="*/ 4 h 29"/>
                    <a:gd name="T14" fmla="*/ 5 w 29"/>
                    <a:gd name="T15" fmla="*/ 3 h 29"/>
                    <a:gd name="T16" fmla="*/ 3 w 29"/>
                    <a:gd name="T17" fmla="*/ 7 h 29"/>
                    <a:gd name="T18" fmla="*/ 11 w 29"/>
                    <a:gd name="T19" fmla="*/ 26 h 29"/>
                    <a:gd name="T20" fmla="*/ 8 w 29"/>
                    <a:gd name="T21" fmla="*/ 27 h 29"/>
                    <a:gd name="T22" fmla="*/ 0 w 29"/>
                    <a:gd name="T23" fmla="*/ 8 h 29"/>
                    <a:gd name="T24" fmla="*/ 0 w 29"/>
                    <a:gd name="T25" fmla="*/ 7 h 29"/>
                    <a:gd name="T26" fmla="*/ 4 w 29"/>
                    <a:gd name="T27" fmla="*/ 0 h 29"/>
                    <a:gd name="T28" fmla="*/ 9 w 29"/>
                    <a:gd name="T29" fmla="*/ 2 h 29"/>
                    <a:gd name="T30" fmla="*/ 12 w 29"/>
                    <a:gd name="T31" fmla="*/ 5 h 29"/>
                    <a:gd name="T32" fmla="*/ 18 w 29"/>
                    <a:gd name="T33" fmla="*/ 6 h 29"/>
                    <a:gd name="T34" fmla="*/ 27 w 29"/>
                    <a:gd name="T35" fmla="*/ 4 h 29"/>
                    <a:gd name="T36" fmla="*/ 29 w 29"/>
                    <a:gd name="T37" fmla="*/ 9 h 29"/>
                    <a:gd name="T38" fmla="*/ 29 w 29"/>
                    <a:gd name="T39" fmla="*/ 10 h 29"/>
                    <a:gd name="T40" fmla="*/ 21 w 29"/>
                    <a:gd name="T41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29" h="29">
                      <a:moveTo>
                        <a:pt x="21" y="29"/>
                      </a:moveTo>
                      <a:cubicBezTo>
                        <a:pt x="18" y="27"/>
                        <a:pt x="18" y="27"/>
                        <a:pt x="18" y="27"/>
                      </a:cubicBezTo>
                      <a:cubicBezTo>
                        <a:pt x="26" y="9"/>
                        <a:pt x="26" y="9"/>
                        <a:pt x="26" y="9"/>
                      </a:cubicBezTo>
                      <a:cubicBezTo>
                        <a:pt x="26" y="8"/>
                        <a:pt x="26" y="7"/>
                        <a:pt x="25" y="7"/>
                      </a:cubicBezTo>
                      <a:cubicBezTo>
                        <a:pt x="24" y="6"/>
                        <a:pt x="22" y="7"/>
                        <a:pt x="20" y="8"/>
                      </a:cubicBezTo>
                      <a:cubicBezTo>
                        <a:pt x="13" y="12"/>
                        <a:pt x="11" y="9"/>
                        <a:pt x="10" y="6"/>
                      </a:cubicBezTo>
                      <a:cubicBezTo>
                        <a:pt x="9" y="6"/>
                        <a:pt x="8" y="5"/>
                        <a:pt x="8" y="4"/>
                      </a:cubicBezTo>
                      <a:cubicBezTo>
                        <a:pt x="7" y="3"/>
                        <a:pt x="6" y="3"/>
                        <a:pt x="5" y="3"/>
                      </a:cubicBezTo>
                      <a:cubicBezTo>
                        <a:pt x="4" y="4"/>
                        <a:pt x="3" y="6"/>
                        <a:pt x="3" y="7"/>
                      </a:cubicBezTo>
                      <a:cubicBezTo>
                        <a:pt x="11" y="26"/>
                        <a:pt x="11" y="26"/>
                        <a:pt x="11" y="26"/>
                      </a:cubicBezTo>
                      <a:cubicBezTo>
                        <a:pt x="8" y="27"/>
                        <a:pt x="8" y="27"/>
                        <a:pt x="8" y="2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7"/>
                        <a:pt x="1" y="1"/>
                        <a:pt x="4" y="0"/>
                      </a:cubicBezTo>
                      <a:cubicBezTo>
                        <a:pt x="6" y="0"/>
                        <a:pt x="7" y="0"/>
                        <a:pt x="9" y="2"/>
                      </a:cubicBezTo>
                      <a:cubicBezTo>
                        <a:pt x="11" y="3"/>
                        <a:pt x="11" y="4"/>
                        <a:pt x="12" y="5"/>
                      </a:cubicBezTo>
                      <a:cubicBezTo>
                        <a:pt x="14" y="7"/>
                        <a:pt x="14" y="8"/>
                        <a:pt x="18" y="6"/>
                      </a:cubicBezTo>
                      <a:cubicBezTo>
                        <a:pt x="22" y="4"/>
                        <a:pt x="25" y="3"/>
                        <a:pt x="27" y="4"/>
                      </a:cubicBezTo>
                      <a:cubicBezTo>
                        <a:pt x="28" y="5"/>
                        <a:pt x="29" y="7"/>
                        <a:pt x="29" y="9"/>
                      </a:cubicBezTo>
                      <a:cubicBezTo>
                        <a:pt x="29" y="10"/>
                        <a:pt x="29" y="10"/>
                        <a:pt x="29" y="10"/>
                      </a:cubicBezTo>
                      <a:lnTo>
                        <a:pt x="21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4" name="îṥḻiḋe"/>
                <p:cNvSpPr/>
                <p:nvPr/>
              </p:nvSpPr>
              <p:spPr bwMode="auto">
                <a:xfrm>
                  <a:off x="5826696" y="3080555"/>
                  <a:ext cx="169761" cy="49182"/>
                </a:xfrm>
                <a:custGeom>
                  <a:avLst/>
                  <a:gdLst>
                    <a:gd name="T0" fmla="*/ 23 w 45"/>
                    <a:gd name="T1" fmla="*/ 13 h 13"/>
                    <a:gd name="T2" fmla="*/ 0 w 45"/>
                    <a:gd name="T3" fmla="*/ 7 h 13"/>
                    <a:gd name="T4" fmla="*/ 0 w 45"/>
                    <a:gd name="T5" fmla="*/ 4 h 13"/>
                    <a:gd name="T6" fmla="*/ 19 w 45"/>
                    <a:gd name="T7" fmla="*/ 0 h 13"/>
                    <a:gd name="T8" fmla="*/ 41 w 45"/>
                    <a:gd name="T9" fmla="*/ 1 h 13"/>
                    <a:gd name="T10" fmla="*/ 45 w 45"/>
                    <a:gd name="T11" fmla="*/ 6 h 13"/>
                    <a:gd name="T12" fmla="*/ 44 w 45"/>
                    <a:gd name="T13" fmla="*/ 9 h 13"/>
                    <a:gd name="T14" fmla="*/ 23 w 45"/>
                    <a:gd name="T15" fmla="*/ 13 h 13"/>
                    <a:gd name="T16" fmla="*/ 19 w 45"/>
                    <a:gd name="T17" fmla="*/ 3 h 13"/>
                    <a:gd name="T18" fmla="*/ 3 w 45"/>
                    <a:gd name="T19" fmla="*/ 6 h 13"/>
                    <a:gd name="T20" fmla="*/ 23 w 45"/>
                    <a:gd name="T21" fmla="*/ 10 h 13"/>
                    <a:gd name="T22" fmla="*/ 42 w 45"/>
                    <a:gd name="T23" fmla="*/ 7 h 13"/>
                    <a:gd name="T24" fmla="*/ 42 w 45"/>
                    <a:gd name="T25" fmla="*/ 6 h 13"/>
                    <a:gd name="T26" fmla="*/ 41 w 45"/>
                    <a:gd name="T27" fmla="*/ 4 h 13"/>
                    <a:gd name="T28" fmla="*/ 19 w 45"/>
                    <a:gd name="T29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3">
                      <a:moveTo>
                        <a:pt x="23" y="13"/>
                      </a:moveTo>
                      <a:cubicBezTo>
                        <a:pt x="18" y="13"/>
                        <a:pt x="2" y="13"/>
                        <a:pt x="0" y="7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3"/>
                        <a:pt x="4" y="0"/>
                        <a:pt x="19" y="0"/>
                      </a:cubicBezTo>
                      <a:cubicBezTo>
                        <a:pt x="25" y="0"/>
                        <a:pt x="32" y="1"/>
                        <a:pt x="41" y="1"/>
                      </a:cubicBezTo>
                      <a:cubicBezTo>
                        <a:pt x="43" y="2"/>
                        <a:pt x="45" y="3"/>
                        <a:pt x="45" y="6"/>
                      </a:cubicBezTo>
                      <a:cubicBezTo>
                        <a:pt x="45" y="7"/>
                        <a:pt x="45" y="8"/>
                        <a:pt x="44" y="9"/>
                      </a:cubicBezTo>
                      <a:cubicBezTo>
                        <a:pt x="41" y="12"/>
                        <a:pt x="31" y="13"/>
                        <a:pt x="23" y="13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6"/>
                        <a:pt x="3" y="6"/>
                      </a:cubicBezTo>
                      <a:cubicBezTo>
                        <a:pt x="3" y="8"/>
                        <a:pt x="11" y="10"/>
                        <a:pt x="23" y="10"/>
                      </a:cubicBezTo>
                      <a:cubicBezTo>
                        <a:pt x="32" y="10"/>
                        <a:pt x="40" y="9"/>
                        <a:pt x="42" y="7"/>
                      </a:cubicBezTo>
                      <a:cubicBezTo>
                        <a:pt x="42" y="7"/>
                        <a:pt x="42" y="6"/>
                        <a:pt x="42" y="6"/>
                      </a:cubicBezTo>
                      <a:cubicBezTo>
                        <a:pt x="42" y="5"/>
                        <a:pt x="41" y="5"/>
                        <a:pt x="41" y="4"/>
                      </a:cubicBezTo>
                      <a:cubicBezTo>
                        <a:pt x="32" y="4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ïSḷidé"/>
                <p:cNvSpPr/>
                <p:nvPr/>
              </p:nvSpPr>
              <p:spPr bwMode="auto">
                <a:xfrm>
                  <a:off x="5826696" y="3118632"/>
                  <a:ext cx="169761" cy="49182"/>
                </a:xfrm>
                <a:custGeom>
                  <a:avLst/>
                  <a:gdLst>
                    <a:gd name="T0" fmla="*/ 23 w 45"/>
                    <a:gd name="T1" fmla="*/ 13 h 13"/>
                    <a:gd name="T2" fmla="*/ 0 w 45"/>
                    <a:gd name="T3" fmla="*/ 6 h 13"/>
                    <a:gd name="T4" fmla="*/ 0 w 45"/>
                    <a:gd name="T5" fmla="*/ 4 h 13"/>
                    <a:gd name="T6" fmla="*/ 19 w 45"/>
                    <a:gd name="T7" fmla="*/ 0 h 13"/>
                    <a:gd name="T8" fmla="*/ 41 w 45"/>
                    <a:gd name="T9" fmla="*/ 1 h 13"/>
                    <a:gd name="T10" fmla="*/ 45 w 45"/>
                    <a:gd name="T11" fmla="*/ 6 h 13"/>
                    <a:gd name="T12" fmla="*/ 44 w 45"/>
                    <a:gd name="T13" fmla="*/ 8 h 13"/>
                    <a:gd name="T14" fmla="*/ 23 w 45"/>
                    <a:gd name="T15" fmla="*/ 13 h 13"/>
                    <a:gd name="T16" fmla="*/ 19 w 45"/>
                    <a:gd name="T17" fmla="*/ 3 h 13"/>
                    <a:gd name="T18" fmla="*/ 3 w 45"/>
                    <a:gd name="T19" fmla="*/ 5 h 13"/>
                    <a:gd name="T20" fmla="*/ 23 w 45"/>
                    <a:gd name="T21" fmla="*/ 10 h 13"/>
                    <a:gd name="T22" fmla="*/ 42 w 45"/>
                    <a:gd name="T23" fmla="*/ 6 h 13"/>
                    <a:gd name="T24" fmla="*/ 42 w 45"/>
                    <a:gd name="T25" fmla="*/ 6 h 13"/>
                    <a:gd name="T26" fmla="*/ 41 w 45"/>
                    <a:gd name="T27" fmla="*/ 4 h 13"/>
                    <a:gd name="T28" fmla="*/ 19 w 45"/>
                    <a:gd name="T29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3">
                      <a:moveTo>
                        <a:pt x="23" y="13"/>
                      </a:moveTo>
                      <a:cubicBezTo>
                        <a:pt x="18" y="13"/>
                        <a:pt x="2" y="12"/>
                        <a:pt x="0" y="6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2"/>
                        <a:pt x="4" y="0"/>
                        <a:pt x="19" y="0"/>
                      </a:cubicBezTo>
                      <a:cubicBezTo>
                        <a:pt x="25" y="0"/>
                        <a:pt x="32" y="0"/>
                        <a:pt x="41" y="1"/>
                      </a:cubicBezTo>
                      <a:cubicBezTo>
                        <a:pt x="43" y="1"/>
                        <a:pt x="45" y="3"/>
                        <a:pt x="45" y="6"/>
                      </a:cubicBezTo>
                      <a:cubicBezTo>
                        <a:pt x="45" y="7"/>
                        <a:pt x="45" y="8"/>
                        <a:pt x="44" y="8"/>
                      </a:cubicBezTo>
                      <a:cubicBezTo>
                        <a:pt x="41" y="12"/>
                        <a:pt x="31" y="13"/>
                        <a:pt x="23" y="13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5"/>
                        <a:pt x="3" y="5"/>
                      </a:cubicBezTo>
                      <a:cubicBezTo>
                        <a:pt x="3" y="7"/>
                        <a:pt x="11" y="10"/>
                        <a:pt x="23" y="10"/>
                      </a:cubicBezTo>
                      <a:cubicBezTo>
                        <a:pt x="32" y="10"/>
                        <a:pt x="40" y="8"/>
                        <a:pt x="42" y="6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2" y="4"/>
                        <a:pt x="41" y="4"/>
                        <a:pt x="41" y="4"/>
                      </a:cubicBezTo>
                      <a:cubicBezTo>
                        <a:pt x="32" y="3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6" name="iṣlïḍé"/>
                <p:cNvSpPr/>
                <p:nvPr/>
              </p:nvSpPr>
              <p:spPr bwMode="auto">
                <a:xfrm>
                  <a:off x="5826696" y="3156709"/>
                  <a:ext cx="169761" cy="44423"/>
                </a:xfrm>
                <a:custGeom>
                  <a:avLst/>
                  <a:gdLst>
                    <a:gd name="T0" fmla="*/ 23 w 45"/>
                    <a:gd name="T1" fmla="*/ 12 h 12"/>
                    <a:gd name="T2" fmla="*/ 0 w 45"/>
                    <a:gd name="T3" fmla="*/ 6 h 12"/>
                    <a:gd name="T4" fmla="*/ 0 w 45"/>
                    <a:gd name="T5" fmla="*/ 4 h 12"/>
                    <a:gd name="T6" fmla="*/ 19 w 45"/>
                    <a:gd name="T7" fmla="*/ 0 h 12"/>
                    <a:gd name="T8" fmla="*/ 41 w 45"/>
                    <a:gd name="T9" fmla="*/ 1 h 12"/>
                    <a:gd name="T10" fmla="*/ 45 w 45"/>
                    <a:gd name="T11" fmla="*/ 6 h 12"/>
                    <a:gd name="T12" fmla="*/ 44 w 45"/>
                    <a:gd name="T13" fmla="*/ 8 h 12"/>
                    <a:gd name="T14" fmla="*/ 23 w 45"/>
                    <a:gd name="T15" fmla="*/ 12 h 12"/>
                    <a:gd name="T16" fmla="*/ 19 w 45"/>
                    <a:gd name="T17" fmla="*/ 3 h 12"/>
                    <a:gd name="T18" fmla="*/ 3 w 45"/>
                    <a:gd name="T19" fmla="*/ 5 h 12"/>
                    <a:gd name="T20" fmla="*/ 23 w 45"/>
                    <a:gd name="T21" fmla="*/ 9 h 12"/>
                    <a:gd name="T22" fmla="*/ 42 w 45"/>
                    <a:gd name="T23" fmla="*/ 6 h 12"/>
                    <a:gd name="T24" fmla="*/ 42 w 45"/>
                    <a:gd name="T25" fmla="*/ 6 h 12"/>
                    <a:gd name="T26" fmla="*/ 41 w 45"/>
                    <a:gd name="T27" fmla="*/ 4 h 12"/>
                    <a:gd name="T28" fmla="*/ 19 w 45"/>
                    <a:gd name="T29" fmla="*/ 3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5" h="12">
                      <a:moveTo>
                        <a:pt x="23" y="12"/>
                      </a:moveTo>
                      <a:cubicBezTo>
                        <a:pt x="18" y="12"/>
                        <a:pt x="2" y="12"/>
                        <a:pt x="0" y="6"/>
                      </a:cubicBezTo>
                      <a:cubicBezTo>
                        <a:pt x="0" y="6"/>
                        <a:pt x="0" y="5"/>
                        <a:pt x="0" y="4"/>
                      </a:cubicBezTo>
                      <a:cubicBezTo>
                        <a:pt x="1" y="2"/>
                        <a:pt x="4" y="0"/>
                        <a:pt x="19" y="0"/>
                      </a:cubicBezTo>
                      <a:cubicBezTo>
                        <a:pt x="25" y="0"/>
                        <a:pt x="32" y="0"/>
                        <a:pt x="41" y="1"/>
                      </a:cubicBezTo>
                      <a:cubicBezTo>
                        <a:pt x="43" y="1"/>
                        <a:pt x="45" y="2"/>
                        <a:pt x="45" y="6"/>
                      </a:cubicBezTo>
                      <a:cubicBezTo>
                        <a:pt x="45" y="6"/>
                        <a:pt x="45" y="7"/>
                        <a:pt x="44" y="8"/>
                      </a:cubicBezTo>
                      <a:cubicBezTo>
                        <a:pt x="41" y="11"/>
                        <a:pt x="31" y="12"/>
                        <a:pt x="23" y="12"/>
                      </a:cubicBezTo>
                      <a:close/>
                      <a:moveTo>
                        <a:pt x="19" y="3"/>
                      </a:moveTo>
                      <a:cubicBezTo>
                        <a:pt x="4" y="3"/>
                        <a:pt x="3" y="5"/>
                        <a:pt x="3" y="5"/>
                      </a:cubicBezTo>
                      <a:cubicBezTo>
                        <a:pt x="3" y="7"/>
                        <a:pt x="11" y="9"/>
                        <a:pt x="23" y="9"/>
                      </a:cubicBezTo>
                      <a:cubicBezTo>
                        <a:pt x="32" y="9"/>
                        <a:pt x="40" y="8"/>
                        <a:pt x="42" y="6"/>
                      </a:cubicBez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42" y="4"/>
                        <a:pt x="41" y="4"/>
                        <a:pt x="41" y="4"/>
                      </a:cubicBezTo>
                      <a:cubicBezTo>
                        <a:pt x="32" y="3"/>
                        <a:pt x="25" y="3"/>
                        <a:pt x="19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7" name="íṩľiďé"/>
                <p:cNvSpPr/>
                <p:nvPr/>
              </p:nvSpPr>
              <p:spPr bwMode="auto">
                <a:xfrm>
                  <a:off x="5883811" y="3193199"/>
                  <a:ext cx="71395" cy="49182"/>
                </a:xfrm>
                <a:custGeom>
                  <a:avLst/>
                  <a:gdLst>
                    <a:gd name="T0" fmla="*/ 9 w 19"/>
                    <a:gd name="T1" fmla="*/ 13 h 13"/>
                    <a:gd name="T2" fmla="*/ 9 w 19"/>
                    <a:gd name="T3" fmla="*/ 13 h 13"/>
                    <a:gd name="T4" fmla="*/ 0 w 19"/>
                    <a:gd name="T5" fmla="*/ 1 h 13"/>
                    <a:gd name="T6" fmla="*/ 3 w 19"/>
                    <a:gd name="T7" fmla="*/ 0 h 13"/>
                    <a:gd name="T8" fmla="*/ 9 w 19"/>
                    <a:gd name="T9" fmla="*/ 10 h 13"/>
                    <a:gd name="T10" fmla="*/ 9 w 19"/>
                    <a:gd name="T11" fmla="*/ 10 h 13"/>
                    <a:gd name="T12" fmla="*/ 16 w 19"/>
                    <a:gd name="T13" fmla="*/ 0 h 13"/>
                    <a:gd name="T14" fmla="*/ 19 w 19"/>
                    <a:gd name="T15" fmla="*/ 1 h 13"/>
                    <a:gd name="T16" fmla="*/ 9 w 19"/>
                    <a:gd name="T17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" h="13">
                      <a:moveTo>
                        <a:pt x="9" y="13"/>
                      </a:moveTo>
                      <a:cubicBezTo>
                        <a:pt x="9" y="13"/>
                        <a:pt x="9" y="13"/>
                        <a:pt x="9" y="13"/>
                      </a:cubicBezTo>
                      <a:cubicBezTo>
                        <a:pt x="4" y="12"/>
                        <a:pt x="0" y="2"/>
                        <a:pt x="0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4"/>
                        <a:pt x="7" y="10"/>
                        <a:pt x="9" y="10"/>
                      </a:cubicBezTo>
                      <a:cubicBezTo>
                        <a:pt x="9" y="10"/>
                        <a:pt x="9" y="10"/>
                        <a:pt x="9" y="10"/>
                      </a:cubicBezTo>
                      <a:cubicBezTo>
                        <a:pt x="10" y="10"/>
                        <a:pt x="13" y="9"/>
                        <a:pt x="16" y="0"/>
                      </a:cubicBez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6" y="9"/>
                        <a:pt x="13" y="13"/>
                        <a:pt x="9" y="1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8" name="iṩḻïḋe"/>
                <p:cNvSpPr/>
                <p:nvPr/>
              </p:nvSpPr>
              <p:spPr bwMode="auto">
                <a:xfrm>
                  <a:off x="5714051" y="2610936"/>
                  <a:ext cx="90433" cy="98366"/>
                </a:xfrm>
                <a:custGeom>
                  <a:avLst/>
                  <a:gdLst>
                    <a:gd name="T0" fmla="*/ 21 w 24"/>
                    <a:gd name="T1" fmla="*/ 26 h 26"/>
                    <a:gd name="T2" fmla="*/ 0 w 24"/>
                    <a:gd name="T3" fmla="*/ 3 h 26"/>
                    <a:gd name="T4" fmla="*/ 1 w 24"/>
                    <a:gd name="T5" fmla="*/ 0 h 26"/>
                    <a:gd name="T6" fmla="*/ 24 w 24"/>
                    <a:gd name="T7" fmla="*/ 24 h 26"/>
                    <a:gd name="T8" fmla="*/ 21 w 24"/>
                    <a:gd name="T9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6">
                      <a:moveTo>
                        <a:pt x="21" y="26"/>
                      </a:moveTo>
                      <a:cubicBezTo>
                        <a:pt x="21" y="26"/>
                        <a:pt x="11" y="5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3" y="2"/>
                        <a:pt x="23" y="24"/>
                        <a:pt x="24" y="24"/>
                      </a:cubicBezTo>
                      <a:lnTo>
                        <a:pt x="21" y="2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9" name="îṣlídê"/>
                <p:cNvSpPr/>
                <p:nvPr/>
              </p:nvSpPr>
              <p:spPr bwMode="auto">
                <a:xfrm>
                  <a:off x="5837802" y="2607763"/>
                  <a:ext cx="30145" cy="82500"/>
                </a:xfrm>
                <a:custGeom>
                  <a:avLst/>
                  <a:gdLst>
                    <a:gd name="T0" fmla="*/ 5 w 8"/>
                    <a:gd name="T1" fmla="*/ 22 h 22"/>
                    <a:gd name="T2" fmla="*/ 0 w 8"/>
                    <a:gd name="T3" fmla="*/ 4 h 22"/>
                    <a:gd name="T4" fmla="*/ 1 w 8"/>
                    <a:gd name="T5" fmla="*/ 4 h 22"/>
                    <a:gd name="T6" fmla="*/ 1 w 8"/>
                    <a:gd name="T7" fmla="*/ 1 h 22"/>
                    <a:gd name="T8" fmla="*/ 8 w 8"/>
                    <a:gd name="T9" fmla="*/ 21 h 22"/>
                    <a:gd name="T10" fmla="*/ 5 w 8"/>
                    <a:gd name="T11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8" h="22">
                      <a:moveTo>
                        <a:pt x="5" y="22"/>
                      </a:moveTo>
                      <a:cubicBezTo>
                        <a:pt x="3" y="14"/>
                        <a:pt x="1" y="5"/>
                        <a:pt x="0" y="4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2" y="1"/>
                        <a:pt x="4" y="0"/>
                        <a:pt x="8" y="21"/>
                      </a:cubicBezTo>
                      <a:lnTo>
                        <a:pt x="5" y="2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0" name="ïṡlîḋê"/>
                <p:cNvSpPr/>
                <p:nvPr/>
              </p:nvSpPr>
              <p:spPr bwMode="auto">
                <a:xfrm>
                  <a:off x="5909196" y="2563340"/>
                  <a:ext cx="30145" cy="126924"/>
                </a:xfrm>
                <a:custGeom>
                  <a:avLst/>
                  <a:gdLst>
                    <a:gd name="T0" fmla="*/ 3 w 8"/>
                    <a:gd name="T1" fmla="*/ 34 h 34"/>
                    <a:gd name="T2" fmla="*/ 6 w 8"/>
                    <a:gd name="T3" fmla="*/ 0 h 34"/>
                    <a:gd name="T4" fmla="*/ 8 w 8"/>
                    <a:gd name="T5" fmla="*/ 1 h 34"/>
                    <a:gd name="T6" fmla="*/ 6 w 8"/>
                    <a:gd name="T7" fmla="*/ 33 h 34"/>
                    <a:gd name="T8" fmla="*/ 3 w 8"/>
                    <a:gd name="T9" fmla="*/ 34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" h="34">
                      <a:moveTo>
                        <a:pt x="3" y="34"/>
                      </a:moveTo>
                      <a:cubicBezTo>
                        <a:pt x="3" y="31"/>
                        <a:pt x="0" y="6"/>
                        <a:pt x="6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4" y="6"/>
                        <a:pt x="5" y="26"/>
                        <a:pt x="6" y="33"/>
                      </a:cubicBezTo>
                      <a:lnTo>
                        <a:pt x="3" y="3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1" name="iśḻïḍè"/>
                <p:cNvSpPr/>
                <p:nvPr/>
              </p:nvSpPr>
              <p:spPr bwMode="auto">
                <a:xfrm>
                  <a:off x="5969484" y="2629975"/>
                  <a:ext cx="34904" cy="68221"/>
                </a:xfrm>
                <a:custGeom>
                  <a:avLst/>
                  <a:gdLst>
                    <a:gd name="T0" fmla="*/ 3 w 9"/>
                    <a:gd name="T1" fmla="*/ 18 h 18"/>
                    <a:gd name="T2" fmla="*/ 0 w 9"/>
                    <a:gd name="T3" fmla="*/ 18 h 18"/>
                    <a:gd name="T4" fmla="*/ 8 w 9"/>
                    <a:gd name="T5" fmla="*/ 0 h 18"/>
                    <a:gd name="T6" fmla="*/ 9 w 9"/>
                    <a:gd name="T7" fmla="*/ 3 h 18"/>
                    <a:gd name="T8" fmla="*/ 3 w 9"/>
                    <a:gd name="T9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" h="18">
                      <a:moveTo>
                        <a:pt x="3" y="18"/>
                      </a:moveTo>
                      <a:cubicBezTo>
                        <a:pt x="0" y="18"/>
                        <a:pt x="0" y="18"/>
                        <a:pt x="0" y="18"/>
                      </a:cubicBezTo>
                      <a:cubicBezTo>
                        <a:pt x="1" y="15"/>
                        <a:pt x="3" y="1"/>
                        <a:pt x="8" y="0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6" y="4"/>
                        <a:pt x="4" y="12"/>
                        <a:pt x="3" y="1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2" name="ïşļïdê"/>
                <p:cNvSpPr/>
                <p:nvPr/>
              </p:nvSpPr>
              <p:spPr bwMode="auto">
                <a:xfrm>
                  <a:off x="6023427" y="2656946"/>
                  <a:ext cx="96780" cy="66635"/>
                </a:xfrm>
                <a:custGeom>
                  <a:avLst/>
                  <a:gdLst>
                    <a:gd name="T0" fmla="*/ 3 w 26"/>
                    <a:gd name="T1" fmla="*/ 18 h 18"/>
                    <a:gd name="T2" fmla="*/ 0 w 26"/>
                    <a:gd name="T3" fmla="*/ 16 h 18"/>
                    <a:gd name="T4" fmla="*/ 26 w 26"/>
                    <a:gd name="T5" fmla="*/ 1 h 18"/>
                    <a:gd name="T6" fmla="*/ 25 w 26"/>
                    <a:gd name="T7" fmla="*/ 4 h 18"/>
                    <a:gd name="T8" fmla="*/ 3 w 26"/>
                    <a:gd name="T9" fmla="*/ 18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18">
                      <a:moveTo>
                        <a:pt x="3" y="18"/>
                      </a:move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1" y="15"/>
                        <a:pt x="14" y="0"/>
                        <a:pt x="26" y="1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16" y="3"/>
                        <a:pt x="3" y="18"/>
                        <a:pt x="3" y="18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3" name="íṣļíďê"/>
                <p:cNvSpPr/>
                <p:nvPr/>
              </p:nvSpPr>
              <p:spPr bwMode="auto">
                <a:xfrm>
                  <a:off x="6056745" y="2736273"/>
                  <a:ext cx="44423" cy="22212"/>
                </a:xfrm>
                <a:custGeom>
                  <a:avLst/>
                  <a:gdLst>
                    <a:gd name="T0" fmla="*/ 2 w 12"/>
                    <a:gd name="T1" fmla="*/ 6 h 6"/>
                    <a:gd name="T2" fmla="*/ 0 w 12"/>
                    <a:gd name="T3" fmla="*/ 4 h 6"/>
                    <a:gd name="T4" fmla="*/ 12 w 12"/>
                    <a:gd name="T5" fmla="*/ 1 h 6"/>
                    <a:gd name="T6" fmla="*/ 11 w 12"/>
                    <a:gd name="T7" fmla="*/ 4 h 6"/>
                    <a:gd name="T8" fmla="*/ 2 w 1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6">
                      <a:moveTo>
                        <a:pt x="2" y="6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4"/>
                        <a:pt x="6" y="0"/>
                        <a:pt x="12" y="1"/>
                      </a:cubicBezTo>
                      <a:cubicBezTo>
                        <a:pt x="11" y="4"/>
                        <a:pt x="11" y="4"/>
                        <a:pt x="11" y="4"/>
                      </a:cubicBezTo>
                      <a:cubicBezTo>
                        <a:pt x="7" y="4"/>
                        <a:pt x="2" y="6"/>
                        <a:pt x="2" y="6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4" name="íşḷîḑè"/>
                <p:cNvSpPr/>
                <p:nvPr/>
              </p:nvSpPr>
              <p:spPr bwMode="auto">
                <a:xfrm>
                  <a:off x="5717224" y="2736273"/>
                  <a:ext cx="46010" cy="22212"/>
                </a:xfrm>
                <a:custGeom>
                  <a:avLst/>
                  <a:gdLst>
                    <a:gd name="T0" fmla="*/ 10 w 12"/>
                    <a:gd name="T1" fmla="*/ 6 h 6"/>
                    <a:gd name="T2" fmla="*/ 0 w 12"/>
                    <a:gd name="T3" fmla="*/ 3 h 6"/>
                    <a:gd name="T4" fmla="*/ 0 w 12"/>
                    <a:gd name="T5" fmla="*/ 0 h 6"/>
                    <a:gd name="T6" fmla="*/ 12 w 12"/>
                    <a:gd name="T7" fmla="*/ 4 h 6"/>
                    <a:gd name="T8" fmla="*/ 10 w 1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" h="6">
                      <a:moveTo>
                        <a:pt x="10" y="6"/>
                      </a:moveTo>
                      <a:cubicBezTo>
                        <a:pt x="9" y="6"/>
                        <a:pt x="6" y="3"/>
                        <a:pt x="0" y="3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7" y="0"/>
                        <a:pt x="11" y="4"/>
                        <a:pt x="12" y="4"/>
                      </a:cubicBezTo>
                      <a:lnTo>
                        <a:pt x="10" y="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1" name="íṩḷïḓê"/>
              <p:cNvGrpSpPr/>
              <p:nvPr/>
            </p:nvGrpSpPr>
            <p:grpSpPr>
              <a:xfrm>
                <a:off x="3272257" y="5170037"/>
                <a:ext cx="309377" cy="414088"/>
                <a:chOff x="3957743" y="5628549"/>
                <a:chExt cx="309377" cy="414088"/>
              </a:xfrm>
            </p:grpSpPr>
            <p:sp>
              <p:nvSpPr>
                <p:cNvPr id="95" name="íŝľídê"/>
                <p:cNvSpPr/>
                <p:nvPr/>
              </p:nvSpPr>
              <p:spPr bwMode="auto">
                <a:xfrm>
                  <a:off x="3957743" y="5639654"/>
                  <a:ext cx="120578" cy="150721"/>
                </a:xfrm>
                <a:custGeom>
                  <a:avLst/>
                  <a:gdLst>
                    <a:gd name="T0" fmla="*/ 29 w 32"/>
                    <a:gd name="T1" fmla="*/ 2 h 40"/>
                    <a:gd name="T2" fmla="*/ 26 w 32"/>
                    <a:gd name="T3" fmla="*/ 1 h 40"/>
                    <a:gd name="T4" fmla="*/ 22 w 32"/>
                    <a:gd name="T5" fmla="*/ 0 h 40"/>
                    <a:gd name="T6" fmla="*/ 4 w 32"/>
                    <a:gd name="T7" fmla="*/ 14 h 40"/>
                    <a:gd name="T8" fmla="*/ 11 w 32"/>
                    <a:gd name="T9" fmla="*/ 39 h 40"/>
                    <a:gd name="T10" fmla="*/ 14 w 32"/>
                    <a:gd name="T11" fmla="*/ 40 h 40"/>
                    <a:gd name="T12" fmla="*/ 15 w 32"/>
                    <a:gd name="T13" fmla="*/ 40 h 40"/>
                    <a:gd name="T14" fmla="*/ 18 w 32"/>
                    <a:gd name="T15" fmla="*/ 40 h 40"/>
                    <a:gd name="T16" fmla="*/ 15 w 32"/>
                    <a:gd name="T17" fmla="*/ 38 h 40"/>
                    <a:gd name="T18" fmla="*/ 12 w 32"/>
                    <a:gd name="T19" fmla="*/ 37 h 40"/>
                    <a:gd name="T20" fmla="*/ 12 w 32"/>
                    <a:gd name="T21" fmla="*/ 37 h 40"/>
                    <a:gd name="T22" fmla="*/ 6 w 32"/>
                    <a:gd name="T23" fmla="*/ 15 h 40"/>
                    <a:gd name="T24" fmla="*/ 22 w 32"/>
                    <a:gd name="T25" fmla="*/ 2 h 40"/>
                    <a:gd name="T26" fmla="*/ 26 w 32"/>
                    <a:gd name="T27" fmla="*/ 2 h 40"/>
                    <a:gd name="T28" fmla="*/ 28 w 32"/>
                    <a:gd name="T29" fmla="*/ 4 h 40"/>
                    <a:gd name="T30" fmla="*/ 32 w 32"/>
                    <a:gd name="T31" fmla="*/ 5 h 40"/>
                    <a:gd name="T32" fmla="*/ 29 w 32"/>
                    <a:gd name="T3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" h="40">
                      <a:moveTo>
                        <a:pt x="29" y="2"/>
                      </a:moveTo>
                      <a:cubicBezTo>
                        <a:pt x="28" y="2"/>
                        <a:pt x="27" y="1"/>
                        <a:pt x="26" y="1"/>
                      </a:cubicBezTo>
                      <a:cubicBezTo>
                        <a:pt x="25" y="0"/>
                        <a:pt x="23" y="0"/>
                        <a:pt x="22" y="0"/>
                      </a:cubicBezTo>
                      <a:cubicBezTo>
                        <a:pt x="15" y="0"/>
                        <a:pt x="8" y="5"/>
                        <a:pt x="4" y="14"/>
                      </a:cubicBezTo>
                      <a:cubicBezTo>
                        <a:pt x="0" y="25"/>
                        <a:pt x="3" y="36"/>
                        <a:pt x="11" y="39"/>
                      </a:cubicBezTo>
                      <a:cubicBezTo>
                        <a:pt x="12" y="39"/>
                        <a:pt x="13" y="40"/>
                        <a:pt x="14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6" y="40"/>
                        <a:pt x="17" y="40"/>
                        <a:pt x="18" y="40"/>
                      </a:cubicBezTo>
                      <a:cubicBezTo>
                        <a:pt x="17" y="39"/>
                        <a:pt x="16" y="39"/>
                        <a:pt x="15" y="38"/>
                      </a:cubicBezTo>
                      <a:cubicBezTo>
                        <a:pt x="14" y="38"/>
                        <a:pt x="13" y="38"/>
                        <a:pt x="12" y="37"/>
                      </a:cubicBezTo>
                      <a:cubicBezTo>
                        <a:pt x="12" y="37"/>
                        <a:pt x="12" y="37"/>
                        <a:pt x="12" y="37"/>
                      </a:cubicBezTo>
                      <a:cubicBezTo>
                        <a:pt x="5" y="34"/>
                        <a:pt x="2" y="24"/>
                        <a:pt x="6" y="15"/>
                      </a:cubicBezTo>
                      <a:cubicBezTo>
                        <a:pt x="9" y="7"/>
                        <a:pt x="16" y="2"/>
                        <a:pt x="22" y="2"/>
                      </a:cubicBezTo>
                      <a:cubicBezTo>
                        <a:pt x="23" y="2"/>
                        <a:pt x="24" y="2"/>
                        <a:pt x="26" y="2"/>
                      </a:cubicBezTo>
                      <a:cubicBezTo>
                        <a:pt x="27" y="3"/>
                        <a:pt x="28" y="4"/>
                        <a:pt x="28" y="4"/>
                      </a:cubicBezTo>
                      <a:cubicBezTo>
                        <a:pt x="30" y="4"/>
                        <a:pt x="31" y="5"/>
                        <a:pt x="32" y="5"/>
                      </a:cubicBezTo>
                      <a:cubicBezTo>
                        <a:pt x="31" y="4"/>
                        <a:pt x="30" y="3"/>
                        <a:pt x="29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6" name="íŝlíďé"/>
                <p:cNvSpPr/>
                <p:nvPr/>
              </p:nvSpPr>
              <p:spPr bwMode="auto">
                <a:xfrm>
                  <a:off x="3987888" y="5647588"/>
                  <a:ext cx="134857" cy="150721"/>
                </a:xfrm>
                <a:custGeom>
                  <a:avLst/>
                  <a:gdLst>
                    <a:gd name="T0" fmla="*/ 25 w 36"/>
                    <a:gd name="T1" fmla="*/ 1 h 40"/>
                    <a:gd name="T2" fmla="*/ 21 w 36"/>
                    <a:gd name="T3" fmla="*/ 0 h 40"/>
                    <a:gd name="T4" fmla="*/ 20 w 36"/>
                    <a:gd name="T5" fmla="*/ 0 h 40"/>
                    <a:gd name="T6" fmla="*/ 18 w 36"/>
                    <a:gd name="T7" fmla="*/ 0 h 40"/>
                    <a:gd name="T8" fmla="*/ 3 w 36"/>
                    <a:gd name="T9" fmla="*/ 15 h 40"/>
                    <a:gd name="T10" fmla="*/ 4 w 36"/>
                    <a:gd name="T11" fmla="*/ 35 h 40"/>
                    <a:gd name="T12" fmla="*/ 6 w 36"/>
                    <a:gd name="T13" fmla="*/ 38 h 40"/>
                    <a:gd name="T14" fmla="*/ 9 w 36"/>
                    <a:gd name="T15" fmla="*/ 40 h 40"/>
                    <a:gd name="T16" fmla="*/ 14 w 36"/>
                    <a:gd name="T17" fmla="*/ 40 h 40"/>
                    <a:gd name="T18" fmla="*/ 31 w 36"/>
                    <a:gd name="T19" fmla="*/ 26 h 40"/>
                    <a:gd name="T20" fmla="*/ 25 w 36"/>
                    <a:gd name="T21" fmla="*/ 1 h 40"/>
                    <a:gd name="T22" fmla="*/ 29 w 36"/>
                    <a:gd name="T23" fmla="*/ 25 h 40"/>
                    <a:gd name="T24" fmla="*/ 14 w 36"/>
                    <a:gd name="T25" fmla="*/ 38 h 40"/>
                    <a:gd name="T26" fmla="*/ 10 w 36"/>
                    <a:gd name="T27" fmla="*/ 38 h 40"/>
                    <a:gd name="T28" fmla="*/ 10 w 36"/>
                    <a:gd name="T29" fmla="*/ 38 h 40"/>
                    <a:gd name="T30" fmla="*/ 7 w 36"/>
                    <a:gd name="T31" fmla="*/ 36 h 40"/>
                    <a:gd name="T32" fmla="*/ 4 w 36"/>
                    <a:gd name="T33" fmla="*/ 15 h 40"/>
                    <a:gd name="T34" fmla="*/ 20 w 36"/>
                    <a:gd name="T35" fmla="*/ 2 h 40"/>
                    <a:gd name="T36" fmla="*/ 20 w 36"/>
                    <a:gd name="T37" fmla="*/ 2 h 40"/>
                    <a:gd name="T38" fmla="*/ 24 w 36"/>
                    <a:gd name="T39" fmla="*/ 3 h 40"/>
                    <a:gd name="T40" fmla="*/ 24 w 36"/>
                    <a:gd name="T41" fmla="*/ 3 h 40"/>
                    <a:gd name="T42" fmla="*/ 29 w 36"/>
                    <a:gd name="T43" fmla="*/ 2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6" h="40">
                      <a:moveTo>
                        <a:pt x="25" y="1"/>
                      </a:moveTo>
                      <a:cubicBezTo>
                        <a:pt x="24" y="1"/>
                        <a:pt x="22" y="0"/>
                        <a:pt x="21" y="0"/>
                      </a:cubicBezTo>
                      <a:cubicBezTo>
                        <a:pt x="21" y="0"/>
                        <a:pt x="21" y="0"/>
                        <a:pt x="20" y="0"/>
                      </a:cubicBezTo>
                      <a:cubicBezTo>
                        <a:pt x="19" y="0"/>
                        <a:pt x="18" y="0"/>
                        <a:pt x="18" y="0"/>
                      </a:cubicBezTo>
                      <a:cubicBezTo>
                        <a:pt x="11" y="2"/>
                        <a:pt x="6" y="7"/>
                        <a:pt x="3" y="15"/>
                      </a:cubicBezTo>
                      <a:cubicBezTo>
                        <a:pt x="0" y="22"/>
                        <a:pt x="0" y="30"/>
                        <a:pt x="4" y="35"/>
                      </a:cubicBezTo>
                      <a:cubicBezTo>
                        <a:pt x="4" y="36"/>
                        <a:pt x="5" y="37"/>
                        <a:pt x="6" y="38"/>
                      </a:cubicBezTo>
                      <a:cubicBezTo>
                        <a:pt x="7" y="39"/>
                        <a:pt x="8" y="39"/>
                        <a:pt x="9" y="40"/>
                      </a:cubicBezTo>
                      <a:cubicBezTo>
                        <a:pt x="11" y="40"/>
                        <a:pt x="12" y="40"/>
                        <a:pt x="14" y="40"/>
                      </a:cubicBezTo>
                      <a:cubicBezTo>
                        <a:pt x="21" y="40"/>
                        <a:pt x="28" y="35"/>
                        <a:pt x="31" y="26"/>
                      </a:cubicBezTo>
                      <a:cubicBezTo>
                        <a:pt x="36" y="15"/>
                        <a:pt x="33" y="4"/>
                        <a:pt x="25" y="1"/>
                      </a:cubicBezTo>
                      <a:close/>
                      <a:moveTo>
                        <a:pt x="29" y="25"/>
                      </a:moveTo>
                      <a:cubicBezTo>
                        <a:pt x="26" y="33"/>
                        <a:pt x="20" y="38"/>
                        <a:pt x="14" y="38"/>
                      </a:cubicBezTo>
                      <a:cubicBezTo>
                        <a:pt x="12" y="38"/>
                        <a:pt x="11" y="38"/>
                        <a:pt x="10" y="38"/>
                      </a:cubicBezTo>
                      <a:cubicBezTo>
                        <a:pt x="10" y="38"/>
                        <a:pt x="10" y="38"/>
                        <a:pt x="10" y="38"/>
                      </a:cubicBezTo>
                      <a:cubicBezTo>
                        <a:pt x="9" y="37"/>
                        <a:pt x="8" y="37"/>
                        <a:pt x="7" y="36"/>
                      </a:cubicBezTo>
                      <a:cubicBezTo>
                        <a:pt x="3" y="32"/>
                        <a:pt x="1" y="23"/>
                        <a:pt x="4" y="15"/>
                      </a:cubicBezTo>
                      <a:cubicBezTo>
                        <a:pt x="8" y="8"/>
                        <a:pt x="14" y="2"/>
                        <a:pt x="20" y="2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2" y="2"/>
                        <a:pt x="23" y="3"/>
                        <a:pt x="24" y="3"/>
                      </a:cubicBezTo>
                      <a:cubicBezTo>
                        <a:pt x="24" y="3"/>
                        <a:pt x="24" y="3"/>
                        <a:pt x="24" y="3"/>
                      </a:cubicBezTo>
                      <a:cubicBezTo>
                        <a:pt x="31" y="6"/>
                        <a:pt x="33" y="16"/>
                        <a:pt x="29" y="2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7" name="î$1ídè"/>
                <p:cNvSpPr/>
                <p:nvPr/>
              </p:nvSpPr>
              <p:spPr bwMode="auto">
                <a:xfrm>
                  <a:off x="4105292" y="5883982"/>
                  <a:ext cx="120578" cy="150721"/>
                </a:xfrm>
                <a:custGeom>
                  <a:avLst/>
                  <a:gdLst>
                    <a:gd name="T0" fmla="*/ 29 w 32"/>
                    <a:gd name="T1" fmla="*/ 2 h 40"/>
                    <a:gd name="T2" fmla="*/ 26 w 32"/>
                    <a:gd name="T3" fmla="*/ 1 h 40"/>
                    <a:gd name="T4" fmla="*/ 22 w 32"/>
                    <a:gd name="T5" fmla="*/ 0 h 40"/>
                    <a:gd name="T6" fmla="*/ 4 w 32"/>
                    <a:gd name="T7" fmla="*/ 14 h 40"/>
                    <a:gd name="T8" fmla="*/ 11 w 32"/>
                    <a:gd name="T9" fmla="*/ 39 h 40"/>
                    <a:gd name="T10" fmla="*/ 14 w 32"/>
                    <a:gd name="T11" fmla="*/ 40 h 40"/>
                    <a:gd name="T12" fmla="*/ 15 w 32"/>
                    <a:gd name="T13" fmla="*/ 40 h 40"/>
                    <a:gd name="T14" fmla="*/ 18 w 32"/>
                    <a:gd name="T15" fmla="*/ 40 h 40"/>
                    <a:gd name="T16" fmla="*/ 15 w 32"/>
                    <a:gd name="T17" fmla="*/ 38 h 40"/>
                    <a:gd name="T18" fmla="*/ 12 w 32"/>
                    <a:gd name="T19" fmla="*/ 37 h 40"/>
                    <a:gd name="T20" fmla="*/ 12 w 32"/>
                    <a:gd name="T21" fmla="*/ 37 h 40"/>
                    <a:gd name="T22" fmla="*/ 6 w 32"/>
                    <a:gd name="T23" fmla="*/ 15 h 40"/>
                    <a:gd name="T24" fmla="*/ 22 w 32"/>
                    <a:gd name="T25" fmla="*/ 2 h 40"/>
                    <a:gd name="T26" fmla="*/ 25 w 32"/>
                    <a:gd name="T27" fmla="*/ 3 h 40"/>
                    <a:gd name="T28" fmla="*/ 28 w 32"/>
                    <a:gd name="T29" fmla="*/ 4 h 40"/>
                    <a:gd name="T30" fmla="*/ 32 w 32"/>
                    <a:gd name="T31" fmla="*/ 5 h 40"/>
                    <a:gd name="T32" fmla="*/ 29 w 32"/>
                    <a:gd name="T33" fmla="*/ 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32" h="40">
                      <a:moveTo>
                        <a:pt x="29" y="2"/>
                      </a:moveTo>
                      <a:cubicBezTo>
                        <a:pt x="28" y="2"/>
                        <a:pt x="27" y="1"/>
                        <a:pt x="26" y="1"/>
                      </a:cubicBezTo>
                      <a:cubicBezTo>
                        <a:pt x="25" y="0"/>
                        <a:pt x="23" y="0"/>
                        <a:pt x="22" y="0"/>
                      </a:cubicBezTo>
                      <a:cubicBezTo>
                        <a:pt x="15" y="0"/>
                        <a:pt x="8" y="6"/>
                        <a:pt x="4" y="14"/>
                      </a:cubicBezTo>
                      <a:cubicBezTo>
                        <a:pt x="0" y="25"/>
                        <a:pt x="3" y="36"/>
                        <a:pt x="11" y="39"/>
                      </a:cubicBezTo>
                      <a:cubicBezTo>
                        <a:pt x="12" y="40"/>
                        <a:pt x="13" y="40"/>
                        <a:pt x="14" y="40"/>
                      </a:cubicBezTo>
                      <a:cubicBezTo>
                        <a:pt x="15" y="40"/>
                        <a:pt x="15" y="40"/>
                        <a:pt x="15" y="40"/>
                      </a:cubicBezTo>
                      <a:cubicBezTo>
                        <a:pt x="16" y="40"/>
                        <a:pt x="17" y="40"/>
                        <a:pt x="18" y="40"/>
                      </a:cubicBezTo>
                      <a:cubicBezTo>
                        <a:pt x="17" y="39"/>
                        <a:pt x="16" y="39"/>
                        <a:pt x="15" y="38"/>
                      </a:cubicBezTo>
                      <a:cubicBezTo>
                        <a:pt x="14" y="38"/>
                        <a:pt x="13" y="38"/>
                        <a:pt x="12" y="37"/>
                      </a:cubicBezTo>
                      <a:cubicBezTo>
                        <a:pt x="12" y="37"/>
                        <a:pt x="12" y="37"/>
                        <a:pt x="12" y="37"/>
                      </a:cubicBezTo>
                      <a:cubicBezTo>
                        <a:pt x="5" y="34"/>
                        <a:pt x="2" y="24"/>
                        <a:pt x="6" y="15"/>
                      </a:cubicBezTo>
                      <a:cubicBezTo>
                        <a:pt x="9" y="7"/>
                        <a:pt x="16" y="2"/>
                        <a:pt x="22" y="2"/>
                      </a:cubicBezTo>
                      <a:cubicBezTo>
                        <a:pt x="23" y="2"/>
                        <a:pt x="24" y="2"/>
                        <a:pt x="25" y="3"/>
                      </a:cubicBezTo>
                      <a:cubicBezTo>
                        <a:pt x="27" y="3"/>
                        <a:pt x="27" y="4"/>
                        <a:pt x="28" y="4"/>
                      </a:cubicBezTo>
                      <a:cubicBezTo>
                        <a:pt x="30" y="4"/>
                        <a:pt x="31" y="5"/>
                        <a:pt x="32" y="5"/>
                      </a:cubicBezTo>
                      <a:cubicBezTo>
                        <a:pt x="31" y="4"/>
                        <a:pt x="30" y="3"/>
                        <a:pt x="29" y="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8" name="íṣļídé"/>
                <p:cNvSpPr/>
                <p:nvPr/>
              </p:nvSpPr>
              <p:spPr bwMode="auto">
                <a:xfrm>
                  <a:off x="4130677" y="5891916"/>
                  <a:ext cx="136443" cy="150721"/>
                </a:xfrm>
                <a:custGeom>
                  <a:avLst/>
                  <a:gdLst>
                    <a:gd name="T0" fmla="*/ 26 w 36"/>
                    <a:gd name="T1" fmla="*/ 1 h 40"/>
                    <a:gd name="T2" fmla="*/ 22 w 36"/>
                    <a:gd name="T3" fmla="*/ 0 h 40"/>
                    <a:gd name="T4" fmla="*/ 21 w 36"/>
                    <a:gd name="T5" fmla="*/ 0 h 40"/>
                    <a:gd name="T6" fmla="*/ 18 w 36"/>
                    <a:gd name="T7" fmla="*/ 1 h 40"/>
                    <a:gd name="T8" fmla="*/ 3 w 36"/>
                    <a:gd name="T9" fmla="*/ 15 h 40"/>
                    <a:gd name="T10" fmla="*/ 5 w 36"/>
                    <a:gd name="T11" fmla="*/ 35 h 40"/>
                    <a:gd name="T12" fmla="*/ 7 w 36"/>
                    <a:gd name="T13" fmla="*/ 38 h 40"/>
                    <a:gd name="T14" fmla="*/ 10 w 36"/>
                    <a:gd name="T15" fmla="*/ 40 h 40"/>
                    <a:gd name="T16" fmla="*/ 15 w 36"/>
                    <a:gd name="T17" fmla="*/ 40 h 40"/>
                    <a:gd name="T18" fmla="*/ 32 w 36"/>
                    <a:gd name="T19" fmla="*/ 26 h 40"/>
                    <a:gd name="T20" fmla="*/ 26 w 36"/>
                    <a:gd name="T21" fmla="*/ 1 h 40"/>
                    <a:gd name="T22" fmla="*/ 30 w 36"/>
                    <a:gd name="T23" fmla="*/ 25 h 40"/>
                    <a:gd name="T24" fmla="*/ 15 w 36"/>
                    <a:gd name="T25" fmla="*/ 38 h 40"/>
                    <a:gd name="T26" fmla="*/ 11 w 36"/>
                    <a:gd name="T27" fmla="*/ 38 h 40"/>
                    <a:gd name="T28" fmla="*/ 11 w 36"/>
                    <a:gd name="T29" fmla="*/ 38 h 40"/>
                    <a:gd name="T30" fmla="*/ 8 w 36"/>
                    <a:gd name="T31" fmla="*/ 36 h 40"/>
                    <a:gd name="T32" fmla="*/ 5 w 36"/>
                    <a:gd name="T33" fmla="*/ 15 h 40"/>
                    <a:gd name="T34" fmla="*/ 21 w 36"/>
                    <a:gd name="T35" fmla="*/ 2 h 40"/>
                    <a:gd name="T36" fmla="*/ 21 w 36"/>
                    <a:gd name="T37" fmla="*/ 2 h 40"/>
                    <a:gd name="T38" fmla="*/ 25 w 36"/>
                    <a:gd name="T39" fmla="*/ 3 h 40"/>
                    <a:gd name="T40" fmla="*/ 25 w 36"/>
                    <a:gd name="T41" fmla="*/ 3 h 40"/>
                    <a:gd name="T42" fmla="*/ 30 w 36"/>
                    <a:gd name="T43" fmla="*/ 25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</a:cxnLst>
                  <a:rect l="0" t="0" r="r" b="b"/>
                  <a:pathLst>
                    <a:path w="36" h="40">
                      <a:moveTo>
                        <a:pt x="26" y="1"/>
                      </a:moveTo>
                      <a:cubicBezTo>
                        <a:pt x="25" y="1"/>
                        <a:pt x="23" y="0"/>
                        <a:pt x="22" y="0"/>
                      </a:cubicBezTo>
                      <a:cubicBezTo>
                        <a:pt x="22" y="0"/>
                        <a:pt x="21" y="0"/>
                        <a:pt x="21" y="0"/>
                      </a:cubicBezTo>
                      <a:cubicBezTo>
                        <a:pt x="20" y="0"/>
                        <a:pt x="19" y="0"/>
                        <a:pt x="18" y="1"/>
                      </a:cubicBezTo>
                      <a:cubicBezTo>
                        <a:pt x="12" y="2"/>
                        <a:pt x="6" y="7"/>
                        <a:pt x="3" y="15"/>
                      </a:cubicBezTo>
                      <a:cubicBezTo>
                        <a:pt x="0" y="22"/>
                        <a:pt x="1" y="30"/>
                        <a:pt x="5" y="35"/>
                      </a:cubicBezTo>
                      <a:cubicBezTo>
                        <a:pt x="5" y="36"/>
                        <a:pt x="6" y="37"/>
                        <a:pt x="7" y="38"/>
                      </a:cubicBezTo>
                      <a:cubicBezTo>
                        <a:pt x="8" y="39"/>
                        <a:pt x="9" y="39"/>
                        <a:pt x="10" y="40"/>
                      </a:cubicBezTo>
                      <a:cubicBezTo>
                        <a:pt x="12" y="40"/>
                        <a:pt x="13" y="40"/>
                        <a:pt x="15" y="40"/>
                      </a:cubicBezTo>
                      <a:cubicBezTo>
                        <a:pt x="22" y="40"/>
                        <a:pt x="29" y="35"/>
                        <a:pt x="32" y="26"/>
                      </a:cubicBezTo>
                      <a:cubicBezTo>
                        <a:pt x="36" y="16"/>
                        <a:pt x="33" y="4"/>
                        <a:pt x="26" y="1"/>
                      </a:cubicBezTo>
                      <a:close/>
                      <a:moveTo>
                        <a:pt x="30" y="25"/>
                      </a:moveTo>
                      <a:cubicBezTo>
                        <a:pt x="27" y="33"/>
                        <a:pt x="21" y="38"/>
                        <a:pt x="15" y="38"/>
                      </a:cubicBezTo>
                      <a:cubicBezTo>
                        <a:pt x="13" y="38"/>
                        <a:pt x="12" y="38"/>
                        <a:pt x="11" y="38"/>
                      </a:cubicBezTo>
                      <a:cubicBezTo>
                        <a:pt x="11" y="38"/>
                        <a:pt x="11" y="38"/>
                        <a:pt x="11" y="38"/>
                      </a:cubicBezTo>
                      <a:cubicBezTo>
                        <a:pt x="10" y="37"/>
                        <a:pt x="9" y="37"/>
                        <a:pt x="8" y="36"/>
                      </a:cubicBezTo>
                      <a:cubicBezTo>
                        <a:pt x="3" y="32"/>
                        <a:pt x="2" y="23"/>
                        <a:pt x="5" y="15"/>
                      </a:cubicBezTo>
                      <a:cubicBezTo>
                        <a:pt x="8" y="8"/>
                        <a:pt x="15" y="2"/>
                        <a:pt x="21" y="2"/>
                      </a:cubicBezTo>
                      <a:cubicBezTo>
                        <a:pt x="21" y="2"/>
                        <a:pt x="21" y="2"/>
                        <a:pt x="21" y="2"/>
                      </a:cubicBezTo>
                      <a:cubicBezTo>
                        <a:pt x="23" y="2"/>
                        <a:pt x="24" y="3"/>
                        <a:pt x="25" y="3"/>
                      </a:cubicBezTo>
                      <a:cubicBezTo>
                        <a:pt x="25" y="3"/>
                        <a:pt x="25" y="3"/>
                        <a:pt x="25" y="3"/>
                      </a:cubicBezTo>
                      <a:cubicBezTo>
                        <a:pt x="32" y="6"/>
                        <a:pt x="34" y="16"/>
                        <a:pt x="30" y="2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9" name="iŝļíḍè"/>
                <p:cNvSpPr/>
                <p:nvPr/>
              </p:nvSpPr>
              <p:spPr bwMode="auto">
                <a:xfrm>
                  <a:off x="3984715" y="5647588"/>
                  <a:ext cx="274473" cy="395049"/>
                </a:xfrm>
                <a:custGeom>
                  <a:avLst/>
                  <a:gdLst>
                    <a:gd name="T0" fmla="*/ 125 w 173"/>
                    <a:gd name="T1" fmla="*/ 0 h 249"/>
                    <a:gd name="T2" fmla="*/ 2 w 173"/>
                    <a:gd name="T3" fmla="*/ 244 h 249"/>
                    <a:gd name="T4" fmla="*/ 0 w 173"/>
                    <a:gd name="T5" fmla="*/ 249 h 249"/>
                    <a:gd name="T6" fmla="*/ 0 w 173"/>
                    <a:gd name="T7" fmla="*/ 249 h 249"/>
                    <a:gd name="T8" fmla="*/ 47 w 173"/>
                    <a:gd name="T9" fmla="*/ 249 h 249"/>
                    <a:gd name="T10" fmla="*/ 173 w 173"/>
                    <a:gd name="T11" fmla="*/ 0 h 249"/>
                    <a:gd name="T12" fmla="*/ 125 w 173"/>
                    <a:gd name="T13" fmla="*/ 0 h 249"/>
                    <a:gd name="T14" fmla="*/ 45 w 173"/>
                    <a:gd name="T15" fmla="*/ 244 h 249"/>
                    <a:gd name="T16" fmla="*/ 7 w 173"/>
                    <a:gd name="T17" fmla="*/ 244 h 249"/>
                    <a:gd name="T18" fmla="*/ 128 w 173"/>
                    <a:gd name="T19" fmla="*/ 5 h 249"/>
                    <a:gd name="T20" fmla="*/ 166 w 173"/>
                    <a:gd name="T21" fmla="*/ 5 h 249"/>
                    <a:gd name="T22" fmla="*/ 130 w 173"/>
                    <a:gd name="T23" fmla="*/ 73 h 249"/>
                    <a:gd name="T24" fmla="*/ 45 w 173"/>
                    <a:gd name="T25" fmla="*/ 244 h 2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73" h="249">
                      <a:moveTo>
                        <a:pt x="125" y="0"/>
                      </a:moveTo>
                      <a:lnTo>
                        <a:pt x="2" y="244"/>
                      </a:lnTo>
                      <a:lnTo>
                        <a:pt x="0" y="249"/>
                      </a:lnTo>
                      <a:lnTo>
                        <a:pt x="0" y="249"/>
                      </a:lnTo>
                      <a:lnTo>
                        <a:pt x="47" y="249"/>
                      </a:lnTo>
                      <a:lnTo>
                        <a:pt x="173" y="0"/>
                      </a:lnTo>
                      <a:lnTo>
                        <a:pt x="125" y="0"/>
                      </a:lnTo>
                      <a:close/>
                      <a:moveTo>
                        <a:pt x="45" y="244"/>
                      </a:moveTo>
                      <a:lnTo>
                        <a:pt x="7" y="244"/>
                      </a:lnTo>
                      <a:lnTo>
                        <a:pt x="128" y="5"/>
                      </a:lnTo>
                      <a:lnTo>
                        <a:pt x="166" y="5"/>
                      </a:lnTo>
                      <a:lnTo>
                        <a:pt x="130" y="73"/>
                      </a:lnTo>
                      <a:lnTo>
                        <a:pt x="45" y="24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0" name="iṩļîḑé"/>
                <p:cNvSpPr/>
                <p:nvPr/>
              </p:nvSpPr>
              <p:spPr bwMode="auto">
                <a:xfrm>
                  <a:off x="3968849" y="5628549"/>
                  <a:ext cx="290338" cy="414088"/>
                </a:xfrm>
                <a:custGeom>
                  <a:avLst/>
                  <a:gdLst>
                    <a:gd name="T0" fmla="*/ 166 w 183"/>
                    <a:gd name="T1" fmla="*/ 0 h 261"/>
                    <a:gd name="T2" fmla="*/ 126 w 183"/>
                    <a:gd name="T3" fmla="*/ 0 h 261"/>
                    <a:gd name="T4" fmla="*/ 0 w 183"/>
                    <a:gd name="T5" fmla="*/ 246 h 261"/>
                    <a:gd name="T6" fmla="*/ 0 w 183"/>
                    <a:gd name="T7" fmla="*/ 246 h 261"/>
                    <a:gd name="T8" fmla="*/ 10 w 183"/>
                    <a:gd name="T9" fmla="*/ 261 h 261"/>
                    <a:gd name="T10" fmla="*/ 10 w 183"/>
                    <a:gd name="T11" fmla="*/ 261 h 261"/>
                    <a:gd name="T12" fmla="*/ 40 w 183"/>
                    <a:gd name="T13" fmla="*/ 261 h 261"/>
                    <a:gd name="T14" fmla="*/ 43 w 183"/>
                    <a:gd name="T15" fmla="*/ 256 h 261"/>
                    <a:gd name="T16" fmla="*/ 12 w 183"/>
                    <a:gd name="T17" fmla="*/ 256 h 261"/>
                    <a:gd name="T18" fmla="*/ 12 w 183"/>
                    <a:gd name="T19" fmla="*/ 256 h 261"/>
                    <a:gd name="T20" fmla="*/ 5 w 183"/>
                    <a:gd name="T21" fmla="*/ 246 h 261"/>
                    <a:gd name="T22" fmla="*/ 128 w 183"/>
                    <a:gd name="T23" fmla="*/ 5 h 261"/>
                    <a:gd name="T24" fmla="*/ 164 w 183"/>
                    <a:gd name="T25" fmla="*/ 5 h 261"/>
                    <a:gd name="T26" fmla="*/ 173 w 183"/>
                    <a:gd name="T27" fmla="*/ 12 h 261"/>
                    <a:gd name="T28" fmla="*/ 176 w 183"/>
                    <a:gd name="T29" fmla="*/ 14 h 261"/>
                    <a:gd name="T30" fmla="*/ 173 w 183"/>
                    <a:gd name="T31" fmla="*/ 17 h 261"/>
                    <a:gd name="T32" fmla="*/ 176 w 183"/>
                    <a:gd name="T33" fmla="*/ 17 h 261"/>
                    <a:gd name="T34" fmla="*/ 140 w 183"/>
                    <a:gd name="T35" fmla="*/ 85 h 261"/>
                    <a:gd name="T36" fmla="*/ 183 w 183"/>
                    <a:gd name="T37" fmla="*/ 12 h 261"/>
                    <a:gd name="T38" fmla="*/ 183 w 183"/>
                    <a:gd name="T39" fmla="*/ 12 h 261"/>
                    <a:gd name="T40" fmla="*/ 166 w 183"/>
                    <a:gd name="T41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183" h="261">
                      <a:moveTo>
                        <a:pt x="166" y="0"/>
                      </a:moveTo>
                      <a:lnTo>
                        <a:pt x="126" y="0"/>
                      </a:lnTo>
                      <a:lnTo>
                        <a:pt x="0" y="246"/>
                      </a:lnTo>
                      <a:lnTo>
                        <a:pt x="0" y="246"/>
                      </a:lnTo>
                      <a:lnTo>
                        <a:pt x="10" y="261"/>
                      </a:lnTo>
                      <a:lnTo>
                        <a:pt x="10" y="261"/>
                      </a:lnTo>
                      <a:lnTo>
                        <a:pt x="40" y="261"/>
                      </a:lnTo>
                      <a:lnTo>
                        <a:pt x="43" y="256"/>
                      </a:lnTo>
                      <a:lnTo>
                        <a:pt x="12" y="256"/>
                      </a:lnTo>
                      <a:lnTo>
                        <a:pt x="12" y="256"/>
                      </a:lnTo>
                      <a:lnTo>
                        <a:pt x="5" y="246"/>
                      </a:lnTo>
                      <a:lnTo>
                        <a:pt x="128" y="5"/>
                      </a:lnTo>
                      <a:lnTo>
                        <a:pt x="164" y="5"/>
                      </a:lnTo>
                      <a:lnTo>
                        <a:pt x="173" y="12"/>
                      </a:lnTo>
                      <a:lnTo>
                        <a:pt x="176" y="14"/>
                      </a:lnTo>
                      <a:lnTo>
                        <a:pt x="173" y="17"/>
                      </a:lnTo>
                      <a:lnTo>
                        <a:pt x="176" y="17"/>
                      </a:lnTo>
                      <a:lnTo>
                        <a:pt x="140" y="85"/>
                      </a:lnTo>
                      <a:lnTo>
                        <a:pt x="183" y="12"/>
                      </a:lnTo>
                      <a:lnTo>
                        <a:pt x="183" y="12"/>
                      </a:lnTo>
                      <a:lnTo>
                        <a:pt x="166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2" name="iṥliḍê"/>
              <p:cNvGrpSpPr/>
              <p:nvPr/>
            </p:nvGrpSpPr>
            <p:grpSpPr>
              <a:xfrm>
                <a:off x="1882274" y="3689768"/>
                <a:ext cx="414088" cy="488656"/>
                <a:chOff x="4711354" y="5301720"/>
                <a:chExt cx="414088" cy="488656"/>
              </a:xfrm>
            </p:grpSpPr>
            <p:sp>
              <p:nvSpPr>
                <p:cNvPr id="91" name="ïṩḻîḑè"/>
                <p:cNvSpPr/>
                <p:nvPr/>
              </p:nvSpPr>
              <p:spPr bwMode="auto">
                <a:xfrm>
                  <a:off x="4801786" y="5301720"/>
                  <a:ext cx="323656" cy="323656"/>
                </a:xfrm>
                <a:custGeom>
                  <a:avLst/>
                  <a:gdLst>
                    <a:gd name="T0" fmla="*/ 43 w 86"/>
                    <a:gd name="T1" fmla="*/ 86 h 86"/>
                    <a:gd name="T2" fmla="*/ 0 w 86"/>
                    <a:gd name="T3" fmla="*/ 43 h 86"/>
                    <a:gd name="T4" fmla="*/ 43 w 86"/>
                    <a:gd name="T5" fmla="*/ 0 h 86"/>
                    <a:gd name="T6" fmla="*/ 86 w 86"/>
                    <a:gd name="T7" fmla="*/ 43 h 86"/>
                    <a:gd name="T8" fmla="*/ 43 w 86"/>
                    <a:gd name="T9" fmla="*/ 86 h 86"/>
                    <a:gd name="T10" fmla="*/ 43 w 86"/>
                    <a:gd name="T11" fmla="*/ 3 h 86"/>
                    <a:gd name="T12" fmla="*/ 3 w 86"/>
                    <a:gd name="T13" fmla="*/ 43 h 86"/>
                    <a:gd name="T14" fmla="*/ 43 w 86"/>
                    <a:gd name="T15" fmla="*/ 83 h 86"/>
                    <a:gd name="T16" fmla="*/ 83 w 86"/>
                    <a:gd name="T17" fmla="*/ 43 h 86"/>
                    <a:gd name="T18" fmla="*/ 43 w 86"/>
                    <a:gd name="T19" fmla="*/ 3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86">
                      <a:moveTo>
                        <a:pt x="43" y="86"/>
                      </a:moveTo>
                      <a:cubicBezTo>
                        <a:pt x="19" y="86"/>
                        <a:pt x="0" y="67"/>
                        <a:pt x="0" y="43"/>
                      </a:cubicBezTo>
                      <a:cubicBezTo>
                        <a:pt x="0" y="20"/>
                        <a:pt x="19" y="0"/>
                        <a:pt x="43" y="0"/>
                      </a:cubicBezTo>
                      <a:cubicBezTo>
                        <a:pt x="67" y="0"/>
                        <a:pt x="86" y="20"/>
                        <a:pt x="86" y="43"/>
                      </a:cubicBezTo>
                      <a:cubicBezTo>
                        <a:pt x="86" y="67"/>
                        <a:pt x="67" y="86"/>
                        <a:pt x="43" y="86"/>
                      </a:cubicBezTo>
                      <a:close/>
                      <a:moveTo>
                        <a:pt x="43" y="3"/>
                      </a:moveTo>
                      <a:cubicBezTo>
                        <a:pt x="21" y="3"/>
                        <a:pt x="3" y="21"/>
                        <a:pt x="3" y="43"/>
                      </a:cubicBezTo>
                      <a:cubicBezTo>
                        <a:pt x="3" y="65"/>
                        <a:pt x="21" y="83"/>
                        <a:pt x="43" y="83"/>
                      </a:cubicBezTo>
                      <a:cubicBezTo>
                        <a:pt x="65" y="83"/>
                        <a:pt x="83" y="65"/>
                        <a:pt x="83" y="43"/>
                      </a:cubicBezTo>
                      <a:cubicBezTo>
                        <a:pt x="83" y="21"/>
                        <a:pt x="65" y="3"/>
                        <a:pt x="43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2" name="îšḷïḑé"/>
                <p:cNvSpPr/>
                <p:nvPr/>
              </p:nvSpPr>
              <p:spPr bwMode="auto">
                <a:xfrm>
                  <a:off x="4835104" y="5335037"/>
                  <a:ext cx="257020" cy="260193"/>
                </a:xfrm>
                <a:custGeom>
                  <a:avLst/>
                  <a:gdLst>
                    <a:gd name="T0" fmla="*/ 34 w 68"/>
                    <a:gd name="T1" fmla="*/ 69 h 69"/>
                    <a:gd name="T2" fmla="*/ 0 w 68"/>
                    <a:gd name="T3" fmla="*/ 34 h 69"/>
                    <a:gd name="T4" fmla="*/ 34 w 68"/>
                    <a:gd name="T5" fmla="*/ 0 h 69"/>
                    <a:gd name="T6" fmla="*/ 68 w 68"/>
                    <a:gd name="T7" fmla="*/ 34 h 69"/>
                    <a:gd name="T8" fmla="*/ 34 w 68"/>
                    <a:gd name="T9" fmla="*/ 69 h 69"/>
                    <a:gd name="T10" fmla="*/ 34 w 68"/>
                    <a:gd name="T11" fmla="*/ 3 h 69"/>
                    <a:gd name="T12" fmla="*/ 3 w 68"/>
                    <a:gd name="T13" fmla="*/ 34 h 69"/>
                    <a:gd name="T14" fmla="*/ 34 w 68"/>
                    <a:gd name="T15" fmla="*/ 66 h 69"/>
                    <a:gd name="T16" fmla="*/ 65 w 68"/>
                    <a:gd name="T17" fmla="*/ 34 h 69"/>
                    <a:gd name="T18" fmla="*/ 34 w 68"/>
                    <a:gd name="T19" fmla="*/ 3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8" h="69">
                      <a:moveTo>
                        <a:pt x="34" y="69"/>
                      </a:moveTo>
                      <a:cubicBezTo>
                        <a:pt x="15" y="69"/>
                        <a:pt x="0" y="53"/>
                        <a:pt x="0" y="34"/>
                      </a:cubicBezTo>
                      <a:cubicBezTo>
                        <a:pt x="0" y="15"/>
                        <a:pt x="15" y="0"/>
                        <a:pt x="34" y="0"/>
                      </a:cubicBezTo>
                      <a:cubicBezTo>
                        <a:pt x="53" y="0"/>
                        <a:pt x="68" y="15"/>
                        <a:pt x="68" y="34"/>
                      </a:cubicBezTo>
                      <a:cubicBezTo>
                        <a:pt x="68" y="53"/>
                        <a:pt x="53" y="69"/>
                        <a:pt x="34" y="69"/>
                      </a:cubicBezTo>
                      <a:close/>
                      <a:moveTo>
                        <a:pt x="34" y="3"/>
                      </a:moveTo>
                      <a:cubicBezTo>
                        <a:pt x="17" y="3"/>
                        <a:pt x="3" y="17"/>
                        <a:pt x="3" y="34"/>
                      </a:cubicBezTo>
                      <a:cubicBezTo>
                        <a:pt x="3" y="51"/>
                        <a:pt x="17" y="66"/>
                        <a:pt x="34" y="66"/>
                      </a:cubicBezTo>
                      <a:cubicBezTo>
                        <a:pt x="51" y="66"/>
                        <a:pt x="65" y="51"/>
                        <a:pt x="65" y="34"/>
                      </a:cubicBezTo>
                      <a:cubicBezTo>
                        <a:pt x="65" y="17"/>
                        <a:pt x="51" y="3"/>
                        <a:pt x="34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3" name="ïṧḻîḋe"/>
                <p:cNvSpPr/>
                <p:nvPr/>
              </p:nvSpPr>
              <p:spPr bwMode="auto">
                <a:xfrm>
                  <a:off x="4711354" y="5584125"/>
                  <a:ext cx="199905" cy="206251"/>
                </a:xfrm>
                <a:custGeom>
                  <a:avLst/>
                  <a:gdLst>
                    <a:gd name="T0" fmla="*/ 8 w 53"/>
                    <a:gd name="T1" fmla="*/ 55 h 55"/>
                    <a:gd name="T2" fmla="*/ 8 w 53"/>
                    <a:gd name="T3" fmla="*/ 55 h 55"/>
                    <a:gd name="T4" fmla="*/ 4 w 53"/>
                    <a:gd name="T5" fmla="*/ 53 h 55"/>
                    <a:gd name="T6" fmla="*/ 40 w 53"/>
                    <a:gd name="T7" fmla="*/ 0 h 55"/>
                    <a:gd name="T8" fmla="*/ 42 w 53"/>
                    <a:gd name="T9" fmla="*/ 2 h 55"/>
                    <a:gd name="T10" fmla="*/ 6 w 53"/>
                    <a:gd name="T11" fmla="*/ 51 h 55"/>
                    <a:gd name="T12" fmla="*/ 8 w 53"/>
                    <a:gd name="T13" fmla="*/ 52 h 55"/>
                    <a:gd name="T14" fmla="*/ 50 w 53"/>
                    <a:gd name="T15" fmla="*/ 6 h 55"/>
                    <a:gd name="T16" fmla="*/ 53 w 53"/>
                    <a:gd name="T17" fmla="*/ 8 h 55"/>
                    <a:gd name="T18" fmla="*/ 8 w 53"/>
                    <a:gd name="T19" fmla="*/ 55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3" h="55">
                      <a:moveTo>
                        <a:pt x="8" y="55"/>
                      </a:moveTo>
                      <a:cubicBezTo>
                        <a:pt x="8" y="55"/>
                        <a:pt x="8" y="55"/>
                        <a:pt x="8" y="55"/>
                      </a:cubicBezTo>
                      <a:cubicBezTo>
                        <a:pt x="6" y="55"/>
                        <a:pt x="5" y="54"/>
                        <a:pt x="4" y="53"/>
                      </a:cubicBezTo>
                      <a:cubicBezTo>
                        <a:pt x="0" y="45"/>
                        <a:pt x="31" y="10"/>
                        <a:pt x="40" y="0"/>
                      </a:cubicBezTo>
                      <a:cubicBezTo>
                        <a:pt x="42" y="2"/>
                        <a:pt x="42" y="2"/>
                        <a:pt x="42" y="2"/>
                      </a:cubicBezTo>
                      <a:cubicBezTo>
                        <a:pt x="23" y="23"/>
                        <a:pt x="4" y="47"/>
                        <a:pt x="6" y="51"/>
                      </a:cubicBezTo>
                      <a:cubicBezTo>
                        <a:pt x="7" y="52"/>
                        <a:pt x="7" y="52"/>
                        <a:pt x="8" y="52"/>
                      </a:cubicBezTo>
                      <a:cubicBezTo>
                        <a:pt x="15" y="52"/>
                        <a:pt x="32" y="38"/>
                        <a:pt x="50" y="6"/>
                      </a:cubicBezTo>
                      <a:cubicBezTo>
                        <a:pt x="53" y="8"/>
                        <a:pt x="53" y="8"/>
                        <a:pt x="53" y="8"/>
                      </a:cubicBezTo>
                      <a:cubicBezTo>
                        <a:pt x="35" y="39"/>
                        <a:pt x="17" y="55"/>
                        <a:pt x="8" y="55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4" name="ïSļïḋè"/>
                <p:cNvSpPr/>
                <p:nvPr/>
              </p:nvSpPr>
              <p:spPr bwMode="auto">
                <a:xfrm>
                  <a:off x="5009624" y="5376288"/>
                  <a:ext cx="52356" cy="82500"/>
                </a:xfrm>
                <a:custGeom>
                  <a:avLst/>
                  <a:gdLst>
                    <a:gd name="T0" fmla="*/ 11 w 14"/>
                    <a:gd name="T1" fmla="*/ 22 h 22"/>
                    <a:gd name="T2" fmla="*/ 0 w 14"/>
                    <a:gd name="T3" fmla="*/ 3 h 22"/>
                    <a:gd name="T4" fmla="*/ 1 w 14"/>
                    <a:gd name="T5" fmla="*/ 0 h 22"/>
                    <a:gd name="T6" fmla="*/ 14 w 14"/>
                    <a:gd name="T7" fmla="*/ 21 h 22"/>
                    <a:gd name="T8" fmla="*/ 11 w 14"/>
                    <a:gd name="T9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" h="22">
                      <a:moveTo>
                        <a:pt x="11" y="22"/>
                      </a:moveTo>
                      <a:cubicBezTo>
                        <a:pt x="9" y="7"/>
                        <a:pt x="0" y="3"/>
                        <a:pt x="0" y="3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2" y="0"/>
                        <a:pt x="12" y="5"/>
                        <a:pt x="14" y="21"/>
                      </a:cubicBezTo>
                      <a:lnTo>
                        <a:pt x="11" y="2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3" name="íṥḷiḓé"/>
              <p:cNvGrpSpPr/>
              <p:nvPr/>
            </p:nvGrpSpPr>
            <p:grpSpPr>
              <a:xfrm>
                <a:off x="2627909" y="1485488"/>
                <a:ext cx="339521" cy="337934"/>
                <a:chOff x="5698186" y="4535417"/>
                <a:chExt cx="339521" cy="337934"/>
              </a:xfrm>
            </p:grpSpPr>
            <p:sp>
              <p:nvSpPr>
                <p:cNvPr id="86" name="íSlïḋè"/>
                <p:cNvSpPr/>
                <p:nvPr/>
              </p:nvSpPr>
              <p:spPr bwMode="auto">
                <a:xfrm>
                  <a:off x="5698186" y="4535417"/>
                  <a:ext cx="339521" cy="337934"/>
                </a:xfrm>
                <a:custGeom>
                  <a:avLst/>
                  <a:gdLst>
                    <a:gd name="T0" fmla="*/ 45 w 90"/>
                    <a:gd name="T1" fmla="*/ 90 h 90"/>
                    <a:gd name="T2" fmla="*/ 0 w 90"/>
                    <a:gd name="T3" fmla="*/ 45 h 90"/>
                    <a:gd name="T4" fmla="*/ 45 w 90"/>
                    <a:gd name="T5" fmla="*/ 0 h 90"/>
                    <a:gd name="T6" fmla="*/ 90 w 90"/>
                    <a:gd name="T7" fmla="*/ 45 h 90"/>
                    <a:gd name="T8" fmla="*/ 45 w 90"/>
                    <a:gd name="T9" fmla="*/ 90 h 90"/>
                    <a:gd name="T10" fmla="*/ 45 w 90"/>
                    <a:gd name="T11" fmla="*/ 3 h 90"/>
                    <a:gd name="T12" fmla="*/ 3 w 90"/>
                    <a:gd name="T13" fmla="*/ 45 h 90"/>
                    <a:gd name="T14" fmla="*/ 45 w 90"/>
                    <a:gd name="T15" fmla="*/ 87 h 90"/>
                    <a:gd name="T16" fmla="*/ 87 w 90"/>
                    <a:gd name="T17" fmla="*/ 45 h 90"/>
                    <a:gd name="T18" fmla="*/ 45 w 90"/>
                    <a:gd name="T19" fmla="*/ 3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90" h="90">
                      <a:moveTo>
                        <a:pt x="45" y="90"/>
                      </a:moveTo>
                      <a:cubicBezTo>
                        <a:pt x="20" y="90"/>
                        <a:pt x="0" y="70"/>
                        <a:pt x="0" y="45"/>
                      </a:cubicBezTo>
                      <a:cubicBezTo>
                        <a:pt x="0" y="21"/>
                        <a:pt x="20" y="0"/>
                        <a:pt x="45" y="0"/>
                      </a:cubicBezTo>
                      <a:cubicBezTo>
                        <a:pt x="70" y="0"/>
                        <a:pt x="90" y="21"/>
                        <a:pt x="90" y="45"/>
                      </a:cubicBezTo>
                      <a:cubicBezTo>
                        <a:pt x="90" y="70"/>
                        <a:pt x="70" y="90"/>
                        <a:pt x="45" y="90"/>
                      </a:cubicBezTo>
                      <a:close/>
                      <a:moveTo>
                        <a:pt x="45" y="3"/>
                      </a:moveTo>
                      <a:cubicBezTo>
                        <a:pt x="22" y="3"/>
                        <a:pt x="3" y="22"/>
                        <a:pt x="3" y="45"/>
                      </a:cubicBezTo>
                      <a:cubicBezTo>
                        <a:pt x="3" y="69"/>
                        <a:pt x="22" y="87"/>
                        <a:pt x="45" y="87"/>
                      </a:cubicBezTo>
                      <a:cubicBezTo>
                        <a:pt x="68" y="87"/>
                        <a:pt x="87" y="69"/>
                        <a:pt x="87" y="45"/>
                      </a:cubicBezTo>
                      <a:cubicBezTo>
                        <a:pt x="87" y="22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7" name="i$ļíḑé"/>
                <p:cNvSpPr/>
                <p:nvPr/>
              </p:nvSpPr>
              <p:spPr bwMode="auto">
                <a:xfrm>
                  <a:off x="5733090" y="4573495"/>
                  <a:ext cx="271300" cy="266540"/>
                </a:xfrm>
                <a:custGeom>
                  <a:avLst/>
                  <a:gdLst>
                    <a:gd name="T0" fmla="*/ 36 w 72"/>
                    <a:gd name="T1" fmla="*/ 71 h 71"/>
                    <a:gd name="T2" fmla="*/ 0 w 72"/>
                    <a:gd name="T3" fmla="*/ 35 h 71"/>
                    <a:gd name="T4" fmla="*/ 36 w 72"/>
                    <a:gd name="T5" fmla="*/ 0 h 71"/>
                    <a:gd name="T6" fmla="*/ 72 w 72"/>
                    <a:gd name="T7" fmla="*/ 35 h 71"/>
                    <a:gd name="T8" fmla="*/ 36 w 72"/>
                    <a:gd name="T9" fmla="*/ 71 h 71"/>
                    <a:gd name="T10" fmla="*/ 36 w 72"/>
                    <a:gd name="T11" fmla="*/ 3 h 71"/>
                    <a:gd name="T12" fmla="*/ 3 w 72"/>
                    <a:gd name="T13" fmla="*/ 35 h 71"/>
                    <a:gd name="T14" fmla="*/ 36 w 72"/>
                    <a:gd name="T15" fmla="*/ 68 h 71"/>
                    <a:gd name="T16" fmla="*/ 69 w 72"/>
                    <a:gd name="T17" fmla="*/ 35 h 71"/>
                    <a:gd name="T18" fmla="*/ 36 w 72"/>
                    <a:gd name="T19" fmla="*/ 3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2" h="71">
                      <a:moveTo>
                        <a:pt x="36" y="71"/>
                      </a:moveTo>
                      <a:cubicBezTo>
                        <a:pt x="16" y="71"/>
                        <a:pt x="0" y="55"/>
                        <a:pt x="0" y="35"/>
                      </a:cubicBezTo>
                      <a:cubicBezTo>
                        <a:pt x="0" y="16"/>
                        <a:pt x="16" y="0"/>
                        <a:pt x="36" y="0"/>
                      </a:cubicBezTo>
                      <a:cubicBezTo>
                        <a:pt x="56" y="0"/>
                        <a:pt x="72" y="16"/>
                        <a:pt x="72" y="35"/>
                      </a:cubicBezTo>
                      <a:cubicBezTo>
                        <a:pt x="72" y="55"/>
                        <a:pt x="56" y="71"/>
                        <a:pt x="36" y="71"/>
                      </a:cubicBezTo>
                      <a:close/>
                      <a:moveTo>
                        <a:pt x="36" y="3"/>
                      </a:moveTo>
                      <a:cubicBezTo>
                        <a:pt x="18" y="3"/>
                        <a:pt x="3" y="17"/>
                        <a:pt x="3" y="35"/>
                      </a:cubicBezTo>
                      <a:cubicBezTo>
                        <a:pt x="3" y="53"/>
                        <a:pt x="18" y="68"/>
                        <a:pt x="36" y="68"/>
                      </a:cubicBezTo>
                      <a:cubicBezTo>
                        <a:pt x="54" y="68"/>
                        <a:pt x="69" y="53"/>
                        <a:pt x="69" y="35"/>
                      </a:cubicBezTo>
                      <a:cubicBezTo>
                        <a:pt x="69" y="17"/>
                        <a:pt x="54" y="3"/>
                        <a:pt x="36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8" name="íš1íḓe"/>
                <p:cNvSpPr/>
                <p:nvPr/>
              </p:nvSpPr>
              <p:spPr bwMode="auto">
                <a:xfrm>
                  <a:off x="5845734" y="4686140"/>
                  <a:ext cx="41250" cy="41250"/>
                </a:xfrm>
                <a:custGeom>
                  <a:avLst/>
                  <a:gdLst>
                    <a:gd name="T0" fmla="*/ 6 w 11"/>
                    <a:gd name="T1" fmla="*/ 11 h 11"/>
                    <a:gd name="T2" fmla="*/ 0 w 11"/>
                    <a:gd name="T3" fmla="*/ 5 h 11"/>
                    <a:gd name="T4" fmla="*/ 6 w 11"/>
                    <a:gd name="T5" fmla="*/ 0 h 11"/>
                    <a:gd name="T6" fmla="*/ 11 w 11"/>
                    <a:gd name="T7" fmla="*/ 5 h 11"/>
                    <a:gd name="T8" fmla="*/ 6 w 11"/>
                    <a:gd name="T9" fmla="*/ 11 h 11"/>
                    <a:gd name="T10" fmla="*/ 6 w 11"/>
                    <a:gd name="T11" fmla="*/ 3 h 11"/>
                    <a:gd name="T12" fmla="*/ 3 w 11"/>
                    <a:gd name="T13" fmla="*/ 5 h 11"/>
                    <a:gd name="T14" fmla="*/ 6 w 11"/>
                    <a:gd name="T15" fmla="*/ 8 h 11"/>
                    <a:gd name="T16" fmla="*/ 8 w 11"/>
                    <a:gd name="T17" fmla="*/ 5 h 11"/>
                    <a:gd name="T18" fmla="*/ 6 w 11"/>
                    <a:gd name="T19" fmla="*/ 3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1">
                      <a:moveTo>
                        <a:pt x="6" y="11"/>
                      </a:moveTo>
                      <a:cubicBezTo>
                        <a:pt x="3" y="11"/>
                        <a:pt x="0" y="9"/>
                        <a:pt x="0" y="5"/>
                      </a:cubicBezTo>
                      <a:cubicBezTo>
                        <a:pt x="0" y="2"/>
                        <a:pt x="3" y="0"/>
                        <a:pt x="6" y="0"/>
                      </a:cubicBezTo>
                      <a:cubicBezTo>
                        <a:pt x="9" y="0"/>
                        <a:pt x="11" y="2"/>
                        <a:pt x="11" y="5"/>
                      </a:cubicBezTo>
                      <a:cubicBezTo>
                        <a:pt x="11" y="9"/>
                        <a:pt x="9" y="11"/>
                        <a:pt x="6" y="11"/>
                      </a:cubicBezTo>
                      <a:close/>
                      <a:moveTo>
                        <a:pt x="6" y="3"/>
                      </a:moveTo>
                      <a:cubicBezTo>
                        <a:pt x="4" y="3"/>
                        <a:pt x="3" y="4"/>
                        <a:pt x="3" y="5"/>
                      </a:cubicBezTo>
                      <a:cubicBezTo>
                        <a:pt x="3" y="7"/>
                        <a:pt x="4" y="8"/>
                        <a:pt x="6" y="8"/>
                      </a:cubicBezTo>
                      <a:cubicBezTo>
                        <a:pt x="7" y="8"/>
                        <a:pt x="8" y="7"/>
                        <a:pt x="8" y="5"/>
                      </a:cubicBezTo>
                      <a:cubicBezTo>
                        <a:pt x="8" y="4"/>
                        <a:pt x="7" y="3"/>
                        <a:pt x="6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9" name="ïślïḑé"/>
                <p:cNvSpPr/>
                <p:nvPr/>
              </p:nvSpPr>
              <p:spPr bwMode="auto">
                <a:xfrm>
                  <a:off x="5853667" y="4598880"/>
                  <a:ext cx="30145" cy="98366"/>
                </a:xfrm>
                <a:custGeom>
                  <a:avLst/>
                  <a:gdLst>
                    <a:gd name="T0" fmla="*/ 5 w 8"/>
                    <a:gd name="T1" fmla="*/ 26 h 26"/>
                    <a:gd name="T2" fmla="*/ 4 w 8"/>
                    <a:gd name="T3" fmla="*/ 6 h 26"/>
                    <a:gd name="T4" fmla="*/ 3 w 8"/>
                    <a:gd name="T5" fmla="*/ 24 h 26"/>
                    <a:gd name="T6" fmla="*/ 0 w 8"/>
                    <a:gd name="T7" fmla="*/ 24 h 26"/>
                    <a:gd name="T8" fmla="*/ 3 w 8"/>
                    <a:gd name="T9" fmla="*/ 1 h 26"/>
                    <a:gd name="T10" fmla="*/ 5 w 8"/>
                    <a:gd name="T11" fmla="*/ 1 h 26"/>
                    <a:gd name="T12" fmla="*/ 8 w 8"/>
                    <a:gd name="T13" fmla="*/ 26 h 26"/>
                    <a:gd name="T14" fmla="*/ 5 w 8"/>
                    <a:gd name="T15" fmla="*/ 26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" h="26">
                      <a:moveTo>
                        <a:pt x="5" y="26"/>
                      </a:moveTo>
                      <a:cubicBezTo>
                        <a:pt x="5" y="18"/>
                        <a:pt x="5" y="10"/>
                        <a:pt x="4" y="6"/>
                      </a:cubicBezTo>
                      <a:cubicBezTo>
                        <a:pt x="3" y="10"/>
                        <a:pt x="3" y="17"/>
                        <a:pt x="3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0" y="15"/>
                        <a:pt x="0" y="3"/>
                        <a:pt x="3" y="1"/>
                      </a:cubicBezTo>
                      <a:cubicBezTo>
                        <a:pt x="4" y="0"/>
                        <a:pt x="4" y="0"/>
                        <a:pt x="5" y="1"/>
                      </a:cubicBezTo>
                      <a:cubicBezTo>
                        <a:pt x="6" y="1"/>
                        <a:pt x="8" y="2"/>
                        <a:pt x="8" y="26"/>
                      </a:cubicBezTo>
                      <a:lnTo>
                        <a:pt x="5" y="2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0" name="íṣlîḑé"/>
                <p:cNvSpPr/>
                <p:nvPr/>
              </p:nvSpPr>
              <p:spPr bwMode="auto">
                <a:xfrm>
                  <a:off x="5763233" y="4689313"/>
                  <a:ext cx="93606" cy="44423"/>
                </a:xfrm>
                <a:custGeom>
                  <a:avLst/>
                  <a:gdLst>
                    <a:gd name="T0" fmla="*/ 5 w 25"/>
                    <a:gd name="T1" fmla="*/ 12 h 12"/>
                    <a:gd name="T2" fmla="*/ 1 w 25"/>
                    <a:gd name="T3" fmla="*/ 11 h 12"/>
                    <a:gd name="T4" fmla="*/ 0 w 25"/>
                    <a:gd name="T5" fmla="*/ 9 h 12"/>
                    <a:gd name="T6" fmla="*/ 24 w 25"/>
                    <a:gd name="T7" fmla="*/ 0 h 12"/>
                    <a:gd name="T8" fmla="*/ 25 w 25"/>
                    <a:gd name="T9" fmla="*/ 3 h 12"/>
                    <a:gd name="T10" fmla="*/ 6 w 25"/>
                    <a:gd name="T11" fmla="*/ 9 h 12"/>
                    <a:gd name="T12" fmla="*/ 24 w 25"/>
                    <a:gd name="T13" fmla="*/ 6 h 12"/>
                    <a:gd name="T14" fmla="*/ 24 w 25"/>
                    <a:gd name="T15" fmla="*/ 8 h 12"/>
                    <a:gd name="T16" fmla="*/ 5 w 25"/>
                    <a:gd name="T17" fmla="*/ 1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12">
                      <a:moveTo>
                        <a:pt x="5" y="12"/>
                      </a:moveTo>
                      <a:cubicBezTo>
                        <a:pt x="3" y="12"/>
                        <a:pt x="2" y="11"/>
                        <a:pt x="1" y="11"/>
                      </a:cubicBezTo>
                      <a:cubicBezTo>
                        <a:pt x="0" y="10"/>
                        <a:pt x="0" y="9"/>
                        <a:pt x="0" y="9"/>
                      </a:cubicBezTo>
                      <a:cubicBezTo>
                        <a:pt x="1" y="8"/>
                        <a:pt x="1" y="6"/>
                        <a:pt x="24" y="0"/>
                      </a:cubicBezTo>
                      <a:cubicBezTo>
                        <a:pt x="25" y="3"/>
                        <a:pt x="25" y="3"/>
                        <a:pt x="25" y="3"/>
                      </a:cubicBezTo>
                      <a:cubicBezTo>
                        <a:pt x="18" y="5"/>
                        <a:pt x="10" y="7"/>
                        <a:pt x="6" y="9"/>
                      </a:cubicBezTo>
                      <a:cubicBezTo>
                        <a:pt x="10" y="8"/>
                        <a:pt x="17" y="7"/>
                        <a:pt x="24" y="6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18" y="10"/>
                        <a:pt x="10" y="12"/>
                        <a:pt x="5" y="1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4" name="iśļïḍê"/>
              <p:cNvGrpSpPr/>
              <p:nvPr/>
            </p:nvGrpSpPr>
            <p:grpSpPr>
              <a:xfrm>
                <a:off x="3272006" y="1596959"/>
                <a:ext cx="425193" cy="425194"/>
                <a:chOff x="5623618" y="3915078"/>
                <a:chExt cx="425193" cy="425194"/>
              </a:xfrm>
            </p:grpSpPr>
            <p:sp>
              <p:nvSpPr>
                <p:cNvPr id="81" name="iS1îdé"/>
                <p:cNvSpPr/>
                <p:nvPr/>
              </p:nvSpPr>
              <p:spPr bwMode="auto">
                <a:xfrm>
                  <a:off x="5653762" y="3942049"/>
                  <a:ext cx="11106" cy="37601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2" name="ïṧļíďè"/>
                <p:cNvSpPr/>
                <p:nvPr/>
              </p:nvSpPr>
              <p:spPr bwMode="auto">
                <a:xfrm>
                  <a:off x="5623618" y="3915078"/>
                  <a:ext cx="60288" cy="82500"/>
                </a:xfrm>
                <a:custGeom>
                  <a:avLst/>
                  <a:gdLst>
                    <a:gd name="T0" fmla="*/ 7 w 38"/>
                    <a:gd name="T1" fmla="*/ 52 h 52"/>
                    <a:gd name="T2" fmla="*/ 0 w 38"/>
                    <a:gd name="T3" fmla="*/ 48 h 52"/>
                    <a:gd name="T4" fmla="*/ 21 w 38"/>
                    <a:gd name="T5" fmla="*/ 0 h 52"/>
                    <a:gd name="T6" fmla="*/ 38 w 38"/>
                    <a:gd name="T7" fmla="*/ 45 h 52"/>
                    <a:gd name="T8" fmla="*/ 31 w 38"/>
                    <a:gd name="T9" fmla="*/ 48 h 52"/>
                    <a:gd name="T10" fmla="*/ 21 w 38"/>
                    <a:gd name="T11" fmla="*/ 19 h 52"/>
                    <a:gd name="T12" fmla="*/ 7 w 38"/>
                    <a:gd name="T13" fmla="*/ 52 h 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8" h="52">
                      <a:moveTo>
                        <a:pt x="7" y="52"/>
                      </a:moveTo>
                      <a:lnTo>
                        <a:pt x="0" y="48"/>
                      </a:lnTo>
                      <a:lnTo>
                        <a:pt x="21" y="0"/>
                      </a:lnTo>
                      <a:lnTo>
                        <a:pt x="38" y="45"/>
                      </a:lnTo>
                      <a:lnTo>
                        <a:pt x="31" y="48"/>
                      </a:lnTo>
                      <a:lnTo>
                        <a:pt x="21" y="19"/>
                      </a:lnTo>
                      <a:lnTo>
                        <a:pt x="7" y="5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3" name="iṥlidè"/>
                <p:cNvSpPr/>
                <p:nvPr/>
              </p:nvSpPr>
              <p:spPr bwMode="auto">
                <a:xfrm>
                  <a:off x="5653762" y="4305369"/>
                  <a:ext cx="369666" cy="1269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4" name="ïṥlídê"/>
                <p:cNvSpPr/>
                <p:nvPr/>
              </p:nvSpPr>
              <p:spPr bwMode="auto">
                <a:xfrm>
                  <a:off x="5969484" y="4279984"/>
                  <a:ext cx="79327" cy="60288"/>
                </a:xfrm>
                <a:custGeom>
                  <a:avLst/>
                  <a:gdLst>
                    <a:gd name="T0" fmla="*/ 5 w 50"/>
                    <a:gd name="T1" fmla="*/ 38 h 38"/>
                    <a:gd name="T2" fmla="*/ 3 w 50"/>
                    <a:gd name="T3" fmla="*/ 31 h 38"/>
                    <a:gd name="T4" fmla="*/ 31 w 50"/>
                    <a:gd name="T5" fmla="*/ 21 h 38"/>
                    <a:gd name="T6" fmla="*/ 0 w 50"/>
                    <a:gd name="T7" fmla="*/ 7 h 38"/>
                    <a:gd name="T8" fmla="*/ 3 w 50"/>
                    <a:gd name="T9" fmla="*/ 0 h 38"/>
                    <a:gd name="T10" fmla="*/ 50 w 50"/>
                    <a:gd name="T11" fmla="*/ 21 h 38"/>
                    <a:gd name="T12" fmla="*/ 5 w 50"/>
                    <a:gd name="T13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0" h="38">
                      <a:moveTo>
                        <a:pt x="5" y="38"/>
                      </a:moveTo>
                      <a:lnTo>
                        <a:pt x="3" y="31"/>
                      </a:lnTo>
                      <a:lnTo>
                        <a:pt x="31" y="21"/>
                      </a:ln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50" y="21"/>
                      </a:lnTo>
                      <a:lnTo>
                        <a:pt x="5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5" name="iŝľîḑé"/>
                <p:cNvSpPr/>
                <p:nvPr/>
              </p:nvSpPr>
              <p:spPr bwMode="auto">
                <a:xfrm>
                  <a:off x="5653762" y="4084838"/>
                  <a:ext cx="304617" cy="228463"/>
                </a:xfrm>
                <a:custGeom>
                  <a:avLst/>
                  <a:gdLst>
                    <a:gd name="T0" fmla="*/ 78 w 81"/>
                    <a:gd name="T1" fmla="*/ 61 h 61"/>
                    <a:gd name="T2" fmla="*/ 63 w 81"/>
                    <a:gd name="T3" fmla="*/ 5 h 61"/>
                    <a:gd name="T4" fmla="*/ 55 w 81"/>
                    <a:gd name="T5" fmla="*/ 4 h 61"/>
                    <a:gd name="T6" fmla="*/ 48 w 81"/>
                    <a:gd name="T7" fmla="*/ 23 h 61"/>
                    <a:gd name="T8" fmla="*/ 39 w 81"/>
                    <a:gd name="T9" fmla="*/ 44 h 61"/>
                    <a:gd name="T10" fmla="*/ 23 w 81"/>
                    <a:gd name="T11" fmla="*/ 37 h 61"/>
                    <a:gd name="T12" fmla="*/ 15 w 81"/>
                    <a:gd name="T13" fmla="*/ 28 h 61"/>
                    <a:gd name="T14" fmla="*/ 13 w 81"/>
                    <a:gd name="T15" fmla="*/ 29 h 61"/>
                    <a:gd name="T16" fmla="*/ 3 w 81"/>
                    <a:gd name="T17" fmla="*/ 59 h 61"/>
                    <a:gd name="T18" fmla="*/ 0 w 81"/>
                    <a:gd name="T19" fmla="*/ 58 h 61"/>
                    <a:gd name="T20" fmla="*/ 11 w 81"/>
                    <a:gd name="T21" fmla="*/ 26 h 61"/>
                    <a:gd name="T22" fmla="*/ 16 w 81"/>
                    <a:gd name="T23" fmla="*/ 26 h 61"/>
                    <a:gd name="T24" fmla="*/ 26 w 81"/>
                    <a:gd name="T25" fmla="*/ 35 h 61"/>
                    <a:gd name="T26" fmla="*/ 38 w 81"/>
                    <a:gd name="T27" fmla="*/ 41 h 61"/>
                    <a:gd name="T28" fmla="*/ 45 w 81"/>
                    <a:gd name="T29" fmla="*/ 23 h 61"/>
                    <a:gd name="T30" fmla="*/ 54 w 81"/>
                    <a:gd name="T31" fmla="*/ 2 h 61"/>
                    <a:gd name="T32" fmla="*/ 64 w 81"/>
                    <a:gd name="T33" fmla="*/ 3 h 61"/>
                    <a:gd name="T34" fmla="*/ 81 w 81"/>
                    <a:gd name="T35" fmla="*/ 61 h 61"/>
                    <a:gd name="T36" fmla="*/ 78 w 81"/>
                    <a:gd name="T37" fmla="*/ 6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1" h="61">
                      <a:moveTo>
                        <a:pt x="78" y="61"/>
                      </a:moveTo>
                      <a:cubicBezTo>
                        <a:pt x="78" y="47"/>
                        <a:pt x="75" y="11"/>
                        <a:pt x="63" y="5"/>
                      </a:cubicBezTo>
                      <a:cubicBezTo>
                        <a:pt x="60" y="4"/>
                        <a:pt x="57" y="3"/>
                        <a:pt x="55" y="4"/>
                      </a:cubicBezTo>
                      <a:cubicBezTo>
                        <a:pt x="51" y="7"/>
                        <a:pt x="50" y="15"/>
                        <a:pt x="48" y="23"/>
                      </a:cubicBezTo>
                      <a:cubicBezTo>
                        <a:pt x="47" y="33"/>
                        <a:pt x="45" y="41"/>
                        <a:pt x="39" y="44"/>
                      </a:cubicBezTo>
                      <a:cubicBezTo>
                        <a:pt x="31" y="48"/>
                        <a:pt x="27" y="42"/>
                        <a:pt x="23" y="37"/>
                      </a:cubicBezTo>
                      <a:cubicBezTo>
                        <a:pt x="21" y="33"/>
                        <a:pt x="19" y="30"/>
                        <a:pt x="15" y="28"/>
                      </a:cubicBezTo>
                      <a:cubicBezTo>
                        <a:pt x="14" y="28"/>
                        <a:pt x="13" y="28"/>
                        <a:pt x="13" y="29"/>
                      </a:cubicBezTo>
                      <a:cubicBezTo>
                        <a:pt x="7" y="32"/>
                        <a:pt x="4" y="51"/>
                        <a:pt x="3" y="59"/>
                      </a:cubicBezTo>
                      <a:cubicBezTo>
                        <a:pt x="0" y="58"/>
                        <a:pt x="0" y="58"/>
                        <a:pt x="0" y="58"/>
                      </a:cubicBezTo>
                      <a:cubicBezTo>
                        <a:pt x="0" y="55"/>
                        <a:pt x="3" y="30"/>
                        <a:pt x="11" y="26"/>
                      </a:cubicBezTo>
                      <a:cubicBezTo>
                        <a:pt x="13" y="25"/>
                        <a:pt x="14" y="25"/>
                        <a:pt x="16" y="26"/>
                      </a:cubicBezTo>
                      <a:cubicBezTo>
                        <a:pt x="21" y="28"/>
                        <a:pt x="23" y="32"/>
                        <a:pt x="26" y="35"/>
                      </a:cubicBezTo>
                      <a:cubicBezTo>
                        <a:pt x="30" y="41"/>
                        <a:pt x="32" y="44"/>
                        <a:pt x="38" y="41"/>
                      </a:cubicBezTo>
                      <a:cubicBezTo>
                        <a:pt x="42" y="39"/>
                        <a:pt x="44" y="31"/>
                        <a:pt x="45" y="23"/>
                      </a:cubicBezTo>
                      <a:cubicBezTo>
                        <a:pt x="47" y="13"/>
                        <a:pt x="48" y="5"/>
                        <a:pt x="54" y="2"/>
                      </a:cubicBezTo>
                      <a:cubicBezTo>
                        <a:pt x="57" y="0"/>
                        <a:pt x="60" y="1"/>
                        <a:pt x="64" y="3"/>
                      </a:cubicBezTo>
                      <a:cubicBezTo>
                        <a:pt x="80" y="10"/>
                        <a:pt x="81" y="59"/>
                        <a:pt x="81" y="61"/>
                      </a:cubicBezTo>
                      <a:lnTo>
                        <a:pt x="78" y="6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5" name="íṥlíḑê"/>
              <p:cNvGrpSpPr/>
              <p:nvPr/>
            </p:nvGrpSpPr>
            <p:grpSpPr>
              <a:xfrm>
                <a:off x="4263837" y="2865836"/>
                <a:ext cx="380772" cy="341108"/>
                <a:chOff x="5100057" y="4749602"/>
                <a:chExt cx="380772" cy="341108"/>
              </a:xfrm>
            </p:grpSpPr>
            <p:sp>
              <p:nvSpPr>
                <p:cNvPr id="79" name="iṩļidè"/>
                <p:cNvSpPr/>
                <p:nvPr/>
              </p:nvSpPr>
              <p:spPr bwMode="auto">
                <a:xfrm>
                  <a:off x="5100057" y="4809891"/>
                  <a:ext cx="282405" cy="280819"/>
                </a:xfrm>
                <a:custGeom>
                  <a:avLst/>
                  <a:gdLst>
                    <a:gd name="T0" fmla="*/ 72 w 75"/>
                    <a:gd name="T1" fmla="*/ 72 h 75"/>
                    <a:gd name="T2" fmla="*/ 3 w 75"/>
                    <a:gd name="T3" fmla="*/ 72 h 75"/>
                    <a:gd name="T4" fmla="*/ 3 w 75"/>
                    <a:gd name="T5" fmla="*/ 3 h 75"/>
                    <a:gd name="T6" fmla="*/ 16 w 75"/>
                    <a:gd name="T7" fmla="*/ 3 h 75"/>
                    <a:gd name="T8" fmla="*/ 15 w 75"/>
                    <a:gd name="T9" fmla="*/ 0 h 75"/>
                    <a:gd name="T10" fmla="*/ 0 w 75"/>
                    <a:gd name="T11" fmla="*/ 0 h 75"/>
                    <a:gd name="T12" fmla="*/ 0 w 75"/>
                    <a:gd name="T13" fmla="*/ 75 h 75"/>
                    <a:gd name="T14" fmla="*/ 75 w 75"/>
                    <a:gd name="T15" fmla="*/ 75 h 75"/>
                    <a:gd name="T16" fmla="*/ 75 w 75"/>
                    <a:gd name="T17" fmla="*/ 27 h 75"/>
                    <a:gd name="T18" fmla="*/ 72 w 75"/>
                    <a:gd name="T19" fmla="*/ 29 h 75"/>
                    <a:gd name="T20" fmla="*/ 72 w 75"/>
                    <a:gd name="T21" fmla="*/ 72 h 75"/>
                    <a:gd name="T22" fmla="*/ 28 w 75"/>
                    <a:gd name="T23" fmla="*/ 0 h 75"/>
                    <a:gd name="T24" fmla="*/ 29 w 75"/>
                    <a:gd name="T25" fmla="*/ 3 h 75"/>
                    <a:gd name="T26" fmla="*/ 72 w 75"/>
                    <a:gd name="T27" fmla="*/ 3 h 75"/>
                    <a:gd name="T28" fmla="*/ 72 w 75"/>
                    <a:gd name="T29" fmla="*/ 13 h 75"/>
                    <a:gd name="T30" fmla="*/ 75 w 75"/>
                    <a:gd name="T31" fmla="*/ 11 h 75"/>
                    <a:gd name="T32" fmla="*/ 75 w 75"/>
                    <a:gd name="T33" fmla="*/ 0 h 75"/>
                    <a:gd name="T34" fmla="*/ 28 w 75"/>
                    <a:gd name="T35" fmla="*/ 0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5" h="75">
                      <a:moveTo>
                        <a:pt x="72" y="72"/>
                      </a:moveTo>
                      <a:cubicBezTo>
                        <a:pt x="3" y="72"/>
                        <a:pt x="3" y="72"/>
                        <a:pt x="3" y="72"/>
                      </a:cubicBezTo>
                      <a:cubicBezTo>
                        <a:pt x="3" y="3"/>
                        <a:pt x="3" y="3"/>
                        <a:pt x="3" y="3"/>
                      </a:cubicBezTo>
                      <a:cubicBezTo>
                        <a:pt x="16" y="3"/>
                        <a:pt x="16" y="3"/>
                        <a:pt x="16" y="3"/>
                      </a:cubicBezTo>
                      <a:cubicBezTo>
                        <a:pt x="15" y="2"/>
                        <a:pt x="15" y="1"/>
                        <a:pt x="15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75" y="75"/>
                        <a:pt x="75" y="75"/>
                        <a:pt x="75" y="75"/>
                      </a:cubicBezTo>
                      <a:cubicBezTo>
                        <a:pt x="75" y="27"/>
                        <a:pt x="75" y="27"/>
                        <a:pt x="75" y="27"/>
                      </a:cubicBezTo>
                      <a:cubicBezTo>
                        <a:pt x="74" y="28"/>
                        <a:pt x="73" y="29"/>
                        <a:pt x="72" y="29"/>
                      </a:cubicBezTo>
                      <a:lnTo>
                        <a:pt x="72" y="72"/>
                      </a:lnTo>
                      <a:close/>
                      <a:moveTo>
                        <a:pt x="28" y="0"/>
                      </a:moveTo>
                      <a:cubicBezTo>
                        <a:pt x="28" y="1"/>
                        <a:pt x="29" y="2"/>
                        <a:pt x="29" y="3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13"/>
                        <a:pt x="72" y="13"/>
                        <a:pt x="72" y="13"/>
                      </a:cubicBezTo>
                      <a:cubicBezTo>
                        <a:pt x="73" y="13"/>
                        <a:pt x="74" y="12"/>
                        <a:pt x="75" y="11"/>
                      </a:cubicBezTo>
                      <a:cubicBezTo>
                        <a:pt x="75" y="0"/>
                        <a:pt x="75" y="0"/>
                        <a:pt x="75" y="0"/>
                      </a:cubicBez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0" name="îṧḷîḍê"/>
                <p:cNvSpPr/>
                <p:nvPr/>
              </p:nvSpPr>
              <p:spPr bwMode="auto">
                <a:xfrm>
                  <a:off x="5133375" y="4749602"/>
                  <a:ext cx="347454" cy="258607"/>
                </a:xfrm>
                <a:custGeom>
                  <a:avLst/>
                  <a:gdLst>
                    <a:gd name="T0" fmla="*/ 91 w 92"/>
                    <a:gd name="T1" fmla="*/ 22 h 69"/>
                    <a:gd name="T2" fmla="*/ 83 w 92"/>
                    <a:gd name="T3" fmla="*/ 17 h 69"/>
                    <a:gd name="T4" fmla="*/ 66 w 92"/>
                    <a:gd name="T5" fmla="*/ 24 h 69"/>
                    <a:gd name="T6" fmla="*/ 63 w 92"/>
                    <a:gd name="T7" fmla="*/ 26 h 69"/>
                    <a:gd name="T8" fmla="*/ 44 w 92"/>
                    <a:gd name="T9" fmla="*/ 39 h 69"/>
                    <a:gd name="T10" fmla="*/ 35 w 92"/>
                    <a:gd name="T11" fmla="*/ 46 h 69"/>
                    <a:gd name="T12" fmla="*/ 29 w 92"/>
                    <a:gd name="T13" fmla="*/ 31 h 69"/>
                    <a:gd name="T14" fmla="*/ 23 w 92"/>
                    <a:gd name="T15" fmla="*/ 19 h 69"/>
                    <a:gd name="T16" fmla="*/ 22 w 92"/>
                    <a:gd name="T17" fmla="*/ 16 h 69"/>
                    <a:gd name="T18" fmla="*/ 8 w 92"/>
                    <a:gd name="T19" fmla="*/ 0 h 69"/>
                    <a:gd name="T20" fmla="*/ 0 w 92"/>
                    <a:gd name="T21" fmla="*/ 7 h 69"/>
                    <a:gd name="T22" fmla="*/ 0 w 92"/>
                    <a:gd name="T23" fmla="*/ 8 h 69"/>
                    <a:gd name="T24" fmla="*/ 0 w 92"/>
                    <a:gd name="T25" fmla="*/ 8 h 69"/>
                    <a:gd name="T26" fmla="*/ 2 w 92"/>
                    <a:gd name="T27" fmla="*/ 16 h 69"/>
                    <a:gd name="T28" fmla="*/ 3 w 92"/>
                    <a:gd name="T29" fmla="*/ 19 h 69"/>
                    <a:gd name="T30" fmla="*/ 28 w 92"/>
                    <a:gd name="T31" fmla="*/ 69 h 69"/>
                    <a:gd name="T32" fmla="*/ 63 w 92"/>
                    <a:gd name="T33" fmla="*/ 49 h 69"/>
                    <a:gd name="T34" fmla="*/ 66 w 92"/>
                    <a:gd name="T35" fmla="*/ 47 h 69"/>
                    <a:gd name="T36" fmla="*/ 90 w 92"/>
                    <a:gd name="T37" fmla="*/ 26 h 69"/>
                    <a:gd name="T38" fmla="*/ 91 w 92"/>
                    <a:gd name="T39" fmla="*/ 22 h 69"/>
                    <a:gd name="T40" fmla="*/ 85 w 92"/>
                    <a:gd name="T41" fmla="*/ 27 h 69"/>
                    <a:gd name="T42" fmla="*/ 66 w 92"/>
                    <a:gd name="T43" fmla="*/ 43 h 69"/>
                    <a:gd name="T44" fmla="*/ 63 w 92"/>
                    <a:gd name="T45" fmla="*/ 45 h 69"/>
                    <a:gd name="T46" fmla="*/ 28 w 92"/>
                    <a:gd name="T47" fmla="*/ 66 h 69"/>
                    <a:gd name="T48" fmla="*/ 7 w 92"/>
                    <a:gd name="T49" fmla="*/ 19 h 69"/>
                    <a:gd name="T50" fmla="*/ 6 w 92"/>
                    <a:gd name="T51" fmla="*/ 16 h 69"/>
                    <a:gd name="T52" fmla="*/ 3 w 92"/>
                    <a:gd name="T53" fmla="*/ 8 h 69"/>
                    <a:gd name="T54" fmla="*/ 8 w 92"/>
                    <a:gd name="T55" fmla="*/ 3 h 69"/>
                    <a:gd name="T56" fmla="*/ 19 w 92"/>
                    <a:gd name="T57" fmla="*/ 16 h 69"/>
                    <a:gd name="T58" fmla="*/ 20 w 92"/>
                    <a:gd name="T59" fmla="*/ 19 h 69"/>
                    <a:gd name="T60" fmla="*/ 26 w 92"/>
                    <a:gd name="T61" fmla="*/ 33 h 69"/>
                    <a:gd name="T62" fmla="*/ 35 w 92"/>
                    <a:gd name="T63" fmla="*/ 49 h 69"/>
                    <a:gd name="T64" fmla="*/ 36 w 92"/>
                    <a:gd name="T65" fmla="*/ 49 h 69"/>
                    <a:gd name="T66" fmla="*/ 46 w 92"/>
                    <a:gd name="T67" fmla="*/ 41 h 69"/>
                    <a:gd name="T68" fmla="*/ 63 w 92"/>
                    <a:gd name="T69" fmla="*/ 29 h 69"/>
                    <a:gd name="T70" fmla="*/ 66 w 92"/>
                    <a:gd name="T71" fmla="*/ 27 h 69"/>
                    <a:gd name="T72" fmla="*/ 83 w 92"/>
                    <a:gd name="T73" fmla="*/ 20 h 69"/>
                    <a:gd name="T74" fmla="*/ 88 w 92"/>
                    <a:gd name="T75" fmla="*/ 23 h 69"/>
                    <a:gd name="T76" fmla="*/ 85 w 92"/>
                    <a:gd name="T77" fmla="*/ 27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2" h="69">
                      <a:moveTo>
                        <a:pt x="91" y="22"/>
                      </a:moveTo>
                      <a:cubicBezTo>
                        <a:pt x="89" y="19"/>
                        <a:pt x="87" y="17"/>
                        <a:pt x="83" y="17"/>
                      </a:cubicBezTo>
                      <a:cubicBezTo>
                        <a:pt x="78" y="17"/>
                        <a:pt x="72" y="20"/>
                        <a:pt x="66" y="24"/>
                      </a:cubicBezTo>
                      <a:cubicBezTo>
                        <a:pt x="65" y="24"/>
                        <a:pt x="64" y="25"/>
                        <a:pt x="63" y="26"/>
                      </a:cubicBezTo>
                      <a:cubicBezTo>
                        <a:pt x="56" y="30"/>
                        <a:pt x="50" y="35"/>
                        <a:pt x="44" y="39"/>
                      </a:cubicBezTo>
                      <a:cubicBezTo>
                        <a:pt x="41" y="42"/>
                        <a:pt x="37" y="45"/>
                        <a:pt x="35" y="46"/>
                      </a:cubicBezTo>
                      <a:cubicBezTo>
                        <a:pt x="34" y="44"/>
                        <a:pt x="31" y="37"/>
                        <a:pt x="29" y="31"/>
                      </a:cubicBezTo>
                      <a:cubicBezTo>
                        <a:pt x="27" y="27"/>
                        <a:pt x="25" y="23"/>
                        <a:pt x="23" y="19"/>
                      </a:cubicBezTo>
                      <a:cubicBezTo>
                        <a:pt x="23" y="18"/>
                        <a:pt x="23" y="17"/>
                        <a:pt x="22" y="16"/>
                      </a:cubicBezTo>
                      <a:cubicBezTo>
                        <a:pt x="17" y="6"/>
                        <a:pt x="13" y="0"/>
                        <a:pt x="8" y="0"/>
                      </a:cubicBezTo>
                      <a:cubicBezTo>
                        <a:pt x="5" y="0"/>
                        <a:pt x="2" y="2"/>
                        <a:pt x="0" y="7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1" y="10"/>
                        <a:pt x="1" y="13"/>
                        <a:pt x="2" y="16"/>
                      </a:cubicBezTo>
                      <a:cubicBezTo>
                        <a:pt x="3" y="17"/>
                        <a:pt x="3" y="18"/>
                        <a:pt x="3" y="19"/>
                      </a:cubicBezTo>
                      <a:cubicBezTo>
                        <a:pt x="10" y="38"/>
                        <a:pt x="21" y="69"/>
                        <a:pt x="28" y="69"/>
                      </a:cubicBezTo>
                      <a:cubicBezTo>
                        <a:pt x="32" y="69"/>
                        <a:pt x="48" y="59"/>
                        <a:pt x="63" y="49"/>
                      </a:cubicBezTo>
                      <a:cubicBezTo>
                        <a:pt x="64" y="48"/>
                        <a:pt x="65" y="48"/>
                        <a:pt x="66" y="47"/>
                      </a:cubicBezTo>
                      <a:cubicBezTo>
                        <a:pt x="77" y="39"/>
                        <a:pt x="88" y="30"/>
                        <a:pt x="90" y="26"/>
                      </a:cubicBezTo>
                      <a:cubicBezTo>
                        <a:pt x="91" y="25"/>
                        <a:pt x="92" y="23"/>
                        <a:pt x="91" y="22"/>
                      </a:cubicBezTo>
                      <a:close/>
                      <a:moveTo>
                        <a:pt x="85" y="27"/>
                      </a:moveTo>
                      <a:cubicBezTo>
                        <a:pt x="81" y="32"/>
                        <a:pt x="74" y="37"/>
                        <a:pt x="66" y="43"/>
                      </a:cubicBezTo>
                      <a:cubicBezTo>
                        <a:pt x="65" y="44"/>
                        <a:pt x="64" y="45"/>
                        <a:pt x="63" y="45"/>
                      </a:cubicBezTo>
                      <a:cubicBezTo>
                        <a:pt x="48" y="56"/>
                        <a:pt x="31" y="66"/>
                        <a:pt x="28" y="66"/>
                      </a:cubicBezTo>
                      <a:cubicBezTo>
                        <a:pt x="24" y="66"/>
                        <a:pt x="15" y="43"/>
                        <a:pt x="7" y="19"/>
                      </a:cubicBezTo>
                      <a:cubicBezTo>
                        <a:pt x="6" y="18"/>
                        <a:pt x="6" y="17"/>
                        <a:pt x="6" y="16"/>
                      </a:cubicBezTo>
                      <a:cubicBezTo>
                        <a:pt x="5" y="13"/>
                        <a:pt x="4" y="11"/>
                        <a:pt x="3" y="8"/>
                      </a:cubicBezTo>
                      <a:cubicBezTo>
                        <a:pt x="4" y="6"/>
                        <a:pt x="6" y="3"/>
                        <a:pt x="8" y="3"/>
                      </a:cubicBezTo>
                      <a:cubicBezTo>
                        <a:pt x="11" y="3"/>
                        <a:pt x="15" y="9"/>
                        <a:pt x="19" y="16"/>
                      </a:cubicBezTo>
                      <a:cubicBezTo>
                        <a:pt x="19" y="17"/>
                        <a:pt x="20" y="18"/>
                        <a:pt x="20" y="19"/>
                      </a:cubicBezTo>
                      <a:cubicBezTo>
                        <a:pt x="22" y="24"/>
                        <a:pt x="24" y="28"/>
                        <a:pt x="26" y="33"/>
                      </a:cubicBezTo>
                      <a:cubicBezTo>
                        <a:pt x="31" y="45"/>
                        <a:pt x="33" y="49"/>
                        <a:pt x="35" y="49"/>
                      </a:cubicBezTo>
                      <a:cubicBezTo>
                        <a:pt x="36" y="49"/>
                        <a:pt x="36" y="49"/>
                        <a:pt x="36" y="49"/>
                      </a:cubicBezTo>
                      <a:cubicBezTo>
                        <a:pt x="37" y="48"/>
                        <a:pt x="40" y="46"/>
                        <a:pt x="46" y="41"/>
                      </a:cubicBezTo>
                      <a:cubicBezTo>
                        <a:pt x="51" y="38"/>
                        <a:pt x="57" y="33"/>
                        <a:pt x="63" y="29"/>
                      </a:cubicBezTo>
                      <a:cubicBezTo>
                        <a:pt x="64" y="29"/>
                        <a:pt x="65" y="28"/>
                        <a:pt x="66" y="27"/>
                      </a:cubicBezTo>
                      <a:cubicBezTo>
                        <a:pt x="72" y="23"/>
                        <a:pt x="79" y="20"/>
                        <a:pt x="83" y="20"/>
                      </a:cubicBezTo>
                      <a:cubicBezTo>
                        <a:pt x="86" y="20"/>
                        <a:pt x="87" y="21"/>
                        <a:pt x="88" y="23"/>
                      </a:cubicBezTo>
                      <a:cubicBezTo>
                        <a:pt x="88" y="23"/>
                        <a:pt x="88" y="24"/>
                        <a:pt x="85" y="27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6" name="iṣľîďé"/>
              <p:cNvGrpSpPr/>
              <p:nvPr/>
            </p:nvGrpSpPr>
            <p:grpSpPr>
              <a:xfrm>
                <a:off x="4006816" y="3479570"/>
                <a:ext cx="447407" cy="322069"/>
                <a:chOff x="5141307" y="4268878"/>
                <a:chExt cx="447407" cy="322069"/>
              </a:xfrm>
            </p:grpSpPr>
            <p:sp>
              <p:nvSpPr>
                <p:cNvPr id="77" name="îṥľïḑê"/>
                <p:cNvSpPr/>
                <p:nvPr/>
              </p:nvSpPr>
              <p:spPr bwMode="auto">
                <a:xfrm>
                  <a:off x="5141307" y="4268878"/>
                  <a:ext cx="339521" cy="225290"/>
                </a:xfrm>
                <a:custGeom>
                  <a:avLst/>
                  <a:gdLst>
                    <a:gd name="T0" fmla="*/ 5 w 90"/>
                    <a:gd name="T1" fmla="*/ 60 h 60"/>
                    <a:gd name="T2" fmla="*/ 10 w 90"/>
                    <a:gd name="T3" fmla="*/ 43 h 60"/>
                    <a:gd name="T4" fmla="*/ 0 w 90"/>
                    <a:gd name="T5" fmla="*/ 26 h 60"/>
                    <a:gd name="T6" fmla="*/ 45 w 90"/>
                    <a:gd name="T7" fmla="*/ 0 h 60"/>
                    <a:gd name="T8" fmla="*/ 90 w 90"/>
                    <a:gd name="T9" fmla="*/ 26 h 60"/>
                    <a:gd name="T10" fmla="*/ 45 w 90"/>
                    <a:gd name="T11" fmla="*/ 52 h 60"/>
                    <a:gd name="T12" fmla="*/ 35 w 90"/>
                    <a:gd name="T13" fmla="*/ 52 h 60"/>
                    <a:gd name="T14" fmla="*/ 5 w 90"/>
                    <a:gd name="T15" fmla="*/ 60 h 60"/>
                    <a:gd name="T16" fmla="*/ 45 w 90"/>
                    <a:gd name="T17" fmla="*/ 3 h 60"/>
                    <a:gd name="T18" fmla="*/ 3 w 90"/>
                    <a:gd name="T19" fmla="*/ 26 h 60"/>
                    <a:gd name="T20" fmla="*/ 13 w 90"/>
                    <a:gd name="T21" fmla="*/ 41 h 60"/>
                    <a:gd name="T22" fmla="*/ 13 w 90"/>
                    <a:gd name="T23" fmla="*/ 42 h 60"/>
                    <a:gd name="T24" fmla="*/ 9 w 90"/>
                    <a:gd name="T25" fmla="*/ 56 h 60"/>
                    <a:gd name="T26" fmla="*/ 32 w 90"/>
                    <a:gd name="T27" fmla="*/ 49 h 60"/>
                    <a:gd name="T28" fmla="*/ 31 w 90"/>
                    <a:gd name="T29" fmla="*/ 48 h 60"/>
                    <a:gd name="T30" fmla="*/ 35 w 90"/>
                    <a:gd name="T31" fmla="*/ 49 h 60"/>
                    <a:gd name="T32" fmla="*/ 45 w 90"/>
                    <a:gd name="T33" fmla="*/ 49 h 60"/>
                    <a:gd name="T34" fmla="*/ 87 w 90"/>
                    <a:gd name="T35" fmla="*/ 26 h 60"/>
                    <a:gd name="T36" fmla="*/ 45 w 90"/>
                    <a:gd name="T37" fmla="*/ 3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0" h="60">
                      <a:moveTo>
                        <a:pt x="5" y="60"/>
                      </a:moveTo>
                      <a:cubicBezTo>
                        <a:pt x="10" y="43"/>
                        <a:pt x="10" y="43"/>
                        <a:pt x="10" y="43"/>
                      </a:cubicBezTo>
                      <a:cubicBezTo>
                        <a:pt x="3" y="38"/>
                        <a:pt x="0" y="32"/>
                        <a:pt x="0" y="26"/>
                      </a:cubicBezTo>
                      <a:cubicBezTo>
                        <a:pt x="0" y="12"/>
                        <a:pt x="20" y="0"/>
                        <a:pt x="45" y="0"/>
                      </a:cubicBezTo>
                      <a:cubicBezTo>
                        <a:pt x="70" y="0"/>
                        <a:pt x="90" y="12"/>
                        <a:pt x="90" y="26"/>
                      </a:cubicBezTo>
                      <a:cubicBezTo>
                        <a:pt x="90" y="41"/>
                        <a:pt x="70" y="52"/>
                        <a:pt x="45" y="52"/>
                      </a:cubicBezTo>
                      <a:cubicBezTo>
                        <a:pt x="42" y="52"/>
                        <a:pt x="38" y="52"/>
                        <a:pt x="35" y="52"/>
                      </a:cubicBezTo>
                      <a:lnTo>
                        <a:pt x="5" y="60"/>
                      </a:lnTo>
                      <a:close/>
                      <a:moveTo>
                        <a:pt x="45" y="3"/>
                      </a:moveTo>
                      <a:cubicBezTo>
                        <a:pt x="22" y="3"/>
                        <a:pt x="3" y="13"/>
                        <a:pt x="3" y="26"/>
                      </a:cubicBezTo>
                      <a:cubicBezTo>
                        <a:pt x="3" y="31"/>
                        <a:pt x="6" y="37"/>
                        <a:pt x="13" y="41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9" y="56"/>
                        <a:pt x="9" y="56"/>
                        <a:pt x="9" y="56"/>
                      </a:cubicBezTo>
                      <a:cubicBezTo>
                        <a:pt x="32" y="49"/>
                        <a:pt x="32" y="49"/>
                        <a:pt x="32" y="49"/>
                      </a:cubicBezTo>
                      <a:cubicBezTo>
                        <a:pt x="31" y="48"/>
                        <a:pt x="31" y="48"/>
                        <a:pt x="31" y="48"/>
                      </a:cubicBezTo>
                      <a:cubicBezTo>
                        <a:pt x="35" y="49"/>
                        <a:pt x="35" y="49"/>
                        <a:pt x="35" y="49"/>
                      </a:cubicBezTo>
                      <a:cubicBezTo>
                        <a:pt x="38" y="49"/>
                        <a:pt x="42" y="49"/>
                        <a:pt x="45" y="49"/>
                      </a:cubicBezTo>
                      <a:cubicBezTo>
                        <a:pt x="68" y="49"/>
                        <a:pt x="87" y="39"/>
                        <a:pt x="87" y="26"/>
                      </a:cubicBezTo>
                      <a:cubicBezTo>
                        <a:pt x="87" y="13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8" name="í$ļïḑe"/>
                <p:cNvSpPr/>
                <p:nvPr/>
              </p:nvSpPr>
              <p:spPr bwMode="auto">
                <a:xfrm>
                  <a:off x="5250779" y="4362484"/>
                  <a:ext cx="337935" cy="228463"/>
                </a:xfrm>
                <a:custGeom>
                  <a:avLst/>
                  <a:gdLst>
                    <a:gd name="T0" fmla="*/ 5 w 90"/>
                    <a:gd name="T1" fmla="*/ 61 h 61"/>
                    <a:gd name="T2" fmla="*/ 10 w 90"/>
                    <a:gd name="T3" fmla="*/ 44 h 61"/>
                    <a:gd name="T4" fmla="*/ 0 w 90"/>
                    <a:gd name="T5" fmla="*/ 27 h 61"/>
                    <a:gd name="T6" fmla="*/ 45 w 90"/>
                    <a:gd name="T7" fmla="*/ 0 h 61"/>
                    <a:gd name="T8" fmla="*/ 90 w 90"/>
                    <a:gd name="T9" fmla="*/ 27 h 61"/>
                    <a:gd name="T10" fmla="*/ 45 w 90"/>
                    <a:gd name="T11" fmla="*/ 53 h 61"/>
                    <a:gd name="T12" fmla="*/ 35 w 90"/>
                    <a:gd name="T13" fmla="*/ 53 h 61"/>
                    <a:gd name="T14" fmla="*/ 5 w 90"/>
                    <a:gd name="T15" fmla="*/ 61 h 61"/>
                    <a:gd name="T16" fmla="*/ 45 w 90"/>
                    <a:gd name="T17" fmla="*/ 3 h 61"/>
                    <a:gd name="T18" fmla="*/ 3 w 90"/>
                    <a:gd name="T19" fmla="*/ 27 h 61"/>
                    <a:gd name="T20" fmla="*/ 12 w 90"/>
                    <a:gd name="T21" fmla="*/ 42 h 61"/>
                    <a:gd name="T22" fmla="*/ 13 w 90"/>
                    <a:gd name="T23" fmla="*/ 42 h 61"/>
                    <a:gd name="T24" fmla="*/ 9 w 90"/>
                    <a:gd name="T25" fmla="*/ 57 h 61"/>
                    <a:gd name="T26" fmla="*/ 32 w 90"/>
                    <a:gd name="T27" fmla="*/ 50 h 61"/>
                    <a:gd name="T28" fmla="*/ 30 w 90"/>
                    <a:gd name="T29" fmla="*/ 49 h 61"/>
                    <a:gd name="T30" fmla="*/ 35 w 90"/>
                    <a:gd name="T31" fmla="*/ 49 h 61"/>
                    <a:gd name="T32" fmla="*/ 45 w 90"/>
                    <a:gd name="T33" fmla="*/ 50 h 61"/>
                    <a:gd name="T34" fmla="*/ 87 w 90"/>
                    <a:gd name="T35" fmla="*/ 27 h 61"/>
                    <a:gd name="T36" fmla="*/ 45 w 90"/>
                    <a:gd name="T37" fmla="*/ 3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90" h="61">
                      <a:moveTo>
                        <a:pt x="5" y="61"/>
                      </a:moveTo>
                      <a:cubicBezTo>
                        <a:pt x="10" y="44"/>
                        <a:pt x="10" y="44"/>
                        <a:pt x="10" y="44"/>
                      </a:cubicBezTo>
                      <a:cubicBezTo>
                        <a:pt x="3" y="39"/>
                        <a:pt x="0" y="33"/>
                        <a:pt x="0" y="27"/>
                      </a:cubicBezTo>
                      <a:cubicBezTo>
                        <a:pt x="0" y="12"/>
                        <a:pt x="20" y="0"/>
                        <a:pt x="45" y="0"/>
                      </a:cubicBezTo>
                      <a:cubicBezTo>
                        <a:pt x="70" y="0"/>
                        <a:pt x="90" y="12"/>
                        <a:pt x="90" y="27"/>
                      </a:cubicBezTo>
                      <a:cubicBezTo>
                        <a:pt x="90" y="41"/>
                        <a:pt x="70" y="53"/>
                        <a:pt x="45" y="53"/>
                      </a:cubicBezTo>
                      <a:cubicBezTo>
                        <a:pt x="42" y="53"/>
                        <a:pt x="38" y="53"/>
                        <a:pt x="35" y="53"/>
                      </a:cubicBezTo>
                      <a:lnTo>
                        <a:pt x="5" y="61"/>
                      </a:lnTo>
                      <a:close/>
                      <a:moveTo>
                        <a:pt x="45" y="3"/>
                      </a:moveTo>
                      <a:cubicBezTo>
                        <a:pt x="22" y="3"/>
                        <a:pt x="3" y="14"/>
                        <a:pt x="3" y="27"/>
                      </a:cubicBezTo>
                      <a:cubicBezTo>
                        <a:pt x="3" y="32"/>
                        <a:pt x="6" y="37"/>
                        <a:pt x="12" y="42"/>
                      </a:cubicBezTo>
                      <a:cubicBezTo>
                        <a:pt x="13" y="42"/>
                        <a:pt x="13" y="42"/>
                        <a:pt x="13" y="42"/>
                      </a:cubicBezTo>
                      <a:cubicBezTo>
                        <a:pt x="9" y="57"/>
                        <a:pt x="9" y="57"/>
                        <a:pt x="9" y="57"/>
                      </a:cubicBezTo>
                      <a:cubicBezTo>
                        <a:pt x="32" y="50"/>
                        <a:pt x="32" y="50"/>
                        <a:pt x="32" y="50"/>
                      </a:cubicBezTo>
                      <a:cubicBezTo>
                        <a:pt x="30" y="49"/>
                        <a:pt x="30" y="49"/>
                        <a:pt x="30" y="49"/>
                      </a:cubicBezTo>
                      <a:cubicBezTo>
                        <a:pt x="35" y="49"/>
                        <a:pt x="35" y="49"/>
                        <a:pt x="35" y="49"/>
                      </a:cubicBezTo>
                      <a:cubicBezTo>
                        <a:pt x="38" y="50"/>
                        <a:pt x="42" y="50"/>
                        <a:pt x="45" y="50"/>
                      </a:cubicBezTo>
                      <a:cubicBezTo>
                        <a:pt x="68" y="50"/>
                        <a:pt x="87" y="40"/>
                        <a:pt x="87" y="27"/>
                      </a:cubicBezTo>
                      <a:cubicBezTo>
                        <a:pt x="87" y="14"/>
                        <a:pt x="68" y="3"/>
                        <a:pt x="45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7" name="íşḷîḓe"/>
              <p:cNvGrpSpPr/>
              <p:nvPr/>
            </p:nvGrpSpPr>
            <p:grpSpPr>
              <a:xfrm>
                <a:off x="3748713" y="3953154"/>
                <a:ext cx="285578" cy="412502"/>
                <a:chOff x="4651064" y="4359311"/>
                <a:chExt cx="285578" cy="412502"/>
              </a:xfrm>
            </p:grpSpPr>
            <p:sp>
              <p:nvSpPr>
                <p:cNvPr id="72" name="iṧḻiḍè"/>
                <p:cNvSpPr/>
                <p:nvPr/>
              </p:nvSpPr>
              <p:spPr bwMode="auto">
                <a:xfrm>
                  <a:off x="4738324" y="4456090"/>
                  <a:ext cx="55530" cy="315723"/>
                </a:xfrm>
                <a:custGeom>
                  <a:avLst/>
                  <a:gdLst>
                    <a:gd name="T0" fmla="*/ 8 w 15"/>
                    <a:gd name="T1" fmla="*/ 84 h 84"/>
                    <a:gd name="T2" fmla="*/ 0 w 15"/>
                    <a:gd name="T3" fmla="*/ 76 h 84"/>
                    <a:gd name="T4" fmla="*/ 0 w 15"/>
                    <a:gd name="T5" fmla="*/ 8 h 84"/>
                    <a:gd name="T6" fmla="*/ 8 w 15"/>
                    <a:gd name="T7" fmla="*/ 0 h 84"/>
                    <a:gd name="T8" fmla="*/ 15 w 15"/>
                    <a:gd name="T9" fmla="*/ 8 h 84"/>
                    <a:gd name="T10" fmla="*/ 15 w 15"/>
                    <a:gd name="T11" fmla="*/ 76 h 84"/>
                    <a:gd name="T12" fmla="*/ 8 w 15"/>
                    <a:gd name="T13" fmla="*/ 84 h 84"/>
                    <a:gd name="T14" fmla="*/ 8 w 15"/>
                    <a:gd name="T15" fmla="*/ 3 h 84"/>
                    <a:gd name="T16" fmla="*/ 3 w 15"/>
                    <a:gd name="T17" fmla="*/ 8 h 84"/>
                    <a:gd name="T18" fmla="*/ 3 w 15"/>
                    <a:gd name="T19" fmla="*/ 76 h 84"/>
                    <a:gd name="T20" fmla="*/ 8 w 15"/>
                    <a:gd name="T21" fmla="*/ 81 h 84"/>
                    <a:gd name="T22" fmla="*/ 12 w 15"/>
                    <a:gd name="T23" fmla="*/ 76 h 84"/>
                    <a:gd name="T24" fmla="*/ 12 w 15"/>
                    <a:gd name="T25" fmla="*/ 8 h 84"/>
                    <a:gd name="T26" fmla="*/ 8 w 15"/>
                    <a:gd name="T27" fmla="*/ 3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5" h="84">
                      <a:moveTo>
                        <a:pt x="8" y="84"/>
                      </a:moveTo>
                      <a:cubicBezTo>
                        <a:pt x="4" y="84"/>
                        <a:pt x="0" y="80"/>
                        <a:pt x="0" y="76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4" y="0"/>
                        <a:pt x="8" y="0"/>
                      </a:cubicBezTo>
                      <a:cubicBezTo>
                        <a:pt x="12" y="0"/>
                        <a:pt x="15" y="3"/>
                        <a:pt x="15" y="8"/>
                      </a:cubicBezTo>
                      <a:cubicBezTo>
                        <a:pt x="15" y="76"/>
                        <a:pt x="15" y="76"/>
                        <a:pt x="15" y="76"/>
                      </a:cubicBezTo>
                      <a:cubicBezTo>
                        <a:pt x="15" y="80"/>
                        <a:pt x="12" y="84"/>
                        <a:pt x="8" y="84"/>
                      </a:cubicBezTo>
                      <a:close/>
                      <a:moveTo>
                        <a:pt x="8" y="3"/>
                      </a:moveTo>
                      <a:cubicBezTo>
                        <a:pt x="5" y="3"/>
                        <a:pt x="3" y="5"/>
                        <a:pt x="3" y="8"/>
                      </a:cubicBezTo>
                      <a:cubicBezTo>
                        <a:pt x="3" y="76"/>
                        <a:pt x="3" y="76"/>
                        <a:pt x="3" y="76"/>
                      </a:cubicBezTo>
                      <a:cubicBezTo>
                        <a:pt x="3" y="79"/>
                        <a:pt x="5" y="81"/>
                        <a:pt x="8" y="81"/>
                      </a:cubicBezTo>
                      <a:cubicBezTo>
                        <a:pt x="10" y="81"/>
                        <a:pt x="12" y="79"/>
                        <a:pt x="12" y="76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5"/>
                        <a:pt x="10" y="3"/>
                        <a:pt x="8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3" name="iślïdè"/>
                <p:cNvSpPr/>
                <p:nvPr/>
              </p:nvSpPr>
              <p:spPr bwMode="auto">
                <a:xfrm>
                  <a:off x="4820824" y="4524312"/>
                  <a:ext cx="55530" cy="247501"/>
                </a:xfrm>
                <a:custGeom>
                  <a:avLst/>
                  <a:gdLst>
                    <a:gd name="T0" fmla="*/ 7 w 15"/>
                    <a:gd name="T1" fmla="*/ 66 h 66"/>
                    <a:gd name="T2" fmla="*/ 0 w 15"/>
                    <a:gd name="T3" fmla="*/ 58 h 66"/>
                    <a:gd name="T4" fmla="*/ 0 w 15"/>
                    <a:gd name="T5" fmla="*/ 8 h 66"/>
                    <a:gd name="T6" fmla="*/ 7 w 15"/>
                    <a:gd name="T7" fmla="*/ 0 h 66"/>
                    <a:gd name="T8" fmla="*/ 15 w 15"/>
                    <a:gd name="T9" fmla="*/ 8 h 66"/>
                    <a:gd name="T10" fmla="*/ 15 w 15"/>
                    <a:gd name="T11" fmla="*/ 58 h 66"/>
                    <a:gd name="T12" fmla="*/ 7 w 15"/>
                    <a:gd name="T13" fmla="*/ 66 h 66"/>
                    <a:gd name="T14" fmla="*/ 7 w 15"/>
                    <a:gd name="T15" fmla="*/ 3 h 66"/>
                    <a:gd name="T16" fmla="*/ 3 w 15"/>
                    <a:gd name="T17" fmla="*/ 8 h 66"/>
                    <a:gd name="T18" fmla="*/ 3 w 15"/>
                    <a:gd name="T19" fmla="*/ 58 h 66"/>
                    <a:gd name="T20" fmla="*/ 7 w 15"/>
                    <a:gd name="T21" fmla="*/ 63 h 66"/>
                    <a:gd name="T22" fmla="*/ 12 w 15"/>
                    <a:gd name="T23" fmla="*/ 58 h 66"/>
                    <a:gd name="T24" fmla="*/ 12 w 15"/>
                    <a:gd name="T25" fmla="*/ 8 h 66"/>
                    <a:gd name="T26" fmla="*/ 7 w 15"/>
                    <a:gd name="T27" fmla="*/ 3 h 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5" h="66">
                      <a:moveTo>
                        <a:pt x="7" y="66"/>
                      </a:moveTo>
                      <a:cubicBezTo>
                        <a:pt x="3" y="66"/>
                        <a:pt x="0" y="62"/>
                        <a:pt x="0" y="58"/>
                      </a:cubicBez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1" y="0"/>
                        <a:pt x="15" y="3"/>
                        <a:pt x="15" y="8"/>
                      </a:cubicBezTo>
                      <a:cubicBezTo>
                        <a:pt x="15" y="58"/>
                        <a:pt x="15" y="58"/>
                        <a:pt x="15" y="58"/>
                      </a:cubicBezTo>
                      <a:cubicBezTo>
                        <a:pt x="15" y="62"/>
                        <a:pt x="11" y="66"/>
                        <a:pt x="7" y="66"/>
                      </a:cubicBezTo>
                      <a:close/>
                      <a:moveTo>
                        <a:pt x="7" y="3"/>
                      </a:moveTo>
                      <a:cubicBezTo>
                        <a:pt x="5" y="3"/>
                        <a:pt x="3" y="5"/>
                        <a:pt x="3" y="8"/>
                      </a:cubicBezTo>
                      <a:cubicBezTo>
                        <a:pt x="3" y="58"/>
                        <a:pt x="3" y="58"/>
                        <a:pt x="3" y="58"/>
                      </a:cubicBezTo>
                      <a:cubicBezTo>
                        <a:pt x="3" y="61"/>
                        <a:pt x="5" y="63"/>
                        <a:pt x="7" y="63"/>
                      </a:cubicBezTo>
                      <a:cubicBezTo>
                        <a:pt x="10" y="63"/>
                        <a:pt x="12" y="61"/>
                        <a:pt x="12" y="58"/>
                      </a:cubicBezTo>
                      <a:cubicBezTo>
                        <a:pt x="12" y="8"/>
                        <a:pt x="12" y="8"/>
                        <a:pt x="12" y="8"/>
                      </a:cubicBezTo>
                      <a:cubicBezTo>
                        <a:pt x="12" y="5"/>
                        <a:pt x="10" y="3"/>
                        <a:pt x="7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4" name="îsľïḑè"/>
                <p:cNvSpPr/>
                <p:nvPr/>
              </p:nvSpPr>
              <p:spPr bwMode="auto">
                <a:xfrm>
                  <a:off x="4651064" y="4636957"/>
                  <a:ext cx="52356" cy="134856"/>
                </a:xfrm>
                <a:custGeom>
                  <a:avLst/>
                  <a:gdLst>
                    <a:gd name="T0" fmla="*/ 7 w 14"/>
                    <a:gd name="T1" fmla="*/ 36 h 36"/>
                    <a:gd name="T2" fmla="*/ 0 w 14"/>
                    <a:gd name="T3" fmla="*/ 28 h 36"/>
                    <a:gd name="T4" fmla="*/ 0 w 14"/>
                    <a:gd name="T5" fmla="*/ 7 h 36"/>
                    <a:gd name="T6" fmla="*/ 7 w 14"/>
                    <a:gd name="T7" fmla="*/ 0 h 36"/>
                    <a:gd name="T8" fmla="*/ 14 w 14"/>
                    <a:gd name="T9" fmla="*/ 7 h 36"/>
                    <a:gd name="T10" fmla="*/ 14 w 14"/>
                    <a:gd name="T11" fmla="*/ 28 h 36"/>
                    <a:gd name="T12" fmla="*/ 7 w 14"/>
                    <a:gd name="T13" fmla="*/ 36 h 36"/>
                    <a:gd name="T14" fmla="*/ 7 w 14"/>
                    <a:gd name="T15" fmla="*/ 3 h 36"/>
                    <a:gd name="T16" fmla="*/ 3 w 14"/>
                    <a:gd name="T17" fmla="*/ 7 h 36"/>
                    <a:gd name="T18" fmla="*/ 3 w 14"/>
                    <a:gd name="T19" fmla="*/ 28 h 36"/>
                    <a:gd name="T20" fmla="*/ 7 w 14"/>
                    <a:gd name="T21" fmla="*/ 33 h 36"/>
                    <a:gd name="T22" fmla="*/ 11 w 14"/>
                    <a:gd name="T23" fmla="*/ 28 h 36"/>
                    <a:gd name="T24" fmla="*/ 11 w 14"/>
                    <a:gd name="T25" fmla="*/ 7 h 36"/>
                    <a:gd name="T26" fmla="*/ 7 w 14"/>
                    <a:gd name="T27" fmla="*/ 3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4" h="36">
                      <a:moveTo>
                        <a:pt x="7" y="36"/>
                      </a:moveTo>
                      <a:cubicBezTo>
                        <a:pt x="3" y="36"/>
                        <a:pt x="0" y="32"/>
                        <a:pt x="0" y="28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11" y="0"/>
                        <a:pt x="14" y="3"/>
                        <a:pt x="14" y="7"/>
                      </a:cubicBezTo>
                      <a:cubicBezTo>
                        <a:pt x="14" y="28"/>
                        <a:pt x="14" y="28"/>
                        <a:pt x="14" y="28"/>
                      </a:cubicBezTo>
                      <a:cubicBezTo>
                        <a:pt x="14" y="32"/>
                        <a:pt x="11" y="36"/>
                        <a:pt x="7" y="36"/>
                      </a:cubicBezTo>
                      <a:close/>
                      <a:moveTo>
                        <a:pt x="7" y="3"/>
                      </a:moveTo>
                      <a:cubicBezTo>
                        <a:pt x="5" y="3"/>
                        <a:pt x="3" y="5"/>
                        <a:pt x="3" y="7"/>
                      </a:cubicBezTo>
                      <a:cubicBezTo>
                        <a:pt x="3" y="28"/>
                        <a:pt x="3" y="28"/>
                        <a:pt x="3" y="28"/>
                      </a:cubicBezTo>
                      <a:cubicBezTo>
                        <a:pt x="3" y="31"/>
                        <a:pt x="5" y="33"/>
                        <a:pt x="7" y="33"/>
                      </a:cubicBezTo>
                      <a:cubicBezTo>
                        <a:pt x="9" y="33"/>
                        <a:pt x="11" y="31"/>
                        <a:pt x="11" y="2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11" y="5"/>
                        <a:pt x="9" y="3"/>
                        <a:pt x="7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5" name="îṩlíḓé"/>
                <p:cNvSpPr/>
                <p:nvPr/>
              </p:nvSpPr>
              <p:spPr bwMode="auto">
                <a:xfrm>
                  <a:off x="4651064" y="4359311"/>
                  <a:ext cx="285578" cy="118991"/>
                </a:xfrm>
                <a:custGeom>
                  <a:avLst/>
                  <a:gdLst>
                    <a:gd name="T0" fmla="*/ 2 w 180"/>
                    <a:gd name="T1" fmla="*/ 75 h 75"/>
                    <a:gd name="T2" fmla="*/ 0 w 180"/>
                    <a:gd name="T3" fmla="*/ 68 h 75"/>
                    <a:gd name="T4" fmla="*/ 97 w 180"/>
                    <a:gd name="T5" fmla="*/ 19 h 75"/>
                    <a:gd name="T6" fmla="*/ 114 w 180"/>
                    <a:gd name="T7" fmla="*/ 42 h 75"/>
                    <a:gd name="T8" fmla="*/ 159 w 180"/>
                    <a:gd name="T9" fmla="*/ 7 h 75"/>
                    <a:gd name="T10" fmla="*/ 152 w 180"/>
                    <a:gd name="T11" fmla="*/ 7 h 75"/>
                    <a:gd name="T12" fmla="*/ 152 w 180"/>
                    <a:gd name="T13" fmla="*/ 0 h 75"/>
                    <a:gd name="T14" fmla="*/ 180 w 180"/>
                    <a:gd name="T15" fmla="*/ 0 h 75"/>
                    <a:gd name="T16" fmla="*/ 112 w 180"/>
                    <a:gd name="T17" fmla="*/ 52 h 75"/>
                    <a:gd name="T18" fmla="*/ 95 w 180"/>
                    <a:gd name="T19" fmla="*/ 28 h 75"/>
                    <a:gd name="T20" fmla="*/ 2 w 180"/>
                    <a:gd name="T21" fmla="*/ 75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80" h="75">
                      <a:moveTo>
                        <a:pt x="2" y="75"/>
                      </a:moveTo>
                      <a:lnTo>
                        <a:pt x="0" y="68"/>
                      </a:lnTo>
                      <a:lnTo>
                        <a:pt x="97" y="19"/>
                      </a:lnTo>
                      <a:lnTo>
                        <a:pt x="114" y="42"/>
                      </a:lnTo>
                      <a:lnTo>
                        <a:pt x="159" y="7"/>
                      </a:lnTo>
                      <a:lnTo>
                        <a:pt x="152" y="7"/>
                      </a:lnTo>
                      <a:lnTo>
                        <a:pt x="152" y="0"/>
                      </a:lnTo>
                      <a:lnTo>
                        <a:pt x="180" y="0"/>
                      </a:lnTo>
                      <a:lnTo>
                        <a:pt x="112" y="52"/>
                      </a:lnTo>
                      <a:lnTo>
                        <a:pt x="95" y="28"/>
                      </a:lnTo>
                      <a:lnTo>
                        <a:pt x="2" y="7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6" name="îś1îḍè"/>
                <p:cNvSpPr/>
                <p:nvPr/>
              </p:nvSpPr>
              <p:spPr bwMode="auto">
                <a:xfrm>
                  <a:off x="4906498" y="4362484"/>
                  <a:ext cx="23799" cy="30144"/>
                </a:xfrm>
                <a:custGeom>
                  <a:avLst/>
                  <a:gdLst>
                    <a:gd name="T0" fmla="*/ 8 w 15"/>
                    <a:gd name="T1" fmla="*/ 19 h 19"/>
                    <a:gd name="T2" fmla="*/ 0 w 15"/>
                    <a:gd name="T3" fmla="*/ 17 h 19"/>
                    <a:gd name="T4" fmla="*/ 8 w 15"/>
                    <a:gd name="T5" fmla="*/ 0 h 19"/>
                    <a:gd name="T6" fmla="*/ 15 w 15"/>
                    <a:gd name="T7" fmla="*/ 2 h 19"/>
                    <a:gd name="T8" fmla="*/ 8 w 15"/>
                    <a:gd name="T9" fmla="*/ 19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9">
                      <a:moveTo>
                        <a:pt x="8" y="19"/>
                      </a:moveTo>
                      <a:lnTo>
                        <a:pt x="0" y="17"/>
                      </a:lnTo>
                      <a:lnTo>
                        <a:pt x="8" y="0"/>
                      </a:lnTo>
                      <a:lnTo>
                        <a:pt x="15" y="2"/>
                      </a:lnTo>
                      <a:lnTo>
                        <a:pt x="8" y="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8" name="í$ľîḓe"/>
              <p:cNvGrpSpPr/>
              <p:nvPr/>
            </p:nvGrpSpPr>
            <p:grpSpPr>
              <a:xfrm>
                <a:off x="3835973" y="2208213"/>
                <a:ext cx="490243" cy="463271"/>
                <a:chOff x="5607752" y="3426422"/>
                <a:chExt cx="490243" cy="463271"/>
              </a:xfrm>
            </p:grpSpPr>
            <p:sp>
              <p:nvSpPr>
                <p:cNvPr id="64" name="iṩḷíḓè"/>
                <p:cNvSpPr/>
                <p:nvPr/>
              </p:nvSpPr>
              <p:spPr bwMode="auto">
                <a:xfrm>
                  <a:off x="5607752" y="3426422"/>
                  <a:ext cx="490243" cy="463271"/>
                </a:xfrm>
                <a:custGeom>
                  <a:avLst/>
                  <a:gdLst>
                    <a:gd name="T0" fmla="*/ 86 w 130"/>
                    <a:gd name="T1" fmla="*/ 123 h 123"/>
                    <a:gd name="T2" fmla="*/ 0 w 130"/>
                    <a:gd name="T3" fmla="*/ 102 h 123"/>
                    <a:gd name="T4" fmla="*/ 3 w 130"/>
                    <a:gd name="T5" fmla="*/ 100 h 123"/>
                    <a:gd name="T6" fmla="*/ 54 w 130"/>
                    <a:gd name="T7" fmla="*/ 1 h 123"/>
                    <a:gd name="T8" fmla="*/ 54 w 130"/>
                    <a:gd name="T9" fmla="*/ 0 h 123"/>
                    <a:gd name="T10" fmla="*/ 130 w 130"/>
                    <a:gd name="T11" fmla="*/ 18 h 123"/>
                    <a:gd name="T12" fmla="*/ 130 w 130"/>
                    <a:gd name="T13" fmla="*/ 20 h 123"/>
                    <a:gd name="T14" fmla="*/ 86 w 130"/>
                    <a:gd name="T15" fmla="*/ 123 h 123"/>
                    <a:gd name="T16" fmla="*/ 7 w 130"/>
                    <a:gd name="T17" fmla="*/ 101 h 123"/>
                    <a:gd name="T18" fmla="*/ 86 w 130"/>
                    <a:gd name="T19" fmla="*/ 120 h 123"/>
                    <a:gd name="T20" fmla="*/ 127 w 130"/>
                    <a:gd name="T21" fmla="*/ 20 h 123"/>
                    <a:gd name="T22" fmla="*/ 56 w 130"/>
                    <a:gd name="T23" fmla="*/ 4 h 123"/>
                    <a:gd name="T24" fmla="*/ 7 w 130"/>
                    <a:gd name="T25" fmla="*/ 101 h 1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0" h="123">
                      <a:moveTo>
                        <a:pt x="86" y="123"/>
                      </a:moveTo>
                      <a:cubicBezTo>
                        <a:pt x="0" y="102"/>
                        <a:pt x="0" y="102"/>
                        <a:pt x="0" y="102"/>
                      </a:cubicBezTo>
                      <a:cubicBezTo>
                        <a:pt x="3" y="100"/>
                        <a:pt x="3" y="100"/>
                        <a:pt x="3" y="100"/>
                      </a:cubicBezTo>
                      <a:cubicBezTo>
                        <a:pt x="28" y="85"/>
                        <a:pt x="53" y="2"/>
                        <a:pt x="54" y="1"/>
                      </a:cubicBezTo>
                      <a:cubicBezTo>
                        <a:pt x="54" y="0"/>
                        <a:pt x="54" y="0"/>
                        <a:pt x="54" y="0"/>
                      </a:cubicBezTo>
                      <a:cubicBezTo>
                        <a:pt x="130" y="18"/>
                        <a:pt x="130" y="18"/>
                        <a:pt x="130" y="18"/>
                      </a:cubicBezTo>
                      <a:cubicBezTo>
                        <a:pt x="130" y="20"/>
                        <a:pt x="130" y="20"/>
                        <a:pt x="130" y="20"/>
                      </a:cubicBezTo>
                      <a:cubicBezTo>
                        <a:pt x="117" y="108"/>
                        <a:pt x="88" y="122"/>
                        <a:pt x="86" y="123"/>
                      </a:cubicBezTo>
                      <a:close/>
                      <a:moveTo>
                        <a:pt x="7" y="101"/>
                      </a:moveTo>
                      <a:cubicBezTo>
                        <a:pt x="86" y="120"/>
                        <a:pt x="86" y="120"/>
                        <a:pt x="86" y="120"/>
                      </a:cubicBezTo>
                      <a:cubicBezTo>
                        <a:pt x="89" y="117"/>
                        <a:pt x="115" y="100"/>
                        <a:pt x="127" y="20"/>
                      </a:cubicBezTo>
                      <a:cubicBezTo>
                        <a:pt x="56" y="4"/>
                        <a:pt x="56" y="4"/>
                        <a:pt x="56" y="4"/>
                      </a:cubicBezTo>
                      <a:cubicBezTo>
                        <a:pt x="53" y="14"/>
                        <a:pt x="30" y="82"/>
                        <a:pt x="7" y="101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5" name="íṡliḍe"/>
                <p:cNvSpPr/>
                <p:nvPr/>
              </p:nvSpPr>
              <p:spPr bwMode="auto">
                <a:xfrm>
                  <a:off x="5829869" y="3516854"/>
                  <a:ext cx="193559" cy="57115"/>
                </a:xfrm>
                <a:custGeom>
                  <a:avLst/>
                  <a:gdLst>
                    <a:gd name="T0" fmla="*/ 122 w 122"/>
                    <a:gd name="T1" fmla="*/ 36 h 36"/>
                    <a:gd name="T2" fmla="*/ 0 w 122"/>
                    <a:gd name="T3" fmla="*/ 7 h 36"/>
                    <a:gd name="T4" fmla="*/ 3 w 122"/>
                    <a:gd name="T5" fmla="*/ 0 h 36"/>
                    <a:gd name="T6" fmla="*/ 122 w 122"/>
                    <a:gd name="T7" fmla="*/ 29 h 36"/>
                    <a:gd name="T8" fmla="*/ 122 w 122"/>
                    <a:gd name="T9" fmla="*/ 36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36">
                      <a:moveTo>
                        <a:pt x="122" y="36"/>
                      </a:move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122" y="29"/>
                      </a:lnTo>
                      <a:lnTo>
                        <a:pt x="122" y="3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6" name="îŝľïdé"/>
                <p:cNvSpPr/>
                <p:nvPr/>
              </p:nvSpPr>
              <p:spPr bwMode="auto">
                <a:xfrm>
                  <a:off x="5823523" y="3558104"/>
                  <a:ext cx="176108" cy="52355"/>
                </a:xfrm>
                <a:custGeom>
                  <a:avLst/>
                  <a:gdLst>
                    <a:gd name="T0" fmla="*/ 111 w 111"/>
                    <a:gd name="T1" fmla="*/ 33 h 33"/>
                    <a:gd name="T2" fmla="*/ 0 w 111"/>
                    <a:gd name="T3" fmla="*/ 7 h 33"/>
                    <a:gd name="T4" fmla="*/ 0 w 111"/>
                    <a:gd name="T5" fmla="*/ 0 h 33"/>
                    <a:gd name="T6" fmla="*/ 111 w 111"/>
                    <a:gd name="T7" fmla="*/ 26 h 33"/>
                    <a:gd name="T8" fmla="*/ 111 w 111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33">
                      <a:moveTo>
                        <a:pt x="111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1" y="26"/>
                      </a:lnTo>
                      <a:lnTo>
                        <a:pt x="111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7" name="îṩļide"/>
                <p:cNvSpPr/>
                <p:nvPr/>
              </p:nvSpPr>
              <p:spPr bwMode="auto">
                <a:xfrm>
                  <a:off x="5812417" y="3604115"/>
                  <a:ext cx="176108" cy="52355"/>
                </a:xfrm>
                <a:custGeom>
                  <a:avLst/>
                  <a:gdLst>
                    <a:gd name="T0" fmla="*/ 111 w 111"/>
                    <a:gd name="T1" fmla="*/ 33 h 33"/>
                    <a:gd name="T2" fmla="*/ 0 w 111"/>
                    <a:gd name="T3" fmla="*/ 7 h 33"/>
                    <a:gd name="T4" fmla="*/ 0 w 111"/>
                    <a:gd name="T5" fmla="*/ 0 h 33"/>
                    <a:gd name="T6" fmla="*/ 111 w 111"/>
                    <a:gd name="T7" fmla="*/ 26 h 33"/>
                    <a:gd name="T8" fmla="*/ 111 w 111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1" h="33">
                      <a:moveTo>
                        <a:pt x="111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1" y="26"/>
                      </a:lnTo>
                      <a:lnTo>
                        <a:pt x="111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8" name="ïš1íḑe"/>
                <p:cNvSpPr/>
                <p:nvPr/>
              </p:nvSpPr>
              <p:spPr bwMode="auto">
                <a:xfrm>
                  <a:off x="5788618" y="3634259"/>
                  <a:ext cx="177693" cy="52355"/>
                </a:xfrm>
                <a:custGeom>
                  <a:avLst/>
                  <a:gdLst>
                    <a:gd name="T0" fmla="*/ 112 w 112"/>
                    <a:gd name="T1" fmla="*/ 33 h 33"/>
                    <a:gd name="T2" fmla="*/ 0 w 112"/>
                    <a:gd name="T3" fmla="*/ 7 h 33"/>
                    <a:gd name="T4" fmla="*/ 0 w 112"/>
                    <a:gd name="T5" fmla="*/ 0 h 33"/>
                    <a:gd name="T6" fmla="*/ 112 w 112"/>
                    <a:gd name="T7" fmla="*/ 26 h 33"/>
                    <a:gd name="T8" fmla="*/ 112 w 112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2" h="33">
                      <a:moveTo>
                        <a:pt x="112" y="33"/>
                      </a:moveTo>
                      <a:lnTo>
                        <a:pt x="0" y="7"/>
                      </a:lnTo>
                      <a:lnTo>
                        <a:pt x="0" y="0"/>
                      </a:lnTo>
                      <a:lnTo>
                        <a:pt x="112" y="26"/>
                      </a:lnTo>
                      <a:lnTo>
                        <a:pt x="112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9" name="íṥḻïḓé"/>
                <p:cNvSpPr/>
                <p:nvPr/>
              </p:nvSpPr>
              <p:spPr bwMode="auto">
                <a:xfrm>
                  <a:off x="5769579" y="3675509"/>
                  <a:ext cx="180866" cy="52355"/>
                </a:xfrm>
                <a:custGeom>
                  <a:avLst/>
                  <a:gdLst>
                    <a:gd name="T0" fmla="*/ 112 w 114"/>
                    <a:gd name="T1" fmla="*/ 33 h 33"/>
                    <a:gd name="T2" fmla="*/ 0 w 114"/>
                    <a:gd name="T3" fmla="*/ 7 h 33"/>
                    <a:gd name="T4" fmla="*/ 3 w 114"/>
                    <a:gd name="T5" fmla="*/ 0 h 33"/>
                    <a:gd name="T6" fmla="*/ 114 w 114"/>
                    <a:gd name="T7" fmla="*/ 28 h 33"/>
                    <a:gd name="T8" fmla="*/ 112 w 114"/>
                    <a:gd name="T9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14" h="33">
                      <a:moveTo>
                        <a:pt x="112" y="33"/>
                      </a:moveTo>
                      <a:lnTo>
                        <a:pt x="0" y="7"/>
                      </a:lnTo>
                      <a:lnTo>
                        <a:pt x="3" y="0"/>
                      </a:lnTo>
                      <a:lnTo>
                        <a:pt x="114" y="28"/>
                      </a:lnTo>
                      <a:lnTo>
                        <a:pt x="112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0" name="îśliḍè"/>
                <p:cNvSpPr/>
                <p:nvPr/>
              </p:nvSpPr>
              <p:spPr bwMode="auto">
                <a:xfrm>
                  <a:off x="5980591" y="3434354"/>
                  <a:ext cx="76154" cy="90433"/>
                </a:xfrm>
                <a:custGeom>
                  <a:avLst/>
                  <a:gdLst>
                    <a:gd name="T0" fmla="*/ 0 w 48"/>
                    <a:gd name="T1" fmla="*/ 38 h 57"/>
                    <a:gd name="T2" fmla="*/ 29 w 48"/>
                    <a:gd name="T3" fmla="*/ 0 h 57"/>
                    <a:gd name="T4" fmla="*/ 48 w 48"/>
                    <a:gd name="T5" fmla="*/ 12 h 57"/>
                    <a:gd name="T6" fmla="*/ 12 w 48"/>
                    <a:gd name="T7" fmla="*/ 57 h 57"/>
                    <a:gd name="T8" fmla="*/ 0 w 48"/>
                    <a:gd name="T9" fmla="*/ 38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8" h="57">
                      <a:moveTo>
                        <a:pt x="0" y="38"/>
                      </a:moveTo>
                      <a:lnTo>
                        <a:pt x="29" y="0"/>
                      </a:lnTo>
                      <a:lnTo>
                        <a:pt x="48" y="12"/>
                      </a:lnTo>
                      <a:lnTo>
                        <a:pt x="12" y="57"/>
                      </a:ln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71" name="iṥḻiḓê"/>
                <p:cNvSpPr/>
                <p:nvPr/>
              </p:nvSpPr>
              <p:spPr bwMode="auto">
                <a:xfrm>
                  <a:off x="5974244" y="3426422"/>
                  <a:ext cx="93606" cy="106298"/>
                </a:xfrm>
                <a:custGeom>
                  <a:avLst/>
                  <a:gdLst>
                    <a:gd name="T0" fmla="*/ 14 w 59"/>
                    <a:gd name="T1" fmla="*/ 67 h 67"/>
                    <a:gd name="T2" fmla="*/ 0 w 59"/>
                    <a:gd name="T3" fmla="*/ 43 h 67"/>
                    <a:gd name="T4" fmla="*/ 33 w 59"/>
                    <a:gd name="T5" fmla="*/ 0 h 67"/>
                    <a:gd name="T6" fmla="*/ 59 w 59"/>
                    <a:gd name="T7" fmla="*/ 15 h 67"/>
                    <a:gd name="T8" fmla="*/ 14 w 59"/>
                    <a:gd name="T9" fmla="*/ 67 h 67"/>
                    <a:gd name="T10" fmla="*/ 9 w 59"/>
                    <a:gd name="T11" fmla="*/ 45 h 67"/>
                    <a:gd name="T12" fmla="*/ 16 w 59"/>
                    <a:gd name="T13" fmla="*/ 55 h 67"/>
                    <a:gd name="T14" fmla="*/ 47 w 59"/>
                    <a:gd name="T15" fmla="*/ 17 h 67"/>
                    <a:gd name="T16" fmla="*/ 35 w 59"/>
                    <a:gd name="T17" fmla="*/ 10 h 67"/>
                    <a:gd name="T18" fmla="*/ 9 w 59"/>
                    <a:gd name="T19" fmla="*/ 45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9" h="67">
                      <a:moveTo>
                        <a:pt x="14" y="67"/>
                      </a:moveTo>
                      <a:lnTo>
                        <a:pt x="0" y="43"/>
                      </a:lnTo>
                      <a:lnTo>
                        <a:pt x="33" y="0"/>
                      </a:lnTo>
                      <a:lnTo>
                        <a:pt x="59" y="15"/>
                      </a:lnTo>
                      <a:lnTo>
                        <a:pt x="14" y="67"/>
                      </a:lnTo>
                      <a:close/>
                      <a:moveTo>
                        <a:pt x="9" y="45"/>
                      </a:moveTo>
                      <a:lnTo>
                        <a:pt x="16" y="55"/>
                      </a:lnTo>
                      <a:lnTo>
                        <a:pt x="47" y="17"/>
                      </a:lnTo>
                      <a:lnTo>
                        <a:pt x="35" y="10"/>
                      </a:lnTo>
                      <a:lnTo>
                        <a:pt x="9" y="4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49" name="ïṡliḑè"/>
              <p:cNvGrpSpPr/>
              <p:nvPr/>
            </p:nvGrpSpPr>
            <p:grpSpPr>
              <a:xfrm>
                <a:off x="4009701" y="3982239"/>
                <a:ext cx="547357" cy="255434"/>
                <a:chOff x="5057221" y="3151948"/>
                <a:chExt cx="547357" cy="255434"/>
              </a:xfrm>
            </p:grpSpPr>
            <p:sp>
              <p:nvSpPr>
                <p:cNvPr id="59" name="iŝ1íďê"/>
                <p:cNvSpPr/>
                <p:nvPr/>
              </p:nvSpPr>
              <p:spPr bwMode="auto">
                <a:xfrm>
                  <a:off x="5220634" y="3151948"/>
                  <a:ext cx="383944" cy="255434"/>
                </a:xfrm>
                <a:custGeom>
                  <a:avLst/>
                  <a:gdLst>
                    <a:gd name="T0" fmla="*/ 53 w 102"/>
                    <a:gd name="T1" fmla="*/ 68 h 68"/>
                    <a:gd name="T2" fmla="*/ 53 w 102"/>
                    <a:gd name="T3" fmla="*/ 68 h 68"/>
                    <a:gd name="T4" fmla="*/ 19 w 102"/>
                    <a:gd name="T5" fmla="*/ 67 h 68"/>
                    <a:gd name="T6" fmla="*/ 6 w 102"/>
                    <a:gd name="T7" fmla="*/ 4 h 68"/>
                    <a:gd name="T8" fmla="*/ 6 w 102"/>
                    <a:gd name="T9" fmla="*/ 3 h 68"/>
                    <a:gd name="T10" fmla="*/ 11 w 102"/>
                    <a:gd name="T11" fmla="*/ 2 h 68"/>
                    <a:gd name="T12" fmla="*/ 62 w 102"/>
                    <a:gd name="T13" fmla="*/ 0 h 68"/>
                    <a:gd name="T14" fmla="*/ 89 w 102"/>
                    <a:gd name="T15" fmla="*/ 3 h 68"/>
                    <a:gd name="T16" fmla="*/ 94 w 102"/>
                    <a:gd name="T17" fmla="*/ 66 h 68"/>
                    <a:gd name="T18" fmla="*/ 94 w 102"/>
                    <a:gd name="T19" fmla="*/ 67 h 68"/>
                    <a:gd name="T20" fmla="*/ 93 w 102"/>
                    <a:gd name="T21" fmla="*/ 67 h 68"/>
                    <a:gd name="T22" fmla="*/ 53 w 102"/>
                    <a:gd name="T23" fmla="*/ 68 h 68"/>
                    <a:gd name="T24" fmla="*/ 9 w 102"/>
                    <a:gd name="T25" fmla="*/ 6 h 68"/>
                    <a:gd name="T26" fmla="*/ 19 w 102"/>
                    <a:gd name="T27" fmla="*/ 64 h 68"/>
                    <a:gd name="T28" fmla="*/ 53 w 102"/>
                    <a:gd name="T29" fmla="*/ 65 h 68"/>
                    <a:gd name="T30" fmla="*/ 91 w 102"/>
                    <a:gd name="T31" fmla="*/ 64 h 68"/>
                    <a:gd name="T32" fmla="*/ 88 w 102"/>
                    <a:gd name="T33" fmla="*/ 6 h 68"/>
                    <a:gd name="T34" fmla="*/ 62 w 102"/>
                    <a:gd name="T35" fmla="*/ 3 h 68"/>
                    <a:gd name="T36" fmla="*/ 12 w 102"/>
                    <a:gd name="T37" fmla="*/ 5 h 68"/>
                    <a:gd name="T38" fmla="*/ 9 w 102"/>
                    <a:gd name="T39" fmla="*/ 6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102" h="68">
                      <a:moveTo>
                        <a:pt x="53" y="68"/>
                      </a:moveTo>
                      <a:cubicBezTo>
                        <a:pt x="53" y="68"/>
                        <a:pt x="53" y="68"/>
                        <a:pt x="53" y="68"/>
                      </a:cubicBezTo>
                      <a:cubicBezTo>
                        <a:pt x="36" y="68"/>
                        <a:pt x="25" y="67"/>
                        <a:pt x="19" y="67"/>
                      </a:cubicBezTo>
                      <a:cubicBezTo>
                        <a:pt x="0" y="64"/>
                        <a:pt x="5" y="10"/>
                        <a:pt x="6" y="4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11" y="2"/>
                        <a:pt x="11" y="2"/>
                        <a:pt x="11" y="2"/>
                      </a:cubicBezTo>
                      <a:cubicBezTo>
                        <a:pt x="20" y="2"/>
                        <a:pt x="43" y="0"/>
                        <a:pt x="62" y="0"/>
                      </a:cubicBezTo>
                      <a:cubicBezTo>
                        <a:pt x="76" y="0"/>
                        <a:pt x="85" y="1"/>
                        <a:pt x="89" y="3"/>
                      </a:cubicBezTo>
                      <a:cubicBezTo>
                        <a:pt x="102" y="10"/>
                        <a:pt x="95" y="60"/>
                        <a:pt x="94" y="66"/>
                      </a:cubicBezTo>
                      <a:cubicBezTo>
                        <a:pt x="94" y="67"/>
                        <a:pt x="94" y="67"/>
                        <a:pt x="94" y="67"/>
                      </a:cubicBezTo>
                      <a:cubicBezTo>
                        <a:pt x="93" y="67"/>
                        <a:pt x="93" y="67"/>
                        <a:pt x="93" y="67"/>
                      </a:cubicBezTo>
                      <a:cubicBezTo>
                        <a:pt x="93" y="67"/>
                        <a:pt x="72" y="68"/>
                        <a:pt x="53" y="68"/>
                      </a:cubicBezTo>
                      <a:close/>
                      <a:moveTo>
                        <a:pt x="9" y="6"/>
                      </a:moveTo>
                      <a:cubicBezTo>
                        <a:pt x="7" y="22"/>
                        <a:pt x="6" y="62"/>
                        <a:pt x="19" y="64"/>
                      </a:cubicBezTo>
                      <a:cubicBezTo>
                        <a:pt x="25" y="64"/>
                        <a:pt x="37" y="65"/>
                        <a:pt x="53" y="65"/>
                      </a:cubicBezTo>
                      <a:cubicBezTo>
                        <a:pt x="70" y="65"/>
                        <a:pt x="87" y="64"/>
                        <a:pt x="91" y="64"/>
                      </a:cubicBezTo>
                      <a:cubicBezTo>
                        <a:pt x="93" y="48"/>
                        <a:pt x="96" y="10"/>
                        <a:pt x="88" y="6"/>
                      </a:cubicBezTo>
                      <a:cubicBezTo>
                        <a:pt x="85" y="4"/>
                        <a:pt x="79" y="3"/>
                        <a:pt x="62" y="3"/>
                      </a:cubicBezTo>
                      <a:cubicBezTo>
                        <a:pt x="43" y="3"/>
                        <a:pt x="20" y="5"/>
                        <a:pt x="12" y="5"/>
                      </a:cubicBezTo>
                      <a:lnTo>
                        <a:pt x="9" y="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0" name="îSľîḍê"/>
                <p:cNvSpPr/>
                <p:nvPr/>
              </p:nvSpPr>
              <p:spPr bwMode="auto">
                <a:xfrm>
                  <a:off x="5242846" y="3164641"/>
                  <a:ext cx="312550" cy="123751"/>
                </a:xfrm>
                <a:custGeom>
                  <a:avLst/>
                  <a:gdLst>
                    <a:gd name="T0" fmla="*/ 46 w 83"/>
                    <a:gd name="T1" fmla="*/ 33 h 33"/>
                    <a:gd name="T2" fmla="*/ 44 w 83"/>
                    <a:gd name="T3" fmla="*/ 32 h 33"/>
                    <a:gd name="T4" fmla="*/ 0 w 83"/>
                    <a:gd name="T5" fmla="*/ 2 h 33"/>
                    <a:gd name="T6" fmla="*/ 2 w 83"/>
                    <a:gd name="T7" fmla="*/ 0 h 33"/>
                    <a:gd name="T8" fmla="*/ 45 w 83"/>
                    <a:gd name="T9" fmla="*/ 30 h 33"/>
                    <a:gd name="T10" fmla="*/ 81 w 83"/>
                    <a:gd name="T11" fmla="*/ 0 h 33"/>
                    <a:gd name="T12" fmla="*/ 83 w 83"/>
                    <a:gd name="T13" fmla="*/ 2 h 33"/>
                    <a:gd name="T14" fmla="*/ 46 w 83"/>
                    <a:gd name="T15" fmla="*/ 33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83" h="33">
                      <a:moveTo>
                        <a:pt x="46" y="33"/>
                      </a:moveTo>
                      <a:cubicBezTo>
                        <a:pt x="45" y="33"/>
                        <a:pt x="45" y="33"/>
                        <a:pt x="44" y="32"/>
                      </a:cubicBezTo>
                      <a:cubicBezTo>
                        <a:pt x="36" y="29"/>
                        <a:pt x="2" y="3"/>
                        <a:pt x="0" y="2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37" y="26"/>
                        <a:pt x="45" y="30"/>
                      </a:cubicBezTo>
                      <a:cubicBezTo>
                        <a:pt x="50" y="32"/>
                        <a:pt x="69" y="14"/>
                        <a:pt x="81" y="0"/>
                      </a:cubicBezTo>
                      <a:cubicBezTo>
                        <a:pt x="83" y="2"/>
                        <a:pt x="83" y="2"/>
                        <a:pt x="83" y="2"/>
                      </a:cubicBezTo>
                      <a:cubicBezTo>
                        <a:pt x="79" y="8"/>
                        <a:pt x="56" y="33"/>
                        <a:pt x="46" y="3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1" name="isḷiḓê"/>
                <p:cNvSpPr/>
                <p:nvPr/>
              </p:nvSpPr>
              <p:spPr bwMode="auto">
                <a:xfrm>
                  <a:off x="5100057" y="3220170"/>
                  <a:ext cx="93606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2" name="iṧ1ïḋê"/>
                <p:cNvSpPr/>
                <p:nvPr/>
              </p:nvSpPr>
              <p:spPr bwMode="auto">
                <a:xfrm>
                  <a:off x="5111163" y="3332815"/>
                  <a:ext cx="98366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3" name="íṡ1ídé"/>
                <p:cNvSpPr/>
                <p:nvPr/>
              </p:nvSpPr>
              <p:spPr bwMode="auto">
                <a:xfrm>
                  <a:off x="5057221" y="3277286"/>
                  <a:ext cx="136443" cy="1110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50" name="ïṡ1ïḑè"/>
              <p:cNvGrpSpPr/>
              <p:nvPr/>
            </p:nvGrpSpPr>
            <p:grpSpPr>
              <a:xfrm>
                <a:off x="3859160" y="4537310"/>
                <a:ext cx="325243" cy="337935"/>
                <a:chOff x="5125442" y="3615221"/>
                <a:chExt cx="325243" cy="337935"/>
              </a:xfrm>
            </p:grpSpPr>
            <p:sp>
              <p:nvSpPr>
                <p:cNvPr id="55" name="iš1iḋê"/>
                <p:cNvSpPr/>
                <p:nvPr/>
              </p:nvSpPr>
              <p:spPr bwMode="auto">
                <a:xfrm>
                  <a:off x="5204769" y="3615221"/>
                  <a:ext cx="166588" cy="165001"/>
                </a:xfrm>
                <a:custGeom>
                  <a:avLst/>
                  <a:gdLst>
                    <a:gd name="T0" fmla="*/ 22 w 44"/>
                    <a:gd name="T1" fmla="*/ 44 h 44"/>
                    <a:gd name="T2" fmla="*/ 0 w 44"/>
                    <a:gd name="T3" fmla="*/ 22 h 44"/>
                    <a:gd name="T4" fmla="*/ 22 w 44"/>
                    <a:gd name="T5" fmla="*/ 0 h 44"/>
                    <a:gd name="T6" fmla="*/ 44 w 44"/>
                    <a:gd name="T7" fmla="*/ 22 h 44"/>
                    <a:gd name="T8" fmla="*/ 22 w 44"/>
                    <a:gd name="T9" fmla="*/ 44 h 44"/>
                    <a:gd name="T10" fmla="*/ 22 w 44"/>
                    <a:gd name="T11" fmla="*/ 3 h 44"/>
                    <a:gd name="T12" fmla="*/ 3 w 44"/>
                    <a:gd name="T13" fmla="*/ 22 h 44"/>
                    <a:gd name="T14" fmla="*/ 22 w 44"/>
                    <a:gd name="T15" fmla="*/ 41 h 44"/>
                    <a:gd name="T16" fmla="*/ 41 w 44"/>
                    <a:gd name="T17" fmla="*/ 22 h 44"/>
                    <a:gd name="T18" fmla="*/ 22 w 44"/>
                    <a:gd name="T19" fmla="*/ 3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4" h="44">
                      <a:moveTo>
                        <a:pt x="22" y="44"/>
                      </a:moveTo>
                      <a:cubicBezTo>
                        <a:pt x="10" y="44"/>
                        <a:pt x="0" y="34"/>
                        <a:pt x="0" y="22"/>
                      </a:cubicBezTo>
                      <a:cubicBezTo>
                        <a:pt x="0" y="10"/>
                        <a:pt x="10" y="0"/>
                        <a:pt x="22" y="0"/>
                      </a:cubicBezTo>
                      <a:cubicBezTo>
                        <a:pt x="34" y="0"/>
                        <a:pt x="44" y="10"/>
                        <a:pt x="44" y="22"/>
                      </a:cubicBezTo>
                      <a:cubicBezTo>
                        <a:pt x="44" y="34"/>
                        <a:pt x="34" y="44"/>
                        <a:pt x="22" y="44"/>
                      </a:cubicBezTo>
                      <a:close/>
                      <a:moveTo>
                        <a:pt x="22" y="3"/>
                      </a:moveTo>
                      <a:cubicBezTo>
                        <a:pt x="11" y="3"/>
                        <a:pt x="3" y="12"/>
                        <a:pt x="3" y="22"/>
                      </a:cubicBezTo>
                      <a:cubicBezTo>
                        <a:pt x="3" y="33"/>
                        <a:pt x="11" y="41"/>
                        <a:pt x="22" y="41"/>
                      </a:cubicBezTo>
                      <a:cubicBezTo>
                        <a:pt x="32" y="41"/>
                        <a:pt x="41" y="33"/>
                        <a:pt x="41" y="22"/>
                      </a:cubicBezTo>
                      <a:cubicBezTo>
                        <a:pt x="41" y="12"/>
                        <a:pt x="32" y="3"/>
                        <a:pt x="22" y="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6" name="işļiḋé"/>
                <p:cNvSpPr/>
                <p:nvPr/>
              </p:nvSpPr>
              <p:spPr bwMode="auto">
                <a:xfrm>
                  <a:off x="5125442" y="3783394"/>
                  <a:ext cx="325243" cy="169760"/>
                </a:xfrm>
                <a:custGeom>
                  <a:avLst/>
                  <a:gdLst>
                    <a:gd name="T0" fmla="*/ 86 w 86"/>
                    <a:gd name="T1" fmla="*/ 45 h 45"/>
                    <a:gd name="T2" fmla="*/ 0 w 86"/>
                    <a:gd name="T3" fmla="*/ 45 h 45"/>
                    <a:gd name="T4" fmla="*/ 0 w 86"/>
                    <a:gd name="T5" fmla="*/ 44 h 45"/>
                    <a:gd name="T6" fmla="*/ 43 w 86"/>
                    <a:gd name="T7" fmla="*/ 0 h 45"/>
                    <a:gd name="T8" fmla="*/ 86 w 86"/>
                    <a:gd name="T9" fmla="*/ 44 h 45"/>
                    <a:gd name="T10" fmla="*/ 86 w 86"/>
                    <a:gd name="T11" fmla="*/ 45 h 45"/>
                    <a:gd name="T12" fmla="*/ 3 w 86"/>
                    <a:gd name="T13" fmla="*/ 42 h 45"/>
                    <a:gd name="T14" fmla="*/ 83 w 86"/>
                    <a:gd name="T15" fmla="*/ 42 h 45"/>
                    <a:gd name="T16" fmla="*/ 43 w 86"/>
                    <a:gd name="T17" fmla="*/ 3 h 45"/>
                    <a:gd name="T18" fmla="*/ 3 w 86"/>
                    <a:gd name="T19" fmla="*/ 42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6" h="45">
                      <a:moveTo>
                        <a:pt x="86" y="45"/>
                      </a:moveTo>
                      <a:cubicBezTo>
                        <a:pt x="0" y="45"/>
                        <a:pt x="0" y="45"/>
                        <a:pt x="0" y="45"/>
                      </a:cubicBezTo>
                      <a:cubicBezTo>
                        <a:pt x="0" y="44"/>
                        <a:pt x="0" y="44"/>
                        <a:pt x="0" y="44"/>
                      </a:cubicBezTo>
                      <a:cubicBezTo>
                        <a:pt x="0" y="20"/>
                        <a:pt x="19" y="0"/>
                        <a:pt x="43" y="0"/>
                      </a:cubicBezTo>
                      <a:cubicBezTo>
                        <a:pt x="67" y="0"/>
                        <a:pt x="86" y="20"/>
                        <a:pt x="86" y="44"/>
                      </a:cubicBezTo>
                      <a:lnTo>
                        <a:pt x="86" y="45"/>
                      </a:lnTo>
                      <a:close/>
                      <a:moveTo>
                        <a:pt x="3" y="42"/>
                      </a:moveTo>
                      <a:cubicBezTo>
                        <a:pt x="83" y="42"/>
                        <a:pt x="83" y="42"/>
                        <a:pt x="83" y="42"/>
                      </a:cubicBezTo>
                      <a:cubicBezTo>
                        <a:pt x="82" y="21"/>
                        <a:pt x="64" y="3"/>
                        <a:pt x="43" y="3"/>
                      </a:cubicBezTo>
                      <a:cubicBezTo>
                        <a:pt x="21" y="3"/>
                        <a:pt x="4" y="21"/>
                        <a:pt x="3" y="42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7" name="işḻíďè"/>
                <p:cNvSpPr/>
                <p:nvPr/>
              </p:nvSpPr>
              <p:spPr bwMode="auto">
                <a:xfrm>
                  <a:off x="5250779" y="3791327"/>
                  <a:ext cx="71395" cy="49182"/>
                </a:xfrm>
                <a:custGeom>
                  <a:avLst/>
                  <a:gdLst>
                    <a:gd name="T0" fmla="*/ 10 w 19"/>
                    <a:gd name="T1" fmla="*/ 13 h 13"/>
                    <a:gd name="T2" fmla="*/ 0 w 19"/>
                    <a:gd name="T3" fmla="*/ 1 h 13"/>
                    <a:gd name="T4" fmla="*/ 3 w 19"/>
                    <a:gd name="T5" fmla="*/ 0 h 13"/>
                    <a:gd name="T6" fmla="*/ 10 w 19"/>
                    <a:gd name="T7" fmla="*/ 10 h 13"/>
                    <a:gd name="T8" fmla="*/ 16 w 19"/>
                    <a:gd name="T9" fmla="*/ 0 h 13"/>
                    <a:gd name="T10" fmla="*/ 19 w 19"/>
                    <a:gd name="T11" fmla="*/ 1 h 13"/>
                    <a:gd name="T12" fmla="*/ 10 w 19"/>
                    <a:gd name="T13" fmla="*/ 1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13">
                      <a:moveTo>
                        <a:pt x="10" y="13"/>
                      </a:moveTo>
                      <a:cubicBezTo>
                        <a:pt x="4" y="13"/>
                        <a:pt x="1" y="3"/>
                        <a:pt x="0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4" y="4"/>
                        <a:pt x="7" y="10"/>
                        <a:pt x="10" y="10"/>
                      </a:cubicBezTo>
                      <a:cubicBezTo>
                        <a:pt x="12" y="10"/>
                        <a:pt x="15" y="4"/>
                        <a:pt x="16" y="0"/>
                      </a:cubicBezTo>
                      <a:cubicBezTo>
                        <a:pt x="19" y="1"/>
                        <a:pt x="19" y="1"/>
                        <a:pt x="19" y="1"/>
                      </a:cubicBezTo>
                      <a:cubicBezTo>
                        <a:pt x="19" y="3"/>
                        <a:pt x="15" y="13"/>
                        <a:pt x="10" y="1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8" name="íşḷidê"/>
                <p:cNvSpPr/>
                <p:nvPr/>
              </p:nvSpPr>
              <p:spPr bwMode="auto">
                <a:xfrm>
                  <a:off x="5250779" y="3829405"/>
                  <a:ext cx="79327" cy="123751"/>
                </a:xfrm>
                <a:custGeom>
                  <a:avLst/>
                  <a:gdLst>
                    <a:gd name="T0" fmla="*/ 21 w 21"/>
                    <a:gd name="T1" fmla="*/ 33 h 33"/>
                    <a:gd name="T2" fmla="*/ 0 w 21"/>
                    <a:gd name="T3" fmla="*/ 33 h 33"/>
                    <a:gd name="T4" fmla="*/ 0 w 21"/>
                    <a:gd name="T5" fmla="*/ 32 h 33"/>
                    <a:gd name="T6" fmla="*/ 10 w 21"/>
                    <a:gd name="T7" fmla="*/ 0 h 33"/>
                    <a:gd name="T8" fmla="*/ 21 w 21"/>
                    <a:gd name="T9" fmla="*/ 32 h 33"/>
                    <a:gd name="T10" fmla="*/ 21 w 21"/>
                    <a:gd name="T11" fmla="*/ 33 h 33"/>
                    <a:gd name="T12" fmla="*/ 3 w 21"/>
                    <a:gd name="T13" fmla="*/ 30 h 33"/>
                    <a:gd name="T14" fmla="*/ 17 w 21"/>
                    <a:gd name="T15" fmla="*/ 30 h 33"/>
                    <a:gd name="T16" fmla="*/ 10 w 21"/>
                    <a:gd name="T17" fmla="*/ 3 h 33"/>
                    <a:gd name="T18" fmla="*/ 3 w 21"/>
                    <a:gd name="T19" fmla="*/ 30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1" h="33">
                      <a:moveTo>
                        <a:pt x="21" y="33"/>
                      </a:moveTo>
                      <a:cubicBezTo>
                        <a:pt x="0" y="33"/>
                        <a:pt x="0" y="33"/>
                        <a:pt x="0" y="33"/>
                      </a:cubicBez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1" y="22"/>
                        <a:pt x="3" y="0"/>
                        <a:pt x="10" y="0"/>
                      </a:cubicBezTo>
                      <a:cubicBezTo>
                        <a:pt x="17" y="0"/>
                        <a:pt x="20" y="22"/>
                        <a:pt x="21" y="32"/>
                      </a:cubicBezTo>
                      <a:lnTo>
                        <a:pt x="21" y="33"/>
                      </a:lnTo>
                      <a:close/>
                      <a:moveTo>
                        <a:pt x="3" y="30"/>
                      </a:moveTo>
                      <a:cubicBezTo>
                        <a:pt x="17" y="30"/>
                        <a:pt x="17" y="30"/>
                        <a:pt x="17" y="30"/>
                      </a:cubicBezTo>
                      <a:cubicBezTo>
                        <a:pt x="16" y="15"/>
                        <a:pt x="12" y="3"/>
                        <a:pt x="10" y="3"/>
                      </a:cubicBezTo>
                      <a:cubicBezTo>
                        <a:pt x="7" y="3"/>
                        <a:pt x="4" y="15"/>
                        <a:pt x="3" y="3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  <p:grpSp>
            <p:nvGrpSpPr>
              <p:cNvPr id="51" name="îṥ1ídê"/>
              <p:cNvGrpSpPr/>
              <p:nvPr/>
            </p:nvGrpSpPr>
            <p:grpSpPr>
              <a:xfrm>
                <a:off x="1682532" y="3174341"/>
                <a:ext cx="214184" cy="315721"/>
                <a:chOff x="5303135" y="5279509"/>
                <a:chExt cx="214184" cy="315721"/>
              </a:xfrm>
            </p:grpSpPr>
            <p:sp>
              <p:nvSpPr>
                <p:cNvPr id="52" name="ïśľíḋé"/>
                <p:cNvSpPr/>
                <p:nvPr/>
              </p:nvSpPr>
              <p:spPr bwMode="auto">
                <a:xfrm>
                  <a:off x="5303135" y="5323932"/>
                  <a:ext cx="214184" cy="236395"/>
                </a:xfrm>
                <a:custGeom>
                  <a:avLst/>
                  <a:gdLst>
                    <a:gd name="T0" fmla="*/ 34 w 57"/>
                    <a:gd name="T1" fmla="*/ 63 h 63"/>
                    <a:gd name="T2" fmla="*/ 5 w 57"/>
                    <a:gd name="T3" fmla="*/ 54 h 63"/>
                    <a:gd name="T4" fmla="*/ 5 w 57"/>
                    <a:gd name="T5" fmla="*/ 54 h 63"/>
                    <a:gd name="T6" fmla="*/ 7 w 57"/>
                    <a:gd name="T7" fmla="*/ 45 h 63"/>
                    <a:gd name="T8" fmla="*/ 9 w 57"/>
                    <a:gd name="T9" fmla="*/ 44 h 63"/>
                    <a:gd name="T10" fmla="*/ 12 w 57"/>
                    <a:gd name="T11" fmla="*/ 44 h 63"/>
                    <a:gd name="T12" fmla="*/ 22 w 57"/>
                    <a:gd name="T13" fmla="*/ 44 h 63"/>
                    <a:gd name="T14" fmla="*/ 32 w 57"/>
                    <a:gd name="T15" fmla="*/ 43 h 63"/>
                    <a:gd name="T16" fmla="*/ 24 w 57"/>
                    <a:gd name="T17" fmla="*/ 40 h 63"/>
                    <a:gd name="T18" fmla="*/ 16 w 57"/>
                    <a:gd name="T19" fmla="*/ 38 h 63"/>
                    <a:gd name="T20" fmla="*/ 0 w 57"/>
                    <a:gd name="T21" fmla="*/ 18 h 63"/>
                    <a:gd name="T22" fmla="*/ 22 w 57"/>
                    <a:gd name="T23" fmla="*/ 0 h 63"/>
                    <a:gd name="T24" fmla="*/ 50 w 57"/>
                    <a:gd name="T25" fmla="*/ 9 h 63"/>
                    <a:gd name="T26" fmla="*/ 50 w 57"/>
                    <a:gd name="T27" fmla="*/ 10 h 63"/>
                    <a:gd name="T28" fmla="*/ 50 w 57"/>
                    <a:gd name="T29" fmla="*/ 23 h 63"/>
                    <a:gd name="T30" fmla="*/ 47 w 57"/>
                    <a:gd name="T31" fmla="*/ 23 h 63"/>
                    <a:gd name="T32" fmla="*/ 47 w 57"/>
                    <a:gd name="T33" fmla="*/ 23 h 63"/>
                    <a:gd name="T34" fmla="*/ 27 w 57"/>
                    <a:gd name="T35" fmla="*/ 16 h 63"/>
                    <a:gd name="T36" fmla="*/ 24 w 57"/>
                    <a:gd name="T37" fmla="*/ 19 h 63"/>
                    <a:gd name="T38" fmla="*/ 33 w 57"/>
                    <a:gd name="T39" fmla="*/ 23 h 63"/>
                    <a:gd name="T40" fmla="*/ 38 w 57"/>
                    <a:gd name="T41" fmla="*/ 24 h 63"/>
                    <a:gd name="T42" fmla="*/ 57 w 57"/>
                    <a:gd name="T43" fmla="*/ 44 h 63"/>
                    <a:gd name="T44" fmla="*/ 34 w 57"/>
                    <a:gd name="T45" fmla="*/ 63 h 63"/>
                    <a:gd name="T46" fmla="*/ 8 w 57"/>
                    <a:gd name="T47" fmla="*/ 53 h 63"/>
                    <a:gd name="T48" fmla="*/ 34 w 57"/>
                    <a:gd name="T49" fmla="*/ 60 h 63"/>
                    <a:gd name="T50" fmla="*/ 54 w 57"/>
                    <a:gd name="T51" fmla="*/ 44 h 63"/>
                    <a:gd name="T52" fmla="*/ 37 w 57"/>
                    <a:gd name="T53" fmla="*/ 27 h 63"/>
                    <a:gd name="T54" fmla="*/ 32 w 57"/>
                    <a:gd name="T55" fmla="*/ 26 h 63"/>
                    <a:gd name="T56" fmla="*/ 21 w 57"/>
                    <a:gd name="T57" fmla="*/ 19 h 63"/>
                    <a:gd name="T58" fmla="*/ 27 w 57"/>
                    <a:gd name="T59" fmla="*/ 13 h 63"/>
                    <a:gd name="T60" fmla="*/ 47 w 57"/>
                    <a:gd name="T61" fmla="*/ 19 h 63"/>
                    <a:gd name="T62" fmla="*/ 47 w 57"/>
                    <a:gd name="T63" fmla="*/ 10 h 63"/>
                    <a:gd name="T64" fmla="*/ 22 w 57"/>
                    <a:gd name="T65" fmla="*/ 3 h 63"/>
                    <a:gd name="T66" fmla="*/ 3 w 57"/>
                    <a:gd name="T67" fmla="*/ 18 h 63"/>
                    <a:gd name="T68" fmla="*/ 17 w 57"/>
                    <a:gd name="T69" fmla="*/ 35 h 63"/>
                    <a:gd name="T70" fmla="*/ 25 w 57"/>
                    <a:gd name="T71" fmla="*/ 37 h 63"/>
                    <a:gd name="T72" fmla="*/ 35 w 57"/>
                    <a:gd name="T73" fmla="*/ 43 h 63"/>
                    <a:gd name="T74" fmla="*/ 22 w 57"/>
                    <a:gd name="T75" fmla="*/ 47 h 63"/>
                    <a:gd name="T76" fmla="*/ 11 w 57"/>
                    <a:gd name="T77" fmla="*/ 47 h 63"/>
                    <a:gd name="T78" fmla="*/ 9 w 57"/>
                    <a:gd name="T79" fmla="*/ 47 h 63"/>
                    <a:gd name="T80" fmla="*/ 8 w 57"/>
                    <a:gd name="T81" fmla="*/ 53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7" h="63">
                      <a:moveTo>
                        <a:pt x="34" y="63"/>
                      </a:moveTo>
                      <a:cubicBezTo>
                        <a:pt x="26" y="63"/>
                        <a:pt x="9" y="59"/>
                        <a:pt x="5" y="54"/>
                      </a:cubicBezTo>
                      <a:cubicBezTo>
                        <a:pt x="5" y="54"/>
                        <a:pt x="5" y="54"/>
                        <a:pt x="5" y="54"/>
                      </a:cubicBezTo>
                      <a:cubicBezTo>
                        <a:pt x="5" y="52"/>
                        <a:pt x="5" y="47"/>
                        <a:pt x="7" y="45"/>
                      </a:cubicBezTo>
                      <a:cubicBezTo>
                        <a:pt x="7" y="44"/>
                        <a:pt x="8" y="44"/>
                        <a:pt x="9" y="44"/>
                      </a:cubicBezTo>
                      <a:cubicBezTo>
                        <a:pt x="10" y="44"/>
                        <a:pt x="10" y="44"/>
                        <a:pt x="12" y="44"/>
                      </a:cubicBezTo>
                      <a:cubicBezTo>
                        <a:pt x="14" y="44"/>
                        <a:pt x="18" y="44"/>
                        <a:pt x="22" y="44"/>
                      </a:cubicBezTo>
                      <a:cubicBezTo>
                        <a:pt x="29" y="44"/>
                        <a:pt x="31" y="43"/>
                        <a:pt x="32" y="43"/>
                      </a:cubicBezTo>
                      <a:cubicBezTo>
                        <a:pt x="31" y="42"/>
                        <a:pt x="27" y="41"/>
                        <a:pt x="24" y="40"/>
                      </a:cubicBezTo>
                      <a:cubicBezTo>
                        <a:pt x="22" y="39"/>
                        <a:pt x="19" y="39"/>
                        <a:pt x="16" y="38"/>
                      </a:cubicBezTo>
                      <a:cubicBezTo>
                        <a:pt x="5" y="34"/>
                        <a:pt x="0" y="27"/>
                        <a:pt x="0" y="18"/>
                      </a:cubicBezTo>
                      <a:cubicBezTo>
                        <a:pt x="0" y="5"/>
                        <a:pt x="13" y="0"/>
                        <a:pt x="22" y="0"/>
                      </a:cubicBezTo>
                      <a:cubicBezTo>
                        <a:pt x="29" y="0"/>
                        <a:pt x="47" y="3"/>
                        <a:pt x="50" y="9"/>
                      </a:cubicBezTo>
                      <a:cubicBezTo>
                        <a:pt x="50" y="10"/>
                        <a:pt x="50" y="10"/>
                        <a:pt x="50" y="10"/>
                      </a:cubicBezTo>
                      <a:cubicBezTo>
                        <a:pt x="50" y="23"/>
                        <a:pt x="50" y="23"/>
                        <a:pt x="50" y="23"/>
                      </a:cubicBezTo>
                      <a:cubicBezTo>
                        <a:pt x="47" y="23"/>
                        <a:pt x="47" y="23"/>
                        <a:pt x="47" y="23"/>
                      </a:cubicBezTo>
                      <a:cubicBezTo>
                        <a:pt x="47" y="23"/>
                        <a:pt x="47" y="23"/>
                        <a:pt x="47" y="23"/>
                      </a:cubicBezTo>
                      <a:cubicBezTo>
                        <a:pt x="47" y="20"/>
                        <a:pt x="34" y="16"/>
                        <a:pt x="27" y="16"/>
                      </a:cubicBezTo>
                      <a:cubicBezTo>
                        <a:pt x="26" y="16"/>
                        <a:pt x="24" y="16"/>
                        <a:pt x="24" y="19"/>
                      </a:cubicBezTo>
                      <a:cubicBezTo>
                        <a:pt x="24" y="20"/>
                        <a:pt x="29" y="22"/>
                        <a:pt x="33" y="23"/>
                      </a:cubicBezTo>
                      <a:cubicBezTo>
                        <a:pt x="35" y="23"/>
                        <a:pt x="36" y="24"/>
                        <a:pt x="38" y="24"/>
                      </a:cubicBezTo>
                      <a:cubicBezTo>
                        <a:pt x="46" y="27"/>
                        <a:pt x="57" y="31"/>
                        <a:pt x="57" y="44"/>
                      </a:cubicBezTo>
                      <a:cubicBezTo>
                        <a:pt x="57" y="57"/>
                        <a:pt x="45" y="63"/>
                        <a:pt x="34" y="63"/>
                      </a:cubicBezTo>
                      <a:close/>
                      <a:moveTo>
                        <a:pt x="8" y="53"/>
                      </a:moveTo>
                      <a:cubicBezTo>
                        <a:pt x="11" y="56"/>
                        <a:pt x="26" y="60"/>
                        <a:pt x="34" y="60"/>
                      </a:cubicBezTo>
                      <a:cubicBezTo>
                        <a:pt x="44" y="60"/>
                        <a:pt x="54" y="55"/>
                        <a:pt x="54" y="44"/>
                      </a:cubicBezTo>
                      <a:cubicBezTo>
                        <a:pt x="54" y="33"/>
                        <a:pt x="45" y="30"/>
                        <a:pt x="37" y="27"/>
                      </a:cubicBezTo>
                      <a:cubicBezTo>
                        <a:pt x="35" y="27"/>
                        <a:pt x="34" y="26"/>
                        <a:pt x="32" y="26"/>
                      </a:cubicBezTo>
                      <a:cubicBezTo>
                        <a:pt x="26" y="24"/>
                        <a:pt x="21" y="22"/>
                        <a:pt x="21" y="19"/>
                      </a:cubicBezTo>
                      <a:cubicBezTo>
                        <a:pt x="21" y="15"/>
                        <a:pt x="24" y="13"/>
                        <a:pt x="27" y="13"/>
                      </a:cubicBezTo>
                      <a:cubicBezTo>
                        <a:pt x="31" y="13"/>
                        <a:pt x="42" y="15"/>
                        <a:pt x="47" y="19"/>
                      </a:cubicBezTo>
                      <a:cubicBezTo>
                        <a:pt x="47" y="10"/>
                        <a:pt x="47" y="10"/>
                        <a:pt x="47" y="10"/>
                      </a:cubicBezTo>
                      <a:cubicBezTo>
                        <a:pt x="45" y="7"/>
                        <a:pt x="30" y="3"/>
                        <a:pt x="22" y="3"/>
                      </a:cubicBezTo>
                      <a:cubicBezTo>
                        <a:pt x="14" y="3"/>
                        <a:pt x="3" y="7"/>
                        <a:pt x="3" y="18"/>
                      </a:cubicBezTo>
                      <a:cubicBezTo>
                        <a:pt x="3" y="26"/>
                        <a:pt x="7" y="32"/>
                        <a:pt x="17" y="35"/>
                      </a:cubicBezTo>
                      <a:cubicBezTo>
                        <a:pt x="20" y="36"/>
                        <a:pt x="23" y="37"/>
                        <a:pt x="25" y="37"/>
                      </a:cubicBezTo>
                      <a:cubicBezTo>
                        <a:pt x="31" y="39"/>
                        <a:pt x="35" y="40"/>
                        <a:pt x="35" y="43"/>
                      </a:cubicBezTo>
                      <a:cubicBezTo>
                        <a:pt x="35" y="46"/>
                        <a:pt x="32" y="47"/>
                        <a:pt x="22" y="47"/>
                      </a:cubicBezTo>
                      <a:cubicBezTo>
                        <a:pt x="18" y="47"/>
                        <a:pt x="14" y="47"/>
                        <a:pt x="11" y="47"/>
                      </a:cubicBezTo>
                      <a:cubicBezTo>
                        <a:pt x="10" y="47"/>
                        <a:pt x="10" y="47"/>
                        <a:pt x="9" y="47"/>
                      </a:cubicBezTo>
                      <a:cubicBezTo>
                        <a:pt x="8" y="48"/>
                        <a:pt x="8" y="51"/>
                        <a:pt x="8" y="53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3" name="ïṩḻïḑé"/>
                <p:cNvSpPr/>
                <p:nvPr/>
              </p:nvSpPr>
              <p:spPr bwMode="auto">
                <a:xfrm>
                  <a:off x="5371357" y="5279509"/>
                  <a:ext cx="82500" cy="60288"/>
                </a:xfrm>
                <a:custGeom>
                  <a:avLst/>
                  <a:gdLst>
                    <a:gd name="T0" fmla="*/ 45 w 52"/>
                    <a:gd name="T1" fmla="*/ 38 h 38"/>
                    <a:gd name="T2" fmla="*/ 38 w 52"/>
                    <a:gd name="T3" fmla="*/ 35 h 38"/>
                    <a:gd name="T4" fmla="*/ 42 w 52"/>
                    <a:gd name="T5" fmla="*/ 14 h 38"/>
                    <a:gd name="T6" fmla="*/ 7 w 52"/>
                    <a:gd name="T7" fmla="*/ 9 h 38"/>
                    <a:gd name="T8" fmla="*/ 12 w 52"/>
                    <a:gd name="T9" fmla="*/ 31 h 38"/>
                    <a:gd name="T10" fmla="*/ 4 w 52"/>
                    <a:gd name="T11" fmla="*/ 31 h 38"/>
                    <a:gd name="T12" fmla="*/ 0 w 52"/>
                    <a:gd name="T13" fmla="*/ 0 h 38"/>
                    <a:gd name="T14" fmla="*/ 52 w 52"/>
                    <a:gd name="T15" fmla="*/ 9 h 38"/>
                    <a:gd name="T16" fmla="*/ 45 w 52"/>
                    <a:gd name="T17" fmla="*/ 38 h 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2" h="38">
                      <a:moveTo>
                        <a:pt x="45" y="38"/>
                      </a:moveTo>
                      <a:lnTo>
                        <a:pt x="38" y="35"/>
                      </a:lnTo>
                      <a:lnTo>
                        <a:pt x="42" y="14"/>
                      </a:lnTo>
                      <a:lnTo>
                        <a:pt x="7" y="9"/>
                      </a:lnTo>
                      <a:lnTo>
                        <a:pt x="12" y="31"/>
                      </a:lnTo>
                      <a:lnTo>
                        <a:pt x="4" y="31"/>
                      </a:lnTo>
                      <a:lnTo>
                        <a:pt x="0" y="0"/>
                      </a:lnTo>
                      <a:lnTo>
                        <a:pt x="52" y="9"/>
                      </a:lnTo>
                      <a:lnTo>
                        <a:pt x="45" y="3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54" name="ïsḻïdê"/>
                <p:cNvSpPr/>
                <p:nvPr/>
              </p:nvSpPr>
              <p:spPr bwMode="auto">
                <a:xfrm>
                  <a:off x="5377703" y="5549221"/>
                  <a:ext cx="84087" cy="46009"/>
                </a:xfrm>
                <a:custGeom>
                  <a:avLst/>
                  <a:gdLst>
                    <a:gd name="T0" fmla="*/ 53 w 53"/>
                    <a:gd name="T1" fmla="*/ 29 h 29"/>
                    <a:gd name="T2" fmla="*/ 0 w 53"/>
                    <a:gd name="T3" fmla="*/ 29 h 29"/>
                    <a:gd name="T4" fmla="*/ 0 w 53"/>
                    <a:gd name="T5" fmla="*/ 0 h 29"/>
                    <a:gd name="T6" fmla="*/ 8 w 53"/>
                    <a:gd name="T7" fmla="*/ 0 h 29"/>
                    <a:gd name="T8" fmla="*/ 8 w 53"/>
                    <a:gd name="T9" fmla="*/ 22 h 29"/>
                    <a:gd name="T10" fmla="*/ 43 w 53"/>
                    <a:gd name="T11" fmla="*/ 22 h 29"/>
                    <a:gd name="T12" fmla="*/ 38 w 53"/>
                    <a:gd name="T13" fmla="*/ 5 h 29"/>
                    <a:gd name="T14" fmla="*/ 46 w 53"/>
                    <a:gd name="T15" fmla="*/ 3 h 29"/>
                    <a:gd name="T16" fmla="*/ 53 w 53"/>
                    <a:gd name="T17" fmla="*/ 29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3" h="29">
                      <a:moveTo>
                        <a:pt x="53" y="29"/>
                      </a:moveTo>
                      <a:lnTo>
                        <a:pt x="0" y="29"/>
                      </a:lnTo>
                      <a:lnTo>
                        <a:pt x="0" y="0"/>
                      </a:lnTo>
                      <a:lnTo>
                        <a:pt x="8" y="0"/>
                      </a:lnTo>
                      <a:lnTo>
                        <a:pt x="8" y="22"/>
                      </a:lnTo>
                      <a:lnTo>
                        <a:pt x="43" y="22"/>
                      </a:lnTo>
                      <a:lnTo>
                        <a:pt x="38" y="5"/>
                      </a:lnTo>
                      <a:lnTo>
                        <a:pt x="46" y="3"/>
                      </a:lnTo>
                      <a:lnTo>
                        <a:pt x="53" y="2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7" name="işļïḋè"/>
            <p:cNvSpPr/>
            <p:nvPr/>
          </p:nvSpPr>
          <p:spPr>
            <a:xfrm rot="5400000">
              <a:off x="980408" y="1391756"/>
              <a:ext cx="4464496" cy="4464496"/>
            </a:xfrm>
            <a:prstGeom prst="blockArc">
              <a:avLst>
                <a:gd name="adj1" fmla="val 10800000"/>
                <a:gd name="adj2" fmla="val 523590"/>
                <a:gd name="adj3" fmla="val 23000"/>
              </a:avLst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77000">
                  <a:srgbClr val="537AD6">
                    <a:alpha val="23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1" name="ïṣḻïḑè"/>
            <p:cNvSpPr txBox="1"/>
            <p:nvPr/>
          </p:nvSpPr>
          <p:spPr>
            <a:xfrm>
              <a:off x="-5061895" y="3351836"/>
              <a:ext cx="4381818" cy="583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0000" tIns="46800" rIns="90000" bIns="468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300"/>
                </a:spcAft>
                <a:buSzPct val="25000"/>
                <a:buNone/>
              </a:pPr>
              <a:r>
                <a:rPr lang="zh-CN" altLang="en-US" sz="3200" b="1" kern="1200" dirty="0">
                  <a:solidFill>
                    <a:srgbClr val="636363"/>
                  </a:solidFill>
                  <a:latin typeface="+mn-ea"/>
                  <a:cs typeface="+mj-cs"/>
                </a:rPr>
                <a:t>自动转换兼容代码</a:t>
              </a:r>
              <a:endParaRPr lang="zh-CN" altLang="en-US" sz="3200" b="1" i="0" u="none" strike="noStrike" cap="none" baseline="0" dirty="0">
                <a:solidFill>
                  <a:srgbClr val="636363"/>
                </a:solidFill>
                <a:latin typeface="+mn-ea"/>
              </a:endParaRPr>
            </a:p>
          </p:txBody>
        </p:sp>
      </p:grpSp>
      <p:pic>
        <p:nvPicPr>
          <p:cNvPr id="128" name="Picture 2">
            <a:extLst>
              <a:ext uri="{FF2B5EF4-FFF2-40B4-BE49-F238E27FC236}">
                <a16:creationId xmlns:a16="http://schemas.microsoft.com/office/drawing/2014/main" id="{7F4364F4-B585-4928-B80B-F87E8017E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" b="185"/>
          <a:stretch/>
        </p:blipFill>
        <p:spPr bwMode="auto">
          <a:xfrm>
            <a:off x="6539719" y="2399008"/>
            <a:ext cx="4141760" cy="1916189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416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自动修正代码并上传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9</a:t>
            </a:fld>
            <a:endParaRPr lang="zh-CN" altLang="en-US"/>
          </a:p>
        </p:txBody>
      </p:sp>
      <p:grpSp>
        <p:nvGrpSpPr>
          <p:cNvPr id="6" name="ïş1íďè"/>
          <p:cNvGrpSpPr/>
          <p:nvPr/>
        </p:nvGrpSpPr>
        <p:grpSpPr>
          <a:xfrm>
            <a:off x="2321168" y="503167"/>
            <a:ext cx="6712299" cy="5814381"/>
            <a:chOff x="3705226" y="1449000"/>
            <a:chExt cx="4781550" cy="4141912"/>
          </a:xfrm>
        </p:grpSpPr>
        <p:sp>
          <p:nvSpPr>
            <p:cNvPr id="21" name="i$ḷîḋè"/>
            <p:cNvSpPr/>
            <p:nvPr/>
          </p:nvSpPr>
          <p:spPr bwMode="auto">
            <a:xfrm>
              <a:off x="5388208" y="1449000"/>
              <a:ext cx="1399863" cy="1216359"/>
            </a:xfrm>
            <a:custGeom>
              <a:avLst/>
              <a:gdLst>
                <a:gd name="T0" fmla="*/ 0 w 267"/>
                <a:gd name="T1" fmla="*/ 232 h 232"/>
                <a:gd name="T2" fmla="*/ 135 w 267"/>
                <a:gd name="T3" fmla="*/ 0 h 232"/>
                <a:gd name="T4" fmla="*/ 267 w 267"/>
                <a:gd name="T5" fmla="*/ 232 h 232"/>
                <a:gd name="T6" fmla="*/ 0 w 267"/>
                <a:gd name="T7" fmla="*/ 232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7" h="232">
                  <a:moveTo>
                    <a:pt x="0" y="232"/>
                  </a:moveTo>
                  <a:lnTo>
                    <a:pt x="135" y="0"/>
                  </a:lnTo>
                  <a:lnTo>
                    <a:pt x="267" y="232"/>
                  </a:lnTo>
                  <a:lnTo>
                    <a:pt x="0" y="232"/>
                  </a:lnTo>
                  <a:close/>
                </a:path>
              </a:pathLst>
            </a:custGeom>
            <a:blipFill dpi="0" rotWithShape="1">
              <a:blip r:embed="rId2"/>
              <a:srcRect/>
              <a:tile tx="0" ty="0" sx="50000" sy="50000" flip="none" algn="ctr"/>
            </a:blipFill>
            <a:ln w="5" cap="flat">
              <a:noFill/>
              <a:prstDash val="solid"/>
              <a:miter lim="800000"/>
            </a:ln>
          </p:spPr>
          <p:txBody>
            <a:bodyPr vert="horz" wrap="none" lIns="91440" tIns="45720" rIns="91440" bIns="45720" numCol="1" anchor="b" anchorCtr="0" compatLnSpc="1">
              <a:norm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íSḷîďè"/>
            <p:cNvSpPr/>
            <p:nvPr/>
          </p:nvSpPr>
          <p:spPr bwMode="auto">
            <a:xfrm>
              <a:off x="4905857" y="2922265"/>
              <a:ext cx="2364562" cy="571480"/>
            </a:xfrm>
            <a:custGeom>
              <a:avLst/>
              <a:gdLst>
                <a:gd name="T0" fmla="*/ 0 w 451"/>
                <a:gd name="T1" fmla="*/ 109 h 109"/>
                <a:gd name="T2" fmla="*/ 64 w 451"/>
                <a:gd name="T3" fmla="*/ 0 h 109"/>
                <a:gd name="T4" fmla="*/ 387 w 451"/>
                <a:gd name="T5" fmla="*/ 0 h 109"/>
                <a:gd name="T6" fmla="*/ 451 w 451"/>
                <a:gd name="T7" fmla="*/ 109 h 109"/>
                <a:gd name="T8" fmla="*/ 0 w 451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1" h="109">
                  <a:moveTo>
                    <a:pt x="0" y="109"/>
                  </a:moveTo>
                  <a:lnTo>
                    <a:pt x="64" y="0"/>
                  </a:lnTo>
                  <a:lnTo>
                    <a:pt x="387" y="0"/>
                  </a:lnTo>
                  <a:lnTo>
                    <a:pt x="451" y="109"/>
                  </a:lnTo>
                  <a:lnTo>
                    <a:pt x="0" y="109"/>
                  </a:lnTo>
                  <a:close/>
                </a:path>
              </a:pathLst>
            </a:custGeom>
            <a:blipFill dpi="0" rotWithShape="1">
              <a:blip r:embed="rId3"/>
              <a:srcRect/>
              <a:tile tx="152400" ty="0" sx="100000" sy="100000" flip="none" algn="ctr"/>
            </a:blipFill>
            <a:ln w="5" cap="flat">
              <a:noFill/>
              <a:prstDash val="solid"/>
              <a:miter lim="800000"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ï$ľïḍe"/>
            <p:cNvSpPr/>
            <p:nvPr/>
          </p:nvSpPr>
          <p:spPr bwMode="auto">
            <a:xfrm>
              <a:off x="4433995" y="3755887"/>
              <a:ext cx="3318774" cy="566237"/>
            </a:xfrm>
            <a:custGeom>
              <a:avLst/>
              <a:gdLst>
                <a:gd name="T0" fmla="*/ 0 w 633"/>
                <a:gd name="T1" fmla="*/ 108 h 108"/>
                <a:gd name="T2" fmla="*/ 62 w 633"/>
                <a:gd name="T3" fmla="*/ 0 h 108"/>
                <a:gd name="T4" fmla="*/ 570 w 633"/>
                <a:gd name="T5" fmla="*/ 0 h 108"/>
                <a:gd name="T6" fmla="*/ 633 w 633"/>
                <a:gd name="T7" fmla="*/ 108 h 108"/>
                <a:gd name="T8" fmla="*/ 0 w 633"/>
                <a:gd name="T9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08">
                  <a:moveTo>
                    <a:pt x="0" y="108"/>
                  </a:moveTo>
                  <a:lnTo>
                    <a:pt x="62" y="0"/>
                  </a:lnTo>
                  <a:lnTo>
                    <a:pt x="570" y="0"/>
                  </a:lnTo>
                  <a:lnTo>
                    <a:pt x="633" y="108"/>
                  </a:lnTo>
                  <a:lnTo>
                    <a:pt x="0" y="108"/>
                  </a:lnTo>
                  <a:close/>
                </a:path>
              </a:pathLst>
            </a:custGeom>
            <a:blipFill dpi="0" rotWithShape="1">
              <a:blip r:embed="rId4"/>
              <a:srcRect/>
              <a:tile tx="0" ty="0" sx="100000" sy="100000" flip="none" algn="ctr"/>
            </a:blipFill>
            <a:ln w="5" cap="flat">
              <a:noFill/>
              <a:prstDash val="solid"/>
              <a:miter lim="800000"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4" name="îṣ1ide"/>
            <p:cNvSpPr/>
            <p:nvPr/>
          </p:nvSpPr>
          <p:spPr bwMode="auto">
            <a:xfrm>
              <a:off x="3705226" y="4584270"/>
              <a:ext cx="4781550" cy="1006642"/>
            </a:xfrm>
            <a:custGeom>
              <a:avLst/>
              <a:gdLst>
                <a:gd name="T0" fmla="*/ 0 w 912"/>
                <a:gd name="T1" fmla="*/ 192 h 192"/>
                <a:gd name="T2" fmla="*/ 111 w 912"/>
                <a:gd name="T3" fmla="*/ 0 h 192"/>
                <a:gd name="T4" fmla="*/ 801 w 912"/>
                <a:gd name="T5" fmla="*/ 0 h 192"/>
                <a:gd name="T6" fmla="*/ 912 w 912"/>
                <a:gd name="T7" fmla="*/ 192 h 192"/>
                <a:gd name="T8" fmla="*/ 0 w 912"/>
                <a:gd name="T9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2" h="192">
                  <a:moveTo>
                    <a:pt x="0" y="192"/>
                  </a:moveTo>
                  <a:lnTo>
                    <a:pt x="111" y="0"/>
                  </a:lnTo>
                  <a:lnTo>
                    <a:pt x="801" y="0"/>
                  </a:lnTo>
                  <a:lnTo>
                    <a:pt x="912" y="192"/>
                  </a:lnTo>
                  <a:lnTo>
                    <a:pt x="0" y="192"/>
                  </a:lnTo>
                  <a:close/>
                </a:path>
              </a:pathLst>
            </a:custGeom>
            <a:blipFill dpi="0" rotWithShape="1">
              <a:blip r:embed="rId5"/>
              <a:srcRect/>
              <a:tile tx="0" ty="0" sx="70000" sy="70000" flip="none" algn="ctr"/>
            </a:blipFill>
            <a:ln w="5" cap="flat">
              <a:noFill/>
              <a:prstDash val="solid"/>
              <a:miter lim="800000"/>
            </a:ln>
          </p:spPr>
          <p:txBody>
            <a:bodyPr vert="horz" wrap="none" lIns="91440" tIns="45720" rIns="91440" bIns="45720" numCol="1" anchor="ctr" anchorCtr="0" compatLnSpc="1">
              <a:normAutofit/>
            </a:bodyPr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5" name="íŝ1íḑè"/>
            <p:cNvSpPr/>
            <p:nvPr/>
          </p:nvSpPr>
          <p:spPr bwMode="auto">
            <a:xfrm>
              <a:off x="5388207" y="2665358"/>
              <a:ext cx="1546665" cy="256905"/>
            </a:xfrm>
            <a:custGeom>
              <a:avLst/>
              <a:gdLst>
                <a:gd name="T0" fmla="*/ 0 w 295"/>
                <a:gd name="T1" fmla="*/ 0 h 49"/>
                <a:gd name="T2" fmla="*/ 206 w 295"/>
                <a:gd name="T3" fmla="*/ 0 h 49"/>
                <a:gd name="T4" fmla="*/ 295 w 295"/>
                <a:gd name="T5" fmla="*/ 49 h 49"/>
                <a:gd name="T6" fmla="*/ 90 w 295"/>
                <a:gd name="T7" fmla="*/ 49 h 49"/>
                <a:gd name="T8" fmla="*/ 0 w 295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49">
                  <a:moveTo>
                    <a:pt x="0" y="0"/>
                  </a:moveTo>
                  <a:lnTo>
                    <a:pt x="206" y="0"/>
                  </a:lnTo>
                  <a:lnTo>
                    <a:pt x="295" y="49"/>
                  </a:lnTo>
                  <a:lnTo>
                    <a:pt x="90" y="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iṣ1íḍe"/>
            <p:cNvSpPr/>
            <p:nvPr/>
          </p:nvSpPr>
          <p:spPr bwMode="auto">
            <a:xfrm>
              <a:off x="4905857" y="3493742"/>
              <a:ext cx="2516606" cy="262146"/>
            </a:xfrm>
            <a:custGeom>
              <a:avLst/>
              <a:gdLst>
                <a:gd name="T0" fmla="*/ 0 w 480"/>
                <a:gd name="T1" fmla="*/ 0 h 50"/>
                <a:gd name="T2" fmla="*/ 333 w 480"/>
                <a:gd name="T3" fmla="*/ 0 h 50"/>
                <a:gd name="T4" fmla="*/ 480 w 480"/>
                <a:gd name="T5" fmla="*/ 50 h 50"/>
                <a:gd name="T6" fmla="*/ 146 w 480"/>
                <a:gd name="T7" fmla="*/ 50 h 50"/>
                <a:gd name="T8" fmla="*/ 0 w 480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50">
                  <a:moveTo>
                    <a:pt x="0" y="0"/>
                  </a:moveTo>
                  <a:lnTo>
                    <a:pt x="333" y="0"/>
                  </a:lnTo>
                  <a:lnTo>
                    <a:pt x="480" y="50"/>
                  </a:lnTo>
                  <a:lnTo>
                    <a:pt x="146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îś1ïḍè"/>
            <p:cNvSpPr/>
            <p:nvPr/>
          </p:nvSpPr>
          <p:spPr bwMode="auto">
            <a:xfrm>
              <a:off x="4433995" y="4322125"/>
              <a:ext cx="3470818" cy="262146"/>
            </a:xfrm>
            <a:custGeom>
              <a:avLst/>
              <a:gdLst>
                <a:gd name="T0" fmla="*/ 0 w 662"/>
                <a:gd name="T1" fmla="*/ 0 h 50"/>
                <a:gd name="T2" fmla="*/ 461 w 662"/>
                <a:gd name="T3" fmla="*/ 0 h 50"/>
                <a:gd name="T4" fmla="*/ 662 w 662"/>
                <a:gd name="T5" fmla="*/ 50 h 50"/>
                <a:gd name="T6" fmla="*/ 201 w 662"/>
                <a:gd name="T7" fmla="*/ 50 h 50"/>
                <a:gd name="T8" fmla="*/ 0 w 662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2" h="50">
                  <a:moveTo>
                    <a:pt x="0" y="0"/>
                  </a:moveTo>
                  <a:lnTo>
                    <a:pt x="461" y="0"/>
                  </a:lnTo>
                  <a:lnTo>
                    <a:pt x="662" y="50"/>
                  </a:lnTo>
                  <a:lnTo>
                    <a:pt x="201" y="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838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>
            <a:extLst>
              <a:ext uri="{FF2B5EF4-FFF2-40B4-BE49-F238E27FC236}">
                <a16:creationId xmlns:a16="http://schemas.microsoft.com/office/drawing/2014/main" id="{886ADFE6-6EFF-4662-BB26-2C69AD1A351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2" t="18491" r="8599" b="18399"/>
          <a:stretch/>
        </p:blipFill>
        <p:spPr>
          <a:xfrm>
            <a:off x="211015" y="1616086"/>
            <a:ext cx="11769969" cy="347616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10</a:t>
            </a:fld>
            <a:endParaRPr lang="zh-CN" altLang="en-US" dirty="0"/>
          </a:p>
        </p:txBody>
      </p:sp>
      <p:grpSp>
        <p:nvGrpSpPr>
          <p:cNvPr id="6" name="išļíḍe"/>
          <p:cNvGrpSpPr/>
          <p:nvPr/>
        </p:nvGrpSpPr>
        <p:grpSpPr>
          <a:xfrm>
            <a:off x="4286992" y="2137390"/>
            <a:ext cx="3618015" cy="2524977"/>
            <a:chOff x="5362052" y="1774480"/>
            <a:chExt cx="5212095" cy="3637470"/>
          </a:xfrm>
        </p:grpSpPr>
        <p:sp>
          <p:nvSpPr>
            <p:cNvPr id="21" name="išḷiḍé"/>
            <p:cNvSpPr/>
            <p:nvPr/>
          </p:nvSpPr>
          <p:spPr bwMode="auto">
            <a:xfrm rot="5400000">
              <a:off x="6122801" y="1856396"/>
              <a:ext cx="1346370" cy="1598998"/>
            </a:xfrm>
            <a:custGeom>
              <a:avLst/>
              <a:gdLst>
                <a:gd name="T0" fmla="*/ 0 w 581"/>
                <a:gd name="T1" fmla="*/ 690 h 690"/>
                <a:gd name="T2" fmla="*/ 0 w 581"/>
                <a:gd name="T3" fmla="*/ 328 h 690"/>
                <a:gd name="T4" fmla="*/ 128 w 581"/>
                <a:gd name="T5" fmla="*/ 200 h 690"/>
                <a:gd name="T6" fmla="*/ 382 w 581"/>
                <a:gd name="T7" fmla="*/ 200 h 690"/>
                <a:gd name="T8" fmla="*/ 581 w 581"/>
                <a:gd name="T9" fmla="*/ 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690">
                  <a:moveTo>
                    <a:pt x="0" y="690"/>
                  </a:moveTo>
                  <a:cubicBezTo>
                    <a:pt x="0" y="328"/>
                    <a:pt x="0" y="328"/>
                    <a:pt x="0" y="328"/>
                  </a:cubicBezTo>
                  <a:cubicBezTo>
                    <a:pt x="0" y="257"/>
                    <a:pt x="57" y="200"/>
                    <a:pt x="128" y="200"/>
                  </a:cubicBezTo>
                  <a:cubicBezTo>
                    <a:pt x="382" y="200"/>
                    <a:pt x="382" y="200"/>
                    <a:pt x="382" y="200"/>
                  </a:cubicBezTo>
                  <a:cubicBezTo>
                    <a:pt x="492" y="200"/>
                    <a:pt x="581" y="111"/>
                    <a:pt x="581" y="0"/>
                  </a:cubicBezTo>
                </a:path>
              </a:pathLst>
            </a:custGeom>
            <a:noFill/>
            <a:ln w="180975" cap="rnd">
              <a:solidFill>
                <a:srgbClr val="E4E6EA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2" name="ïSlíḋe"/>
            <p:cNvSpPr/>
            <p:nvPr/>
          </p:nvSpPr>
          <p:spPr bwMode="auto">
            <a:xfrm rot="5400000">
              <a:off x="6097343" y="3603251"/>
              <a:ext cx="1346370" cy="1649915"/>
            </a:xfrm>
            <a:custGeom>
              <a:avLst/>
              <a:gdLst>
                <a:gd name="T0" fmla="*/ 581 w 581"/>
                <a:gd name="T1" fmla="*/ 712 h 712"/>
                <a:gd name="T2" fmla="*/ 581 w 581"/>
                <a:gd name="T3" fmla="*/ 328 h 712"/>
                <a:gd name="T4" fmla="*/ 453 w 581"/>
                <a:gd name="T5" fmla="*/ 200 h 712"/>
                <a:gd name="T6" fmla="*/ 200 w 581"/>
                <a:gd name="T7" fmla="*/ 200 h 712"/>
                <a:gd name="T8" fmla="*/ 0 w 581"/>
                <a:gd name="T9" fmla="*/ 0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1" h="712">
                  <a:moveTo>
                    <a:pt x="581" y="712"/>
                  </a:moveTo>
                  <a:cubicBezTo>
                    <a:pt x="581" y="328"/>
                    <a:pt x="581" y="328"/>
                    <a:pt x="581" y="328"/>
                  </a:cubicBezTo>
                  <a:cubicBezTo>
                    <a:pt x="581" y="257"/>
                    <a:pt x="524" y="200"/>
                    <a:pt x="453" y="200"/>
                  </a:cubicBezTo>
                  <a:cubicBezTo>
                    <a:pt x="200" y="200"/>
                    <a:pt x="200" y="200"/>
                    <a:pt x="200" y="200"/>
                  </a:cubicBezTo>
                  <a:cubicBezTo>
                    <a:pt x="90" y="200"/>
                    <a:pt x="0" y="111"/>
                    <a:pt x="0" y="0"/>
                  </a:cubicBezTo>
                </a:path>
              </a:pathLst>
            </a:custGeom>
            <a:noFill/>
            <a:ln w="180975" cap="rnd">
              <a:solidFill>
                <a:srgbClr val="E4E6EA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ṣḷíḑè"/>
            <p:cNvSpPr/>
            <p:nvPr/>
          </p:nvSpPr>
          <p:spPr bwMode="auto">
            <a:xfrm rot="5400000">
              <a:off x="7681654" y="1414787"/>
              <a:ext cx="1495205" cy="4289781"/>
            </a:xfrm>
            <a:custGeom>
              <a:avLst/>
              <a:gdLst>
                <a:gd name="T0" fmla="*/ 0 w 645"/>
                <a:gd name="T1" fmla="*/ 1852 h 1852"/>
                <a:gd name="T2" fmla="*/ 0 w 645"/>
                <a:gd name="T3" fmla="*/ 1691 h 1852"/>
                <a:gd name="T4" fmla="*/ 65 w 645"/>
                <a:gd name="T5" fmla="*/ 1625 h 1852"/>
                <a:gd name="T6" fmla="*/ 208 w 645"/>
                <a:gd name="T7" fmla="*/ 1625 h 1852"/>
                <a:gd name="T8" fmla="*/ 407 w 645"/>
                <a:gd name="T9" fmla="*/ 1426 h 1852"/>
                <a:gd name="T10" fmla="*/ 407 w 645"/>
                <a:gd name="T11" fmla="*/ 1405 h 1852"/>
                <a:gd name="T12" fmla="*/ 407 w 645"/>
                <a:gd name="T13" fmla="*/ 676 h 1852"/>
                <a:gd name="T14" fmla="*/ 495 w 645"/>
                <a:gd name="T15" fmla="*/ 587 h 1852"/>
                <a:gd name="T16" fmla="*/ 556 w 645"/>
                <a:gd name="T17" fmla="*/ 587 h 1852"/>
                <a:gd name="T18" fmla="*/ 645 w 645"/>
                <a:gd name="T19" fmla="*/ 499 h 1852"/>
                <a:gd name="T20" fmla="*/ 633 w 645"/>
                <a:gd name="T21" fmla="*/ 454 h 1852"/>
                <a:gd name="T22" fmla="*/ 319 w 645"/>
                <a:gd name="T23" fmla="*/ 0 h 1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5" h="1852">
                  <a:moveTo>
                    <a:pt x="0" y="1852"/>
                  </a:moveTo>
                  <a:cubicBezTo>
                    <a:pt x="0" y="1691"/>
                    <a:pt x="0" y="1691"/>
                    <a:pt x="0" y="1691"/>
                  </a:cubicBezTo>
                  <a:cubicBezTo>
                    <a:pt x="0" y="1655"/>
                    <a:pt x="29" y="1625"/>
                    <a:pt x="65" y="1625"/>
                  </a:cubicBezTo>
                  <a:cubicBezTo>
                    <a:pt x="208" y="1625"/>
                    <a:pt x="208" y="1625"/>
                    <a:pt x="208" y="1625"/>
                  </a:cubicBezTo>
                  <a:cubicBezTo>
                    <a:pt x="318" y="1625"/>
                    <a:pt x="407" y="1536"/>
                    <a:pt x="407" y="1426"/>
                  </a:cubicBezTo>
                  <a:cubicBezTo>
                    <a:pt x="407" y="1405"/>
                    <a:pt x="407" y="1405"/>
                    <a:pt x="407" y="1405"/>
                  </a:cubicBezTo>
                  <a:cubicBezTo>
                    <a:pt x="407" y="676"/>
                    <a:pt x="407" y="676"/>
                    <a:pt x="407" y="676"/>
                  </a:cubicBezTo>
                  <a:cubicBezTo>
                    <a:pt x="407" y="627"/>
                    <a:pt x="446" y="587"/>
                    <a:pt x="495" y="587"/>
                  </a:cubicBezTo>
                  <a:cubicBezTo>
                    <a:pt x="556" y="587"/>
                    <a:pt x="556" y="587"/>
                    <a:pt x="556" y="587"/>
                  </a:cubicBezTo>
                  <a:cubicBezTo>
                    <a:pt x="605" y="587"/>
                    <a:pt x="645" y="548"/>
                    <a:pt x="645" y="499"/>
                  </a:cubicBezTo>
                  <a:cubicBezTo>
                    <a:pt x="645" y="482"/>
                    <a:pt x="640" y="467"/>
                    <a:pt x="633" y="454"/>
                  </a:cubicBezTo>
                  <a:cubicBezTo>
                    <a:pt x="319" y="0"/>
                    <a:pt x="319" y="0"/>
                    <a:pt x="319" y="0"/>
                  </a:cubicBezTo>
                </a:path>
              </a:pathLst>
            </a:custGeom>
            <a:noFill/>
            <a:ln w="180975" cap="rnd">
              <a:solidFill>
                <a:srgbClr val="768394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24" name="îśḷîďè"/>
            <p:cNvSpPr/>
            <p:nvPr/>
          </p:nvSpPr>
          <p:spPr bwMode="auto">
            <a:xfrm rot="5400000">
              <a:off x="7681654" y="1382474"/>
              <a:ext cx="1495205" cy="4289781"/>
            </a:xfrm>
            <a:custGeom>
              <a:avLst/>
              <a:gdLst>
                <a:gd name="T0" fmla="*/ 645 w 645"/>
                <a:gd name="T1" fmla="*/ 1852 h 1852"/>
                <a:gd name="T2" fmla="*/ 645 w 645"/>
                <a:gd name="T3" fmla="*/ 1691 h 1852"/>
                <a:gd name="T4" fmla="*/ 579 w 645"/>
                <a:gd name="T5" fmla="*/ 1625 h 1852"/>
                <a:gd name="T6" fmla="*/ 437 w 645"/>
                <a:gd name="T7" fmla="*/ 1625 h 1852"/>
                <a:gd name="T8" fmla="*/ 237 w 645"/>
                <a:gd name="T9" fmla="*/ 1426 h 1852"/>
                <a:gd name="T10" fmla="*/ 238 w 645"/>
                <a:gd name="T11" fmla="*/ 1405 h 1852"/>
                <a:gd name="T12" fmla="*/ 238 w 645"/>
                <a:gd name="T13" fmla="*/ 676 h 1852"/>
                <a:gd name="T14" fmla="*/ 149 w 645"/>
                <a:gd name="T15" fmla="*/ 587 h 1852"/>
                <a:gd name="T16" fmla="*/ 88 w 645"/>
                <a:gd name="T17" fmla="*/ 587 h 1852"/>
                <a:gd name="T18" fmla="*/ 0 w 645"/>
                <a:gd name="T19" fmla="*/ 499 h 1852"/>
                <a:gd name="T20" fmla="*/ 12 w 645"/>
                <a:gd name="T21" fmla="*/ 454 h 1852"/>
                <a:gd name="T22" fmla="*/ 325 w 645"/>
                <a:gd name="T23" fmla="*/ 0 h 1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5" h="1852">
                  <a:moveTo>
                    <a:pt x="645" y="1852"/>
                  </a:moveTo>
                  <a:cubicBezTo>
                    <a:pt x="645" y="1691"/>
                    <a:pt x="645" y="1691"/>
                    <a:pt x="645" y="1691"/>
                  </a:cubicBezTo>
                  <a:cubicBezTo>
                    <a:pt x="645" y="1655"/>
                    <a:pt x="615" y="1625"/>
                    <a:pt x="579" y="1625"/>
                  </a:cubicBezTo>
                  <a:cubicBezTo>
                    <a:pt x="437" y="1625"/>
                    <a:pt x="437" y="1625"/>
                    <a:pt x="437" y="1625"/>
                  </a:cubicBezTo>
                  <a:cubicBezTo>
                    <a:pt x="327" y="1625"/>
                    <a:pt x="237" y="1536"/>
                    <a:pt x="237" y="1426"/>
                  </a:cubicBezTo>
                  <a:cubicBezTo>
                    <a:pt x="238" y="1405"/>
                    <a:pt x="238" y="1405"/>
                    <a:pt x="238" y="1405"/>
                  </a:cubicBezTo>
                  <a:cubicBezTo>
                    <a:pt x="238" y="676"/>
                    <a:pt x="238" y="676"/>
                    <a:pt x="238" y="676"/>
                  </a:cubicBezTo>
                  <a:cubicBezTo>
                    <a:pt x="238" y="627"/>
                    <a:pt x="198" y="587"/>
                    <a:pt x="149" y="587"/>
                  </a:cubicBezTo>
                  <a:cubicBezTo>
                    <a:pt x="88" y="587"/>
                    <a:pt x="88" y="587"/>
                    <a:pt x="88" y="587"/>
                  </a:cubicBezTo>
                  <a:cubicBezTo>
                    <a:pt x="39" y="587"/>
                    <a:pt x="0" y="548"/>
                    <a:pt x="0" y="499"/>
                  </a:cubicBezTo>
                  <a:cubicBezTo>
                    <a:pt x="0" y="482"/>
                    <a:pt x="4" y="467"/>
                    <a:pt x="12" y="454"/>
                  </a:cubicBezTo>
                  <a:cubicBezTo>
                    <a:pt x="325" y="0"/>
                    <a:pt x="325" y="0"/>
                    <a:pt x="325" y="0"/>
                  </a:cubicBezTo>
                </a:path>
              </a:pathLst>
            </a:custGeom>
            <a:noFill/>
            <a:ln w="180975" cap="rnd">
              <a:solidFill>
                <a:srgbClr val="6D8CD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" name="iśḷiḍè"/>
            <p:cNvSpPr/>
            <p:nvPr/>
          </p:nvSpPr>
          <p:spPr bwMode="auto">
            <a:xfrm>
              <a:off x="5362052" y="4829025"/>
              <a:ext cx="584110" cy="582925"/>
            </a:xfrm>
            <a:prstGeom prst="ellipse">
              <a:avLst/>
            </a:prstGeom>
            <a:noFill/>
            <a:ln w="180975" cap="rnd">
              <a:solidFill>
                <a:srgbClr val="E4E6EA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ïşļïḋe"/>
            <p:cNvSpPr/>
            <p:nvPr/>
          </p:nvSpPr>
          <p:spPr bwMode="auto">
            <a:xfrm>
              <a:off x="5399094" y="1774480"/>
              <a:ext cx="510026" cy="508990"/>
            </a:xfrm>
            <a:prstGeom prst="ellipse">
              <a:avLst/>
            </a:prstGeom>
            <a:noFill/>
            <a:ln w="180975" cap="rnd">
              <a:solidFill>
                <a:srgbClr val="E4E6EA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$liḍe"/>
            <p:cNvSpPr/>
            <p:nvPr/>
          </p:nvSpPr>
          <p:spPr bwMode="auto">
            <a:xfrm>
              <a:off x="5832519" y="2650071"/>
              <a:ext cx="388864" cy="388073"/>
            </a:xfrm>
            <a:prstGeom prst="ellipse">
              <a:avLst/>
            </a:prstGeom>
            <a:noFill/>
            <a:ln w="127000" cap="rnd">
              <a:solidFill>
                <a:srgbClr val="768394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íśļïḍè"/>
            <p:cNvSpPr/>
            <p:nvPr/>
          </p:nvSpPr>
          <p:spPr bwMode="auto">
            <a:xfrm>
              <a:off x="5832519" y="4077991"/>
              <a:ext cx="388864" cy="388073"/>
            </a:xfrm>
            <a:prstGeom prst="ellipse">
              <a:avLst/>
            </a:prstGeom>
            <a:noFill/>
            <a:ln w="127000" cap="rnd">
              <a:solidFill>
                <a:srgbClr val="6D8CD9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33" name="ïṣḻïḑè">
            <a:extLst>
              <a:ext uri="{FF2B5EF4-FFF2-40B4-BE49-F238E27FC236}">
                <a16:creationId xmlns:a16="http://schemas.microsoft.com/office/drawing/2014/main" id="{0D134A55-95D9-4653-BA0F-35BBCBA51957}"/>
              </a:ext>
            </a:extLst>
          </p:cNvPr>
          <p:cNvSpPr txBox="1"/>
          <p:nvPr/>
        </p:nvSpPr>
        <p:spPr>
          <a:xfrm>
            <a:off x="8415808" y="3085450"/>
            <a:ext cx="3618015" cy="583352"/>
          </a:xfrm>
          <a:prstGeom prst="rect">
            <a:avLst/>
          </a:prstGeom>
          <a:noFill/>
          <a:ln>
            <a:noFill/>
          </a:ln>
        </p:spPr>
        <p:txBody>
          <a:bodyPr wrap="none" lIns="90000" tIns="46800" rIns="90000" bIns="468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300"/>
              </a:spcAft>
              <a:buSzPct val="25000"/>
              <a:buNone/>
            </a:pPr>
            <a:r>
              <a:rPr lang="zh-CN" altLang="en-US" sz="3200" b="1" kern="1200" dirty="0">
                <a:solidFill>
                  <a:srgbClr val="636363"/>
                </a:solidFill>
                <a:latin typeface="+mn-ea"/>
                <a:cs typeface="+mj-cs"/>
              </a:rPr>
              <a:t>打包压缩最终产品</a:t>
            </a:r>
            <a:endParaRPr lang="zh-CN" altLang="en-US" sz="3200" b="1" i="0" u="none" strike="noStrike" cap="none" baseline="0" dirty="0">
              <a:solidFill>
                <a:srgbClr val="636363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安装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881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íṩliḍé"/>
          <p:cNvSpPr/>
          <p:nvPr/>
        </p:nvSpPr>
        <p:spPr>
          <a:xfrm>
            <a:off x="3095894" y="3336145"/>
            <a:ext cx="2380714" cy="2394163"/>
          </a:xfrm>
          <a:prstGeom prst="roundRect">
            <a:avLst>
              <a:gd name="adj" fmla="val 8192"/>
            </a:avLst>
          </a:prstGeom>
          <a:solidFill>
            <a:schemeClr val="tx2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8" name="iṣľïďê"/>
          <p:cNvSpPr/>
          <p:nvPr/>
        </p:nvSpPr>
        <p:spPr>
          <a:xfrm>
            <a:off x="6680566" y="3336145"/>
            <a:ext cx="2380714" cy="2394163"/>
          </a:xfrm>
          <a:prstGeom prst="roundRect">
            <a:avLst>
              <a:gd name="adj" fmla="val 8192"/>
            </a:avLst>
          </a:prstGeom>
          <a:solidFill>
            <a:schemeClr val="tx2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1" name="íṡḻiḓe"/>
          <p:cNvSpPr/>
          <p:nvPr/>
        </p:nvSpPr>
        <p:spPr>
          <a:xfrm>
            <a:off x="3633128" y="2496519"/>
            <a:ext cx="1371600" cy="1371600"/>
          </a:xfrm>
          <a:prstGeom prst="ellipse">
            <a:avLst/>
          </a:prstGeom>
          <a:solidFill>
            <a:srgbClr val="6D8CD9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dirty="0"/>
          </a:p>
        </p:txBody>
      </p:sp>
      <p:sp>
        <p:nvSpPr>
          <p:cNvPr id="12" name="íṧ1iḋê"/>
          <p:cNvSpPr/>
          <p:nvPr/>
        </p:nvSpPr>
        <p:spPr>
          <a:xfrm>
            <a:off x="7217800" y="2496519"/>
            <a:ext cx="1371600" cy="1371600"/>
          </a:xfrm>
          <a:prstGeom prst="ellipse">
            <a:avLst/>
          </a:prstGeom>
          <a:solidFill>
            <a:srgbClr val="FFAE0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8" name="îś1ïďè"/>
          <p:cNvSpPr txBox="1"/>
          <p:nvPr/>
        </p:nvSpPr>
        <p:spPr>
          <a:xfrm>
            <a:off x="3095893" y="4409693"/>
            <a:ext cx="2380712" cy="694491"/>
          </a:xfrm>
          <a:prstGeom prst="rect">
            <a:avLst/>
          </a:prstGeom>
          <a:noFill/>
        </p:spPr>
        <p:txBody>
          <a:bodyPr wrap="square" lIns="90000" tIns="46800" rIns="90000" bIns="46800" anchor="ctr" anchorCtr="1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dirty="0"/>
              <a:t>Nodejs </a:t>
            </a:r>
            <a:r>
              <a:rPr lang="zh-CN" alt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≥</a:t>
            </a:r>
            <a:r>
              <a:rPr lang="en-US" altLang="zh-CN" sz="2000" dirty="0"/>
              <a:t> 10.24.1</a:t>
            </a:r>
          </a:p>
        </p:txBody>
      </p:sp>
      <p:sp>
        <p:nvSpPr>
          <p:cNvPr id="19" name="íşļîḍe"/>
          <p:cNvSpPr/>
          <p:nvPr/>
        </p:nvSpPr>
        <p:spPr>
          <a:xfrm>
            <a:off x="3095894" y="4031207"/>
            <a:ext cx="2380713" cy="401600"/>
          </a:xfrm>
          <a:prstGeom prst="rect">
            <a:avLst/>
          </a:prstGeom>
        </p:spPr>
        <p:txBody>
          <a:bodyPr wrap="none" lIns="90000" tIns="46800" rIns="90000" bIns="46800" anchor="ctr" anchorCtr="1">
            <a:noAutofit/>
          </a:bodyPr>
          <a:lstStyle/>
          <a:p>
            <a:pPr lvl="0" algn="ctr" defTabSz="914400">
              <a:spcBef>
                <a:spcPct val="0"/>
              </a:spcBef>
              <a:defRPr/>
            </a:pPr>
            <a:r>
              <a:rPr lang="zh-CN" altLang="en-US" sz="2400" b="1" dirty="0"/>
              <a:t>必装</a:t>
            </a:r>
          </a:p>
        </p:txBody>
      </p:sp>
      <p:sp>
        <p:nvSpPr>
          <p:cNvPr id="20" name="iṩlïḑe"/>
          <p:cNvSpPr txBox="1"/>
          <p:nvPr/>
        </p:nvSpPr>
        <p:spPr>
          <a:xfrm>
            <a:off x="6715394" y="4550374"/>
            <a:ext cx="2345886" cy="694491"/>
          </a:xfrm>
          <a:prstGeom prst="rect">
            <a:avLst/>
          </a:prstGeom>
          <a:noFill/>
        </p:spPr>
        <p:txBody>
          <a:bodyPr wrap="square" lIns="90000" tIns="46800" rIns="90000" bIns="46800" anchor="ctr" anchorCtr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dirty="0"/>
              <a:t>Visual Studio Code</a:t>
            </a:r>
          </a:p>
          <a:p>
            <a:pPr algn="ctr">
              <a:lnSpc>
                <a:spcPct val="120000"/>
              </a:lnSpc>
            </a:pPr>
            <a:r>
              <a:rPr lang="en-US" altLang="zh-CN" sz="2000" dirty="0"/>
              <a:t>OpenSSL</a:t>
            </a:r>
          </a:p>
        </p:txBody>
      </p:sp>
      <p:sp>
        <p:nvSpPr>
          <p:cNvPr id="21" name="îşḻîďé"/>
          <p:cNvSpPr/>
          <p:nvPr/>
        </p:nvSpPr>
        <p:spPr>
          <a:xfrm>
            <a:off x="6680565" y="4031207"/>
            <a:ext cx="2345886" cy="401600"/>
          </a:xfrm>
          <a:prstGeom prst="rect">
            <a:avLst/>
          </a:prstGeom>
        </p:spPr>
        <p:txBody>
          <a:bodyPr wrap="none" lIns="90000" tIns="46800" rIns="90000" bIns="46800" anchor="ctr" anchorCtr="1">
            <a:noAutofit/>
          </a:bodyPr>
          <a:lstStyle/>
          <a:p>
            <a:pPr lvl="0" algn="ctr" defTabSz="914400">
              <a:spcBef>
                <a:spcPct val="0"/>
              </a:spcBef>
              <a:defRPr/>
            </a:pPr>
            <a:r>
              <a:rPr lang="zh-CN" altLang="en-US" sz="2400" b="1" dirty="0"/>
              <a:t>可选安装</a:t>
            </a:r>
          </a:p>
        </p:txBody>
      </p:sp>
      <p:sp>
        <p:nvSpPr>
          <p:cNvPr id="28" name="îśľiďè"/>
          <p:cNvSpPr/>
          <p:nvPr/>
        </p:nvSpPr>
        <p:spPr>
          <a:xfrm>
            <a:off x="5410200" y="1066771"/>
            <a:ext cx="1371600" cy="1371600"/>
          </a:xfrm>
          <a:prstGeom prst="ellipse">
            <a:avLst/>
          </a:prstGeom>
          <a:solidFill>
            <a:srgbClr val="76839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íślîde"/>
          <p:cNvSpPr/>
          <p:nvPr/>
        </p:nvSpPr>
        <p:spPr bwMode="auto">
          <a:xfrm>
            <a:off x="5688229" y="1427798"/>
            <a:ext cx="771090" cy="713384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/>
          <a:lstStyle/>
          <a:p>
            <a:pPr algn="ctr"/>
            <a:endParaRPr/>
          </a:p>
        </p:txBody>
      </p:sp>
      <p:pic>
        <p:nvPicPr>
          <p:cNvPr id="31" name="图片 30" descr="图标&#10;&#10;描述已自动生成">
            <a:extLst>
              <a:ext uri="{FF2B5EF4-FFF2-40B4-BE49-F238E27FC236}">
                <a16:creationId xmlns:a16="http://schemas.microsoft.com/office/drawing/2014/main" id="{694B43B9-0050-428C-A3B2-710E897F8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568" y="2803170"/>
            <a:ext cx="754522" cy="754522"/>
          </a:xfrm>
          <a:prstGeom prst="rect">
            <a:avLst/>
          </a:prstGeom>
        </p:spPr>
      </p:pic>
      <p:pic>
        <p:nvPicPr>
          <p:cNvPr id="32" name="图片 31" descr="图标&#10;&#10;描述已自动生成">
            <a:extLst>
              <a:ext uri="{FF2B5EF4-FFF2-40B4-BE49-F238E27FC236}">
                <a16:creationId xmlns:a16="http://schemas.microsoft.com/office/drawing/2014/main" id="{33814FA8-408D-4992-A88C-3F5B697508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795" y="2825990"/>
            <a:ext cx="754522" cy="754522"/>
          </a:xfrm>
          <a:prstGeom prst="rect">
            <a:avLst/>
          </a:prstGeom>
        </p:spPr>
      </p:pic>
      <p:pic>
        <p:nvPicPr>
          <p:cNvPr id="36" name="图片 35" descr="图标&#10;&#10;描述已自动生成">
            <a:extLst>
              <a:ext uri="{FF2B5EF4-FFF2-40B4-BE49-F238E27FC236}">
                <a16:creationId xmlns:a16="http://schemas.microsoft.com/office/drawing/2014/main" id="{6548952D-0091-4497-B87B-F0577F1056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793" y="3255066"/>
            <a:ext cx="401478" cy="401478"/>
          </a:xfrm>
          <a:prstGeom prst="rect">
            <a:avLst/>
          </a:prstGeom>
        </p:spPr>
      </p:pic>
      <p:sp>
        <p:nvSpPr>
          <p:cNvPr id="15" name="íṥľíďé"/>
          <p:cNvSpPr/>
          <p:nvPr/>
        </p:nvSpPr>
        <p:spPr>
          <a:xfrm rot="16200000">
            <a:off x="5837614" y="452946"/>
            <a:ext cx="564961" cy="3627923"/>
          </a:xfrm>
          <a:prstGeom prst="rightBracket">
            <a:avLst>
              <a:gd name="adj" fmla="val 125376"/>
            </a:avLst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按需选择开发模版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21" name="图片 20" descr="文本&#10;&#10;描述已自动生成">
            <a:extLst>
              <a:ext uri="{FF2B5EF4-FFF2-40B4-BE49-F238E27FC236}">
                <a16:creationId xmlns:a16="http://schemas.microsoft.com/office/drawing/2014/main" id="{21A05500-0DDF-4841-A16F-BBF827628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18832"/>
            <a:ext cx="10515599" cy="420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CN" altLang="en-US" dirty="0"/>
              <a:t>可选操作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14</a:t>
            </a:fld>
            <a:endParaRPr lang="zh-CN" altLang="en-US" dirty="0"/>
          </a:p>
        </p:txBody>
      </p:sp>
      <p:grpSp>
        <p:nvGrpSpPr>
          <p:cNvPr id="5" name="88453ef0-29d0-474f-9c3a-25ef196a630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862694"/>
            <a:ext cx="10850563" cy="2534527"/>
            <a:chOff x="669925" y="1123950"/>
            <a:chExt cx="10850563" cy="2534527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669925" y="3658477"/>
              <a:ext cx="108505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íṩliḋê"/>
            <p:cNvSpPr/>
            <p:nvPr/>
          </p:nvSpPr>
          <p:spPr bwMode="auto">
            <a:xfrm>
              <a:off x="669925" y="3525491"/>
              <a:ext cx="10850563" cy="1329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lIns="0" tIns="0" rIns="0" bIns="0" rtlCol="0" anchor="ctr"/>
            <a:lstStyle/>
            <a:p>
              <a:pPr algn="ctr"/>
              <a:endParaRPr lang="es-SV" sz="900"/>
            </a:p>
          </p:txBody>
        </p:sp>
        <p:grpSp>
          <p:nvGrpSpPr>
            <p:cNvPr id="14" name="îṧ1îďê"/>
            <p:cNvGrpSpPr/>
            <p:nvPr/>
          </p:nvGrpSpPr>
          <p:grpSpPr>
            <a:xfrm>
              <a:off x="669925" y="1123950"/>
              <a:ext cx="5764977" cy="2393638"/>
              <a:chOff x="2378422" y="1123950"/>
              <a:chExt cx="5764977" cy="2393638"/>
            </a:xfrm>
          </p:grpSpPr>
          <p:sp>
            <p:nvSpPr>
              <p:cNvPr id="39" name="íŝlïḓè"/>
              <p:cNvSpPr/>
              <p:nvPr/>
            </p:nvSpPr>
            <p:spPr bwMode="auto">
              <a:xfrm>
                <a:off x="2378422" y="1123950"/>
                <a:ext cx="1906481" cy="2393637"/>
              </a:xfrm>
              <a:custGeom>
                <a:avLst/>
                <a:gdLst>
                  <a:gd name="T0" fmla="*/ 1919 w 2669"/>
                  <a:gd name="T1" fmla="*/ 1294 h 3351"/>
                  <a:gd name="T2" fmla="*/ 2031 w 2669"/>
                  <a:gd name="T3" fmla="*/ 1274 h 3351"/>
                  <a:gd name="T4" fmla="*/ 2190 w 2669"/>
                  <a:gd name="T5" fmla="*/ 1185 h 3351"/>
                  <a:gd name="T6" fmla="*/ 2359 w 2669"/>
                  <a:gd name="T7" fmla="*/ 1042 h 3351"/>
                  <a:gd name="T8" fmla="*/ 2525 w 2669"/>
                  <a:gd name="T9" fmla="*/ 841 h 3351"/>
                  <a:gd name="T10" fmla="*/ 2604 w 2669"/>
                  <a:gd name="T11" fmla="*/ 675 h 3351"/>
                  <a:gd name="T12" fmla="*/ 2602 w 2669"/>
                  <a:gd name="T13" fmla="*/ 579 h 3351"/>
                  <a:gd name="T14" fmla="*/ 1342 w 2669"/>
                  <a:gd name="T15" fmla="*/ 39 h 3351"/>
                  <a:gd name="T16" fmla="*/ 1604 w 2669"/>
                  <a:gd name="T17" fmla="*/ 139 h 3351"/>
                  <a:gd name="T18" fmla="*/ 1748 w 2669"/>
                  <a:gd name="T19" fmla="*/ 144 h 3351"/>
                  <a:gd name="T20" fmla="*/ 2084 w 2669"/>
                  <a:gd name="T21" fmla="*/ 426 h 3351"/>
                  <a:gd name="T22" fmla="*/ 2277 w 2669"/>
                  <a:gd name="T23" fmla="*/ 388 h 3351"/>
                  <a:gd name="T24" fmla="*/ 2438 w 2669"/>
                  <a:gd name="T25" fmla="*/ 415 h 3351"/>
                  <a:gd name="T26" fmla="*/ 2558 w 2669"/>
                  <a:gd name="T27" fmla="*/ 468 h 3351"/>
                  <a:gd name="T28" fmla="*/ 2625 w 2669"/>
                  <a:gd name="T29" fmla="*/ 514 h 3351"/>
                  <a:gd name="T30" fmla="*/ 2660 w 2669"/>
                  <a:gd name="T31" fmla="*/ 565 h 3351"/>
                  <a:gd name="T32" fmla="*/ 2659 w 2669"/>
                  <a:gd name="T33" fmla="*/ 688 h 3351"/>
                  <a:gd name="T34" fmla="*/ 2574 w 2669"/>
                  <a:gd name="T35" fmla="*/ 871 h 3351"/>
                  <a:gd name="T36" fmla="*/ 2400 w 2669"/>
                  <a:gd name="T37" fmla="*/ 1083 h 3351"/>
                  <a:gd name="T38" fmla="*/ 2217 w 2669"/>
                  <a:gd name="T39" fmla="*/ 1237 h 3351"/>
                  <a:gd name="T40" fmla="*/ 2044 w 2669"/>
                  <a:gd name="T41" fmla="*/ 1331 h 3351"/>
                  <a:gd name="T42" fmla="*/ 1905 w 2669"/>
                  <a:gd name="T43" fmla="*/ 1351 h 3351"/>
                  <a:gd name="T44" fmla="*/ 1835 w 2669"/>
                  <a:gd name="T45" fmla="*/ 1313 h 3351"/>
                  <a:gd name="T46" fmla="*/ 1795 w 2669"/>
                  <a:gd name="T47" fmla="*/ 1251 h 3351"/>
                  <a:gd name="T48" fmla="*/ 1745 w 2669"/>
                  <a:gd name="T49" fmla="*/ 1128 h 3351"/>
                  <a:gd name="T50" fmla="*/ 1719 w 2669"/>
                  <a:gd name="T51" fmla="*/ 956 h 3351"/>
                  <a:gd name="T52" fmla="*/ 1491 w 2669"/>
                  <a:gd name="T53" fmla="*/ 577 h 3351"/>
                  <a:gd name="T54" fmla="*/ 1420 w 2669"/>
                  <a:gd name="T55" fmla="*/ 456 h 3351"/>
                  <a:gd name="T56" fmla="*/ 1421 w 2669"/>
                  <a:gd name="T57" fmla="*/ 319 h 3351"/>
                  <a:gd name="T58" fmla="*/ 1315 w 2669"/>
                  <a:gd name="T59" fmla="*/ 192 h 3351"/>
                  <a:gd name="T60" fmla="*/ 1054 w 2669"/>
                  <a:gd name="T61" fmla="*/ 154 h 3351"/>
                  <a:gd name="T62" fmla="*/ 861 w 2669"/>
                  <a:gd name="T63" fmla="*/ 206 h 3351"/>
                  <a:gd name="T64" fmla="*/ 700 w 2669"/>
                  <a:gd name="T65" fmla="*/ 304 h 3351"/>
                  <a:gd name="T66" fmla="*/ 573 w 2669"/>
                  <a:gd name="T67" fmla="*/ 421 h 3351"/>
                  <a:gd name="T68" fmla="*/ 485 w 2669"/>
                  <a:gd name="T69" fmla="*/ 529 h 3351"/>
                  <a:gd name="T70" fmla="*/ 439 w 2669"/>
                  <a:gd name="T71" fmla="*/ 597 h 3351"/>
                  <a:gd name="T72" fmla="*/ 349 w 2669"/>
                  <a:gd name="T73" fmla="*/ 781 h 3351"/>
                  <a:gd name="T74" fmla="*/ 252 w 2669"/>
                  <a:gd name="T75" fmla="*/ 1142 h 3351"/>
                  <a:gd name="T76" fmla="*/ 231 w 2669"/>
                  <a:gd name="T77" fmla="*/ 1511 h 3351"/>
                  <a:gd name="T78" fmla="*/ 269 w 2669"/>
                  <a:gd name="T79" fmla="*/ 1875 h 3351"/>
                  <a:gd name="T80" fmla="*/ 350 w 2669"/>
                  <a:gd name="T81" fmla="*/ 2220 h 3351"/>
                  <a:gd name="T82" fmla="*/ 457 w 2669"/>
                  <a:gd name="T83" fmla="*/ 2531 h 3351"/>
                  <a:gd name="T84" fmla="*/ 573 w 2669"/>
                  <a:gd name="T85" fmla="*/ 2798 h 3351"/>
                  <a:gd name="T86" fmla="*/ 1050 w 2669"/>
                  <a:gd name="T87" fmla="*/ 2959 h 3351"/>
                  <a:gd name="T88" fmla="*/ 1181 w 2669"/>
                  <a:gd name="T89" fmla="*/ 3002 h 3351"/>
                  <a:gd name="T90" fmla="*/ 1261 w 2669"/>
                  <a:gd name="T91" fmla="*/ 3111 h 3351"/>
                  <a:gd name="T92" fmla="*/ 0 w 2669"/>
                  <a:gd name="T93" fmla="*/ 3351 h 3351"/>
                  <a:gd name="T94" fmla="*/ 25 w 2669"/>
                  <a:gd name="T95" fmla="*/ 3080 h 3351"/>
                  <a:gd name="T96" fmla="*/ 120 w 2669"/>
                  <a:gd name="T97" fmla="*/ 2984 h 3351"/>
                  <a:gd name="T98" fmla="*/ 485 w 2669"/>
                  <a:gd name="T99" fmla="*/ 2959 h 3351"/>
                  <a:gd name="T100" fmla="*/ 368 w 2669"/>
                  <a:gd name="T101" fmla="*/ 2711 h 3351"/>
                  <a:gd name="T102" fmla="*/ 252 w 2669"/>
                  <a:gd name="T103" fmla="*/ 2404 h 3351"/>
                  <a:gd name="T104" fmla="*/ 155 w 2669"/>
                  <a:gd name="T105" fmla="*/ 2056 h 3351"/>
                  <a:gd name="T106" fmla="*/ 94 w 2669"/>
                  <a:gd name="T107" fmla="*/ 1682 h 3351"/>
                  <a:gd name="T108" fmla="*/ 85 w 2669"/>
                  <a:gd name="T109" fmla="*/ 1292 h 3351"/>
                  <a:gd name="T110" fmla="*/ 148 w 2669"/>
                  <a:gd name="T111" fmla="*/ 905 h 3351"/>
                  <a:gd name="T112" fmla="*/ 300 w 2669"/>
                  <a:gd name="T113" fmla="*/ 533 h 3351"/>
                  <a:gd name="T114" fmla="*/ 329 w 2669"/>
                  <a:gd name="T115" fmla="*/ 486 h 3351"/>
                  <a:gd name="T116" fmla="*/ 402 w 2669"/>
                  <a:gd name="T117" fmla="*/ 386 h 3351"/>
                  <a:gd name="T118" fmla="*/ 518 w 2669"/>
                  <a:gd name="T119" fmla="*/ 259 h 3351"/>
                  <a:gd name="T120" fmla="*/ 675 w 2669"/>
                  <a:gd name="T121" fmla="*/ 134 h 3351"/>
                  <a:gd name="T122" fmla="*/ 869 w 2669"/>
                  <a:gd name="T123" fmla="*/ 38 h 3351"/>
                  <a:gd name="T124" fmla="*/ 1114 w 2669"/>
                  <a:gd name="T125" fmla="*/ 0 h 3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69" h="3351">
                    <a:moveTo>
                      <a:pt x="2602" y="579"/>
                    </a:moveTo>
                    <a:lnTo>
                      <a:pt x="1895" y="1287"/>
                    </a:lnTo>
                    <a:lnTo>
                      <a:pt x="1906" y="1291"/>
                    </a:lnTo>
                    <a:lnTo>
                      <a:pt x="1919" y="1294"/>
                    </a:lnTo>
                    <a:lnTo>
                      <a:pt x="1934" y="1295"/>
                    </a:lnTo>
                    <a:lnTo>
                      <a:pt x="1964" y="1293"/>
                    </a:lnTo>
                    <a:lnTo>
                      <a:pt x="1996" y="1286"/>
                    </a:lnTo>
                    <a:lnTo>
                      <a:pt x="2031" y="1274"/>
                    </a:lnTo>
                    <a:lnTo>
                      <a:pt x="2069" y="1258"/>
                    </a:lnTo>
                    <a:lnTo>
                      <a:pt x="2108" y="1238"/>
                    </a:lnTo>
                    <a:lnTo>
                      <a:pt x="2149" y="1213"/>
                    </a:lnTo>
                    <a:lnTo>
                      <a:pt x="2190" y="1185"/>
                    </a:lnTo>
                    <a:lnTo>
                      <a:pt x="2233" y="1154"/>
                    </a:lnTo>
                    <a:lnTo>
                      <a:pt x="2275" y="1120"/>
                    </a:lnTo>
                    <a:lnTo>
                      <a:pt x="2317" y="1083"/>
                    </a:lnTo>
                    <a:lnTo>
                      <a:pt x="2359" y="1042"/>
                    </a:lnTo>
                    <a:lnTo>
                      <a:pt x="2407" y="993"/>
                    </a:lnTo>
                    <a:lnTo>
                      <a:pt x="2450" y="942"/>
                    </a:lnTo>
                    <a:lnTo>
                      <a:pt x="2489" y="892"/>
                    </a:lnTo>
                    <a:lnTo>
                      <a:pt x="2525" y="841"/>
                    </a:lnTo>
                    <a:lnTo>
                      <a:pt x="2554" y="792"/>
                    </a:lnTo>
                    <a:lnTo>
                      <a:pt x="2579" y="742"/>
                    </a:lnTo>
                    <a:lnTo>
                      <a:pt x="2593" y="707"/>
                    </a:lnTo>
                    <a:lnTo>
                      <a:pt x="2604" y="675"/>
                    </a:lnTo>
                    <a:lnTo>
                      <a:pt x="2609" y="646"/>
                    </a:lnTo>
                    <a:lnTo>
                      <a:pt x="2611" y="621"/>
                    </a:lnTo>
                    <a:lnTo>
                      <a:pt x="2609" y="597"/>
                    </a:lnTo>
                    <a:lnTo>
                      <a:pt x="2602" y="579"/>
                    </a:lnTo>
                    <a:close/>
                    <a:moveTo>
                      <a:pt x="1114" y="0"/>
                    </a:moveTo>
                    <a:lnTo>
                      <a:pt x="1190" y="5"/>
                    </a:lnTo>
                    <a:lnTo>
                      <a:pt x="1266" y="18"/>
                    </a:lnTo>
                    <a:lnTo>
                      <a:pt x="1342" y="39"/>
                    </a:lnTo>
                    <a:lnTo>
                      <a:pt x="1418" y="69"/>
                    </a:lnTo>
                    <a:lnTo>
                      <a:pt x="1494" y="105"/>
                    </a:lnTo>
                    <a:lnTo>
                      <a:pt x="1570" y="151"/>
                    </a:lnTo>
                    <a:lnTo>
                      <a:pt x="1604" y="139"/>
                    </a:lnTo>
                    <a:lnTo>
                      <a:pt x="1641" y="133"/>
                    </a:lnTo>
                    <a:lnTo>
                      <a:pt x="1677" y="131"/>
                    </a:lnTo>
                    <a:lnTo>
                      <a:pt x="1712" y="135"/>
                    </a:lnTo>
                    <a:lnTo>
                      <a:pt x="1748" y="144"/>
                    </a:lnTo>
                    <a:lnTo>
                      <a:pt x="1783" y="158"/>
                    </a:lnTo>
                    <a:lnTo>
                      <a:pt x="1815" y="177"/>
                    </a:lnTo>
                    <a:lnTo>
                      <a:pt x="1845" y="201"/>
                    </a:lnTo>
                    <a:lnTo>
                      <a:pt x="2084" y="426"/>
                    </a:lnTo>
                    <a:lnTo>
                      <a:pt x="2135" y="408"/>
                    </a:lnTo>
                    <a:lnTo>
                      <a:pt x="2184" y="397"/>
                    </a:lnTo>
                    <a:lnTo>
                      <a:pt x="2231" y="390"/>
                    </a:lnTo>
                    <a:lnTo>
                      <a:pt x="2277" y="388"/>
                    </a:lnTo>
                    <a:lnTo>
                      <a:pt x="2321" y="390"/>
                    </a:lnTo>
                    <a:lnTo>
                      <a:pt x="2362" y="396"/>
                    </a:lnTo>
                    <a:lnTo>
                      <a:pt x="2402" y="404"/>
                    </a:lnTo>
                    <a:lnTo>
                      <a:pt x="2438" y="415"/>
                    </a:lnTo>
                    <a:lnTo>
                      <a:pt x="2473" y="427"/>
                    </a:lnTo>
                    <a:lnTo>
                      <a:pt x="2504" y="440"/>
                    </a:lnTo>
                    <a:lnTo>
                      <a:pt x="2533" y="454"/>
                    </a:lnTo>
                    <a:lnTo>
                      <a:pt x="2558" y="468"/>
                    </a:lnTo>
                    <a:lnTo>
                      <a:pt x="2580" y="482"/>
                    </a:lnTo>
                    <a:lnTo>
                      <a:pt x="2598" y="495"/>
                    </a:lnTo>
                    <a:lnTo>
                      <a:pt x="2613" y="506"/>
                    </a:lnTo>
                    <a:lnTo>
                      <a:pt x="2625" y="514"/>
                    </a:lnTo>
                    <a:lnTo>
                      <a:pt x="2631" y="521"/>
                    </a:lnTo>
                    <a:lnTo>
                      <a:pt x="2634" y="523"/>
                    </a:lnTo>
                    <a:lnTo>
                      <a:pt x="2649" y="543"/>
                    </a:lnTo>
                    <a:lnTo>
                      <a:pt x="2660" y="565"/>
                    </a:lnTo>
                    <a:lnTo>
                      <a:pt x="2666" y="592"/>
                    </a:lnTo>
                    <a:lnTo>
                      <a:pt x="2669" y="621"/>
                    </a:lnTo>
                    <a:lnTo>
                      <a:pt x="2665" y="653"/>
                    </a:lnTo>
                    <a:lnTo>
                      <a:pt x="2659" y="688"/>
                    </a:lnTo>
                    <a:lnTo>
                      <a:pt x="2647" y="726"/>
                    </a:lnTo>
                    <a:lnTo>
                      <a:pt x="2631" y="766"/>
                    </a:lnTo>
                    <a:lnTo>
                      <a:pt x="2605" y="818"/>
                    </a:lnTo>
                    <a:lnTo>
                      <a:pt x="2574" y="871"/>
                    </a:lnTo>
                    <a:lnTo>
                      <a:pt x="2537" y="924"/>
                    </a:lnTo>
                    <a:lnTo>
                      <a:pt x="2496" y="977"/>
                    </a:lnTo>
                    <a:lnTo>
                      <a:pt x="2450" y="1031"/>
                    </a:lnTo>
                    <a:lnTo>
                      <a:pt x="2400" y="1083"/>
                    </a:lnTo>
                    <a:lnTo>
                      <a:pt x="2355" y="1127"/>
                    </a:lnTo>
                    <a:lnTo>
                      <a:pt x="2309" y="1166"/>
                    </a:lnTo>
                    <a:lnTo>
                      <a:pt x="2263" y="1204"/>
                    </a:lnTo>
                    <a:lnTo>
                      <a:pt x="2217" y="1237"/>
                    </a:lnTo>
                    <a:lnTo>
                      <a:pt x="2172" y="1267"/>
                    </a:lnTo>
                    <a:lnTo>
                      <a:pt x="2128" y="1292"/>
                    </a:lnTo>
                    <a:lnTo>
                      <a:pt x="2086" y="1313"/>
                    </a:lnTo>
                    <a:lnTo>
                      <a:pt x="2044" y="1331"/>
                    </a:lnTo>
                    <a:lnTo>
                      <a:pt x="2005" y="1342"/>
                    </a:lnTo>
                    <a:lnTo>
                      <a:pt x="1968" y="1350"/>
                    </a:lnTo>
                    <a:lnTo>
                      <a:pt x="1934" y="1353"/>
                    </a:lnTo>
                    <a:lnTo>
                      <a:pt x="1905" y="1351"/>
                    </a:lnTo>
                    <a:lnTo>
                      <a:pt x="1881" y="1344"/>
                    </a:lnTo>
                    <a:lnTo>
                      <a:pt x="1858" y="1334"/>
                    </a:lnTo>
                    <a:lnTo>
                      <a:pt x="1839" y="1319"/>
                    </a:lnTo>
                    <a:lnTo>
                      <a:pt x="1835" y="1313"/>
                    </a:lnTo>
                    <a:lnTo>
                      <a:pt x="1829" y="1304"/>
                    </a:lnTo>
                    <a:lnTo>
                      <a:pt x="1819" y="1290"/>
                    </a:lnTo>
                    <a:lnTo>
                      <a:pt x="1808" y="1272"/>
                    </a:lnTo>
                    <a:lnTo>
                      <a:pt x="1795" y="1251"/>
                    </a:lnTo>
                    <a:lnTo>
                      <a:pt x="1783" y="1225"/>
                    </a:lnTo>
                    <a:lnTo>
                      <a:pt x="1770" y="1196"/>
                    </a:lnTo>
                    <a:lnTo>
                      <a:pt x="1757" y="1163"/>
                    </a:lnTo>
                    <a:lnTo>
                      <a:pt x="1745" y="1128"/>
                    </a:lnTo>
                    <a:lnTo>
                      <a:pt x="1736" y="1088"/>
                    </a:lnTo>
                    <a:lnTo>
                      <a:pt x="1727" y="1048"/>
                    </a:lnTo>
                    <a:lnTo>
                      <a:pt x="1722" y="1003"/>
                    </a:lnTo>
                    <a:lnTo>
                      <a:pt x="1719" y="956"/>
                    </a:lnTo>
                    <a:lnTo>
                      <a:pt x="1720" y="907"/>
                    </a:lnTo>
                    <a:lnTo>
                      <a:pt x="1724" y="857"/>
                    </a:lnTo>
                    <a:lnTo>
                      <a:pt x="1734" y="803"/>
                    </a:lnTo>
                    <a:lnTo>
                      <a:pt x="1491" y="577"/>
                    </a:lnTo>
                    <a:lnTo>
                      <a:pt x="1467" y="549"/>
                    </a:lnTo>
                    <a:lnTo>
                      <a:pt x="1446" y="521"/>
                    </a:lnTo>
                    <a:lnTo>
                      <a:pt x="1430" y="488"/>
                    </a:lnTo>
                    <a:lnTo>
                      <a:pt x="1420" y="456"/>
                    </a:lnTo>
                    <a:lnTo>
                      <a:pt x="1413" y="422"/>
                    </a:lnTo>
                    <a:lnTo>
                      <a:pt x="1411" y="387"/>
                    </a:lnTo>
                    <a:lnTo>
                      <a:pt x="1413" y="353"/>
                    </a:lnTo>
                    <a:lnTo>
                      <a:pt x="1421" y="319"/>
                    </a:lnTo>
                    <a:lnTo>
                      <a:pt x="1433" y="286"/>
                    </a:lnTo>
                    <a:lnTo>
                      <a:pt x="1449" y="255"/>
                    </a:lnTo>
                    <a:lnTo>
                      <a:pt x="1381" y="220"/>
                    </a:lnTo>
                    <a:lnTo>
                      <a:pt x="1315" y="192"/>
                    </a:lnTo>
                    <a:lnTo>
                      <a:pt x="1249" y="172"/>
                    </a:lnTo>
                    <a:lnTo>
                      <a:pt x="1184" y="158"/>
                    </a:lnTo>
                    <a:lnTo>
                      <a:pt x="1119" y="152"/>
                    </a:lnTo>
                    <a:lnTo>
                      <a:pt x="1054" y="154"/>
                    </a:lnTo>
                    <a:lnTo>
                      <a:pt x="1002" y="161"/>
                    </a:lnTo>
                    <a:lnTo>
                      <a:pt x="953" y="172"/>
                    </a:lnTo>
                    <a:lnTo>
                      <a:pt x="906" y="186"/>
                    </a:lnTo>
                    <a:lnTo>
                      <a:pt x="861" y="206"/>
                    </a:lnTo>
                    <a:lnTo>
                      <a:pt x="818" y="227"/>
                    </a:lnTo>
                    <a:lnTo>
                      <a:pt x="776" y="250"/>
                    </a:lnTo>
                    <a:lnTo>
                      <a:pt x="737" y="276"/>
                    </a:lnTo>
                    <a:lnTo>
                      <a:pt x="700" y="304"/>
                    </a:lnTo>
                    <a:lnTo>
                      <a:pt x="665" y="333"/>
                    </a:lnTo>
                    <a:lnTo>
                      <a:pt x="632" y="363"/>
                    </a:lnTo>
                    <a:lnTo>
                      <a:pt x="602" y="391"/>
                    </a:lnTo>
                    <a:lnTo>
                      <a:pt x="573" y="421"/>
                    </a:lnTo>
                    <a:lnTo>
                      <a:pt x="548" y="450"/>
                    </a:lnTo>
                    <a:lnTo>
                      <a:pt x="524" y="478"/>
                    </a:lnTo>
                    <a:lnTo>
                      <a:pt x="504" y="504"/>
                    </a:lnTo>
                    <a:lnTo>
                      <a:pt x="485" y="529"/>
                    </a:lnTo>
                    <a:lnTo>
                      <a:pt x="470" y="550"/>
                    </a:lnTo>
                    <a:lnTo>
                      <a:pt x="457" y="570"/>
                    </a:lnTo>
                    <a:lnTo>
                      <a:pt x="446" y="586"/>
                    </a:lnTo>
                    <a:lnTo>
                      <a:pt x="439" y="597"/>
                    </a:lnTo>
                    <a:lnTo>
                      <a:pt x="434" y="605"/>
                    </a:lnTo>
                    <a:lnTo>
                      <a:pt x="432" y="608"/>
                    </a:lnTo>
                    <a:lnTo>
                      <a:pt x="387" y="693"/>
                    </a:lnTo>
                    <a:lnTo>
                      <a:pt x="349" y="781"/>
                    </a:lnTo>
                    <a:lnTo>
                      <a:pt x="317" y="870"/>
                    </a:lnTo>
                    <a:lnTo>
                      <a:pt x="290" y="959"/>
                    </a:lnTo>
                    <a:lnTo>
                      <a:pt x="268" y="1050"/>
                    </a:lnTo>
                    <a:lnTo>
                      <a:pt x="252" y="1142"/>
                    </a:lnTo>
                    <a:lnTo>
                      <a:pt x="240" y="1233"/>
                    </a:lnTo>
                    <a:lnTo>
                      <a:pt x="233" y="1326"/>
                    </a:lnTo>
                    <a:lnTo>
                      <a:pt x="230" y="1419"/>
                    </a:lnTo>
                    <a:lnTo>
                      <a:pt x="231" y="1511"/>
                    </a:lnTo>
                    <a:lnTo>
                      <a:pt x="235" y="1603"/>
                    </a:lnTo>
                    <a:lnTo>
                      <a:pt x="243" y="1695"/>
                    </a:lnTo>
                    <a:lnTo>
                      <a:pt x="255" y="1785"/>
                    </a:lnTo>
                    <a:lnTo>
                      <a:pt x="269" y="1875"/>
                    </a:lnTo>
                    <a:lnTo>
                      <a:pt x="286" y="1963"/>
                    </a:lnTo>
                    <a:lnTo>
                      <a:pt x="305" y="2050"/>
                    </a:lnTo>
                    <a:lnTo>
                      <a:pt x="327" y="2135"/>
                    </a:lnTo>
                    <a:lnTo>
                      <a:pt x="350" y="2220"/>
                    </a:lnTo>
                    <a:lnTo>
                      <a:pt x="375" y="2301"/>
                    </a:lnTo>
                    <a:lnTo>
                      <a:pt x="401" y="2381"/>
                    </a:lnTo>
                    <a:lnTo>
                      <a:pt x="429" y="2458"/>
                    </a:lnTo>
                    <a:lnTo>
                      <a:pt x="457" y="2531"/>
                    </a:lnTo>
                    <a:lnTo>
                      <a:pt x="486" y="2603"/>
                    </a:lnTo>
                    <a:lnTo>
                      <a:pt x="516" y="2671"/>
                    </a:lnTo>
                    <a:lnTo>
                      <a:pt x="544" y="2736"/>
                    </a:lnTo>
                    <a:lnTo>
                      <a:pt x="573" y="2798"/>
                    </a:lnTo>
                    <a:lnTo>
                      <a:pt x="602" y="2856"/>
                    </a:lnTo>
                    <a:lnTo>
                      <a:pt x="630" y="2910"/>
                    </a:lnTo>
                    <a:lnTo>
                      <a:pt x="656" y="2959"/>
                    </a:lnTo>
                    <a:lnTo>
                      <a:pt x="1050" y="2959"/>
                    </a:lnTo>
                    <a:lnTo>
                      <a:pt x="1086" y="2962"/>
                    </a:lnTo>
                    <a:lnTo>
                      <a:pt x="1120" y="2971"/>
                    </a:lnTo>
                    <a:lnTo>
                      <a:pt x="1152" y="2984"/>
                    </a:lnTo>
                    <a:lnTo>
                      <a:pt x="1181" y="3002"/>
                    </a:lnTo>
                    <a:lnTo>
                      <a:pt x="1206" y="3024"/>
                    </a:lnTo>
                    <a:lnTo>
                      <a:pt x="1229" y="3050"/>
                    </a:lnTo>
                    <a:lnTo>
                      <a:pt x="1247" y="3080"/>
                    </a:lnTo>
                    <a:lnTo>
                      <a:pt x="1261" y="3111"/>
                    </a:lnTo>
                    <a:lnTo>
                      <a:pt x="1268" y="3145"/>
                    </a:lnTo>
                    <a:lnTo>
                      <a:pt x="1271" y="3181"/>
                    </a:lnTo>
                    <a:lnTo>
                      <a:pt x="1271" y="3351"/>
                    </a:lnTo>
                    <a:lnTo>
                      <a:pt x="0" y="3351"/>
                    </a:lnTo>
                    <a:lnTo>
                      <a:pt x="0" y="3181"/>
                    </a:lnTo>
                    <a:lnTo>
                      <a:pt x="3" y="3145"/>
                    </a:lnTo>
                    <a:lnTo>
                      <a:pt x="12" y="3111"/>
                    </a:lnTo>
                    <a:lnTo>
                      <a:pt x="25" y="3080"/>
                    </a:lnTo>
                    <a:lnTo>
                      <a:pt x="43" y="3050"/>
                    </a:lnTo>
                    <a:lnTo>
                      <a:pt x="65" y="3024"/>
                    </a:lnTo>
                    <a:lnTo>
                      <a:pt x="91" y="3002"/>
                    </a:lnTo>
                    <a:lnTo>
                      <a:pt x="120" y="2984"/>
                    </a:lnTo>
                    <a:lnTo>
                      <a:pt x="152" y="2971"/>
                    </a:lnTo>
                    <a:lnTo>
                      <a:pt x="186" y="2962"/>
                    </a:lnTo>
                    <a:lnTo>
                      <a:pt x="221" y="2959"/>
                    </a:lnTo>
                    <a:lnTo>
                      <a:pt x="485" y="2959"/>
                    </a:lnTo>
                    <a:lnTo>
                      <a:pt x="456" y="2903"/>
                    </a:lnTo>
                    <a:lnTo>
                      <a:pt x="427" y="2843"/>
                    </a:lnTo>
                    <a:lnTo>
                      <a:pt x="398" y="2779"/>
                    </a:lnTo>
                    <a:lnTo>
                      <a:pt x="368" y="2711"/>
                    </a:lnTo>
                    <a:lnTo>
                      <a:pt x="338" y="2639"/>
                    </a:lnTo>
                    <a:lnTo>
                      <a:pt x="308" y="2563"/>
                    </a:lnTo>
                    <a:lnTo>
                      <a:pt x="280" y="2485"/>
                    </a:lnTo>
                    <a:lnTo>
                      <a:pt x="252" y="2404"/>
                    </a:lnTo>
                    <a:lnTo>
                      <a:pt x="225" y="2321"/>
                    </a:lnTo>
                    <a:lnTo>
                      <a:pt x="200" y="2235"/>
                    </a:lnTo>
                    <a:lnTo>
                      <a:pt x="176" y="2147"/>
                    </a:lnTo>
                    <a:lnTo>
                      <a:pt x="155" y="2056"/>
                    </a:lnTo>
                    <a:lnTo>
                      <a:pt x="136" y="1965"/>
                    </a:lnTo>
                    <a:lnTo>
                      <a:pt x="118" y="1872"/>
                    </a:lnTo>
                    <a:lnTo>
                      <a:pt x="105" y="1777"/>
                    </a:lnTo>
                    <a:lnTo>
                      <a:pt x="94" y="1682"/>
                    </a:lnTo>
                    <a:lnTo>
                      <a:pt x="85" y="1585"/>
                    </a:lnTo>
                    <a:lnTo>
                      <a:pt x="82" y="1487"/>
                    </a:lnTo>
                    <a:lnTo>
                      <a:pt x="81" y="1390"/>
                    </a:lnTo>
                    <a:lnTo>
                      <a:pt x="85" y="1292"/>
                    </a:lnTo>
                    <a:lnTo>
                      <a:pt x="94" y="1195"/>
                    </a:lnTo>
                    <a:lnTo>
                      <a:pt x="107" y="1098"/>
                    </a:lnTo>
                    <a:lnTo>
                      <a:pt x="125" y="1001"/>
                    </a:lnTo>
                    <a:lnTo>
                      <a:pt x="148" y="905"/>
                    </a:lnTo>
                    <a:lnTo>
                      <a:pt x="177" y="810"/>
                    </a:lnTo>
                    <a:lnTo>
                      <a:pt x="212" y="717"/>
                    </a:lnTo>
                    <a:lnTo>
                      <a:pt x="253" y="624"/>
                    </a:lnTo>
                    <a:lnTo>
                      <a:pt x="300" y="533"/>
                    </a:lnTo>
                    <a:lnTo>
                      <a:pt x="302" y="528"/>
                    </a:lnTo>
                    <a:lnTo>
                      <a:pt x="308" y="518"/>
                    </a:lnTo>
                    <a:lnTo>
                      <a:pt x="317" y="504"/>
                    </a:lnTo>
                    <a:lnTo>
                      <a:pt x="329" y="486"/>
                    </a:lnTo>
                    <a:lnTo>
                      <a:pt x="343" y="465"/>
                    </a:lnTo>
                    <a:lnTo>
                      <a:pt x="360" y="442"/>
                    </a:lnTo>
                    <a:lnTo>
                      <a:pt x="380" y="415"/>
                    </a:lnTo>
                    <a:lnTo>
                      <a:pt x="402" y="386"/>
                    </a:lnTo>
                    <a:lnTo>
                      <a:pt x="427" y="356"/>
                    </a:lnTo>
                    <a:lnTo>
                      <a:pt x="455" y="324"/>
                    </a:lnTo>
                    <a:lnTo>
                      <a:pt x="485" y="292"/>
                    </a:lnTo>
                    <a:lnTo>
                      <a:pt x="518" y="259"/>
                    </a:lnTo>
                    <a:lnTo>
                      <a:pt x="553" y="227"/>
                    </a:lnTo>
                    <a:lnTo>
                      <a:pt x="591" y="195"/>
                    </a:lnTo>
                    <a:lnTo>
                      <a:pt x="632" y="164"/>
                    </a:lnTo>
                    <a:lnTo>
                      <a:pt x="675" y="134"/>
                    </a:lnTo>
                    <a:lnTo>
                      <a:pt x="719" y="106"/>
                    </a:lnTo>
                    <a:lnTo>
                      <a:pt x="767" y="81"/>
                    </a:lnTo>
                    <a:lnTo>
                      <a:pt x="817" y="58"/>
                    </a:lnTo>
                    <a:lnTo>
                      <a:pt x="869" y="38"/>
                    </a:lnTo>
                    <a:lnTo>
                      <a:pt x="923" y="22"/>
                    </a:lnTo>
                    <a:lnTo>
                      <a:pt x="980" y="10"/>
                    </a:lnTo>
                    <a:lnTo>
                      <a:pt x="1039" y="2"/>
                    </a:lnTo>
                    <a:lnTo>
                      <a:pt x="1114" y="0"/>
                    </a:ln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rgbClr val="272E38"/>
                </a:solidFill>
                <a:prstDash val="solid"/>
                <a:round/>
              </a:ln>
            </p:spPr>
            <p:txBody>
              <a:bodyPr vert="horz" wrap="square" lIns="45715" tIns="22857" rIns="45715" bIns="22857" numCol="1" anchor="t" anchorCtr="0" compatLnSpc="1"/>
              <a:lstStyle/>
              <a:p>
                <a:endParaRPr lang="es-SV" sz="900"/>
              </a:p>
            </p:txBody>
          </p:sp>
          <p:sp>
            <p:nvSpPr>
              <p:cNvPr id="40" name="îSḻïḍê"/>
              <p:cNvSpPr/>
              <p:nvPr/>
            </p:nvSpPr>
            <p:spPr bwMode="auto">
              <a:xfrm>
                <a:off x="3497406" y="1807659"/>
                <a:ext cx="1169995" cy="1709928"/>
              </a:xfrm>
              <a:custGeom>
                <a:avLst/>
                <a:gdLst/>
                <a:ahLst/>
                <a:cxnLst/>
                <a:rect l="l" t="t" r="r" b="b"/>
                <a:pathLst>
                  <a:path w="2340260" h="3420252">
                    <a:moveTo>
                      <a:pt x="969834" y="0"/>
                    </a:moveTo>
                    <a:lnTo>
                      <a:pt x="2340260" y="3420252"/>
                    </a:lnTo>
                    <a:lnTo>
                      <a:pt x="0" y="3420252"/>
                    </a:lnTo>
                    <a:lnTo>
                      <a:pt x="582703" y="384198"/>
                    </a:lnTo>
                    <a:close/>
                  </a:path>
                </a:pathLst>
              </a:custGeom>
              <a:pattFill prst="ltUpDiag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>
                <a:noFill/>
              </a:ln>
            </p:spPr>
            <p:txBody>
              <a:bodyPr lIns="0" tIns="0" rIns="0" bIns="0" rtlCol="0" anchor="ctr"/>
              <a:lstStyle/>
              <a:p>
                <a:pPr algn="ctr"/>
                <a:endParaRPr lang="es-SV" sz="900"/>
              </a:p>
            </p:txBody>
          </p:sp>
          <p:sp>
            <p:nvSpPr>
              <p:cNvPr id="41" name="íşļíḋè"/>
              <p:cNvSpPr/>
              <p:nvPr/>
            </p:nvSpPr>
            <p:spPr bwMode="auto">
              <a:xfrm>
                <a:off x="3949832" y="1775043"/>
                <a:ext cx="1887564" cy="1742543"/>
              </a:xfrm>
              <a:custGeom>
                <a:avLst/>
                <a:gdLst/>
                <a:ahLst/>
                <a:cxnLst/>
                <a:rect l="l" t="t" r="r" b="b"/>
                <a:pathLst>
                  <a:path w="3775565" h="3485490">
                    <a:moveTo>
                      <a:pt x="130614" y="0"/>
                    </a:moveTo>
                    <a:lnTo>
                      <a:pt x="3775565" y="3485490"/>
                    </a:lnTo>
                    <a:lnTo>
                      <a:pt x="1435305" y="3485490"/>
                    </a:lnTo>
                    <a:lnTo>
                      <a:pt x="0" y="129626"/>
                    </a:lnTo>
                    <a:close/>
                  </a:path>
                </a:pathLst>
              </a:custGeom>
              <a:pattFill prst="ltUpDiag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>
                <a:noFill/>
              </a:ln>
            </p:spPr>
            <p:txBody>
              <a:bodyPr lIns="0" tIns="0" rIns="0" bIns="0" rtlCol="0" anchor="ctr"/>
              <a:lstStyle/>
              <a:p>
                <a:pPr algn="ctr"/>
                <a:endParaRPr lang="es-SV" sz="900"/>
              </a:p>
            </p:txBody>
          </p:sp>
          <p:sp>
            <p:nvSpPr>
              <p:cNvPr id="42" name="işḷiḓè"/>
              <p:cNvSpPr/>
              <p:nvPr/>
            </p:nvSpPr>
            <p:spPr bwMode="auto">
              <a:xfrm>
                <a:off x="4011545" y="1673563"/>
                <a:ext cx="2974324" cy="1844024"/>
              </a:xfrm>
              <a:custGeom>
                <a:avLst/>
                <a:gdLst/>
                <a:ahLst/>
                <a:cxnLst/>
                <a:rect l="l" t="t" r="r" b="b"/>
                <a:pathLst>
                  <a:path w="5949336" h="3688474">
                    <a:moveTo>
                      <a:pt x="211706" y="0"/>
                    </a:moveTo>
                    <a:lnTo>
                      <a:pt x="5949336" y="3688474"/>
                    </a:lnTo>
                    <a:lnTo>
                      <a:pt x="3609078" y="3688474"/>
                    </a:lnTo>
                    <a:lnTo>
                      <a:pt x="0" y="210101"/>
                    </a:lnTo>
                    <a:close/>
                  </a:path>
                </a:pathLst>
              </a:custGeom>
              <a:pattFill prst="ltUpDiag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>
                <a:noFill/>
              </a:ln>
            </p:spPr>
            <p:txBody>
              <a:bodyPr lIns="0" tIns="0" rIns="0" bIns="0" rtlCol="0" anchor="ctr"/>
              <a:lstStyle/>
              <a:p>
                <a:pPr algn="ctr"/>
                <a:endParaRPr lang="es-SV" sz="900"/>
              </a:p>
            </p:txBody>
          </p:sp>
          <p:sp>
            <p:nvSpPr>
              <p:cNvPr id="43" name="iśľíḋè"/>
              <p:cNvSpPr/>
              <p:nvPr/>
            </p:nvSpPr>
            <p:spPr bwMode="auto">
              <a:xfrm>
                <a:off x="4077426" y="1627175"/>
                <a:ext cx="4065973" cy="1890413"/>
              </a:xfrm>
              <a:custGeom>
                <a:avLst/>
                <a:gdLst/>
                <a:ahLst/>
                <a:cxnLst/>
                <a:rect l="l" t="t" r="r" b="b"/>
                <a:pathLst>
                  <a:path w="8132888" h="3781263">
                    <a:moveTo>
                      <a:pt x="173426" y="0"/>
                    </a:moveTo>
                    <a:lnTo>
                      <a:pt x="8132888" y="3781263"/>
                    </a:lnTo>
                    <a:lnTo>
                      <a:pt x="5792628" y="3781263"/>
                    </a:lnTo>
                    <a:lnTo>
                      <a:pt x="0" y="172113"/>
                    </a:lnTo>
                    <a:close/>
                  </a:path>
                </a:pathLst>
              </a:custGeom>
              <a:pattFill prst="ltUpDiag">
                <a:fgClr>
                  <a:schemeClr val="tx2">
                    <a:lumMod val="20000"/>
                    <a:lumOff val="80000"/>
                  </a:schemeClr>
                </a:fgClr>
                <a:bgClr>
                  <a:schemeClr val="bg1"/>
                </a:bgClr>
              </a:pattFill>
              <a:ln w="38100">
                <a:noFill/>
              </a:ln>
            </p:spPr>
            <p:txBody>
              <a:bodyPr lIns="0" tIns="0" rIns="0" bIns="0" rtlCol="0" anchor="ctr"/>
              <a:lstStyle/>
              <a:p>
                <a:pPr algn="ctr"/>
                <a:endParaRPr lang="es-SV" sz="900"/>
              </a:p>
            </p:txBody>
          </p:sp>
        </p:grpSp>
      </p:grpSp>
      <p:pic>
        <p:nvPicPr>
          <p:cNvPr id="44" name="图片 43" descr="文本&#10;&#10;描述已自动生成">
            <a:extLst>
              <a:ext uri="{FF2B5EF4-FFF2-40B4-BE49-F238E27FC236}">
                <a16:creationId xmlns:a16="http://schemas.microsoft.com/office/drawing/2014/main" id="{E5010F6E-BFB3-4EDD-B006-8BF5E7E0AB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9" r="-1"/>
          <a:stretch/>
        </p:blipFill>
        <p:spPr>
          <a:xfrm>
            <a:off x="672534" y="3567677"/>
            <a:ext cx="10847953" cy="2302201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3E3D0114-E343-429F-A42D-36B6B0A2FC09}"/>
              </a:ext>
            </a:extLst>
          </p:cNvPr>
          <p:cNvSpPr txBox="1">
            <a:spLocks/>
          </p:cNvSpPr>
          <p:nvPr/>
        </p:nvSpPr>
        <p:spPr>
          <a:xfrm>
            <a:off x="2036895" y="2321058"/>
            <a:ext cx="2847301" cy="84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安装推荐的插件</a:t>
            </a:r>
            <a:endParaRPr kumimoji="1"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按需选择运行脚本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15</a:t>
            </a:fld>
            <a:endParaRPr lang="zh-CN" altLang="en-US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5421000" y="1477108"/>
            <a:ext cx="0" cy="4149969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ïSľîḋé"/>
          <p:cNvGrpSpPr/>
          <p:nvPr/>
        </p:nvGrpSpPr>
        <p:grpSpPr>
          <a:xfrm>
            <a:off x="5778287" y="1887192"/>
            <a:ext cx="5833642" cy="1473714"/>
            <a:chOff x="727728" y="3108439"/>
            <a:chExt cx="5833642" cy="1473714"/>
          </a:xfrm>
        </p:grpSpPr>
        <p:sp>
          <p:nvSpPr>
            <p:cNvPr id="20" name="işliďê"/>
            <p:cNvSpPr/>
            <p:nvPr/>
          </p:nvSpPr>
          <p:spPr>
            <a:xfrm>
              <a:off x="727728" y="3304653"/>
              <a:ext cx="577851" cy="577851"/>
            </a:xfrm>
            <a:prstGeom prst="roundRect">
              <a:avLst>
                <a:gd name="adj" fmla="val 50000"/>
              </a:avLst>
            </a:prstGeom>
            <a:solidFill>
              <a:srgbClr val="6D8CD9"/>
            </a:solidFill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lvl="0" algn="ctr">
                <a:defRPr sz="3200"/>
              </a:pPr>
              <a:r>
                <a:rPr lang="en-US" altLang="zh-CN" sz="2400" b="1" dirty="0">
                  <a:solidFill>
                    <a:schemeClr val="bg1"/>
                  </a:solidFill>
                </a:rPr>
                <a:t>01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i$ľïdé"/>
            <p:cNvSpPr/>
            <p:nvPr/>
          </p:nvSpPr>
          <p:spPr bwMode="auto">
            <a:xfrm>
              <a:off x="1511978" y="3612760"/>
              <a:ext cx="5049392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2400" dirty="0" err="1"/>
                <a:t>npm</a:t>
              </a:r>
              <a:r>
                <a:rPr lang="en-US" altLang="zh-CN" sz="2400" dirty="0"/>
                <a:t> start</a:t>
              </a:r>
            </a:p>
          </p:txBody>
        </p:sp>
        <p:sp>
          <p:nvSpPr>
            <p:cNvPr id="22" name="ïṧḷiḑê"/>
            <p:cNvSpPr txBox="1"/>
            <p:nvPr/>
          </p:nvSpPr>
          <p:spPr bwMode="auto">
            <a:xfrm>
              <a:off x="1511978" y="3108439"/>
              <a:ext cx="5049392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开发调试</a:t>
              </a:r>
              <a:endParaRPr lang="en-US" altLang="zh-CN" sz="2800" b="1" dirty="0"/>
            </a:p>
          </p:txBody>
        </p:sp>
      </p:grpSp>
      <p:grpSp>
        <p:nvGrpSpPr>
          <p:cNvPr id="10" name="îṩļïde"/>
          <p:cNvGrpSpPr/>
          <p:nvPr/>
        </p:nvGrpSpPr>
        <p:grpSpPr>
          <a:xfrm>
            <a:off x="5778287" y="3613599"/>
            <a:ext cx="5833642" cy="1447588"/>
            <a:chOff x="727728" y="3108439"/>
            <a:chExt cx="5833642" cy="1447588"/>
          </a:xfrm>
        </p:grpSpPr>
        <p:sp>
          <p:nvSpPr>
            <p:cNvPr id="17" name="ísľídê"/>
            <p:cNvSpPr/>
            <p:nvPr/>
          </p:nvSpPr>
          <p:spPr>
            <a:xfrm>
              <a:off x="727728" y="3304653"/>
              <a:ext cx="577851" cy="577851"/>
            </a:xfrm>
            <a:prstGeom prst="roundRect">
              <a:avLst>
                <a:gd name="adj" fmla="val 50000"/>
              </a:avLst>
            </a:prstGeom>
            <a:solidFill>
              <a:srgbClr val="768394"/>
            </a:solidFill>
            <a:ln w="12700" cap="flat">
              <a:noFill/>
              <a:miter lim="400000"/>
            </a:ln>
            <a:effectLst/>
          </p:spPr>
          <p:txBody>
            <a:bodyPr wrap="none" lIns="0" tIns="0" rIns="0" bIns="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defRPr sz="3200"/>
              </a:pPr>
              <a:r>
                <a:rPr lang="en-US" altLang="zh-CN" sz="2400" b="1" dirty="0">
                  <a:solidFill>
                    <a:schemeClr val="bg1"/>
                  </a:solidFill>
                </a:rPr>
                <a:t>02</a:t>
              </a:r>
              <a:endParaRPr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íŝ1ïďé"/>
            <p:cNvSpPr/>
            <p:nvPr/>
          </p:nvSpPr>
          <p:spPr bwMode="auto">
            <a:xfrm>
              <a:off x="1511978" y="3586634"/>
              <a:ext cx="5049392" cy="969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2400" dirty="0" err="1"/>
                <a:t>npm</a:t>
              </a:r>
              <a:r>
                <a:rPr lang="en-US" altLang="zh-CN" sz="2400" dirty="0"/>
                <a:t> run build</a:t>
              </a:r>
            </a:p>
          </p:txBody>
        </p:sp>
        <p:sp>
          <p:nvSpPr>
            <p:cNvPr id="19" name="îṥ1íḋê"/>
            <p:cNvSpPr txBox="1"/>
            <p:nvPr/>
          </p:nvSpPr>
          <p:spPr bwMode="auto">
            <a:xfrm>
              <a:off x="1511978" y="3108439"/>
              <a:ext cx="5049392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打包发布</a:t>
              </a:r>
              <a:endParaRPr lang="en-US" altLang="zh-CN" sz="2800" b="1" dirty="0"/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6591000" y="3393757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591000" y="5061750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图片 172" descr="图片包含 文本&#10;&#10;描述已自动生成">
            <a:extLst>
              <a:ext uri="{FF2B5EF4-FFF2-40B4-BE49-F238E27FC236}">
                <a16:creationId xmlns:a16="http://schemas.microsoft.com/office/drawing/2014/main" id="{56F5ABAA-6BBF-4CA1-BC11-3D6E7EB1B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14" y="1879235"/>
            <a:ext cx="46990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49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实际案例演示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178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详解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/05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87E692-7D35-4F2F-9C1E-A1ED3F795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6349" y="3664903"/>
            <a:ext cx="7860325" cy="746258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目录结构</a:t>
            </a:r>
            <a:endParaRPr lang="en-US" altLang="zh-CN" sz="2000" dirty="0"/>
          </a:p>
          <a:p>
            <a:r>
              <a:rPr lang="en-US" altLang="zh-CN" sz="2000" dirty="0"/>
              <a:t>2.</a:t>
            </a:r>
            <a:r>
              <a:rPr lang="zh-CN" altLang="en-US" sz="2000" dirty="0"/>
              <a:t>自定义</a:t>
            </a:r>
          </a:p>
        </p:txBody>
      </p:sp>
    </p:spTree>
    <p:extLst>
      <p:ext uri="{BB962C8B-B14F-4D97-AF65-F5344CB8AC3E}">
        <p14:creationId xmlns:p14="http://schemas.microsoft.com/office/powerpoint/2010/main" val="4106350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636349" y="3097746"/>
            <a:ext cx="7860325" cy="42862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现场实践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636349" y="1938675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rgbClr val="537AD6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/06</a:t>
            </a:r>
            <a:endParaRPr lang="zh-CN" altLang="en-US" spc="100" dirty="0">
              <a:solidFill>
                <a:srgbClr val="537AD6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87E692-7D35-4F2F-9C1E-A1ED3F795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6349" y="3664903"/>
            <a:ext cx="7860325" cy="74625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使用</a:t>
            </a:r>
            <a:r>
              <a:rPr lang="en-US" altLang="zh-CN" sz="2000" dirty="0"/>
              <a:t>fullcalendar</a:t>
            </a:r>
            <a:r>
              <a:rPr lang="zh-CN" altLang="en-US" sz="2000" dirty="0"/>
              <a:t>做一个日历</a:t>
            </a:r>
          </a:p>
        </p:txBody>
      </p:sp>
    </p:spTree>
    <p:extLst>
      <p:ext uri="{BB962C8B-B14F-4D97-AF65-F5344CB8AC3E}">
        <p14:creationId xmlns:p14="http://schemas.microsoft.com/office/powerpoint/2010/main" val="669823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0" y="390086"/>
            <a:ext cx="12192000" cy="483606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开发者网站公众号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9914379" y="6456660"/>
            <a:ext cx="2045806" cy="310871"/>
          </a:xfrm>
        </p:spPr>
        <p:txBody>
          <a:bodyPr>
            <a:normAutofit lnSpcReduction="10000"/>
          </a:bodyPr>
          <a:lstStyle/>
          <a:p>
            <a:pPr algn="r"/>
            <a:r>
              <a:rPr lang="en-US" altLang="zh-CN" dirty="0"/>
              <a:t>By D-D 2020.6.17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8"/>
          </p:nvPr>
        </p:nvSpPr>
        <p:spPr>
          <a:xfrm>
            <a:off x="9914378" y="6119482"/>
            <a:ext cx="2045806" cy="310871"/>
          </a:xfrm>
        </p:spPr>
        <p:txBody>
          <a:bodyPr>
            <a:normAutofit lnSpcReduction="10000"/>
          </a:bodyPr>
          <a:lstStyle/>
          <a:p>
            <a:pPr algn="r"/>
            <a:r>
              <a:rPr lang="en-US" altLang="zh-CN" dirty="0"/>
              <a:t>cybozudev.kf5.com</a:t>
            </a:r>
            <a:endParaRPr lang="zh-CN" altLang="en-US" dirty="0"/>
          </a:p>
        </p:txBody>
      </p:sp>
      <p:pic>
        <p:nvPicPr>
          <p:cNvPr id="3" name="图片 2" descr="QR 代码&#10;&#10;描述已自动生成">
            <a:extLst>
              <a:ext uri="{FF2B5EF4-FFF2-40B4-BE49-F238E27FC236}">
                <a16:creationId xmlns:a16="http://schemas.microsoft.com/office/drawing/2014/main" id="{3346AEA4-D2DB-46EE-9411-EBAE528E0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37" y="835192"/>
            <a:ext cx="2230385" cy="2230385"/>
          </a:xfrm>
          <a:prstGeom prst="rect">
            <a:avLst/>
          </a:prstGeom>
        </p:spPr>
      </p:pic>
      <p:sp>
        <p:nvSpPr>
          <p:cNvPr id="7" name="标题 3">
            <a:extLst>
              <a:ext uri="{FF2B5EF4-FFF2-40B4-BE49-F238E27FC236}">
                <a16:creationId xmlns:a16="http://schemas.microsoft.com/office/drawing/2014/main" id="{B2EDE0A3-E8BE-41EE-9A66-5D38C543273B}"/>
              </a:ext>
            </a:extLst>
          </p:cNvPr>
          <p:cNvSpPr txBox="1">
            <a:spLocks/>
          </p:cNvSpPr>
          <p:nvPr/>
        </p:nvSpPr>
        <p:spPr>
          <a:xfrm>
            <a:off x="113530" y="3109833"/>
            <a:ext cx="12192000" cy="11189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5400" dirty="0"/>
              <a:t>Thanks.</a:t>
            </a:r>
            <a:endParaRPr lang="zh-CN" altLang="en-US" sz="5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753274a3-d12c-43a4-9eff-64603729bf8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104f7908-7dde-4e8d-b08e-39051e89657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f7024f3-6678-4065-8ed6-e18a0932b3f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88453ef0-29d0-474f-9c3a-25ef196a630a"/>
</p:tagLst>
</file>

<file path=ppt/theme/theme1.xml><?xml version="1.0" encoding="utf-8"?>
<a:theme xmlns:a="http://schemas.openxmlformats.org/drawingml/2006/main" name="主题6">
  <a:themeElements>
    <a:clrScheme name="自定义 3">
      <a:dk1>
        <a:srgbClr val="2F2F2F"/>
      </a:dk1>
      <a:lt1>
        <a:sysClr val="window" lastClr="FFFFFF"/>
      </a:lt1>
      <a:dk2>
        <a:srgbClr val="636363"/>
      </a:dk2>
      <a:lt2>
        <a:srgbClr val="FFFFFF"/>
      </a:lt2>
      <a:accent1>
        <a:srgbClr val="1A9173"/>
      </a:accent1>
      <a:accent2>
        <a:srgbClr val="636363"/>
      </a:accent2>
      <a:accent3>
        <a:srgbClr val="8B8B8B"/>
      </a:accent3>
      <a:accent4>
        <a:srgbClr val="949494"/>
      </a:accent4>
      <a:accent5>
        <a:srgbClr val="686868"/>
      </a:accent5>
      <a:accent6>
        <a:srgbClr val="3F3F3F"/>
      </a:accent6>
      <a:hlink>
        <a:srgbClr val="F33B48"/>
      </a:hlink>
      <a:folHlink>
        <a:srgbClr val="FFC00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3050</TotalTime>
  <Words>332</Words>
  <Application>Microsoft Macintosh PowerPoint</Application>
  <PresentationFormat>宽屏</PresentationFormat>
  <Paragraphs>100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微软雅黑</vt:lpstr>
      <vt:lpstr>Arial</vt:lpstr>
      <vt:lpstr>Arial</vt:lpstr>
      <vt:lpstr>Calibri</vt:lpstr>
      <vt:lpstr>Impact</vt:lpstr>
      <vt:lpstr>主题6</vt:lpstr>
      <vt:lpstr>事前准备</vt:lpstr>
      <vt:lpstr>使用脚手架工具搭建 kintone前端开发环境</vt:lpstr>
      <vt:lpstr>PowerPoint 演示文稿</vt:lpstr>
      <vt:lpstr>简介</vt:lpstr>
      <vt:lpstr>简介</vt:lpstr>
      <vt:lpstr>特性</vt:lpstr>
      <vt:lpstr>整合前端开发框架</vt:lpstr>
      <vt:lpstr>PowerPoint 演示文稿</vt:lpstr>
      <vt:lpstr>自动修正代码并上传</vt:lpstr>
      <vt:lpstr>PowerPoint 演示文稿</vt:lpstr>
      <vt:lpstr>安装</vt:lpstr>
      <vt:lpstr>安装</vt:lpstr>
      <vt:lpstr>按需选择开发模版</vt:lpstr>
      <vt:lpstr>可选操作</vt:lpstr>
      <vt:lpstr>按需选择运行脚本</vt:lpstr>
      <vt:lpstr>实际案例演示</vt:lpstr>
      <vt:lpstr>详解</vt:lpstr>
      <vt:lpstr>现场实践</vt:lpstr>
      <vt:lpstr>开发者网站公众号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Microsoft Office User</cp:lastModifiedBy>
  <cp:revision>108</cp:revision>
  <cp:lastPrinted>2018-02-05T16:00:00Z</cp:lastPrinted>
  <dcterms:created xsi:type="dcterms:W3CDTF">2018-02-05T16:00:00Z</dcterms:created>
  <dcterms:modified xsi:type="dcterms:W3CDTF">2021-06-16T01:55:46Z</dcterms:modified>
  <cp:category>oral defense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753274a3-d12c-43a4-9eff-64603729bf8b</vt:lpwstr>
  </property>
  <property fmtid="{D5CDD505-2E9C-101B-9397-08002B2CF9AE}" pid="3" name="KSOProductBuildVer">
    <vt:lpwstr>2052-11.1.0.9584</vt:lpwstr>
  </property>
</Properties>
</file>