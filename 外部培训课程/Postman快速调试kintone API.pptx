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2"/>
  </p:notesMasterIdLst>
  <p:handoutMasterIdLst>
    <p:handoutMasterId r:id="rId13"/>
  </p:handoutMasterIdLst>
  <p:sldIdLst>
    <p:sldId id="3825" r:id="rId5"/>
    <p:sldId id="3827" r:id="rId6"/>
    <p:sldId id="3828" r:id="rId7"/>
    <p:sldId id="3835" r:id="rId8"/>
    <p:sldId id="3826" r:id="rId9"/>
    <p:sldId id="3836" r:id="rId10"/>
    <p:sldId id="3834" r:id="rId1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 冰 (Xu Bing)" initials="徐" lastIdx="1" clrIdx="0">
    <p:extLst>
      <p:ext uri="{19B8F6BF-5375-455C-9EA6-DF929625EA0E}">
        <p15:presenceInfo xmlns:p15="http://schemas.microsoft.com/office/powerpoint/2012/main" userId="S::bxu@cybozu.onmicrosoft.com::ebf47961-5a74-4532-a2fb-31f1e48a16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AF6ED-403D-4B33-BD65-BC65E6B2A8BB}" v="149" dt="2022-05-25T11:51:07.124"/>
    <p1510:client id="{9600293B-9EBD-D143-8CE7-B06DA22060AC}" v="190" dt="2022-05-24T13:19:33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98" autoAdjust="0"/>
  </p:normalViewPr>
  <p:slideViewPr>
    <p:cSldViewPr snapToGrid="0">
      <p:cViewPr>
        <p:scale>
          <a:sx n="75" d="100"/>
          <a:sy n="75" d="100"/>
        </p:scale>
        <p:origin x="1384" y="203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徐 冰 (Xu Bing)" userId="ebf47961-5a74-4532-a2fb-31f1e48a1659" providerId="ADAL" clId="{9600293B-9EBD-D143-8CE7-B06DA22060AC}"/>
    <pc:docChg chg="custSel modSld">
      <pc:chgData name="徐 冰 (Xu Bing)" userId="ebf47961-5a74-4532-a2fb-31f1e48a1659" providerId="ADAL" clId="{9600293B-9EBD-D143-8CE7-B06DA22060AC}" dt="2022-05-24T13:19:33.823" v="189" actId="14100"/>
      <pc:docMkLst>
        <pc:docMk/>
      </pc:docMkLst>
      <pc:sldChg chg="modSp mod modAnim">
        <pc:chgData name="徐 冰 (Xu Bing)" userId="ebf47961-5a74-4532-a2fb-31f1e48a1659" providerId="ADAL" clId="{9600293B-9EBD-D143-8CE7-B06DA22060AC}" dt="2022-05-24T12:36:08.580" v="86"/>
        <pc:sldMkLst>
          <pc:docMk/>
          <pc:sldMk cId="4283594893" sldId="3828"/>
        </pc:sldMkLst>
        <pc:spChg chg="mod">
          <ac:chgData name="徐 冰 (Xu Bing)" userId="ebf47961-5a74-4532-a2fb-31f1e48a1659" providerId="ADAL" clId="{9600293B-9EBD-D143-8CE7-B06DA22060AC}" dt="2022-05-24T12:34:29.212" v="74" actId="1076"/>
          <ac:spMkLst>
            <pc:docMk/>
            <pc:sldMk cId="4283594893" sldId="3828"/>
            <ac:spMk id="4" creationId="{6CA4C49D-B39D-4FC1-B2C7-249C5C363CF4}"/>
          </ac:spMkLst>
        </pc:spChg>
      </pc:sldChg>
      <pc:sldChg chg="addSp delSp modSp mod">
        <pc:chgData name="徐 冰 (Xu Bing)" userId="ebf47961-5a74-4532-a2fb-31f1e48a1659" providerId="ADAL" clId="{9600293B-9EBD-D143-8CE7-B06DA22060AC}" dt="2022-05-24T13:19:33.823" v="189" actId="14100"/>
        <pc:sldMkLst>
          <pc:docMk/>
          <pc:sldMk cId="1341760277" sldId="3835"/>
        </pc:sldMkLst>
        <pc:spChg chg="add del mod">
          <ac:chgData name="徐 冰 (Xu Bing)" userId="ebf47961-5a74-4532-a2fb-31f1e48a1659" providerId="ADAL" clId="{9600293B-9EBD-D143-8CE7-B06DA22060AC}" dt="2022-05-24T12:43:48.650" v="140" actId="478"/>
          <ac:spMkLst>
            <pc:docMk/>
            <pc:sldMk cId="1341760277" sldId="3835"/>
            <ac:spMk id="2" creationId="{D5105BF1-D426-AEFF-4707-55CC96512536}"/>
          </ac:spMkLst>
        </pc:spChg>
        <pc:spChg chg="add mod">
          <ac:chgData name="徐 冰 (Xu Bing)" userId="ebf47961-5a74-4532-a2fb-31f1e48a1659" providerId="ADAL" clId="{9600293B-9EBD-D143-8CE7-B06DA22060AC}" dt="2022-05-24T13:19:33.823" v="189" actId="14100"/>
          <ac:spMkLst>
            <pc:docMk/>
            <pc:sldMk cId="1341760277" sldId="3835"/>
            <ac:spMk id="3" creationId="{43C370F6-B923-BF73-081F-D692BD592943}"/>
          </ac:spMkLst>
        </pc:spChg>
        <pc:graphicFrameChg chg="mod">
          <ac:chgData name="徐 冰 (Xu Bing)" userId="ebf47961-5a74-4532-a2fb-31f1e48a1659" providerId="ADAL" clId="{9600293B-9EBD-D143-8CE7-B06DA22060AC}" dt="2022-05-24T12:47:47.017" v="188" actId="14100"/>
          <ac:graphicFrameMkLst>
            <pc:docMk/>
            <pc:sldMk cId="1341760277" sldId="3835"/>
            <ac:graphicFrameMk id="7" creationId="{3B69CA4A-1E64-4470-B604-01E20181B862}"/>
          </ac:graphicFrameMkLst>
        </pc:graphicFrameChg>
      </pc:sldChg>
    </pc:docChg>
  </pc:docChgLst>
  <pc:docChgLst>
    <pc:chgData name="徐 冰 (Xu Bing)" userId="ebf47961-5a74-4532-a2fb-31f1e48a1659" providerId="ADAL" clId="{26EAF6ED-403D-4B33-BD65-BC65E6B2A8BB}"/>
    <pc:docChg chg="undo redo custSel addSld delSld modSld sldOrd modShowInfo">
      <pc:chgData name="徐 冰 (Xu Bing)" userId="ebf47961-5a74-4532-a2fb-31f1e48a1659" providerId="ADAL" clId="{26EAF6ED-403D-4B33-BD65-BC65E6B2A8BB}" dt="2022-05-25T11:51:09.594" v="142" actId="14100"/>
      <pc:docMkLst>
        <pc:docMk/>
      </pc:docMkLst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1019213662" sldId="3791"/>
        </pc:sldMkLst>
      </pc:sldChg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3927950662" sldId="3792"/>
        </pc:sldMkLst>
      </pc:sldChg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1813910725" sldId="3794"/>
        </pc:sldMkLst>
      </pc:sldChg>
      <pc:sldChg chg="addSp delSp modSp mod modTransition modClrScheme chgLayout modNotesTx">
        <pc:chgData name="徐 冰 (Xu Bing)" userId="ebf47961-5a74-4532-a2fb-31f1e48a1659" providerId="ADAL" clId="{26EAF6ED-403D-4B33-BD65-BC65E6B2A8BB}" dt="2022-05-25T02:17:51.863" v="136" actId="20577"/>
        <pc:sldMkLst>
          <pc:docMk/>
          <pc:sldMk cId="800962904" sldId="3825"/>
        </pc:sldMkLst>
        <pc:spChg chg="mod">
          <ac:chgData name="徐 冰 (Xu Bing)" userId="ebf47961-5a74-4532-a2fb-31f1e48a1659" providerId="ADAL" clId="{26EAF6ED-403D-4B33-BD65-BC65E6B2A8BB}" dt="2022-05-25T02:15:34.120" v="109" actId="26606"/>
          <ac:spMkLst>
            <pc:docMk/>
            <pc:sldMk cId="800962904" sldId="3825"/>
            <ac:spMk id="2" creationId="{28B08836-40C5-46C2-81BA-21AA27176925}"/>
          </ac:spMkLst>
        </pc:spChg>
        <pc:spChg chg="mod">
          <ac:chgData name="徐 冰 (Xu Bing)" userId="ebf47961-5a74-4532-a2fb-31f1e48a1659" providerId="ADAL" clId="{26EAF6ED-403D-4B33-BD65-BC65E6B2A8BB}" dt="2022-05-25T02:15:34.120" v="109" actId="26606"/>
          <ac:spMkLst>
            <pc:docMk/>
            <pc:sldMk cId="800962904" sldId="3825"/>
            <ac:spMk id="3" creationId="{72CC4EC4-809C-4FD2-AA20-009F08590DA6}"/>
          </ac:spMkLst>
        </pc:spChg>
        <pc:spChg chg="add del mod">
          <ac:chgData name="徐 冰 (Xu Bing)" userId="ebf47961-5a74-4532-a2fb-31f1e48a1659" providerId="ADAL" clId="{26EAF6ED-403D-4B33-BD65-BC65E6B2A8BB}" dt="2022-05-25T02:15:26.897" v="107" actId="26606"/>
          <ac:spMkLst>
            <pc:docMk/>
            <pc:sldMk cId="800962904" sldId="3825"/>
            <ac:spMk id="5" creationId="{C0D7A16B-7593-D801-C193-8D5D6DE42183}"/>
          </ac:spMkLst>
        </pc:spChg>
        <pc:spChg chg="add del mod">
          <ac:chgData name="徐 冰 (Xu Bing)" userId="ebf47961-5a74-4532-a2fb-31f1e48a1659" providerId="ADAL" clId="{26EAF6ED-403D-4B33-BD65-BC65E6B2A8BB}" dt="2022-05-25T02:15:26.897" v="107" actId="26606"/>
          <ac:spMkLst>
            <pc:docMk/>
            <pc:sldMk cId="800962904" sldId="3825"/>
            <ac:spMk id="6" creationId="{AC60BA7F-52B2-3E87-8B2E-48587BC3B520}"/>
          </ac:spMkLst>
        </pc:spChg>
        <pc:spChg chg="add del mod">
          <ac:chgData name="徐 冰 (Xu Bing)" userId="ebf47961-5a74-4532-a2fb-31f1e48a1659" providerId="ADAL" clId="{26EAF6ED-403D-4B33-BD65-BC65E6B2A8BB}" dt="2022-05-25T02:15:26.897" v="107" actId="26606"/>
          <ac:spMkLst>
            <pc:docMk/>
            <pc:sldMk cId="800962904" sldId="3825"/>
            <ac:spMk id="7" creationId="{41983563-2923-C367-BC5E-122FAB1DEBCC}"/>
          </ac:spMkLst>
        </pc:spChg>
        <pc:spChg chg="add del mod">
          <ac:chgData name="徐 冰 (Xu Bing)" userId="ebf47961-5a74-4532-a2fb-31f1e48a1659" providerId="ADAL" clId="{26EAF6ED-403D-4B33-BD65-BC65E6B2A8BB}" dt="2022-05-25T02:15:21.475" v="103" actId="26606"/>
          <ac:spMkLst>
            <pc:docMk/>
            <pc:sldMk cId="800962904" sldId="3825"/>
            <ac:spMk id="8" creationId="{EBB9456B-D60D-A0F8-0802-1A2DBAE1C30B}"/>
          </ac:spMkLst>
        </pc:spChg>
        <pc:spChg chg="add del mod">
          <ac:chgData name="徐 冰 (Xu Bing)" userId="ebf47961-5a74-4532-a2fb-31f1e48a1659" providerId="ADAL" clId="{26EAF6ED-403D-4B33-BD65-BC65E6B2A8BB}" dt="2022-05-25T02:15:34.120" v="109" actId="26606"/>
          <ac:spMkLst>
            <pc:docMk/>
            <pc:sldMk cId="800962904" sldId="3825"/>
            <ac:spMk id="9" creationId="{CA8B7BBC-1802-6931-8584-177853F1075A}"/>
          </ac:spMkLst>
        </pc:spChg>
        <pc:spChg chg="add del mod">
          <ac:chgData name="徐 冰 (Xu Bing)" userId="ebf47961-5a74-4532-a2fb-31f1e48a1659" providerId="ADAL" clId="{26EAF6ED-403D-4B33-BD65-BC65E6B2A8BB}" dt="2022-05-25T02:15:21.475" v="103" actId="26606"/>
          <ac:spMkLst>
            <pc:docMk/>
            <pc:sldMk cId="800962904" sldId="3825"/>
            <ac:spMk id="10" creationId="{25C2DAB2-9364-145A-F8FB-53128257B448}"/>
          </ac:spMkLst>
        </pc:spChg>
        <pc:spChg chg="add del mod">
          <ac:chgData name="徐 冰 (Xu Bing)" userId="ebf47961-5a74-4532-a2fb-31f1e48a1659" providerId="ADAL" clId="{26EAF6ED-403D-4B33-BD65-BC65E6B2A8BB}" dt="2022-05-25T02:15:34.120" v="109" actId="26606"/>
          <ac:spMkLst>
            <pc:docMk/>
            <pc:sldMk cId="800962904" sldId="3825"/>
            <ac:spMk id="11" creationId="{3F036CC0-45E9-88FE-23AD-49ED9B59F2AC}"/>
          </ac:spMkLst>
        </pc:spChg>
        <pc:spChg chg="add del mod">
          <ac:chgData name="徐 冰 (Xu Bing)" userId="ebf47961-5a74-4532-a2fb-31f1e48a1659" providerId="ADAL" clId="{26EAF6ED-403D-4B33-BD65-BC65E6B2A8BB}" dt="2022-05-25T02:15:21.475" v="103" actId="26606"/>
          <ac:spMkLst>
            <pc:docMk/>
            <pc:sldMk cId="800962904" sldId="3825"/>
            <ac:spMk id="12" creationId="{B14D8632-2C56-6293-D7B1-C77393A7B748}"/>
          </ac:spMkLst>
        </pc:spChg>
        <pc:spChg chg="add del mod">
          <ac:chgData name="徐 冰 (Xu Bing)" userId="ebf47961-5a74-4532-a2fb-31f1e48a1659" providerId="ADAL" clId="{26EAF6ED-403D-4B33-BD65-BC65E6B2A8BB}" dt="2022-05-25T02:15:34.120" v="109" actId="26606"/>
          <ac:spMkLst>
            <pc:docMk/>
            <pc:sldMk cId="800962904" sldId="3825"/>
            <ac:spMk id="13" creationId="{7596D529-43EE-1A47-7D62-21ADCF3D3B65}"/>
          </ac:spMkLst>
        </pc:spChg>
      </pc:sldChg>
      <pc:sldChg chg="addSp delSp modSp mod">
        <pc:chgData name="徐 冰 (Xu Bing)" userId="ebf47961-5a74-4532-a2fb-31f1e48a1659" providerId="ADAL" clId="{26EAF6ED-403D-4B33-BD65-BC65E6B2A8BB}" dt="2022-05-25T02:02:27.951" v="57" actId="20577"/>
        <pc:sldMkLst>
          <pc:docMk/>
          <pc:sldMk cId="55160260" sldId="3826"/>
        </pc:sldMkLst>
        <pc:spChg chg="mod">
          <ac:chgData name="徐 冰 (Xu Bing)" userId="ebf47961-5a74-4532-a2fb-31f1e48a1659" providerId="ADAL" clId="{26EAF6ED-403D-4B33-BD65-BC65E6B2A8BB}" dt="2022-05-25T02:02:26.399" v="56" actId="20577"/>
          <ac:spMkLst>
            <pc:docMk/>
            <pc:sldMk cId="55160260" sldId="3826"/>
            <ac:spMk id="2" creationId="{1836E49C-11A0-4C95-8A6E-FC7E9C57C105}"/>
          </ac:spMkLst>
        </pc:spChg>
        <pc:spChg chg="mod">
          <ac:chgData name="徐 冰 (Xu Bing)" userId="ebf47961-5a74-4532-a2fb-31f1e48a1659" providerId="ADAL" clId="{26EAF6ED-403D-4B33-BD65-BC65E6B2A8BB}" dt="2022-05-25T02:02:27.951" v="57" actId="20577"/>
          <ac:spMkLst>
            <pc:docMk/>
            <pc:sldMk cId="55160260" sldId="3826"/>
            <ac:spMk id="3" creationId="{869C3FD2-AF88-4EF1-AFB7-5D31BD5AA0BF}"/>
          </ac:spMkLst>
        </pc:spChg>
        <pc:spChg chg="del">
          <ac:chgData name="徐 冰 (Xu Bing)" userId="ebf47961-5a74-4532-a2fb-31f1e48a1659" providerId="ADAL" clId="{26EAF6ED-403D-4B33-BD65-BC65E6B2A8BB}" dt="2022-05-25T01:57:40.120" v="42" actId="478"/>
          <ac:spMkLst>
            <pc:docMk/>
            <pc:sldMk cId="55160260" sldId="3826"/>
            <ac:spMk id="4" creationId="{78C8B647-084C-492D-A242-148BEA5B6823}"/>
          </ac:spMkLst>
        </pc:spChg>
        <pc:picChg chg="add mod">
          <ac:chgData name="徐 冰 (Xu Bing)" userId="ebf47961-5a74-4532-a2fb-31f1e48a1659" providerId="ADAL" clId="{26EAF6ED-403D-4B33-BD65-BC65E6B2A8BB}" dt="2022-05-25T02:00:19.776" v="52" actId="1440"/>
          <ac:picMkLst>
            <pc:docMk/>
            <pc:sldMk cId="55160260" sldId="3826"/>
            <ac:picMk id="8" creationId="{79A36BDF-0F5D-40D6-AA3A-4A5962EE694B}"/>
          </ac:picMkLst>
        </pc:picChg>
      </pc:sldChg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1026132043" sldId="3829"/>
        </pc:sldMkLst>
      </pc:sldChg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1791535643" sldId="3830"/>
        </pc:sldMkLst>
      </pc:sldChg>
      <pc:sldChg chg="del">
        <pc:chgData name="徐 冰 (Xu Bing)" userId="ebf47961-5a74-4532-a2fb-31f1e48a1659" providerId="ADAL" clId="{26EAF6ED-403D-4B33-BD65-BC65E6B2A8BB}" dt="2022-05-25T02:10:34.570" v="93" actId="47"/>
        <pc:sldMkLst>
          <pc:docMk/>
          <pc:sldMk cId="3942647457" sldId="3831"/>
        </pc:sldMkLst>
      </pc:sldChg>
      <pc:sldChg chg="delSp del mod">
        <pc:chgData name="徐 冰 (Xu Bing)" userId="ebf47961-5a74-4532-a2fb-31f1e48a1659" providerId="ADAL" clId="{26EAF6ED-403D-4B33-BD65-BC65E6B2A8BB}" dt="2022-05-25T02:10:34.570" v="93" actId="47"/>
        <pc:sldMkLst>
          <pc:docMk/>
          <pc:sldMk cId="543995561" sldId="3832"/>
        </pc:sldMkLst>
        <pc:spChg chg="del">
          <ac:chgData name="徐 冰 (Xu Bing)" userId="ebf47961-5a74-4532-a2fb-31f1e48a1659" providerId="ADAL" clId="{26EAF6ED-403D-4B33-BD65-BC65E6B2A8BB}" dt="2022-05-25T02:07:28.853" v="59" actId="478"/>
          <ac:spMkLst>
            <pc:docMk/>
            <pc:sldMk cId="543995561" sldId="3832"/>
            <ac:spMk id="9" creationId="{38435D0D-6D88-4851-8B63-E6A6A7BC8659}"/>
          </ac:spMkLst>
        </pc:spChg>
      </pc:sldChg>
      <pc:sldChg chg="del">
        <pc:chgData name="徐 冰 (Xu Bing)" userId="ebf47961-5a74-4532-a2fb-31f1e48a1659" providerId="ADAL" clId="{26EAF6ED-403D-4B33-BD65-BC65E6B2A8BB}" dt="2022-05-25T02:07:07.872" v="58" actId="47"/>
        <pc:sldMkLst>
          <pc:docMk/>
          <pc:sldMk cId="17839761" sldId="3833"/>
        </pc:sldMkLst>
      </pc:sldChg>
      <pc:sldChg chg="addSp delSp modSp mod">
        <pc:chgData name="徐 冰 (Xu Bing)" userId="ebf47961-5a74-4532-a2fb-31f1e48a1659" providerId="ADAL" clId="{26EAF6ED-403D-4B33-BD65-BC65E6B2A8BB}" dt="2022-05-25T02:10:52.006" v="98" actId="478"/>
        <pc:sldMkLst>
          <pc:docMk/>
          <pc:sldMk cId="962258905" sldId="3834"/>
        </pc:sldMkLst>
        <pc:spChg chg="del">
          <ac:chgData name="徐 冰 (Xu Bing)" userId="ebf47961-5a74-4532-a2fb-31f1e48a1659" providerId="ADAL" clId="{26EAF6ED-403D-4B33-BD65-BC65E6B2A8BB}" dt="2022-05-25T02:10:40.484" v="94" actId="478"/>
          <ac:spMkLst>
            <pc:docMk/>
            <pc:sldMk cId="962258905" sldId="3834"/>
            <ac:spMk id="3" creationId="{21F0B6E0-1F7C-4E6A-87B1-554ADE739CD1}"/>
          </ac:spMkLst>
        </pc:spChg>
        <pc:spChg chg="del">
          <ac:chgData name="徐 冰 (Xu Bing)" userId="ebf47961-5a74-4532-a2fb-31f1e48a1659" providerId="ADAL" clId="{26EAF6ED-403D-4B33-BD65-BC65E6B2A8BB}" dt="2022-05-25T02:10:48.992" v="97" actId="478"/>
          <ac:spMkLst>
            <pc:docMk/>
            <pc:sldMk cId="962258905" sldId="3834"/>
            <ac:spMk id="4" creationId="{6F95E0EB-F1F4-436B-A218-93E100A66902}"/>
          </ac:spMkLst>
        </pc:spChg>
        <pc:spChg chg="del mod">
          <ac:chgData name="徐 冰 (Xu Bing)" userId="ebf47961-5a74-4532-a2fb-31f1e48a1659" providerId="ADAL" clId="{26EAF6ED-403D-4B33-BD65-BC65E6B2A8BB}" dt="2022-05-25T02:10:52.006" v="98" actId="478"/>
          <ac:spMkLst>
            <pc:docMk/>
            <pc:sldMk cId="962258905" sldId="3834"/>
            <ac:spMk id="5" creationId="{C75D06EF-9416-46F7-8230-B49EE1269F53}"/>
          </ac:spMkLst>
        </pc:spChg>
        <pc:spChg chg="add del mod">
          <ac:chgData name="徐 冰 (Xu Bing)" userId="ebf47961-5a74-4532-a2fb-31f1e48a1659" providerId="ADAL" clId="{26EAF6ED-403D-4B33-BD65-BC65E6B2A8BB}" dt="2022-05-25T02:10:42.324" v="95" actId="478"/>
          <ac:spMkLst>
            <pc:docMk/>
            <pc:sldMk cId="962258905" sldId="3834"/>
            <ac:spMk id="8" creationId="{461DB249-5A07-419B-9402-6154D9DA5B31}"/>
          </ac:spMkLst>
        </pc:spChg>
      </pc:sldChg>
      <pc:sldChg chg="addCm delCm">
        <pc:chgData name="徐 冰 (Xu Bing)" userId="ebf47961-5a74-4532-a2fb-31f1e48a1659" providerId="ADAL" clId="{26EAF6ED-403D-4B33-BD65-BC65E6B2A8BB}" dt="2022-05-25T02:15:43.771" v="112" actId="1592"/>
        <pc:sldMkLst>
          <pc:docMk/>
          <pc:sldMk cId="1341760277" sldId="3835"/>
        </pc:sldMkLst>
      </pc:sldChg>
      <pc:sldChg chg="modSp new mod ord modAnim">
        <pc:chgData name="徐 冰 (Xu Bing)" userId="ebf47961-5a74-4532-a2fb-31f1e48a1659" providerId="ADAL" clId="{26EAF6ED-403D-4B33-BD65-BC65E6B2A8BB}" dt="2022-05-25T11:51:09.594" v="142" actId="14100"/>
        <pc:sldMkLst>
          <pc:docMk/>
          <pc:sldMk cId="3996218259" sldId="3836"/>
        </pc:sldMkLst>
        <pc:spChg chg="mod">
          <ac:chgData name="徐 冰 (Xu Bing)" userId="ebf47961-5a74-4532-a2fb-31f1e48a1659" providerId="ADAL" clId="{26EAF6ED-403D-4B33-BD65-BC65E6B2A8BB}" dt="2022-05-25T02:09:58.183" v="91" actId="1076"/>
          <ac:spMkLst>
            <pc:docMk/>
            <pc:sldMk cId="3996218259" sldId="3836"/>
            <ac:spMk id="2" creationId="{22ECE06A-0142-46B7-B74B-AE4C0DA6F390}"/>
          </ac:spMkLst>
        </pc:spChg>
        <pc:spChg chg="mod">
          <ac:chgData name="徐 冰 (Xu Bing)" userId="ebf47961-5a74-4532-a2fb-31f1e48a1659" providerId="ADAL" clId="{26EAF6ED-403D-4B33-BD65-BC65E6B2A8BB}" dt="2022-05-25T11:51:09.594" v="142" actId="14100"/>
          <ac:spMkLst>
            <pc:docMk/>
            <pc:sldMk cId="3996218259" sldId="3836"/>
            <ac:spMk id="3" creationId="{5860BF68-A24A-4826-B8BF-EC068F90D34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1E9183-5890-4F6E-949E-B838B7208BE5}" type="doc">
      <dgm:prSet loTypeId="urn:microsoft.com/office/officeart/2008/layout/HexagonCluster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3F997E31-58DE-4D14-9619-0A1F34BD9CE5}">
      <dgm:prSet phldrT="[文本]"/>
      <dgm:spPr/>
      <dgm:t>
        <a:bodyPr/>
        <a:lstStyle/>
        <a:p>
          <a:r>
            <a:rPr lang="en-US" altLang="zh-CN" dirty="0" err="1"/>
            <a:t>uri</a:t>
          </a:r>
          <a:endParaRPr lang="zh-CN" altLang="en-US" dirty="0"/>
        </a:p>
      </dgm:t>
    </dgm:pt>
    <dgm:pt modelId="{5782F4AA-F20E-4784-A2F7-35FE4F3FDD0E}" type="parTrans" cxnId="{95E44EF7-7AB7-4E55-A363-3FD13589E72C}">
      <dgm:prSet/>
      <dgm:spPr/>
      <dgm:t>
        <a:bodyPr/>
        <a:lstStyle/>
        <a:p>
          <a:endParaRPr lang="zh-CN" altLang="en-US"/>
        </a:p>
      </dgm:t>
    </dgm:pt>
    <dgm:pt modelId="{EE23FAF0-2917-49CD-8303-798D5445D8BC}" type="sibTrans" cxnId="{95E44EF7-7AB7-4E55-A363-3FD13589E72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t>
        <a:bodyPr/>
        <a:lstStyle/>
        <a:p>
          <a:endParaRPr lang="zh-CN" altLang="en-US"/>
        </a:p>
      </dgm:t>
    </dgm:pt>
    <dgm:pt modelId="{E06B6AA5-ECAC-4D72-AC14-3C950C2D964B}">
      <dgm:prSet phldrT="[文本]"/>
      <dgm:spPr/>
      <dgm:t>
        <a:bodyPr/>
        <a:lstStyle/>
        <a:p>
          <a:r>
            <a:rPr lang="en-US" altLang="zh-CN"/>
            <a:t>header</a:t>
          </a:r>
          <a:endParaRPr lang="zh-CN" altLang="en-US"/>
        </a:p>
      </dgm:t>
    </dgm:pt>
    <dgm:pt modelId="{15491123-3BB5-4E6A-9DD4-85A7345213DE}" type="parTrans" cxnId="{E979860B-3B77-44E4-87FB-14CF032BDF53}">
      <dgm:prSet/>
      <dgm:spPr/>
      <dgm:t>
        <a:bodyPr/>
        <a:lstStyle/>
        <a:p>
          <a:endParaRPr lang="zh-CN" altLang="en-US"/>
        </a:p>
      </dgm:t>
    </dgm:pt>
    <dgm:pt modelId="{6EAA7436-E9FC-432B-A6BA-1CEA10CFCC69}" type="sibTrans" cxnId="{E979860B-3B77-44E4-87FB-14CF032BDF53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</dgm:spPr>
      <dgm:t>
        <a:bodyPr/>
        <a:lstStyle/>
        <a:p>
          <a:endParaRPr lang="zh-CN" altLang="en-US"/>
        </a:p>
      </dgm:t>
    </dgm:pt>
    <dgm:pt modelId="{FF8251E1-EB48-47C1-AC76-6FAC2A37B36E}">
      <dgm:prSet phldrT="[文本]"/>
      <dgm:spPr/>
      <dgm:t>
        <a:bodyPr/>
        <a:lstStyle/>
        <a:p>
          <a:r>
            <a:rPr lang="en-US" altLang="zh-CN" dirty="0"/>
            <a:t>param</a:t>
          </a:r>
          <a:endParaRPr lang="zh-CN" altLang="en-US" dirty="0"/>
        </a:p>
      </dgm:t>
    </dgm:pt>
    <dgm:pt modelId="{72322634-CC57-45CE-BAD5-7219F42F8600}" type="parTrans" cxnId="{0087F663-0B20-4F58-B2A0-85017DAEF26C}">
      <dgm:prSet/>
      <dgm:spPr/>
      <dgm:t>
        <a:bodyPr/>
        <a:lstStyle/>
        <a:p>
          <a:endParaRPr lang="zh-CN" altLang="en-US"/>
        </a:p>
      </dgm:t>
    </dgm:pt>
    <dgm:pt modelId="{C9200BE3-31FF-4EB4-AD6A-781E8BF7750B}" type="sibTrans" cxnId="{0087F663-0B20-4F58-B2A0-85017DAEF26C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E8956FDF-287B-411E-BB8F-148063C9B9A5}">
      <dgm:prSet phldrT="[文本]"/>
      <dgm:spPr/>
      <dgm:t>
        <a:bodyPr/>
        <a:lstStyle/>
        <a:p>
          <a:r>
            <a:rPr lang="en-US" altLang="zh-CN"/>
            <a:t>body</a:t>
          </a:r>
          <a:endParaRPr lang="zh-CN" altLang="en-US"/>
        </a:p>
      </dgm:t>
    </dgm:pt>
    <dgm:pt modelId="{CA1CAE96-7866-4B5C-9EC4-B37F2293A9BD}" type="parTrans" cxnId="{62676F11-421A-4206-873C-EE0A303E7BB2}">
      <dgm:prSet/>
      <dgm:spPr/>
      <dgm:t>
        <a:bodyPr/>
        <a:lstStyle/>
        <a:p>
          <a:endParaRPr lang="zh-CN" altLang="en-US"/>
        </a:p>
      </dgm:t>
    </dgm:pt>
    <dgm:pt modelId="{EBA25233-234D-4EEC-BA20-488E19461494}" type="sibTrans" cxnId="{62676F11-421A-4206-873C-EE0A303E7BB2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zh-CN" altLang="en-US"/>
        </a:p>
      </dgm:t>
    </dgm:pt>
    <dgm:pt modelId="{F6016B35-870C-0043-B190-B6055C894814}" type="pres">
      <dgm:prSet presAssocID="{371E9183-5890-4F6E-949E-B838B7208BE5}" presName="Name0" presStyleCnt="0">
        <dgm:presLayoutVars>
          <dgm:chMax val="21"/>
          <dgm:chPref val="21"/>
        </dgm:presLayoutVars>
      </dgm:prSet>
      <dgm:spPr/>
    </dgm:pt>
    <dgm:pt modelId="{BE49B80C-E87D-8F44-881B-654C1D0C75EF}" type="pres">
      <dgm:prSet presAssocID="{3F997E31-58DE-4D14-9619-0A1F34BD9CE5}" presName="text1" presStyleCnt="0"/>
      <dgm:spPr/>
    </dgm:pt>
    <dgm:pt modelId="{1965AE1C-BAC8-7741-8403-5A7FE90DE522}" type="pres">
      <dgm:prSet presAssocID="{3F997E31-58DE-4D14-9619-0A1F34BD9CE5}" presName="textRepeatNode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356C8A8-1AC7-1949-BF2E-E5FEE643B106}" type="pres">
      <dgm:prSet presAssocID="{3F997E31-58DE-4D14-9619-0A1F34BD9CE5}" presName="textaccent1" presStyleCnt="0"/>
      <dgm:spPr/>
    </dgm:pt>
    <dgm:pt modelId="{FB2B16EE-6C33-CE4E-A348-CDDA9D6351BE}" type="pres">
      <dgm:prSet presAssocID="{3F997E31-58DE-4D14-9619-0A1F34BD9CE5}" presName="accentRepeatNode" presStyleLbl="solidAlignAcc1" presStyleIdx="0" presStyleCnt="8"/>
      <dgm:spPr/>
    </dgm:pt>
    <dgm:pt modelId="{C524ECA2-A880-4C40-B1A8-C6B82A2A0B03}" type="pres">
      <dgm:prSet presAssocID="{EE23FAF0-2917-49CD-8303-798D5445D8BC}" presName="image1" presStyleCnt="0"/>
      <dgm:spPr/>
    </dgm:pt>
    <dgm:pt modelId="{06B3392A-BC30-B741-9F76-7D614E644C7C}" type="pres">
      <dgm:prSet presAssocID="{EE23FAF0-2917-49CD-8303-798D5445D8BC}" presName="imageRepeatNode" presStyleLbl="alignAcc1" presStyleIdx="0" presStyleCnt="4"/>
      <dgm:spPr/>
    </dgm:pt>
    <dgm:pt modelId="{342F6B59-81D4-9144-B030-BA0C00E218FF}" type="pres">
      <dgm:prSet presAssocID="{EE23FAF0-2917-49CD-8303-798D5445D8BC}" presName="imageaccent1" presStyleCnt="0"/>
      <dgm:spPr/>
    </dgm:pt>
    <dgm:pt modelId="{CD8F0B7E-FE36-0B4C-8945-1A6A1E7A7AD4}" type="pres">
      <dgm:prSet presAssocID="{EE23FAF0-2917-49CD-8303-798D5445D8BC}" presName="accentRepeatNode" presStyleLbl="solidAlignAcc1" presStyleIdx="1" presStyleCnt="8"/>
      <dgm:spPr/>
    </dgm:pt>
    <dgm:pt modelId="{240344FC-1028-6B4E-8658-0094DA4886BF}" type="pres">
      <dgm:prSet presAssocID="{E06B6AA5-ECAC-4D72-AC14-3C950C2D964B}" presName="text2" presStyleCnt="0"/>
      <dgm:spPr/>
    </dgm:pt>
    <dgm:pt modelId="{A7B23EEB-3349-2E45-ACEA-77A12BC8801B}" type="pres">
      <dgm:prSet presAssocID="{E06B6AA5-ECAC-4D72-AC14-3C950C2D964B}" presName="textRepeatNode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E554B95-6A68-5E4E-87F1-A9AEB499D001}" type="pres">
      <dgm:prSet presAssocID="{E06B6AA5-ECAC-4D72-AC14-3C950C2D964B}" presName="textaccent2" presStyleCnt="0"/>
      <dgm:spPr/>
    </dgm:pt>
    <dgm:pt modelId="{3EBB1132-EFEA-4942-B4FF-2E99B9AC1AB4}" type="pres">
      <dgm:prSet presAssocID="{E06B6AA5-ECAC-4D72-AC14-3C950C2D964B}" presName="accentRepeatNode" presStyleLbl="solidAlignAcc1" presStyleIdx="2" presStyleCnt="8"/>
      <dgm:spPr/>
    </dgm:pt>
    <dgm:pt modelId="{C03F0B12-0EF6-4E4E-BFE9-A58CEB62EFEE}" type="pres">
      <dgm:prSet presAssocID="{6EAA7436-E9FC-432B-A6BA-1CEA10CFCC69}" presName="image2" presStyleCnt="0"/>
      <dgm:spPr/>
    </dgm:pt>
    <dgm:pt modelId="{62CD3C37-09B0-3B4B-B5CA-336710FAA343}" type="pres">
      <dgm:prSet presAssocID="{6EAA7436-E9FC-432B-A6BA-1CEA10CFCC69}" presName="imageRepeatNode" presStyleLbl="alignAcc1" presStyleIdx="1" presStyleCnt="4"/>
      <dgm:spPr/>
    </dgm:pt>
    <dgm:pt modelId="{155AE78A-D564-2E46-ADC3-E36282F3BAC3}" type="pres">
      <dgm:prSet presAssocID="{6EAA7436-E9FC-432B-A6BA-1CEA10CFCC69}" presName="imageaccent2" presStyleCnt="0"/>
      <dgm:spPr/>
    </dgm:pt>
    <dgm:pt modelId="{74894A5E-DDB2-2041-806E-E5D19DB289FF}" type="pres">
      <dgm:prSet presAssocID="{6EAA7436-E9FC-432B-A6BA-1CEA10CFCC69}" presName="accentRepeatNode" presStyleLbl="solidAlignAcc1" presStyleIdx="3" presStyleCnt="8"/>
      <dgm:spPr/>
    </dgm:pt>
    <dgm:pt modelId="{625522FA-4F33-0141-B326-B3EABBAE5EC5}" type="pres">
      <dgm:prSet presAssocID="{FF8251E1-EB48-47C1-AC76-6FAC2A37B36E}" presName="text3" presStyleCnt="0"/>
      <dgm:spPr/>
    </dgm:pt>
    <dgm:pt modelId="{D0C19F95-F679-F045-9DA7-AF29699EF700}" type="pres">
      <dgm:prSet presAssocID="{FF8251E1-EB48-47C1-AC76-6FAC2A37B36E}" presName="textRepeatNode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706D207-74C1-E947-BC7E-250CC40047EB}" type="pres">
      <dgm:prSet presAssocID="{FF8251E1-EB48-47C1-AC76-6FAC2A37B36E}" presName="textaccent3" presStyleCnt="0"/>
      <dgm:spPr/>
    </dgm:pt>
    <dgm:pt modelId="{F08D4120-3E87-3A4C-875A-F8F082684D28}" type="pres">
      <dgm:prSet presAssocID="{FF8251E1-EB48-47C1-AC76-6FAC2A37B36E}" presName="accentRepeatNode" presStyleLbl="solidAlignAcc1" presStyleIdx="4" presStyleCnt="8"/>
      <dgm:spPr/>
    </dgm:pt>
    <dgm:pt modelId="{8912C83A-1BCA-2945-9463-7248681359B6}" type="pres">
      <dgm:prSet presAssocID="{C9200BE3-31FF-4EB4-AD6A-781E8BF7750B}" presName="image3" presStyleCnt="0"/>
      <dgm:spPr/>
    </dgm:pt>
    <dgm:pt modelId="{1BC51F0C-49A8-7541-9502-B1B254AD2A2A}" type="pres">
      <dgm:prSet presAssocID="{C9200BE3-31FF-4EB4-AD6A-781E8BF7750B}" presName="imageRepeatNode" presStyleLbl="alignAcc1" presStyleIdx="2" presStyleCnt="4"/>
      <dgm:spPr/>
    </dgm:pt>
    <dgm:pt modelId="{232F37E3-5FF5-5A4F-B98E-141497834044}" type="pres">
      <dgm:prSet presAssocID="{C9200BE3-31FF-4EB4-AD6A-781E8BF7750B}" presName="imageaccent3" presStyleCnt="0"/>
      <dgm:spPr/>
    </dgm:pt>
    <dgm:pt modelId="{6E8FB5DA-BF95-1D48-B37D-153BA89B517F}" type="pres">
      <dgm:prSet presAssocID="{C9200BE3-31FF-4EB4-AD6A-781E8BF7750B}" presName="accentRepeatNode" presStyleLbl="solidAlignAcc1" presStyleIdx="5" presStyleCnt="8"/>
      <dgm:spPr/>
    </dgm:pt>
    <dgm:pt modelId="{78A01FCD-1935-0A47-A6B6-334268F9BE3F}" type="pres">
      <dgm:prSet presAssocID="{E8956FDF-287B-411E-BB8F-148063C9B9A5}" presName="text4" presStyleCnt="0"/>
      <dgm:spPr/>
    </dgm:pt>
    <dgm:pt modelId="{B7B1DCC8-349F-D34A-B0B3-A09A0E12A40A}" type="pres">
      <dgm:prSet presAssocID="{E8956FDF-287B-411E-BB8F-148063C9B9A5}" presName="textRepeatNode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AF06791-646A-EE40-A609-C9CA4ABC57F9}" type="pres">
      <dgm:prSet presAssocID="{E8956FDF-287B-411E-BB8F-148063C9B9A5}" presName="textaccent4" presStyleCnt="0"/>
      <dgm:spPr/>
    </dgm:pt>
    <dgm:pt modelId="{2B252548-65D4-B941-972A-6D63CAFF98A0}" type="pres">
      <dgm:prSet presAssocID="{E8956FDF-287B-411E-BB8F-148063C9B9A5}" presName="accentRepeatNode" presStyleLbl="solidAlignAcc1" presStyleIdx="6" presStyleCnt="8"/>
      <dgm:spPr/>
    </dgm:pt>
    <dgm:pt modelId="{2AACE179-AAC2-AC43-A5BD-6794B3458878}" type="pres">
      <dgm:prSet presAssocID="{EBA25233-234D-4EEC-BA20-488E19461494}" presName="image4" presStyleCnt="0"/>
      <dgm:spPr/>
    </dgm:pt>
    <dgm:pt modelId="{8BF80006-8F23-6C41-9606-A3DAF088AC4F}" type="pres">
      <dgm:prSet presAssocID="{EBA25233-234D-4EEC-BA20-488E19461494}" presName="imageRepeatNode" presStyleLbl="alignAcc1" presStyleIdx="3" presStyleCnt="4"/>
      <dgm:spPr/>
    </dgm:pt>
    <dgm:pt modelId="{A21C4829-9AC5-0C4A-92CB-0E96FD313BAC}" type="pres">
      <dgm:prSet presAssocID="{EBA25233-234D-4EEC-BA20-488E19461494}" presName="imageaccent4" presStyleCnt="0"/>
      <dgm:spPr/>
    </dgm:pt>
    <dgm:pt modelId="{0E17C57C-D54D-214E-9C71-CE55C65AB1C4}" type="pres">
      <dgm:prSet presAssocID="{EBA25233-234D-4EEC-BA20-488E19461494}" presName="accentRepeatNode" presStyleLbl="solidAlignAcc1" presStyleIdx="7" presStyleCnt="8"/>
      <dgm:spPr/>
    </dgm:pt>
  </dgm:ptLst>
  <dgm:cxnLst>
    <dgm:cxn modelId="{E979860B-3B77-44E4-87FB-14CF032BDF53}" srcId="{371E9183-5890-4F6E-949E-B838B7208BE5}" destId="{E06B6AA5-ECAC-4D72-AC14-3C950C2D964B}" srcOrd="1" destOrd="0" parTransId="{15491123-3BB5-4E6A-9DD4-85A7345213DE}" sibTransId="{6EAA7436-E9FC-432B-A6BA-1CEA10CFCC69}"/>
    <dgm:cxn modelId="{62676F11-421A-4206-873C-EE0A303E7BB2}" srcId="{371E9183-5890-4F6E-949E-B838B7208BE5}" destId="{E8956FDF-287B-411E-BB8F-148063C9B9A5}" srcOrd="3" destOrd="0" parTransId="{CA1CAE96-7866-4B5C-9EC4-B37F2293A9BD}" sibTransId="{EBA25233-234D-4EEC-BA20-488E19461494}"/>
    <dgm:cxn modelId="{79F88921-F6D1-477D-9F60-39FF43E96A12}" type="presOf" srcId="{FF8251E1-EB48-47C1-AC76-6FAC2A37B36E}" destId="{D0C19F95-F679-F045-9DA7-AF29699EF700}" srcOrd="0" destOrd="0" presId="urn:microsoft.com/office/officeart/2008/layout/HexagonCluster"/>
    <dgm:cxn modelId="{9C17C538-C142-45C2-BB66-635B5C81E91F}" type="presOf" srcId="{6EAA7436-E9FC-432B-A6BA-1CEA10CFCC69}" destId="{62CD3C37-09B0-3B4B-B5CA-336710FAA343}" srcOrd="0" destOrd="0" presId="urn:microsoft.com/office/officeart/2008/layout/HexagonCluster"/>
    <dgm:cxn modelId="{BA4ACE62-85A3-4FBB-AE6B-A279DE62D9C6}" type="presOf" srcId="{EBA25233-234D-4EEC-BA20-488E19461494}" destId="{8BF80006-8F23-6C41-9606-A3DAF088AC4F}" srcOrd="0" destOrd="0" presId="urn:microsoft.com/office/officeart/2008/layout/HexagonCluster"/>
    <dgm:cxn modelId="{0087F663-0B20-4F58-B2A0-85017DAEF26C}" srcId="{371E9183-5890-4F6E-949E-B838B7208BE5}" destId="{FF8251E1-EB48-47C1-AC76-6FAC2A37B36E}" srcOrd="2" destOrd="0" parTransId="{72322634-CC57-45CE-BAD5-7219F42F8600}" sibTransId="{C9200BE3-31FF-4EB4-AD6A-781E8BF7750B}"/>
    <dgm:cxn modelId="{9F6E5668-472F-CD4B-92EA-F528B33B83B9}" type="presOf" srcId="{371E9183-5890-4F6E-949E-B838B7208BE5}" destId="{F6016B35-870C-0043-B190-B6055C894814}" srcOrd="0" destOrd="0" presId="urn:microsoft.com/office/officeart/2008/layout/HexagonCluster"/>
    <dgm:cxn modelId="{A086E76A-5553-B347-A500-671E34DA9C8A}" type="presOf" srcId="{3F997E31-58DE-4D14-9619-0A1F34BD9CE5}" destId="{1965AE1C-BAC8-7741-8403-5A7FE90DE522}" srcOrd="0" destOrd="0" presId="urn:microsoft.com/office/officeart/2008/layout/HexagonCluster"/>
    <dgm:cxn modelId="{FDB972A3-39C2-A147-BBF6-EC8585044359}" type="presOf" srcId="{EE23FAF0-2917-49CD-8303-798D5445D8BC}" destId="{06B3392A-BC30-B741-9F76-7D614E644C7C}" srcOrd="0" destOrd="0" presId="urn:microsoft.com/office/officeart/2008/layout/HexagonCluster"/>
    <dgm:cxn modelId="{E613E1A3-99E8-4F20-AE83-7688C07CD474}" type="presOf" srcId="{E8956FDF-287B-411E-BB8F-148063C9B9A5}" destId="{B7B1DCC8-349F-D34A-B0B3-A09A0E12A40A}" srcOrd="0" destOrd="0" presId="urn:microsoft.com/office/officeart/2008/layout/HexagonCluster"/>
    <dgm:cxn modelId="{117E63E3-4B2A-4DE3-A142-5E8A3A42C5CA}" type="presOf" srcId="{E06B6AA5-ECAC-4D72-AC14-3C950C2D964B}" destId="{A7B23EEB-3349-2E45-ACEA-77A12BC8801B}" srcOrd="0" destOrd="0" presId="urn:microsoft.com/office/officeart/2008/layout/HexagonCluster"/>
    <dgm:cxn modelId="{8BBC44F7-8CCF-43BD-81BA-DB74962AA2EC}" type="presOf" srcId="{C9200BE3-31FF-4EB4-AD6A-781E8BF7750B}" destId="{1BC51F0C-49A8-7541-9502-B1B254AD2A2A}" srcOrd="0" destOrd="0" presId="urn:microsoft.com/office/officeart/2008/layout/HexagonCluster"/>
    <dgm:cxn modelId="{95E44EF7-7AB7-4E55-A363-3FD13589E72C}" srcId="{371E9183-5890-4F6E-949E-B838B7208BE5}" destId="{3F997E31-58DE-4D14-9619-0A1F34BD9CE5}" srcOrd="0" destOrd="0" parTransId="{5782F4AA-F20E-4784-A2F7-35FE4F3FDD0E}" sibTransId="{EE23FAF0-2917-49CD-8303-798D5445D8BC}"/>
    <dgm:cxn modelId="{05927F98-C459-994E-81E4-E3A36D356CAF}" type="presParOf" srcId="{F6016B35-870C-0043-B190-B6055C894814}" destId="{BE49B80C-E87D-8F44-881B-654C1D0C75EF}" srcOrd="0" destOrd="0" presId="urn:microsoft.com/office/officeart/2008/layout/HexagonCluster"/>
    <dgm:cxn modelId="{05FA53C5-B0F1-F742-9730-04205055CCF8}" type="presParOf" srcId="{BE49B80C-E87D-8F44-881B-654C1D0C75EF}" destId="{1965AE1C-BAC8-7741-8403-5A7FE90DE522}" srcOrd="0" destOrd="0" presId="urn:microsoft.com/office/officeart/2008/layout/HexagonCluster"/>
    <dgm:cxn modelId="{CC5B831C-CBBA-5B43-9ADC-FBD5A2CF7059}" type="presParOf" srcId="{F6016B35-870C-0043-B190-B6055C894814}" destId="{D356C8A8-1AC7-1949-BF2E-E5FEE643B106}" srcOrd="1" destOrd="0" presId="urn:microsoft.com/office/officeart/2008/layout/HexagonCluster"/>
    <dgm:cxn modelId="{793453A3-9919-8949-939B-16C751BB2B19}" type="presParOf" srcId="{D356C8A8-1AC7-1949-BF2E-E5FEE643B106}" destId="{FB2B16EE-6C33-CE4E-A348-CDDA9D6351BE}" srcOrd="0" destOrd="0" presId="urn:microsoft.com/office/officeart/2008/layout/HexagonCluster"/>
    <dgm:cxn modelId="{9705C8B0-13E2-0C43-A57B-82E05EFE2DAA}" type="presParOf" srcId="{F6016B35-870C-0043-B190-B6055C894814}" destId="{C524ECA2-A880-4C40-B1A8-C6B82A2A0B03}" srcOrd="2" destOrd="0" presId="urn:microsoft.com/office/officeart/2008/layout/HexagonCluster"/>
    <dgm:cxn modelId="{E485C5E9-6548-0044-8A02-38A3BB885DB7}" type="presParOf" srcId="{C524ECA2-A880-4C40-B1A8-C6B82A2A0B03}" destId="{06B3392A-BC30-B741-9F76-7D614E644C7C}" srcOrd="0" destOrd="0" presId="urn:microsoft.com/office/officeart/2008/layout/HexagonCluster"/>
    <dgm:cxn modelId="{9484F4E8-DACD-A44F-B300-B1C2AE348F4C}" type="presParOf" srcId="{F6016B35-870C-0043-B190-B6055C894814}" destId="{342F6B59-81D4-9144-B030-BA0C00E218FF}" srcOrd="3" destOrd="0" presId="urn:microsoft.com/office/officeart/2008/layout/HexagonCluster"/>
    <dgm:cxn modelId="{1E519311-A52A-7E46-A44F-B6342DF0DADF}" type="presParOf" srcId="{342F6B59-81D4-9144-B030-BA0C00E218FF}" destId="{CD8F0B7E-FE36-0B4C-8945-1A6A1E7A7AD4}" srcOrd="0" destOrd="0" presId="urn:microsoft.com/office/officeart/2008/layout/HexagonCluster"/>
    <dgm:cxn modelId="{5B9620DB-9813-48F9-82A6-EF96C20BAEC6}" type="presParOf" srcId="{F6016B35-870C-0043-B190-B6055C894814}" destId="{240344FC-1028-6B4E-8658-0094DA4886BF}" srcOrd="4" destOrd="0" presId="urn:microsoft.com/office/officeart/2008/layout/HexagonCluster"/>
    <dgm:cxn modelId="{6254716B-C9E6-4162-86E9-4E122EFC9A81}" type="presParOf" srcId="{240344FC-1028-6B4E-8658-0094DA4886BF}" destId="{A7B23EEB-3349-2E45-ACEA-77A12BC8801B}" srcOrd="0" destOrd="0" presId="urn:microsoft.com/office/officeart/2008/layout/HexagonCluster"/>
    <dgm:cxn modelId="{3CAD6944-3997-43DD-8B12-DBFCBA560432}" type="presParOf" srcId="{F6016B35-870C-0043-B190-B6055C894814}" destId="{7E554B95-6A68-5E4E-87F1-A9AEB499D001}" srcOrd="5" destOrd="0" presId="urn:microsoft.com/office/officeart/2008/layout/HexagonCluster"/>
    <dgm:cxn modelId="{C142E611-7965-4B39-93F6-61EF71ACC817}" type="presParOf" srcId="{7E554B95-6A68-5E4E-87F1-A9AEB499D001}" destId="{3EBB1132-EFEA-4942-B4FF-2E99B9AC1AB4}" srcOrd="0" destOrd="0" presId="urn:microsoft.com/office/officeart/2008/layout/HexagonCluster"/>
    <dgm:cxn modelId="{6E7E3A8B-4A64-45DC-9704-AE13E3EE3EBB}" type="presParOf" srcId="{F6016B35-870C-0043-B190-B6055C894814}" destId="{C03F0B12-0EF6-4E4E-BFE9-A58CEB62EFEE}" srcOrd="6" destOrd="0" presId="urn:microsoft.com/office/officeart/2008/layout/HexagonCluster"/>
    <dgm:cxn modelId="{0B9EE36A-F783-452A-A7E0-411DB402B62F}" type="presParOf" srcId="{C03F0B12-0EF6-4E4E-BFE9-A58CEB62EFEE}" destId="{62CD3C37-09B0-3B4B-B5CA-336710FAA343}" srcOrd="0" destOrd="0" presId="urn:microsoft.com/office/officeart/2008/layout/HexagonCluster"/>
    <dgm:cxn modelId="{9431B0F8-754E-4246-8F4A-8B531559BF69}" type="presParOf" srcId="{F6016B35-870C-0043-B190-B6055C894814}" destId="{155AE78A-D564-2E46-ADC3-E36282F3BAC3}" srcOrd="7" destOrd="0" presId="urn:microsoft.com/office/officeart/2008/layout/HexagonCluster"/>
    <dgm:cxn modelId="{5A2F5990-FF41-456D-9D11-D664F01689CB}" type="presParOf" srcId="{155AE78A-D564-2E46-ADC3-E36282F3BAC3}" destId="{74894A5E-DDB2-2041-806E-E5D19DB289FF}" srcOrd="0" destOrd="0" presId="urn:microsoft.com/office/officeart/2008/layout/HexagonCluster"/>
    <dgm:cxn modelId="{566657F5-C7AA-4EF8-B92B-7A8CDE3D2BFB}" type="presParOf" srcId="{F6016B35-870C-0043-B190-B6055C894814}" destId="{625522FA-4F33-0141-B326-B3EABBAE5EC5}" srcOrd="8" destOrd="0" presId="urn:microsoft.com/office/officeart/2008/layout/HexagonCluster"/>
    <dgm:cxn modelId="{21B53F9F-B51C-4216-BD51-2F4C1DCA989B}" type="presParOf" srcId="{625522FA-4F33-0141-B326-B3EABBAE5EC5}" destId="{D0C19F95-F679-F045-9DA7-AF29699EF700}" srcOrd="0" destOrd="0" presId="urn:microsoft.com/office/officeart/2008/layout/HexagonCluster"/>
    <dgm:cxn modelId="{799BFB94-B0FC-4933-8190-1AD7CEFE8D98}" type="presParOf" srcId="{F6016B35-870C-0043-B190-B6055C894814}" destId="{7706D207-74C1-E947-BC7E-250CC40047EB}" srcOrd="9" destOrd="0" presId="urn:microsoft.com/office/officeart/2008/layout/HexagonCluster"/>
    <dgm:cxn modelId="{C243849C-1573-45A3-A857-EF1CB19C66A6}" type="presParOf" srcId="{7706D207-74C1-E947-BC7E-250CC40047EB}" destId="{F08D4120-3E87-3A4C-875A-F8F082684D28}" srcOrd="0" destOrd="0" presId="urn:microsoft.com/office/officeart/2008/layout/HexagonCluster"/>
    <dgm:cxn modelId="{245FD66A-E2A0-41B6-8476-714077C0C9F2}" type="presParOf" srcId="{F6016B35-870C-0043-B190-B6055C894814}" destId="{8912C83A-1BCA-2945-9463-7248681359B6}" srcOrd="10" destOrd="0" presId="urn:microsoft.com/office/officeart/2008/layout/HexagonCluster"/>
    <dgm:cxn modelId="{F711692A-26F0-4576-AC4D-55B617536272}" type="presParOf" srcId="{8912C83A-1BCA-2945-9463-7248681359B6}" destId="{1BC51F0C-49A8-7541-9502-B1B254AD2A2A}" srcOrd="0" destOrd="0" presId="urn:microsoft.com/office/officeart/2008/layout/HexagonCluster"/>
    <dgm:cxn modelId="{B3ECDA4E-1B1F-4853-8940-C2008F40C520}" type="presParOf" srcId="{F6016B35-870C-0043-B190-B6055C894814}" destId="{232F37E3-5FF5-5A4F-B98E-141497834044}" srcOrd="11" destOrd="0" presId="urn:microsoft.com/office/officeart/2008/layout/HexagonCluster"/>
    <dgm:cxn modelId="{374A2FD9-5319-4616-9662-B697E0A4AF43}" type="presParOf" srcId="{232F37E3-5FF5-5A4F-B98E-141497834044}" destId="{6E8FB5DA-BF95-1D48-B37D-153BA89B517F}" srcOrd="0" destOrd="0" presId="urn:microsoft.com/office/officeart/2008/layout/HexagonCluster"/>
    <dgm:cxn modelId="{F5B0A528-3ACE-481C-BB4D-8075A721CB86}" type="presParOf" srcId="{F6016B35-870C-0043-B190-B6055C894814}" destId="{78A01FCD-1935-0A47-A6B6-334268F9BE3F}" srcOrd="12" destOrd="0" presId="urn:microsoft.com/office/officeart/2008/layout/HexagonCluster"/>
    <dgm:cxn modelId="{D2ABE794-42E1-4257-8FA4-D8CA68C5D69E}" type="presParOf" srcId="{78A01FCD-1935-0A47-A6B6-334268F9BE3F}" destId="{B7B1DCC8-349F-D34A-B0B3-A09A0E12A40A}" srcOrd="0" destOrd="0" presId="urn:microsoft.com/office/officeart/2008/layout/HexagonCluster"/>
    <dgm:cxn modelId="{2EF1D8C4-2A58-4F39-9D66-0A31F98C30AD}" type="presParOf" srcId="{F6016B35-870C-0043-B190-B6055C894814}" destId="{3AF06791-646A-EE40-A609-C9CA4ABC57F9}" srcOrd="13" destOrd="0" presId="urn:microsoft.com/office/officeart/2008/layout/HexagonCluster"/>
    <dgm:cxn modelId="{7B2EE862-8F7C-4258-B70A-41F852F422EB}" type="presParOf" srcId="{3AF06791-646A-EE40-A609-C9CA4ABC57F9}" destId="{2B252548-65D4-B941-972A-6D63CAFF98A0}" srcOrd="0" destOrd="0" presId="urn:microsoft.com/office/officeart/2008/layout/HexagonCluster"/>
    <dgm:cxn modelId="{426B7E58-D1C6-487C-B059-1053FE00B01E}" type="presParOf" srcId="{F6016B35-870C-0043-B190-B6055C894814}" destId="{2AACE179-AAC2-AC43-A5BD-6794B3458878}" srcOrd="14" destOrd="0" presId="urn:microsoft.com/office/officeart/2008/layout/HexagonCluster"/>
    <dgm:cxn modelId="{7441FCE3-34D4-4268-8452-E0869ADF0EDE}" type="presParOf" srcId="{2AACE179-AAC2-AC43-A5BD-6794B3458878}" destId="{8BF80006-8F23-6C41-9606-A3DAF088AC4F}" srcOrd="0" destOrd="0" presId="urn:microsoft.com/office/officeart/2008/layout/HexagonCluster"/>
    <dgm:cxn modelId="{471707E1-EF19-43E6-AF71-E0970614A88A}" type="presParOf" srcId="{F6016B35-870C-0043-B190-B6055C894814}" destId="{A21C4829-9AC5-0C4A-92CB-0E96FD313BAC}" srcOrd="15" destOrd="0" presId="urn:microsoft.com/office/officeart/2008/layout/HexagonCluster"/>
    <dgm:cxn modelId="{7371660B-7AC5-487A-9235-628FCB960888}" type="presParOf" srcId="{A21C4829-9AC5-0C4A-92CB-0E96FD313BAC}" destId="{0E17C57C-D54D-214E-9C71-CE55C65AB1C4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5AE1C-BAC8-7741-8403-5A7FE90DE522}">
      <dsp:nvSpPr>
        <dsp:cNvPr id="0" name=""/>
        <dsp:cNvSpPr/>
      </dsp:nvSpPr>
      <dsp:spPr>
        <a:xfrm>
          <a:off x="2228137" y="2672053"/>
          <a:ext cx="1896586" cy="16280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9370" rIns="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 err="1"/>
            <a:t>uri</a:t>
          </a:r>
          <a:endParaRPr lang="zh-CN" altLang="en-US" sz="3100" kern="1200" dirty="0"/>
        </a:p>
      </dsp:txBody>
      <dsp:txXfrm>
        <a:off x="2521853" y="2924174"/>
        <a:ext cx="1309155" cy="1123758"/>
      </dsp:txXfrm>
    </dsp:sp>
    <dsp:sp modelId="{FB2B16EE-6C33-CE4E-A348-CDDA9D6351BE}">
      <dsp:nvSpPr>
        <dsp:cNvPr id="0" name=""/>
        <dsp:cNvSpPr/>
      </dsp:nvSpPr>
      <dsp:spPr>
        <a:xfrm>
          <a:off x="2287458" y="3391452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3392A-BC30-B741-9F76-7D614E644C7C}">
      <dsp:nvSpPr>
        <dsp:cNvPr id="0" name=""/>
        <dsp:cNvSpPr/>
      </dsp:nvSpPr>
      <dsp:spPr>
        <a:xfrm>
          <a:off x="618128" y="1787102"/>
          <a:ext cx="1896586" cy="162800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F0B7E-FE36-0B4C-8945-1A6A1E7A7AD4}">
      <dsp:nvSpPr>
        <dsp:cNvPr id="0" name=""/>
        <dsp:cNvSpPr/>
      </dsp:nvSpPr>
      <dsp:spPr>
        <a:xfrm>
          <a:off x="1902292" y="3189350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82754"/>
              <a:satOff val="3459"/>
              <a:lumOff val="44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23EEB-3349-2E45-ACEA-77A12BC8801B}">
      <dsp:nvSpPr>
        <dsp:cNvPr id="0" name=""/>
        <dsp:cNvSpPr/>
      </dsp:nvSpPr>
      <dsp:spPr>
        <a:xfrm>
          <a:off x="3836475" y="1774632"/>
          <a:ext cx="1896586" cy="16280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1826426"/>
            <a:satOff val="8070"/>
            <a:lumOff val="10457"/>
            <a:alphaOff val="0"/>
          </a:schemeClr>
        </a:solidFill>
        <a:ln w="12700" cap="flat" cmpd="sng" algn="ctr">
          <a:solidFill>
            <a:schemeClr val="accent4">
              <a:hueOff val="1826426"/>
              <a:satOff val="8070"/>
              <a:lumOff val="104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9370" rIns="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/>
            <a:t>header</a:t>
          </a:r>
          <a:endParaRPr lang="zh-CN" altLang="en-US" sz="3100" kern="1200"/>
        </a:p>
      </dsp:txBody>
      <dsp:txXfrm>
        <a:off x="4130191" y="2026753"/>
        <a:ext cx="1309155" cy="1123758"/>
      </dsp:txXfrm>
    </dsp:sp>
    <dsp:sp modelId="{3EBB1132-EFEA-4942-B4FF-2E99B9AC1AB4}">
      <dsp:nvSpPr>
        <dsp:cNvPr id="0" name=""/>
        <dsp:cNvSpPr/>
      </dsp:nvSpPr>
      <dsp:spPr>
        <a:xfrm>
          <a:off x="5135679" y="3175159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565508"/>
              <a:satOff val="6917"/>
              <a:lumOff val="89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D3C37-09B0-3B4B-B5CA-336710FAA343}">
      <dsp:nvSpPr>
        <dsp:cNvPr id="0" name=""/>
        <dsp:cNvSpPr/>
      </dsp:nvSpPr>
      <dsp:spPr>
        <a:xfrm>
          <a:off x="5453169" y="2669473"/>
          <a:ext cx="1896586" cy="162800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12700" cap="flat" cmpd="sng" algn="ctr">
          <a:solidFill>
            <a:schemeClr val="accent4">
              <a:hueOff val="1826426"/>
              <a:satOff val="8070"/>
              <a:lumOff val="104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94A5E-DDB2-2041-806E-E5D19DB289FF}">
      <dsp:nvSpPr>
        <dsp:cNvPr id="0" name=""/>
        <dsp:cNvSpPr/>
      </dsp:nvSpPr>
      <dsp:spPr>
        <a:xfrm>
          <a:off x="5496615" y="3398762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348263"/>
              <a:satOff val="10376"/>
              <a:lumOff val="134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19F95-F679-F045-9DA7-AF29699EF700}">
      <dsp:nvSpPr>
        <dsp:cNvPr id="0" name=""/>
        <dsp:cNvSpPr/>
      </dsp:nvSpPr>
      <dsp:spPr>
        <a:xfrm>
          <a:off x="2228137" y="897421"/>
          <a:ext cx="1896586" cy="16280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3652853"/>
            <a:satOff val="16140"/>
            <a:lumOff val="20915"/>
            <a:alphaOff val="0"/>
          </a:schemeClr>
        </a:solidFill>
        <a:ln w="12700" cap="flat" cmpd="sng" algn="ctr">
          <a:solidFill>
            <a:schemeClr val="accent4">
              <a:hueOff val="3652853"/>
              <a:satOff val="16140"/>
              <a:lumOff val="20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9370" rIns="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param</a:t>
          </a:r>
          <a:endParaRPr lang="zh-CN" altLang="en-US" sz="3100" kern="1200" dirty="0"/>
        </a:p>
      </dsp:txBody>
      <dsp:txXfrm>
        <a:off x="2521853" y="1149542"/>
        <a:ext cx="1309155" cy="1123758"/>
      </dsp:txXfrm>
    </dsp:sp>
    <dsp:sp modelId="{F08D4120-3E87-3A4C-875A-F8F082684D28}">
      <dsp:nvSpPr>
        <dsp:cNvPr id="0" name=""/>
        <dsp:cNvSpPr/>
      </dsp:nvSpPr>
      <dsp:spPr>
        <a:xfrm>
          <a:off x="3518985" y="930961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131017"/>
              <a:satOff val="13834"/>
              <a:lumOff val="179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51F0C-49A8-7541-9502-B1B254AD2A2A}">
      <dsp:nvSpPr>
        <dsp:cNvPr id="0" name=""/>
        <dsp:cNvSpPr/>
      </dsp:nvSpPr>
      <dsp:spPr>
        <a:xfrm>
          <a:off x="3836475" y="0"/>
          <a:ext cx="1896586" cy="162800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accent4">
              <a:hueOff val="3652853"/>
              <a:satOff val="16140"/>
              <a:lumOff val="20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FB5DA-BF95-1D48-B37D-153BA89B517F}">
      <dsp:nvSpPr>
        <dsp:cNvPr id="0" name=""/>
        <dsp:cNvSpPr/>
      </dsp:nvSpPr>
      <dsp:spPr>
        <a:xfrm>
          <a:off x="3879921" y="721549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913771"/>
              <a:satOff val="17293"/>
              <a:lumOff val="224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B1DCC8-349F-D34A-B0B3-A09A0E12A40A}">
      <dsp:nvSpPr>
        <dsp:cNvPr id="0" name=""/>
        <dsp:cNvSpPr/>
      </dsp:nvSpPr>
      <dsp:spPr>
        <a:xfrm>
          <a:off x="5453169" y="894841"/>
          <a:ext cx="1896586" cy="16280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5479279"/>
            <a:satOff val="24210"/>
            <a:lumOff val="31372"/>
            <a:alphaOff val="0"/>
          </a:schemeClr>
        </a:solidFill>
        <a:ln w="12700" cap="flat" cmpd="sng" algn="ctr">
          <a:solidFill>
            <a:schemeClr val="accent4">
              <a:hueOff val="5479279"/>
              <a:satOff val="24210"/>
              <a:lumOff val="31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9370" rIns="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/>
            <a:t>body</a:t>
          </a:r>
          <a:endParaRPr lang="zh-CN" altLang="en-US" sz="3100" kern="1200"/>
        </a:p>
      </dsp:txBody>
      <dsp:txXfrm>
        <a:off x="5746885" y="1146962"/>
        <a:ext cx="1309155" cy="1123758"/>
      </dsp:txXfrm>
    </dsp:sp>
    <dsp:sp modelId="{2B252548-65D4-B941-972A-6D63CAFF98A0}">
      <dsp:nvSpPr>
        <dsp:cNvPr id="0" name=""/>
        <dsp:cNvSpPr/>
      </dsp:nvSpPr>
      <dsp:spPr>
        <a:xfrm>
          <a:off x="7084066" y="1613380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696525"/>
              <a:satOff val="20751"/>
              <a:lumOff val="26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80006-8F23-6C41-9606-A3DAF088AC4F}">
      <dsp:nvSpPr>
        <dsp:cNvPr id="0" name=""/>
        <dsp:cNvSpPr/>
      </dsp:nvSpPr>
      <dsp:spPr>
        <a:xfrm>
          <a:off x="7076546" y="1789682"/>
          <a:ext cx="1896586" cy="162800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accent4">
              <a:hueOff val="5479279"/>
              <a:satOff val="24210"/>
              <a:lumOff val="31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7C57C-D54D-214E-9C71-CE55C65AB1C4}">
      <dsp:nvSpPr>
        <dsp:cNvPr id="0" name=""/>
        <dsp:cNvSpPr/>
      </dsp:nvSpPr>
      <dsp:spPr>
        <a:xfrm>
          <a:off x="7459206" y="1818492"/>
          <a:ext cx="221407" cy="19092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479279"/>
              <a:satOff val="24210"/>
              <a:lumOff val="31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4EC18BC-8EC5-4BB0-9D97-EFDA9AAE84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1DA268-72B3-403F-9112-474F656641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35D43-B27B-466F-B9D6-D943B2BAF900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2022/5/24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5E6B4A-C2D7-4EF8-AC43-FFDF12051E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6CAF20-3253-4179-BF3F-058B352733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B2E2B-B9C6-4764-8408-7AA372C2A1E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430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B4A619A-2DB5-4594-A8DA-8CD7ACB1C875}" type="datetime1">
              <a:rPr lang="zh-CN" altLang="en-US" noProof="0" smtClean="0"/>
              <a:t>2022/5/24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40C6A29-4676-420C-BBE3-ACC2B80F64D4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今天我们来介绍一下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079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570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916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1620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16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：形状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6" name="任意多边形：形状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8" name="椭圆形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0" name="任意多边形：形状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形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椭圆形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buNone/>
              <a:defRPr/>
            </a:lvl4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2 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lnSpc>
                <a:spcPct val="110000"/>
              </a:lnSpc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lnSpc>
                <a:spcPct val="110000"/>
              </a:lnSpc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685800">
              <a:lnSpc>
                <a:spcPct val="110000"/>
              </a:lnSpc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椭圆形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长方形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椭圆形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7" name="任意多边形：形状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8" name="任意多边形：形状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任意多边形：形状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7" name="任意多边形：形状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包含图片的引用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US" altLang="zh-CN" noProof="0"/>
              <a:t>20XX/9/3</a:t>
            </a:r>
            <a:endParaRPr lang="zh-CN" altLang="en-US" noProof="0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zh-CN" altLang="en-US" noProof="0"/>
              <a:t>演示文稿标题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US" altLang="zh-CN" noProof="0" smtClean="0"/>
              <a:pPr rtl="0">
                <a:defRPr/>
              </a:pPr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任意多边形：形状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9" name="任意多边形：形状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10" name="任意多边形：形状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1" name="任意多边形：形状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 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10" name="任意多边形：形状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1" name="任意多边形：形状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文本占位符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包含 2 张中等大小图片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片占位符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10" name="椭圆形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68580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形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任意多边形：形状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任意多边形：形状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6" name="任意多边形：形状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8" name="任意多边形：形状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0" name="任意多边形：形状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2" name="任意多边形：形状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任意多边形：形状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任意多边形：形状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任意多边形：形状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任意多边形：形状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任意多边形：形状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9" name="任意多边形：形状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任意多边形：形状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9" name="任意多边形：形状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altLang="zh-CN">
                <a:solidFill>
                  <a:srgbClr val="FFFFFF"/>
                </a:solidFill>
              </a:rPr>
              <a:t>Postman</a:t>
            </a:r>
            <a:r>
              <a:rPr lang="zh-CN" altLang="en-US">
                <a:solidFill>
                  <a:srgbClr val="FFFFFF"/>
                </a:solidFill>
              </a:rPr>
              <a:t>快速调试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zh-CN">
                <a:solidFill>
                  <a:srgbClr val="FFFFFF"/>
                </a:solidFill>
              </a:rPr>
              <a:t>kintone REST API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/>
              <a:t>Postman </a:t>
            </a:r>
            <a:r>
              <a:rPr lang="zh-CN" altLang="en-US"/>
              <a:t>官方介绍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Postman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是一个功能强大的 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API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测试套件，已经成为许多开发人员必备的工具。我们制作漂亮的产品来构建令人惊叹的 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API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和提升开发者的生产力。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Postman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现在已有一百多万的开发者在使用，这个数字还在持续增长。随着更多产品的投入使用，我们的目标是为开发人员提供最全面的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API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开发和测试解决方案。</a:t>
            </a:r>
            <a:endParaRPr lang="zh-CN" altLang="en-US"/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026" name="Picture 2" descr="POSTMAN">
            <a:extLst>
              <a:ext uri="{FF2B5EF4-FFF2-40B4-BE49-F238E27FC236}">
                <a16:creationId xmlns:a16="http://schemas.microsoft.com/office/drawing/2014/main" id="{61AB16BB-6A6D-4292-8576-CE46565AE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99414"/>
            <a:ext cx="3048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591" y="677332"/>
            <a:ext cx="5559552" cy="1270677"/>
          </a:xfrm>
        </p:spPr>
        <p:txBody>
          <a:bodyPr rtlCol="0"/>
          <a:lstStyle/>
          <a:p>
            <a:pPr rtl="0"/>
            <a:r>
              <a:rPr lang="zh-CN" altLang="en-US">
                <a:solidFill>
                  <a:srgbClr val="FFFFFF"/>
                </a:solidFill>
              </a:rPr>
              <a:t>遇到的问题</a:t>
            </a:r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CA4C49D-B39D-4FC1-B2C7-249C5C363CF4}"/>
              </a:ext>
            </a:extLst>
          </p:cNvPr>
          <p:cNvSpPr txBox="1">
            <a:spLocks/>
          </p:cNvSpPr>
          <p:nvPr/>
        </p:nvSpPr>
        <p:spPr>
          <a:xfrm>
            <a:off x="3207236" y="2098689"/>
            <a:ext cx="5718261" cy="2016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>
                <a:solidFill>
                  <a:schemeClr val="accent6"/>
                </a:solidFill>
              </a:rPr>
              <a:t>从</a:t>
            </a:r>
            <a:r>
              <a:rPr lang="en-US" altLang="zh-CN">
                <a:solidFill>
                  <a:schemeClr val="accent6"/>
                </a:solidFill>
              </a:rPr>
              <a:t>API</a:t>
            </a:r>
            <a:r>
              <a:rPr lang="zh-CN" altLang="en-US">
                <a:solidFill>
                  <a:schemeClr val="accent6"/>
                </a:solidFill>
              </a:rPr>
              <a:t>文档构建</a:t>
            </a:r>
            <a:r>
              <a:rPr lang="en-US" altLang="zh-CN">
                <a:solidFill>
                  <a:schemeClr val="accent6"/>
                </a:solidFill>
              </a:rPr>
              <a:t>Request</a:t>
            </a:r>
            <a:r>
              <a:rPr lang="zh-CN" altLang="en-US">
                <a:solidFill>
                  <a:schemeClr val="accent6"/>
                </a:solidFill>
              </a:rPr>
              <a:t>不方便</a:t>
            </a:r>
          </a:p>
        </p:txBody>
      </p:sp>
    </p:spTree>
    <p:extLst>
      <p:ext uri="{BB962C8B-B14F-4D97-AF65-F5344CB8AC3E}">
        <p14:creationId xmlns:p14="http://schemas.microsoft.com/office/powerpoint/2010/main" val="428359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AD335-6C34-43D9-8BD2-5D7C0A3D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3B69CA4A-1E64-4470-B604-01E20181B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663595"/>
              </p:ext>
            </p:extLst>
          </p:nvPr>
        </p:nvGraphicFramePr>
        <p:xfrm>
          <a:off x="1371600" y="2056296"/>
          <a:ext cx="9591261" cy="4300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延迟 2">
            <a:extLst>
              <a:ext uri="{FF2B5EF4-FFF2-40B4-BE49-F238E27FC236}">
                <a16:creationId xmlns:a16="http://schemas.microsoft.com/office/drawing/2014/main" id="{43C370F6-B923-BF73-081F-D692BD592943}"/>
              </a:ext>
            </a:extLst>
          </p:cNvPr>
          <p:cNvSpPr/>
          <p:nvPr/>
        </p:nvSpPr>
        <p:spPr>
          <a:xfrm>
            <a:off x="1162048" y="419330"/>
            <a:ext cx="6302239" cy="1351722"/>
          </a:xfrm>
          <a:prstGeom prst="flowChartDelay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kumimoji="1" lang="zh-CN" altLang="en-US" sz="4800" b="1">
                <a:ln/>
                <a:solidFill>
                  <a:schemeClr val="accent2"/>
                </a:solidFill>
              </a:rPr>
              <a:t>需要搬运很多东西</a:t>
            </a:r>
          </a:p>
        </p:txBody>
      </p:sp>
    </p:spTree>
    <p:extLst>
      <p:ext uri="{BB962C8B-B14F-4D97-AF65-F5344CB8AC3E}">
        <p14:creationId xmlns:p14="http://schemas.microsoft.com/office/powerpoint/2010/main" val="134176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Postman Collection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152" y="1334263"/>
            <a:ext cx="5679948" cy="528404"/>
          </a:xfrm>
        </p:spPr>
        <p:txBody>
          <a:bodyPr rtlCol="0" anchor="t"/>
          <a:lstStyle/>
          <a:p>
            <a:pPr algn="dist"/>
            <a:r>
              <a:rPr lang="en-US" altLang="zh-CN" dirty="0"/>
              <a:t>Collection </a:t>
            </a:r>
            <a:r>
              <a:rPr lang="zh-CN" altLang="en-US" dirty="0"/>
              <a:t>是 </a:t>
            </a:r>
            <a:r>
              <a:rPr lang="en-US" altLang="zh-CN" dirty="0"/>
              <a:t>Request </a:t>
            </a:r>
            <a:r>
              <a:rPr lang="zh-CN" altLang="en-US" dirty="0"/>
              <a:t>的集合</a:t>
            </a: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cap="none" spc="0" normalizeH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1</a:t>
            </a:r>
            <a:endParaRPr lang="zh-CN" altLang="en-US" sz="1200" b="0" i="0" u="none" strike="noStrike" kern="1200" cap="none" spc="0" normalizeH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A36BDF-0F5D-40D6-AA3A-4A5962EE6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61" y="2053166"/>
            <a:ext cx="3551705" cy="41888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CE06A-0142-46B7-B74B-AE4C0DA6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920998"/>
            <a:ext cx="5559552" cy="1109811"/>
          </a:xfrm>
        </p:spPr>
        <p:txBody>
          <a:bodyPr/>
          <a:lstStyle/>
          <a:p>
            <a:r>
              <a:rPr lang="zh-CN" altLang="en-US" dirty="0"/>
              <a:t>轻松调试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60BF68-A24A-4826-B8BF-EC068F90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6266" y="2092791"/>
            <a:ext cx="4199468" cy="667342"/>
          </a:xfrm>
        </p:spPr>
        <p:txBody>
          <a:bodyPr>
            <a:noAutofit/>
          </a:bodyPr>
          <a:lstStyle/>
          <a:p>
            <a:r>
              <a:rPr lang="zh-CN" altLang="en-US" sz="4400" dirty="0"/>
              <a:t>从现在开始</a:t>
            </a:r>
          </a:p>
        </p:txBody>
      </p:sp>
    </p:spTree>
    <p:extLst>
      <p:ext uri="{BB962C8B-B14F-4D97-AF65-F5344CB8AC3E}">
        <p14:creationId xmlns:p14="http://schemas.microsoft.com/office/powerpoint/2010/main" val="399621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谢谢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D76B855D-E9CC-4FF8-AD85-6CDC7B89A0DE}" type="slidenum">
              <a:rPr lang="en-US" altLang="zh-CN" smtClean="0"/>
              <a:pPr lvl="0" rtl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00_TF78504181_Win32" id="{1598ABF4-0FD6-445B-860C-89ACF0EABCA8}" vid="{E19FA4AC-A14B-41C0-979F-CDA37360553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fa2a8c5-f797-4518-b106-96e6385087a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144565C93767141A197D4E0134FA325" ma:contentTypeVersion="13" ma:contentTypeDescription="新しいドキュメントを作成します。" ma:contentTypeScope="" ma:versionID="28b3e02dedbd84b27b03c137b2b411cd">
  <xsd:schema xmlns:xsd="http://www.w3.org/2001/XMLSchema" xmlns:xs="http://www.w3.org/2001/XMLSchema" xmlns:p="http://schemas.microsoft.com/office/2006/metadata/properties" xmlns:ns3="ffa2a8c5-f797-4518-b106-96e6385087a7" xmlns:ns4="e92ca26c-91a5-4665-b9c2-9e05e1537e7e" targetNamespace="http://schemas.microsoft.com/office/2006/metadata/properties" ma:root="true" ma:fieldsID="60c5fcbeeb3fe83b63e7fd1a015cd0c2" ns3:_="" ns4:_="">
    <xsd:import namespace="ffa2a8c5-f797-4518-b106-96e6385087a7"/>
    <xsd:import namespace="e92ca26c-91a5-4665-b9c2-9e05e1537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a2a8c5-f797-4518-b106-96e638508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ca26c-91a5-4665-b9c2-9e05e1537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DEF148-1770-458F-8F5B-C3D0A278AA97}">
  <ds:schemaRefs>
    <ds:schemaRef ds:uri="e92ca26c-91a5-4665-b9c2-9e05e1537e7e"/>
    <ds:schemaRef ds:uri="ffa2a8c5-f797-4518-b106-96e6385087a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B0435FB-93F7-4E7C-AA37-CA01FED60A3F}">
  <ds:schemaRefs>
    <ds:schemaRef ds:uri="e92ca26c-91a5-4665-b9c2-9e05e1537e7e"/>
    <ds:schemaRef ds:uri="ffa2a8c5-f797-4518-b106-96e6385087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{7E755126-F04D-4719-9BD9-EF0096978A01}tf78504181_win32</Template>
  <TotalTime>0</TotalTime>
  <Words>137</Words>
  <Application>Microsoft Office PowerPoint</Application>
  <PresentationFormat>宽屏</PresentationFormat>
  <Paragraphs>27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Helvetica Neue</vt:lpstr>
      <vt:lpstr>Microsoft YaHei UI</vt:lpstr>
      <vt:lpstr>Arial</vt:lpstr>
      <vt:lpstr>Avenir Next LT Pro</vt:lpstr>
      <vt:lpstr>ShapesVTI</vt:lpstr>
      <vt:lpstr>Postman快速调试</vt:lpstr>
      <vt:lpstr>Postman 官方介绍</vt:lpstr>
      <vt:lpstr>遇到的问题</vt:lpstr>
      <vt:lpstr>PowerPoint 演示文稿</vt:lpstr>
      <vt:lpstr>Postman Collection</vt:lpstr>
      <vt:lpstr>轻松调试API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Postman</dc:title>
  <dc:creator>徐 冰 (Xu Bing)</dc:creator>
  <cp:lastModifiedBy>徐 冰 (Xu Bing)</cp:lastModifiedBy>
  <cp:revision>1</cp:revision>
  <dcterms:created xsi:type="dcterms:W3CDTF">2022-05-24T11:38:52Z</dcterms:created>
  <dcterms:modified xsi:type="dcterms:W3CDTF">2022-05-25T11:51:15Z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0x010100B144565C93767141A197D4E0134FA325</vt:lpwstr>
  </property>
</Properties>
</file>