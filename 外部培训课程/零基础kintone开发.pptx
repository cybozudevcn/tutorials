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3" r:id="rId4"/>
  </p:sldMasterIdLst>
  <p:notesMasterIdLst>
    <p:notesMasterId r:id="rId48"/>
  </p:notesMasterIdLst>
  <p:sldIdLst>
    <p:sldId id="387" r:id="rId5"/>
    <p:sldId id="354" r:id="rId6"/>
    <p:sldId id="2529" r:id="rId7"/>
    <p:sldId id="2530" r:id="rId8"/>
    <p:sldId id="394" r:id="rId9"/>
    <p:sldId id="395" r:id="rId10"/>
    <p:sldId id="397" r:id="rId11"/>
    <p:sldId id="2531" r:id="rId12"/>
    <p:sldId id="390" r:id="rId13"/>
    <p:sldId id="447" r:id="rId14"/>
    <p:sldId id="2533" r:id="rId15"/>
    <p:sldId id="264" r:id="rId16"/>
    <p:sldId id="404" r:id="rId17"/>
    <p:sldId id="448" r:id="rId18"/>
    <p:sldId id="405" r:id="rId19"/>
    <p:sldId id="422" r:id="rId20"/>
    <p:sldId id="449" r:id="rId21"/>
    <p:sldId id="2532" r:id="rId22"/>
    <p:sldId id="406" r:id="rId23"/>
    <p:sldId id="407" r:id="rId24"/>
    <p:sldId id="410" r:id="rId25"/>
    <p:sldId id="396" r:id="rId26"/>
    <p:sldId id="450" r:id="rId27"/>
    <p:sldId id="451" r:id="rId28"/>
    <p:sldId id="2534" r:id="rId29"/>
    <p:sldId id="412" r:id="rId30"/>
    <p:sldId id="413" r:id="rId31"/>
    <p:sldId id="418" r:id="rId32"/>
    <p:sldId id="2535" r:id="rId33"/>
    <p:sldId id="2536" r:id="rId34"/>
    <p:sldId id="2537" r:id="rId35"/>
    <p:sldId id="453" r:id="rId36"/>
    <p:sldId id="454" r:id="rId37"/>
    <p:sldId id="455" r:id="rId38"/>
    <p:sldId id="456" r:id="rId39"/>
    <p:sldId id="433" r:id="rId40"/>
    <p:sldId id="434" r:id="rId41"/>
    <p:sldId id="458" r:id="rId42"/>
    <p:sldId id="457" r:id="rId43"/>
    <p:sldId id="2538" r:id="rId44"/>
    <p:sldId id="443" r:id="rId45"/>
    <p:sldId id="459" r:id="rId46"/>
    <p:sldId id="445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05A018-4966-4A81-8ABC-E31CE86C4926}" v="39" dt="2022-11-18T04:52:42.245"/>
    <p1510:client id="{EA72F9F9-8463-6645-AB4E-9E18AF05A6B1}" v="233" dt="2022-11-18T06:22:15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徐 冰 (Xu Bing)" userId="ebf47961-5a74-4532-a2fb-31f1e48a1659" providerId="ADAL" clId="{DE05A018-4966-4A81-8ABC-E31CE86C4926}"/>
    <pc:docChg chg="undo custSel modSld">
      <pc:chgData name="徐 冰 (Xu Bing)" userId="ebf47961-5a74-4532-a2fb-31f1e48a1659" providerId="ADAL" clId="{DE05A018-4966-4A81-8ABC-E31CE86C4926}" dt="2022-11-18T04:52:42.245" v="155" actId="20577"/>
      <pc:docMkLst>
        <pc:docMk/>
      </pc:docMkLst>
      <pc:sldChg chg="modSp mod">
        <pc:chgData name="徐 冰 (Xu Bing)" userId="ebf47961-5a74-4532-a2fb-31f1e48a1659" providerId="ADAL" clId="{DE05A018-4966-4A81-8ABC-E31CE86C4926}" dt="2022-11-18T04:52:42.245" v="155" actId="20577"/>
        <pc:sldMkLst>
          <pc:docMk/>
          <pc:sldMk cId="1100588271" sldId="354"/>
        </pc:sldMkLst>
        <pc:spChg chg="mod">
          <ac:chgData name="徐 冰 (Xu Bing)" userId="ebf47961-5a74-4532-a2fb-31f1e48a1659" providerId="ADAL" clId="{DE05A018-4966-4A81-8ABC-E31CE86C4926}" dt="2022-11-18T04:52:42.245" v="155" actId="20577"/>
          <ac:spMkLst>
            <pc:docMk/>
            <pc:sldMk cId="1100588271" sldId="354"/>
            <ac:spMk id="2" creationId="{00000000-0000-0000-0000-000000000000}"/>
          </ac:spMkLst>
        </pc:spChg>
      </pc:sldChg>
      <pc:sldChg chg="modSp mod">
        <pc:chgData name="徐 冰 (Xu Bing)" userId="ebf47961-5a74-4532-a2fb-31f1e48a1659" providerId="ADAL" clId="{DE05A018-4966-4A81-8ABC-E31CE86C4926}" dt="2022-11-17T06:19:18.053" v="121" actId="20577"/>
        <pc:sldMkLst>
          <pc:docMk/>
          <pc:sldMk cId="449075921" sldId="387"/>
        </pc:sldMkLst>
        <pc:spChg chg="mod">
          <ac:chgData name="徐 冰 (Xu Bing)" userId="ebf47961-5a74-4532-a2fb-31f1e48a1659" providerId="ADAL" clId="{DE05A018-4966-4A81-8ABC-E31CE86C4926}" dt="2022-11-17T06:19:18.053" v="121" actId="20577"/>
          <ac:spMkLst>
            <pc:docMk/>
            <pc:sldMk cId="449075921" sldId="387"/>
            <ac:spMk id="13" creationId="{F4CC396F-4E44-4D8C-A53A-9A8967E1704C}"/>
          </ac:spMkLst>
        </pc:spChg>
        <pc:spChg chg="mod">
          <ac:chgData name="徐 冰 (Xu Bing)" userId="ebf47961-5a74-4532-a2fb-31f1e48a1659" providerId="ADAL" clId="{DE05A018-4966-4A81-8ABC-E31CE86C4926}" dt="2022-11-17T06:17:08.728" v="55" actId="20577"/>
          <ac:spMkLst>
            <pc:docMk/>
            <pc:sldMk cId="449075921" sldId="387"/>
            <ac:spMk id="31" creationId="{655CB369-C218-4729-80DA-7B43F5968EC5}"/>
          </ac:spMkLst>
        </pc:spChg>
        <pc:spChg chg="mod">
          <ac:chgData name="徐 冰 (Xu Bing)" userId="ebf47961-5a74-4532-a2fb-31f1e48a1659" providerId="ADAL" clId="{DE05A018-4966-4A81-8ABC-E31CE86C4926}" dt="2022-11-17T06:17:52.222" v="71" actId="20577"/>
          <ac:spMkLst>
            <pc:docMk/>
            <pc:sldMk cId="449075921" sldId="387"/>
            <ac:spMk id="40" creationId="{655CB369-C218-4729-80DA-7B43F5968EC5}"/>
          </ac:spMkLst>
        </pc:spChg>
      </pc:sldChg>
      <pc:sldChg chg="modSp mod">
        <pc:chgData name="徐 冰 (Xu Bing)" userId="ebf47961-5a74-4532-a2fb-31f1e48a1659" providerId="ADAL" clId="{DE05A018-4966-4A81-8ABC-E31CE86C4926}" dt="2022-11-17T03:17:19.070" v="1" actId="20577"/>
        <pc:sldMkLst>
          <pc:docMk/>
          <pc:sldMk cId="3010804668" sldId="406"/>
        </pc:sldMkLst>
        <pc:spChg chg="mod">
          <ac:chgData name="徐 冰 (Xu Bing)" userId="ebf47961-5a74-4532-a2fb-31f1e48a1659" providerId="ADAL" clId="{DE05A018-4966-4A81-8ABC-E31CE86C4926}" dt="2022-11-17T03:17:19.070" v="1" actId="20577"/>
          <ac:spMkLst>
            <pc:docMk/>
            <pc:sldMk cId="3010804668" sldId="406"/>
            <ac:spMk id="13" creationId="{407FCE3B-B275-421F-A2ED-47D883686CF4}"/>
          </ac:spMkLst>
        </pc:spChg>
      </pc:sldChg>
      <pc:sldChg chg="addSp modSp mod">
        <pc:chgData name="徐 冰 (Xu Bing)" userId="ebf47961-5a74-4532-a2fb-31f1e48a1659" providerId="ADAL" clId="{DE05A018-4966-4A81-8ABC-E31CE86C4926}" dt="2022-11-17T03:31:45.452" v="53" actId="20577"/>
        <pc:sldMkLst>
          <pc:docMk/>
          <pc:sldMk cId="2931975138" sldId="443"/>
        </pc:sldMkLst>
        <pc:spChg chg="add mod">
          <ac:chgData name="徐 冰 (Xu Bing)" userId="ebf47961-5a74-4532-a2fb-31f1e48a1659" providerId="ADAL" clId="{DE05A018-4966-4A81-8ABC-E31CE86C4926}" dt="2022-11-17T03:31:45.452" v="53" actId="20577"/>
          <ac:spMkLst>
            <pc:docMk/>
            <pc:sldMk cId="2931975138" sldId="443"/>
            <ac:spMk id="2" creationId="{F6B9356F-BC78-6CF3-AA99-796869CAD1EC}"/>
          </ac:spMkLst>
        </pc:spChg>
        <pc:cxnChg chg="add mod">
          <ac:chgData name="徐 冰 (Xu Bing)" userId="ebf47961-5a74-4532-a2fb-31f1e48a1659" providerId="ADAL" clId="{DE05A018-4966-4A81-8ABC-E31CE86C4926}" dt="2022-11-17T03:31:32.397" v="24" actId="14100"/>
          <ac:cxnSpMkLst>
            <pc:docMk/>
            <pc:sldMk cId="2931975138" sldId="443"/>
            <ac:cxnSpMk id="4" creationId="{B4110A22-331E-4643-F752-ABC8CC73AFAC}"/>
          </ac:cxnSpMkLst>
        </pc:cxnChg>
      </pc:sldChg>
      <pc:sldChg chg="modSp mod">
        <pc:chgData name="徐 冰 (Xu Bing)" userId="ebf47961-5a74-4532-a2fb-31f1e48a1659" providerId="ADAL" clId="{DE05A018-4966-4A81-8ABC-E31CE86C4926}" dt="2022-11-17T03:25:38.666" v="18"/>
        <pc:sldMkLst>
          <pc:docMk/>
          <pc:sldMk cId="2123219732" sldId="453"/>
        </pc:sldMkLst>
        <pc:spChg chg="mod">
          <ac:chgData name="徐 冰 (Xu Bing)" userId="ebf47961-5a74-4532-a2fb-31f1e48a1659" providerId="ADAL" clId="{DE05A018-4966-4A81-8ABC-E31CE86C4926}" dt="2022-11-17T03:25:38.666" v="18"/>
          <ac:spMkLst>
            <pc:docMk/>
            <pc:sldMk cId="2123219732" sldId="453"/>
            <ac:spMk id="6" creationId="{9B9D467D-8BF3-4143-AB7E-9831512CAE63}"/>
          </ac:spMkLst>
        </pc:spChg>
      </pc:sldChg>
    </pc:docChg>
  </pc:docChgLst>
  <pc:docChgLst>
    <pc:chgData name="徐 冰 (Xu Bing)" userId="ebf47961-5a74-4532-a2fb-31f1e48a1659" providerId="ADAL" clId="{EA72F9F9-8463-6645-AB4E-9E18AF05A6B1}"/>
    <pc:docChg chg="undo custSel addSld delSld modSld">
      <pc:chgData name="徐 冰 (Xu Bing)" userId="ebf47961-5a74-4532-a2fb-31f1e48a1659" providerId="ADAL" clId="{EA72F9F9-8463-6645-AB4E-9E18AF05A6B1}" dt="2022-11-18T06:22:15.732" v="230" actId="1036"/>
      <pc:docMkLst>
        <pc:docMk/>
      </pc:docMkLst>
      <pc:sldChg chg="add del">
        <pc:chgData name="徐 冰 (Xu Bing)" userId="ebf47961-5a74-4532-a2fb-31f1e48a1659" providerId="ADAL" clId="{EA72F9F9-8463-6645-AB4E-9E18AF05A6B1}" dt="2022-11-18T04:27:04.327" v="10" actId="2696"/>
        <pc:sldMkLst>
          <pc:docMk/>
          <pc:sldMk cId="1100588271" sldId="354"/>
        </pc:sldMkLst>
      </pc:sldChg>
      <pc:sldChg chg="addSp delSp modSp add del mod">
        <pc:chgData name="徐 冰 (Xu Bing)" userId="ebf47961-5a74-4532-a2fb-31f1e48a1659" providerId="ADAL" clId="{EA72F9F9-8463-6645-AB4E-9E18AF05A6B1}" dt="2022-11-18T05:56:08.044" v="228" actId="1076"/>
        <pc:sldMkLst>
          <pc:docMk/>
          <pc:sldMk cId="449075921" sldId="387"/>
        </pc:sldMkLst>
        <pc:spChg chg="add del mod">
          <ac:chgData name="徐 冰 (Xu Bing)" userId="ebf47961-5a74-4532-a2fb-31f1e48a1659" providerId="ADAL" clId="{EA72F9F9-8463-6645-AB4E-9E18AF05A6B1}" dt="2022-11-18T05:29:51.481" v="114" actId="478"/>
          <ac:spMkLst>
            <pc:docMk/>
            <pc:sldMk cId="449075921" sldId="387"/>
            <ac:spMk id="2" creationId="{DC2F4382-4732-858F-18D1-D8B4B54FFDA0}"/>
          </ac:spMkLst>
        </pc:spChg>
        <pc:spChg chg="add mod">
          <ac:chgData name="徐 冰 (Xu Bing)" userId="ebf47961-5a74-4532-a2fb-31f1e48a1659" providerId="ADAL" clId="{EA72F9F9-8463-6645-AB4E-9E18AF05A6B1}" dt="2022-11-18T05:56:08.044" v="228" actId="1076"/>
          <ac:spMkLst>
            <pc:docMk/>
            <pc:sldMk cId="449075921" sldId="387"/>
            <ac:spMk id="3" creationId="{23F42FE9-A642-058B-440F-62F6A1A16C69}"/>
          </ac:spMkLst>
        </pc:spChg>
        <pc:spChg chg="mod">
          <ac:chgData name="徐 冰 (Xu Bing)" userId="ebf47961-5a74-4532-a2fb-31f1e48a1659" providerId="ADAL" clId="{EA72F9F9-8463-6645-AB4E-9E18AF05A6B1}" dt="2022-11-18T05:35:53.493" v="151" actId="1076"/>
          <ac:spMkLst>
            <pc:docMk/>
            <pc:sldMk cId="449075921" sldId="387"/>
            <ac:spMk id="13" creationId="{F4CC396F-4E44-4D8C-A53A-9A8967E1704C}"/>
          </ac:spMkLst>
        </pc:spChg>
        <pc:spChg chg="mod">
          <ac:chgData name="徐 冰 (Xu Bing)" userId="ebf47961-5a74-4532-a2fb-31f1e48a1659" providerId="ADAL" clId="{EA72F9F9-8463-6645-AB4E-9E18AF05A6B1}" dt="2022-11-18T05:53:25.122" v="153" actId="1076"/>
          <ac:spMkLst>
            <pc:docMk/>
            <pc:sldMk cId="449075921" sldId="387"/>
            <ac:spMk id="14" creationId="{9E72EFBA-4372-4AE3-920B-704CE2DAD4EA}"/>
          </ac:spMkLst>
        </pc:spChg>
        <pc:spChg chg="mod">
          <ac:chgData name="徐 冰 (Xu Bing)" userId="ebf47961-5a74-4532-a2fb-31f1e48a1659" providerId="ADAL" clId="{EA72F9F9-8463-6645-AB4E-9E18AF05A6B1}" dt="2022-11-18T05:16:53.372" v="30" actId="20577"/>
          <ac:spMkLst>
            <pc:docMk/>
            <pc:sldMk cId="449075921" sldId="387"/>
            <ac:spMk id="40" creationId="{655CB369-C218-4729-80DA-7B43F5968EC5}"/>
          </ac:spMkLst>
        </pc:spChg>
        <pc:spChg chg="mod">
          <ac:chgData name="徐 冰 (Xu Bing)" userId="ebf47961-5a74-4532-a2fb-31f1e48a1659" providerId="ADAL" clId="{EA72F9F9-8463-6645-AB4E-9E18AF05A6B1}" dt="2022-11-18T05:18:31.016" v="69" actId="255"/>
          <ac:spMkLst>
            <pc:docMk/>
            <pc:sldMk cId="449075921" sldId="387"/>
            <ac:spMk id="42" creationId="{00000000-0000-0000-0000-000000000000}"/>
          </ac:spMkLst>
        </pc:spChg>
        <pc:spChg chg="mod">
          <ac:chgData name="徐 冰 (Xu Bing)" userId="ebf47961-5a74-4532-a2fb-31f1e48a1659" providerId="ADAL" clId="{EA72F9F9-8463-6645-AB4E-9E18AF05A6B1}" dt="2022-11-18T05:18:13.445" v="63" actId="403"/>
          <ac:spMkLst>
            <pc:docMk/>
            <pc:sldMk cId="449075921" sldId="387"/>
            <ac:spMk id="44" creationId="{DD75C244-F028-47AD-AC2C-2E1A22706321}"/>
          </ac:spMkLst>
        </pc:spChg>
      </pc:sldChg>
      <pc:sldChg chg="add del">
        <pc:chgData name="徐 冰 (Xu Bing)" userId="ebf47961-5a74-4532-a2fb-31f1e48a1659" providerId="ADAL" clId="{EA72F9F9-8463-6645-AB4E-9E18AF05A6B1}" dt="2022-11-18T04:27:01.349" v="7" actId="2696"/>
        <pc:sldMkLst>
          <pc:docMk/>
          <pc:sldMk cId="1734507593" sldId="394"/>
        </pc:sldMkLst>
      </pc:sldChg>
      <pc:sldChg chg="modSp mod">
        <pc:chgData name="徐 冰 (Xu Bing)" userId="ebf47961-5a74-4532-a2fb-31f1e48a1659" providerId="ADAL" clId="{EA72F9F9-8463-6645-AB4E-9E18AF05A6B1}" dt="2022-11-18T06:11:17.225" v="229" actId="1036"/>
        <pc:sldMkLst>
          <pc:docMk/>
          <pc:sldMk cId="1812126269" sldId="447"/>
        </pc:sldMkLst>
        <pc:spChg chg="mod">
          <ac:chgData name="徐 冰 (Xu Bing)" userId="ebf47961-5a74-4532-a2fb-31f1e48a1659" providerId="ADAL" clId="{EA72F9F9-8463-6645-AB4E-9E18AF05A6B1}" dt="2022-11-18T06:11:17.225" v="229" actId="1036"/>
          <ac:spMkLst>
            <pc:docMk/>
            <pc:sldMk cId="1812126269" sldId="447"/>
            <ac:spMk id="10" creationId="{97675293-B70B-4450-9FC6-5DAEEFB0F6B1}"/>
          </ac:spMkLst>
        </pc:spChg>
      </pc:sldChg>
      <pc:sldChg chg="modSp">
        <pc:chgData name="徐 冰 (Xu Bing)" userId="ebf47961-5a74-4532-a2fb-31f1e48a1659" providerId="ADAL" clId="{EA72F9F9-8463-6645-AB4E-9E18AF05A6B1}" dt="2022-11-18T06:22:15.732" v="230" actId="1036"/>
        <pc:sldMkLst>
          <pc:docMk/>
          <pc:sldMk cId="743137295" sldId="449"/>
        </pc:sldMkLst>
        <pc:picChg chg="mod">
          <ac:chgData name="徐 冰 (Xu Bing)" userId="ebf47961-5a74-4532-a2fb-31f1e48a1659" providerId="ADAL" clId="{EA72F9F9-8463-6645-AB4E-9E18AF05A6B1}" dt="2022-11-18T06:22:15.732" v="230" actId="1036"/>
          <ac:picMkLst>
            <pc:docMk/>
            <pc:sldMk cId="743137295" sldId="449"/>
            <ac:picMk id="1028" creationId="{38D56E06-7267-4633-B66C-893C7398A4E6}"/>
          </ac:picMkLst>
        </pc:picChg>
      </pc:sldChg>
      <pc:sldChg chg="add del">
        <pc:chgData name="徐 冰 (Xu Bing)" userId="ebf47961-5a74-4532-a2fb-31f1e48a1659" providerId="ADAL" clId="{EA72F9F9-8463-6645-AB4E-9E18AF05A6B1}" dt="2022-11-18T04:27:03.480" v="9" actId="2696"/>
        <pc:sldMkLst>
          <pc:docMk/>
          <pc:sldMk cId="615584034" sldId="2529"/>
        </pc:sldMkLst>
      </pc:sldChg>
      <pc:sldChg chg="addSp delSp add del mod">
        <pc:chgData name="徐 冰 (Xu Bing)" userId="ebf47961-5a74-4532-a2fb-31f1e48a1659" providerId="ADAL" clId="{EA72F9F9-8463-6645-AB4E-9E18AF05A6B1}" dt="2022-11-18T04:27:02.719" v="8" actId="2696"/>
        <pc:sldMkLst>
          <pc:docMk/>
          <pc:sldMk cId="1320269989" sldId="2530"/>
        </pc:sldMkLst>
        <pc:spChg chg="add del">
          <ac:chgData name="徐 冰 (Xu Bing)" userId="ebf47961-5a74-4532-a2fb-31f1e48a1659" providerId="ADAL" clId="{EA72F9F9-8463-6645-AB4E-9E18AF05A6B1}" dt="2022-11-18T03:24:12.139" v="1" actId="22"/>
          <ac:spMkLst>
            <pc:docMk/>
            <pc:sldMk cId="1320269989" sldId="2530"/>
            <ac:spMk id="3" creationId="{9FF953FF-0838-C901-198C-1BFE6E6217CF}"/>
          </ac:spMkLst>
        </pc:spChg>
      </pc:sldChg>
    </pc:docChg>
  </pc:docChgLst>
  <pc:docChgLst>
    <pc:chgData name="徐 冰 (Xu Bing)" userId="ebf47961-5a74-4532-a2fb-31f1e48a1659" providerId="ADAL" clId="{290640E2-7FC8-4DFE-B7BE-C3FEE04F1FD9}"/>
    <pc:docChg chg="undo custSel modSld">
      <pc:chgData name="徐 冰 (Xu Bing)" userId="ebf47961-5a74-4532-a2fb-31f1e48a1659" providerId="ADAL" clId="{290640E2-7FC8-4DFE-B7BE-C3FEE04F1FD9}" dt="2022-11-15T02:18:28.232" v="50" actId="1076"/>
      <pc:docMkLst>
        <pc:docMk/>
      </pc:docMkLst>
      <pc:sldChg chg="modSp mod">
        <pc:chgData name="徐 冰 (Xu Bing)" userId="ebf47961-5a74-4532-a2fb-31f1e48a1659" providerId="ADAL" clId="{290640E2-7FC8-4DFE-B7BE-C3FEE04F1FD9}" dt="2022-11-15T02:13:37.073" v="10" actId="255"/>
        <pc:sldMkLst>
          <pc:docMk/>
          <pc:sldMk cId="449075921" sldId="387"/>
        </pc:sldMkLst>
        <pc:spChg chg="mod">
          <ac:chgData name="徐 冰 (Xu Bing)" userId="ebf47961-5a74-4532-a2fb-31f1e48a1659" providerId="ADAL" clId="{290640E2-7FC8-4DFE-B7BE-C3FEE04F1FD9}" dt="2022-11-15T02:13:37.073" v="10" actId="255"/>
          <ac:spMkLst>
            <pc:docMk/>
            <pc:sldMk cId="449075921" sldId="387"/>
            <ac:spMk id="42" creationId="{00000000-0000-0000-0000-000000000000}"/>
          </ac:spMkLst>
        </pc:spChg>
      </pc:sldChg>
      <pc:sldChg chg="modSp mod">
        <pc:chgData name="徐 冰 (Xu Bing)" userId="ebf47961-5a74-4532-a2fb-31f1e48a1659" providerId="ADAL" clId="{290640E2-7FC8-4DFE-B7BE-C3FEE04F1FD9}" dt="2022-11-15T02:14:30.513" v="11" actId="1076"/>
        <pc:sldMkLst>
          <pc:docMk/>
          <pc:sldMk cId="747109513" sldId="404"/>
        </pc:sldMkLst>
        <pc:spChg chg="mod">
          <ac:chgData name="徐 冰 (Xu Bing)" userId="ebf47961-5a74-4532-a2fb-31f1e48a1659" providerId="ADAL" clId="{290640E2-7FC8-4DFE-B7BE-C3FEE04F1FD9}" dt="2022-11-15T02:14:30.513" v="11" actId="1076"/>
          <ac:spMkLst>
            <pc:docMk/>
            <pc:sldMk cId="747109513" sldId="404"/>
            <ac:spMk id="17" creationId="{DD335D48-2DAF-4257-8A73-A1E467CD3BCF}"/>
          </ac:spMkLst>
        </pc:spChg>
      </pc:sldChg>
      <pc:sldChg chg="modSp mod">
        <pc:chgData name="徐 冰 (Xu Bing)" userId="ebf47961-5a74-4532-a2fb-31f1e48a1659" providerId="ADAL" clId="{290640E2-7FC8-4DFE-B7BE-C3FEE04F1FD9}" dt="2022-11-15T02:15:09.366" v="22" actId="14100"/>
        <pc:sldMkLst>
          <pc:docMk/>
          <pc:sldMk cId="3010804668" sldId="406"/>
        </pc:sldMkLst>
        <pc:spChg chg="mod">
          <ac:chgData name="徐 冰 (Xu Bing)" userId="ebf47961-5a74-4532-a2fb-31f1e48a1659" providerId="ADAL" clId="{290640E2-7FC8-4DFE-B7BE-C3FEE04F1FD9}" dt="2022-11-15T02:15:02.914" v="21" actId="20577"/>
          <ac:spMkLst>
            <pc:docMk/>
            <pc:sldMk cId="3010804668" sldId="406"/>
            <ac:spMk id="13" creationId="{407FCE3B-B275-421F-A2ED-47D883686CF4}"/>
          </ac:spMkLst>
        </pc:spChg>
        <pc:cxnChg chg="mod">
          <ac:chgData name="徐 冰 (Xu Bing)" userId="ebf47961-5a74-4532-a2fb-31f1e48a1659" providerId="ADAL" clId="{290640E2-7FC8-4DFE-B7BE-C3FEE04F1FD9}" dt="2022-11-15T02:15:09.366" v="22" actId="14100"/>
          <ac:cxnSpMkLst>
            <pc:docMk/>
            <pc:sldMk cId="3010804668" sldId="406"/>
            <ac:cxnSpMk id="11" creationId="{016407DA-CEA7-4838-B54F-2660E6F41426}"/>
          </ac:cxnSpMkLst>
        </pc:cxnChg>
      </pc:sldChg>
      <pc:sldChg chg="modSp">
        <pc:chgData name="徐 冰 (Xu Bing)" userId="ebf47961-5a74-4532-a2fb-31f1e48a1659" providerId="ADAL" clId="{290640E2-7FC8-4DFE-B7BE-C3FEE04F1FD9}" dt="2022-11-15T02:15:25.410" v="36" actId="20577"/>
        <pc:sldMkLst>
          <pc:docMk/>
          <pc:sldMk cId="3927092418" sldId="407"/>
        </pc:sldMkLst>
        <pc:spChg chg="mod">
          <ac:chgData name="徐 冰 (Xu Bing)" userId="ebf47961-5a74-4532-a2fb-31f1e48a1659" providerId="ADAL" clId="{290640E2-7FC8-4DFE-B7BE-C3FEE04F1FD9}" dt="2022-11-15T02:15:25.410" v="36" actId="20577"/>
          <ac:spMkLst>
            <pc:docMk/>
            <pc:sldMk cId="3927092418" sldId="407"/>
            <ac:spMk id="7" creationId="{E78B099E-E1A7-4ECF-8154-C33DFF6188F1}"/>
          </ac:spMkLst>
        </pc:spChg>
      </pc:sldChg>
      <pc:sldChg chg="modSp mod">
        <pc:chgData name="徐 冰 (Xu Bing)" userId="ebf47961-5a74-4532-a2fb-31f1e48a1659" providerId="ADAL" clId="{290640E2-7FC8-4DFE-B7BE-C3FEE04F1FD9}" dt="2022-11-15T02:18:28.232" v="50" actId="1076"/>
        <pc:sldMkLst>
          <pc:docMk/>
          <pc:sldMk cId="3462715328" sldId="450"/>
        </pc:sldMkLst>
        <pc:spChg chg="mod">
          <ac:chgData name="徐 冰 (Xu Bing)" userId="ebf47961-5a74-4532-a2fb-31f1e48a1659" providerId="ADAL" clId="{290640E2-7FC8-4DFE-B7BE-C3FEE04F1FD9}" dt="2022-11-15T02:18:28.232" v="50" actId="1076"/>
          <ac:spMkLst>
            <pc:docMk/>
            <pc:sldMk cId="3462715328" sldId="450"/>
            <ac:spMk id="36" creationId="{9CA08E99-F141-6C26-EB22-4C1B35D6D36E}"/>
          </ac:spMkLst>
        </pc:spChg>
        <pc:spChg chg="mod">
          <ac:chgData name="徐 冰 (Xu Bing)" userId="ebf47961-5a74-4532-a2fb-31f1e48a1659" providerId="ADAL" clId="{290640E2-7FC8-4DFE-B7BE-C3FEE04F1FD9}" dt="2022-11-15T02:18:11.108" v="45" actId="1076"/>
          <ac:spMkLst>
            <pc:docMk/>
            <pc:sldMk cId="3462715328" sldId="450"/>
            <ac:spMk id="38" creationId="{A5CD7956-EE97-2746-A54C-8A2D6D2F366C}"/>
          </ac:spMkLst>
        </pc:spChg>
        <pc:spChg chg="mod">
          <ac:chgData name="徐 冰 (Xu Bing)" userId="ebf47961-5a74-4532-a2fb-31f1e48a1659" providerId="ADAL" clId="{290640E2-7FC8-4DFE-B7BE-C3FEE04F1FD9}" dt="2022-11-15T02:18:28.232" v="50" actId="1076"/>
          <ac:spMkLst>
            <pc:docMk/>
            <pc:sldMk cId="3462715328" sldId="450"/>
            <ac:spMk id="40" creationId="{4914F25C-252C-0995-10AF-2E928BC043AB}"/>
          </ac:spMkLst>
        </pc:spChg>
        <pc:grpChg chg="mod">
          <ac:chgData name="徐 冰 (Xu Bing)" userId="ebf47961-5a74-4532-a2fb-31f1e48a1659" providerId="ADAL" clId="{290640E2-7FC8-4DFE-B7BE-C3FEE04F1FD9}" dt="2022-11-15T02:18:11.108" v="45" actId="1076"/>
          <ac:grpSpMkLst>
            <pc:docMk/>
            <pc:sldMk cId="3462715328" sldId="450"/>
            <ac:grpSpMk id="30" creationId="{E2F5A94A-0F6A-1CCF-95E9-60F2751E6379}"/>
          </ac:grpSpMkLst>
        </pc:grpChg>
        <pc:grpChg chg="mod">
          <ac:chgData name="徐 冰 (Xu Bing)" userId="ebf47961-5a74-4532-a2fb-31f1e48a1659" providerId="ADAL" clId="{290640E2-7FC8-4DFE-B7BE-C3FEE04F1FD9}" dt="2022-11-15T02:18:28.232" v="50" actId="1076"/>
          <ac:grpSpMkLst>
            <pc:docMk/>
            <pc:sldMk cId="3462715328" sldId="450"/>
            <ac:grpSpMk id="33" creationId="{8FE34CF5-53F4-7685-FFB0-5BFE22643CE9}"/>
          </ac:grpSpMkLst>
        </pc:grpChg>
        <pc:grpChg chg="mod">
          <ac:chgData name="徐 冰 (Xu Bing)" userId="ebf47961-5a74-4532-a2fb-31f1e48a1659" providerId="ADAL" clId="{290640E2-7FC8-4DFE-B7BE-C3FEE04F1FD9}" dt="2022-11-15T02:18:11.108" v="45" actId="1076"/>
          <ac:grpSpMkLst>
            <pc:docMk/>
            <pc:sldMk cId="3462715328" sldId="450"/>
            <ac:grpSpMk id="43" creationId="{0422D864-DB58-4B33-2CA3-83772561A507}"/>
          </ac:grpSpMkLst>
        </pc:grpChg>
        <pc:grpChg chg="mod">
          <ac:chgData name="徐 冰 (Xu Bing)" userId="ebf47961-5a74-4532-a2fb-31f1e48a1659" providerId="ADAL" clId="{290640E2-7FC8-4DFE-B7BE-C3FEE04F1FD9}" dt="2022-11-15T02:18:28.232" v="50" actId="1076"/>
          <ac:grpSpMkLst>
            <pc:docMk/>
            <pc:sldMk cId="3462715328" sldId="450"/>
            <ac:grpSpMk id="53" creationId="{288AB3CC-155F-D96B-13AE-57267CC06727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4DBBCD-58B5-4ACF-A30F-07FB1D5BECDC}" type="doc">
      <dgm:prSet loTypeId="urn:microsoft.com/office/officeart/2005/8/layout/cycle6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kumimoji="1" lang="ja-JP" altLang="en-US"/>
        </a:p>
      </dgm:t>
    </dgm:pt>
    <dgm:pt modelId="{94462DCD-BA6C-4F89-9D47-3CC86BC3082F}">
      <dgm:prSet phldrT="[テキスト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pattFill prst="pct75">
          <a:fgClr>
            <a:schemeClr val="accent1"/>
          </a:fgClr>
          <a:bgClr>
            <a:schemeClr val="bg1"/>
          </a:bgClr>
        </a:pattFill>
        <a:ln>
          <a:noFill/>
        </a:ln>
        <a:effectLst/>
      </dgm:spPr>
      <dgm:t>
        <a:bodyPr/>
        <a:lstStyle/>
        <a:p>
          <a:r>
            <a:rPr kumimoji="1" lang="en-US" altLang="ja-JP" sz="1800" b="1"/>
            <a:t>HTML</a:t>
          </a:r>
          <a:endParaRPr kumimoji="1" lang="en-US" altLang="ja-JP" sz="1400" b="1"/>
        </a:p>
        <a:p>
          <a:r>
            <a:rPr kumimoji="1" lang="ja-JP" altLang="en-US" sz="140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kumimoji="1" lang="zh-CN" altLang="en-US" sz="1400">
              <a:latin typeface="微软雅黑" panose="020B0503020204020204" pitchFamily="34" charset="-122"/>
              <a:ea typeface="微软雅黑" panose="020B0503020204020204" pitchFamily="34" charset="-122"/>
            </a:rPr>
            <a:t>结构</a:t>
          </a:r>
          <a:r>
            <a:rPr kumimoji="1" lang="ja-JP" altLang="en-US" sz="140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gm:t>
    </dgm:pt>
    <dgm:pt modelId="{6A0AD0DE-B756-45E3-B17B-E3E2C228F592}" type="parTrans" cxnId="{16E78E48-205E-48DD-8B4E-E03FBCB3BDC9}">
      <dgm:prSet/>
      <dgm:spPr/>
      <dgm:t>
        <a:bodyPr/>
        <a:lstStyle/>
        <a:p>
          <a:endParaRPr kumimoji="1" lang="ja-JP" altLang="en-US"/>
        </a:p>
      </dgm:t>
    </dgm:pt>
    <dgm:pt modelId="{BDC8ACB9-C5DD-4314-9A92-6AAA088C6651}" type="sibTrans" cxnId="{16E78E48-205E-48DD-8B4E-E03FBCB3BDC9}">
      <dgm:prSet/>
      <dgm:spPr/>
      <dgm:t>
        <a:bodyPr/>
        <a:lstStyle/>
        <a:p>
          <a:endParaRPr kumimoji="1" lang="ja-JP" altLang="en-US"/>
        </a:p>
      </dgm:t>
    </dgm:pt>
    <dgm:pt modelId="{EA1B6E82-C9A7-483E-83DA-5E8F0196DF4D}">
      <dgm:prSet phldrT="[テキスト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pattFill prst="pct80">
          <a:fgClr>
            <a:srgbClr val="CCFFFF"/>
          </a:fgClr>
          <a:bgClr>
            <a:schemeClr val="bg1"/>
          </a:bgClr>
        </a:pattFill>
        <a:ln>
          <a:noFill/>
        </a:ln>
        <a:effectLst/>
      </dgm:spPr>
      <dgm:t>
        <a:bodyPr/>
        <a:lstStyle/>
        <a:p>
          <a:r>
            <a:rPr kumimoji="1" lang="en-US" altLang="ja-JP" sz="1800" b="1"/>
            <a:t>JavaScript</a:t>
          </a:r>
        </a:p>
        <a:p>
          <a:r>
            <a:rPr kumimoji="1" lang="ja-JP" altLang="en-US" sz="1400" b="0">
              <a:latin typeface="Meiryo UI" panose="020B0604030504040204" pitchFamily="50" charset="-128"/>
              <a:ea typeface="Meiryo UI" panose="020B0604030504040204" pitchFamily="50" charset="-128"/>
            </a:rPr>
            <a:t>（逻辑）</a:t>
          </a:r>
        </a:p>
      </dgm:t>
    </dgm:pt>
    <dgm:pt modelId="{8FA62E1C-A439-43FC-9D66-157BACA8066E}" type="parTrans" cxnId="{97B44DD1-7869-4A23-A0E5-E567DD2A8407}">
      <dgm:prSet/>
      <dgm:spPr/>
      <dgm:t>
        <a:bodyPr/>
        <a:lstStyle/>
        <a:p>
          <a:endParaRPr kumimoji="1" lang="ja-JP" altLang="en-US"/>
        </a:p>
      </dgm:t>
    </dgm:pt>
    <dgm:pt modelId="{9D1A653E-3CBB-4E79-A040-DE579C789FFF}" type="sibTrans" cxnId="{97B44DD1-7869-4A23-A0E5-E567DD2A8407}">
      <dgm:prSet/>
      <dgm:spPr/>
      <dgm:t>
        <a:bodyPr/>
        <a:lstStyle/>
        <a:p>
          <a:endParaRPr kumimoji="1" lang="ja-JP" altLang="en-US"/>
        </a:p>
      </dgm:t>
    </dgm:pt>
    <dgm:pt modelId="{A46ADC27-A74B-4B10-A321-3BB1F844425D}">
      <dgm:prSet phldrT="[テキスト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pattFill prst="pct80">
          <a:fgClr>
            <a:srgbClr val="FFFFCC"/>
          </a:fgClr>
          <a:bgClr>
            <a:schemeClr val="bg1"/>
          </a:bgClr>
        </a:pattFill>
        <a:ln>
          <a:noFill/>
        </a:ln>
        <a:effectLst/>
      </dgm:spPr>
      <dgm:t>
        <a:bodyPr/>
        <a:lstStyle/>
        <a:p>
          <a:r>
            <a:rPr kumimoji="1" lang="en-US" altLang="ja-JP" sz="1800" b="1"/>
            <a:t>CSS</a:t>
          </a:r>
        </a:p>
        <a:p>
          <a:r>
            <a:rPr kumimoji="1" lang="ja-JP" altLang="en-US" sz="1400">
              <a:latin typeface="Meiryo UI" panose="020B0604030504040204" pitchFamily="50" charset="-128"/>
              <a:ea typeface="Meiryo UI" panose="020B0604030504040204" pitchFamily="50" charset="-128"/>
            </a:rPr>
            <a:t>（</a:t>
          </a:r>
          <a:r>
            <a:rPr kumimoji="1" lang="zh-CN" altLang="en-US" sz="1400">
              <a:latin typeface="Meiryo UI" panose="020B0604030504040204" pitchFamily="50" charset="-128"/>
              <a:ea typeface="Meiryo UI" panose="020B0604030504040204" pitchFamily="50" charset="-128"/>
            </a:rPr>
            <a:t>设计</a:t>
          </a:r>
          <a:r>
            <a:rPr kumimoji="1" lang="ja-JP" altLang="en-US" sz="1400">
              <a:latin typeface="Meiryo UI" panose="020B0604030504040204" pitchFamily="50" charset="-128"/>
              <a:ea typeface="Meiryo UI" panose="020B0604030504040204" pitchFamily="50" charset="-128"/>
            </a:rPr>
            <a:t>）</a:t>
          </a:r>
        </a:p>
      </dgm:t>
    </dgm:pt>
    <dgm:pt modelId="{F98F9920-5A20-424E-855C-575E277F98C5}" type="parTrans" cxnId="{3D7DA9BC-A97A-40FA-8238-F9A9B01B8AE1}">
      <dgm:prSet/>
      <dgm:spPr/>
      <dgm:t>
        <a:bodyPr/>
        <a:lstStyle/>
        <a:p>
          <a:endParaRPr kumimoji="1" lang="ja-JP" altLang="en-US"/>
        </a:p>
      </dgm:t>
    </dgm:pt>
    <dgm:pt modelId="{1D88AA09-C9C6-46A2-8D51-19E16980565A}" type="sibTrans" cxnId="{3D7DA9BC-A97A-40FA-8238-F9A9B01B8AE1}">
      <dgm:prSet/>
      <dgm:spPr/>
      <dgm:t>
        <a:bodyPr/>
        <a:lstStyle/>
        <a:p>
          <a:endParaRPr kumimoji="1" lang="ja-JP" altLang="en-US"/>
        </a:p>
      </dgm:t>
    </dgm:pt>
    <dgm:pt modelId="{B908FD2E-C72D-4BCE-A3A6-21B67A3B5339}" type="pres">
      <dgm:prSet presAssocID="{074DBBCD-58B5-4ACF-A30F-07FB1D5BECDC}" presName="cycle" presStyleCnt="0">
        <dgm:presLayoutVars>
          <dgm:dir/>
          <dgm:resizeHandles val="exact"/>
        </dgm:presLayoutVars>
      </dgm:prSet>
      <dgm:spPr/>
    </dgm:pt>
    <dgm:pt modelId="{BBEED933-2C99-4B47-8E03-F4E43CCFC390}" type="pres">
      <dgm:prSet presAssocID="{94462DCD-BA6C-4F89-9D47-3CC86BC3082F}" presName="node" presStyleLbl="node1" presStyleIdx="0" presStyleCnt="3" custScaleX="62702" custScaleY="48770">
        <dgm:presLayoutVars>
          <dgm:bulletEnabled val="1"/>
        </dgm:presLayoutVars>
      </dgm:prSet>
      <dgm:spPr/>
    </dgm:pt>
    <dgm:pt modelId="{3DFA5ADE-90B2-47DE-BBAF-F0283E7A15A7}" type="pres">
      <dgm:prSet presAssocID="{94462DCD-BA6C-4F89-9D47-3CC86BC3082F}" presName="spNode" presStyleCnt="0"/>
      <dgm:spPr/>
    </dgm:pt>
    <dgm:pt modelId="{7364A2AF-B671-4F15-8B87-1EA03490CB54}" type="pres">
      <dgm:prSet presAssocID="{BDC8ACB9-C5DD-4314-9A92-6AAA088C6651}" presName="sibTrans" presStyleLbl="sibTrans1D1" presStyleIdx="0" presStyleCnt="3"/>
      <dgm:spPr/>
    </dgm:pt>
    <dgm:pt modelId="{2BE63316-7517-44CB-BCC2-92C65337378A}" type="pres">
      <dgm:prSet presAssocID="{EA1B6E82-C9A7-483E-83DA-5E8F0196DF4D}" presName="node" presStyleLbl="node1" presStyleIdx="1" presStyleCnt="3" custScaleX="62702" custScaleY="48770">
        <dgm:presLayoutVars>
          <dgm:bulletEnabled val="1"/>
        </dgm:presLayoutVars>
      </dgm:prSet>
      <dgm:spPr/>
    </dgm:pt>
    <dgm:pt modelId="{F7D8DB35-F9FC-495A-982E-006B63A94BFA}" type="pres">
      <dgm:prSet presAssocID="{EA1B6E82-C9A7-483E-83DA-5E8F0196DF4D}" presName="spNode" presStyleCnt="0"/>
      <dgm:spPr/>
    </dgm:pt>
    <dgm:pt modelId="{85789903-50C8-4C9C-8FF2-140921534A33}" type="pres">
      <dgm:prSet presAssocID="{9D1A653E-3CBB-4E79-A040-DE579C789FFF}" presName="sibTrans" presStyleLbl="sibTrans1D1" presStyleIdx="1" presStyleCnt="3"/>
      <dgm:spPr/>
    </dgm:pt>
    <dgm:pt modelId="{98F0992D-F505-4F72-A196-FDD9469D9E67}" type="pres">
      <dgm:prSet presAssocID="{A46ADC27-A74B-4B10-A321-3BB1F844425D}" presName="node" presStyleLbl="node1" presStyleIdx="2" presStyleCnt="3" custScaleX="62702" custScaleY="48770">
        <dgm:presLayoutVars>
          <dgm:bulletEnabled val="1"/>
        </dgm:presLayoutVars>
      </dgm:prSet>
      <dgm:spPr/>
    </dgm:pt>
    <dgm:pt modelId="{058F4802-1576-4B43-84D3-87BE66B03744}" type="pres">
      <dgm:prSet presAssocID="{A46ADC27-A74B-4B10-A321-3BB1F844425D}" presName="spNode" presStyleCnt="0"/>
      <dgm:spPr/>
    </dgm:pt>
    <dgm:pt modelId="{2592911D-294F-4213-944D-9E8A48FEABAA}" type="pres">
      <dgm:prSet presAssocID="{1D88AA09-C9C6-46A2-8D51-19E16980565A}" presName="sibTrans" presStyleLbl="sibTrans1D1" presStyleIdx="2" presStyleCnt="3"/>
      <dgm:spPr/>
    </dgm:pt>
  </dgm:ptLst>
  <dgm:cxnLst>
    <dgm:cxn modelId="{16E78E48-205E-48DD-8B4E-E03FBCB3BDC9}" srcId="{074DBBCD-58B5-4ACF-A30F-07FB1D5BECDC}" destId="{94462DCD-BA6C-4F89-9D47-3CC86BC3082F}" srcOrd="0" destOrd="0" parTransId="{6A0AD0DE-B756-45E3-B17B-E3E2C228F592}" sibTransId="{BDC8ACB9-C5DD-4314-9A92-6AAA088C6651}"/>
    <dgm:cxn modelId="{08794F53-B9FE-4A98-9F44-F1068699FF66}" type="presOf" srcId="{94462DCD-BA6C-4F89-9D47-3CC86BC3082F}" destId="{BBEED933-2C99-4B47-8E03-F4E43CCFC390}" srcOrd="0" destOrd="0" presId="urn:microsoft.com/office/officeart/2005/8/layout/cycle6"/>
    <dgm:cxn modelId="{0900AC9B-B75D-42F0-A046-6D17B942C6DC}" type="presOf" srcId="{A46ADC27-A74B-4B10-A321-3BB1F844425D}" destId="{98F0992D-F505-4F72-A196-FDD9469D9E67}" srcOrd="0" destOrd="0" presId="urn:microsoft.com/office/officeart/2005/8/layout/cycle6"/>
    <dgm:cxn modelId="{F4881ABB-F346-4C04-B5AC-5E88B90CB05B}" type="presOf" srcId="{1D88AA09-C9C6-46A2-8D51-19E16980565A}" destId="{2592911D-294F-4213-944D-9E8A48FEABAA}" srcOrd="0" destOrd="0" presId="urn:microsoft.com/office/officeart/2005/8/layout/cycle6"/>
    <dgm:cxn modelId="{3D7DA9BC-A97A-40FA-8238-F9A9B01B8AE1}" srcId="{074DBBCD-58B5-4ACF-A30F-07FB1D5BECDC}" destId="{A46ADC27-A74B-4B10-A321-3BB1F844425D}" srcOrd="2" destOrd="0" parTransId="{F98F9920-5A20-424E-855C-575E277F98C5}" sibTransId="{1D88AA09-C9C6-46A2-8D51-19E16980565A}"/>
    <dgm:cxn modelId="{1AE031CA-5D17-4C29-B92E-FF55995520BF}" type="presOf" srcId="{EA1B6E82-C9A7-483E-83DA-5E8F0196DF4D}" destId="{2BE63316-7517-44CB-BCC2-92C65337378A}" srcOrd="0" destOrd="0" presId="urn:microsoft.com/office/officeart/2005/8/layout/cycle6"/>
    <dgm:cxn modelId="{F57072CB-F31E-48B1-AAC5-425A82CCF3B9}" type="presOf" srcId="{9D1A653E-3CBB-4E79-A040-DE579C789FFF}" destId="{85789903-50C8-4C9C-8FF2-140921534A33}" srcOrd="0" destOrd="0" presId="urn:microsoft.com/office/officeart/2005/8/layout/cycle6"/>
    <dgm:cxn modelId="{96AE23D1-1838-48B5-BE5E-90A8D8EA1BB5}" type="presOf" srcId="{074DBBCD-58B5-4ACF-A30F-07FB1D5BECDC}" destId="{B908FD2E-C72D-4BCE-A3A6-21B67A3B5339}" srcOrd="0" destOrd="0" presId="urn:microsoft.com/office/officeart/2005/8/layout/cycle6"/>
    <dgm:cxn modelId="{97B44DD1-7869-4A23-A0E5-E567DD2A8407}" srcId="{074DBBCD-58B5-4ACF-A30F-07FB1D5BECDC}" destId="{EA1B6E82-C9A7-483E-83DA-5E8F0196DF4D}" srcOrd="1" destOrd="0" parTransId="{8FA62E1C-A439-43FC-9D66-157BACA8066E}" sibTransId="{9D1A653E-3CBB-4E79-A040-DE579C789FFF}"/>
    <dgm:cxn modelId="{7DFA98D9-F977-4425-BF7F-2AEE6D1F372D}" type="presOf" srcId="{BDC8ACB9-C5DD-4314-9A92-6AAA088C6651}" destId="{7364A2AF-B671-4F15-8B87-1EA03490CB54}" srcOrd="0" destOrd="0" presId="urn:microsoft.com/office/officeart/2005/8/layout/cycle6"/>
    <dgm:cxn modelId="{95D94FEF-0174-4457-A437-96EDDEE5AE9D}" type="presParOf" srcId="{B908FD2E-C72D-4BCE-A3A6-21B67A3B5339}" destId="{BBEED933-2C99-4B47-8E03-F4E43CCFC390}" srcOrd="0" destOrd="0" presId="urn:microsoft.com/office/officeart/2005/8/layout/cycle6"/>
    <dgm:cxn modelId="{32082812-3785-48A6-A4C6-5C47E0E93B1D}" type="presParOf" srcId="{B908FD2E-C72D-4BCE-A3A6-21B67A3B5339}" destId="{3DFA5ADE-90B2-47DE-BBAF-F0283E7A15A7}" srcOrd="1" destOrd="0" presId="urn:microsoft.com/office/officeart/2005/8/layout/cycle6"/>
    <dgm:cxn modelId="{FA311D5C-FFC9-43EC-AA0C-7406AF8B84BA}" type="presParOf" srcId="{B908FD2E-C72D-4BCE-A3A6-21B67A3B5339}" destId="{7364A2AF-B671-4F15-8B87-1EA03490CB54}" srcOrd="2" destOrd="0" presId="urn:microsoft.com/office/officeart/2005/8/layout/cycle6"/>
    <dgm:cxn modelId="{77E9B5ED-FB35-49BF-858F-469E3F54FBCC}" type="presParOf" srcId="{B908FD2E-C72D-4BCE-A3A6-21B67A3B5339}" destId="{2BE63316-7517-44CB-BCC2-92C65337378A}" srcOrd="3" destOrd="0" presId="urn:microsoft.com/office/officeart/2005/8/layout/cycle6"/>
    <dgm:cxn modelId="{BED80A4F-490F-473D-914B-FB6DB87000C9}" type="presParOf" srcId="{B908FD2E-C72D-4BCE-A3A6-21B67A3B5339}" destId="{F7D8DB35-F9FC-495A-982E-006B63A94BFA}" srcOrd="4" destOrd="0" presId="urn:microsoft.com/office/officeart/2005/8/layout/cycle6"/>
    <dgm:cxn modelId="{50E8EFFF-41A2-48E4-8E57-3D0328A91165}" type="presParOf" srcId="{B908FD2E-C72D-4BCE-A3A6-21B67A3B5339}" destId="{85789903-50C8-4C9C-8FF2-140921534A33}" srcOrd="5" destOrd="0" presId="urn:microsoft.com/office/officeart/2005/8/layout/cycle6"/>
    <dgm:cxn modelId="{82B2A2BF-7151-41EB-9B2C-42299BD58B6F}" type="presParOf" srcId="{B908FD2E-C72D-4BCE-A3A6-21B67A3B5339}" destId="{98F0992D-F505-4F72-A196-FDD9469D9E67}" srcOrd="6" destOrd="0" presId="urn:microsoft.com/office/officeart/2005/8/layout/cycle6"/>
    <dgm:cxn modelId="{091E60D7-D09E-4061-A7C4-F9024814DF99}" type="presParOf" srcId="{B908FD2E-C72D-4BCE-A3A6-21B67A3B5339}" destId="{058F4802-1576-4B43-84D3-87BE66B03744}" srcOrd="7" destOrd="0" presId="urn:microsoft.com/office/officeart/2005/8/layout/cycle6"/>
    <dgm:cxn modelId="{B95A3C02-6BBB-4099-9FEC-A766E8AA89B3}" type="presParOf" srcId="{B908FD2E-C72D-4BCE-A3A6-21B67A3B5339}" destId="{2592911D-294F-4213-944D-9E8A48FEABAA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EED933-2C99-4B47-8E03-F4E43CCFC390}">
      <dsp:nvSpPr>
        <dsp:cNvPr id="0" name=""/>
        <dsp:cNvSpPr/>
      </dsp:nvSpPr>
      <dsp:spPr>
        <a:xfrm>
          <a:off x="2251942" y="179801"/>
          <a:ext cx="1347093" cy="681055"/>
        </a:xfrm>
        <a:prstGeom prst="roundRect">
          <a:avLst/>
        </a:prstGeom>
        <a:pattFill prst="pct75">
          <a:fgClr>
            <a:schemeClr val="accent1"/>
          </a:fgClr>
          <a:bgClr>
            <a:schemeClr val="bg1"/>
          </a:bgClr>
        </a:pattFill>
        <a:ln w="6350" cap="flat" cmpd="sng" algn="ctr">
          <a:noFill/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800" b="1" kern="1200"/>
            <a:t>HTML</a:t>
          </a:r>
          <a:endParaRPr kumimoji="1" lang="en-US" altLang="ja-JP" sz="1400" b="1" kern="120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kumimoji="1" lang="zh-CN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结构</a:t>
          </a:r>
          <a:r>
            <a:rPr kumimoji="1" lang="ja-JP" altLang="en-US" sz="1400" kern="120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sp:txBody>
      <dsp:txXfrm>
        <a:off x="2285188" y="213047"/>
        <a:ext cx="1280601" cy="614563"/>
      </dsp:txXfrm>
    </dsp:sp>
    <dsp:sp modelId="{7364A2AF-B671-4F15-8B87-1EA03490CB54}">
      <dsp:nvSpPr>
        <dsp:cNvPr id="0" name=""/>
        <dsp:cNvSpPr/>
      </dsp:nvSpPr>
      <dsp:spPr>
        <a:xfrm>
          <a:off x="1061308" y="520329"/>
          <a:ext cx="3728360" cy="3728360"/>
        </a:xfrm>
        <a:custGeom>
          <a:avLst/>
          <a:gdLst/>
          <a:ahLst/>
          <a:cxnLst/>
          <a:rect l="0" t="0" r="0" b="0"/>
          <a:pathLst>
            <a:path>
              <a:moveTo>
                <a:pt x="2561663" y="135398"/>
              </a:moveTo>
              <a:arcTo wR="1864180" hR="1864180" stAng="17518307" swAng="5144322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63316-7517-44CB-BCC2-92C65337378A}">
      <dsp:nvSpPr>
        <dsp:cNvPr id="0" name=""/>
        <dsp:cNvSpPr/>
      </dsp:nvSpPr>
      <dsp:spPr>
        <a:xfrm>
          <a:off x="3866369" y="2976071"/>
          <a:ext cx="1347093" cy="681055"/>
        </a:xfrm>
        <a:prstGeom prst="roundRect">
          <a:avLst/>
        </a:prstGeom>
        <a:pattFill prst="pct80">
          <a:fgClr>
            <a:srgbClr val="CCFFFF"/>
          </a:fgClr>
          <a:bgClr>
            <a:schemeClr val="bg1"/>
          </a:bgClr>
        </a:pattFill>
        <a:ln w="6350" cap="flat" cmpd="sng" algn="ctr">
          <a:noFill/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800" b="1" kern="1200"/>
            <a:t>JavaScript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400" b="0" kern="1200">
              <a:latin typeface="Meiryo UI" panose="020B0604030504040204" pitchFamily="50" charset="-128"/>
              <a:ea typeface="Meiryo UI" panose="020B0604030504040204" pitchFamily="50" charset="-128"/>
            </a:rPr>
            <a:t>（逻辑）</a:t>
          </a:r>
        </a:p>
      </dsp:txBody>
      <dsp:txXfrm>
        <a:off x="3899615" y="3009317"/>
        <a:ext cx="1280601" cy="614563"/>
      </dsp:txXfrm>
    </dsp:sp>
    <dsp:sp modelId="{85789903-50C8-4C9C-8FF2-140921534A33}">
      <dsp:nvSpPr>
        <dsp:cNvPr id="0" name=""/>
        <dsp:cNvSpPr/>
      </dsp:nvSpPr>
      <dsp:spPr>
        <a:xfrm>
          <a:off x="1061308" y="520329"/>
          <a:ext cx="3728360" cy="3728360"/>
        </a:xfrm>
        <a:custGeom>
          <a:avLst/>
          <a:gdLst/>
          <a:ahLst/>
          <a:cxnLst/>
          <a:rect l="0" t="0" r="0" b="0"/>
          <a:pathLst>
            <a:path>
              <a:moveTo>
                <a:pt x="3207645" y="3156569"/>
              </a:moveTo>
              <a:arcTo wR="1864180" hR="1864180" stAng="2633394" swAng="5533211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992D-F505-4F72-A196-FDD9469D9E67}">
      <dsp:nvSpPr>
        <dsp:cNvPr id="0" name=""/>
        <dsp:cNvSpPr/>
      </dsp:nvSpPr>
      <dsp:spPr>
        <a:xfrm>
          <a:off x="637514" y="2976071"/>
          <a:ext cx="1347093" cy="681055"/>
        </a:xfrm>
        <a:prstGeom prst="roundRect">
          <a:avLst/>
        </a:prstGeom>
        <a:pattFill prst="pct80">
          <a:fgClr>
            <a:srgbClr val="FFFFCC"/>
          </a:fgClr>
          <a:bgClr>
            <a:schemeClr val="bg1"/>
          </a:bgClr>
        </a:pattFill>
        <a:ln w="6350" cap="flat" cmpd="sng" algn="ctr">
          <a:noFill/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800" b="1" kern="1200"/>
            <a:t>CSS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400" kern="1200">
              <a:latin typeface="Meiryo UI" panose="020B0604030504040204" pitchFamily="50" charset="-128"/>
              <a:ea typeface="Meiryo UI" panose="020B0604030504040204" pitchFamily="50" charset="-128"/>
            </a:rPr>
            <a:t>（</a:t>
          </a:r>
          <a:r>
            <a:rPr kumimoji="1" lang="zh-CN" altLang="en-US" sz="1400" kern="1200">
              <a:latin typeface="Meiryo UI" panose="020B0604030504040204" pitchFamily="50" charset="-128"/>
              <a:ea typeface="Meiryo UI" panose="020B0604030504040204" pitchFamily="50" charset="-128"/>
            </a:rPr>
            <a:t>设计</a:t>
          </a:r>
          <a:r>
            <a:rPr kumimoji="1" lang="ja-JP" altLang="en-US" sz="1400" kern="1200">
              <a:latin typeface="Meiryo UI" panose="020B0604030504040204" pitchFamily="50" charset="-128"/>
              <a:ea typeface="Meiryo UI" panose="020B0604030504040204" pitchFamily="50" charset="-128"/>
            </a:rPr>
            <a:t>）</a:t>
          </a:r>
        </a:p>
      </dsp:txBody>
      <dsp:txXfrm>
        <a:off x="670760" y="3009317"/>
        <a:ext cx="1280601" cy="614563"/>
      </dsp:txXfrm>
    </dsp:sp>
    <dsp:sp modelId="{2592911D-294F-4213-944D-9E8A48FEABAA}">
      <dsp:nvSpPr>
        <dsp:cNvPr id="0" name=""/>
        <dsp:cNvSpPr/>
      </dsp:nvSpPr>
      <dsp:spPr>
        <a:xfrm>
          <a:off x="1061308" y="520329"/>
          <a:ext cx="3728360" cy="3728360"/>
        </a:xfrm>
        <a:custGeom>
          <a:avLst/>
          <a:gdLst/>
          <a:ahLst/>
          <a:cxnLst/>
          <a:rect l="0" t="0" r="0" b="0"/>
          <a:pathLst>
            <a:path>
              <a:moveTo>
                <a:pt x="88351" y="2431277"/>
              </a:moveTo>
              <a:arcTo wR="1864180" hR="1864180" stAng="9737371" swAng="5144322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84F71-AFCE-4383-A597-92538960A9BE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0ABB0-ABA5-4774-A2AA-47C077EA68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409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768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184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598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299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905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764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08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564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197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195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170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687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096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4975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5880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798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516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275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2305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6196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468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2632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9682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0ABB0-ABA5-4774-A2AA-47C077EA6866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12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607C9-6ECC-1E94-F93B-8AB1EE2D4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AEDB9A-F8BD-B6D3-7427-6A7E579BF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0C7278-01F3-1ED5-32C3-F9E492BC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2774-7942-4255-8532-165C9CA6AA90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B2D2DF-7E82-4B81-A9AB-D93968F65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A8D373-1547-E69E-995C-D9B60975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6EDAC-6EF4-4366-A27B-AA4B92EAD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427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26022-22F0-92F5-FCB4-8300451E1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9DC0F-0994-C2BB-75DD-8C6943A32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0DBAF0-87F3-09F7-1EE8-17781CA8A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2774-7942-4255-8532-165C9CA6AA90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7115DC-E23F-22C9-D750-1A662130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23D129-39E9-7E0F-5F29-4DF3BE8BF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6EDAC-6EF4-4366-A27B-AA4B92EAD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16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8AB8E-9ED0-634A-D9B9-C94772A2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70A445-7AE4-6D25-4532-E10D8CAB5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C50518-8258-B851-81FF-46822BAB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2774-7942-4255-8532-165C9CA6AA90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E62B8-5E23-E0FB-4A14-10414C0FA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2B788-E95E-21DD-4BDC-6AFAD97F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6EDAC-6EF4-4366-A27B-AA4B92EAD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35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C3DFA-16B1-65AE-876C-D0B81FF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92D95A-D442-F0AC-2E7C-742BF5895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2F40D5-8C63-E649-7040-8024158A9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301290-6FEC-4F74-D99C-87228F762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2774-7942-4255-8532-165C9CA6AA90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9E5214-CF2F-9274-1157-4F7139B9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242A70-E354-CC7A-643E-3D20BF5B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6EDAC-6EF4-4366-A27B-AA4B92EAD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10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7D93B-5DD5-A9AC-ED13-4C811FAA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3DB7B4-EACD-61BB-7D32-6BE817841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D11D9C-242F-5FBE-81ED-37C79052A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B45823-7E5A-7764-4D7D-DACFF11DB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D1CD26-988C-8AE7-E807-9002A48A76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63595DF-7F31-F3A7-40EC-831C932E3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2774-7942-4255-8532-165C9CA6AA90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DB4D13-9EAF-AE6B-9308-A09C6B20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238B8B-E240-C565-1F89-9A483148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6EDAC-6EF4-4366-A27B-AA4B92EAD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1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CDF0C-2D5E-19C2-EC31-D3620744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D934E4-ECF0-E8B0-C9D9-23B55D5A8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2774-7942-4255-8532-165C9CA6AA90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038E1F-A881-A52F-0F54-2FC517E71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B2C603-264A-BCAF-600A-3D3423079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6EDAC-6EF4-4366-A27B-AA4B92EAD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41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E02C80-739F-64CA-8D0F-2C17A975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2774-7942-4255-8532-165C9CA6AA90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CB3974-C065-7214-3EC7-ABB2EAFE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294843-3614-D706-CC5F-37F35318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6EDAC-6EF4-4366-A27B-AA4B92EAD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207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B7B46-8CED-560D-A66C-158BE8E2B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9CE77B-7F45-DE11-D34F-72A9C1DC4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E326F6-B660-8135-44EA-BB623F4D7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8E4ED8-0C81-6688-8318-81D1D1EE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2774-7942-4255-8532-165C9CA6AA90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3307FF-79DA-5EC4-BCC0-7670900D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0C0320-846A-EE6A-382A-7B68C1D5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6EDAC-6EF4-4366-A27B-AA4B92EAD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19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CACA0-5C1E-DA64-E2D1-F1C772DAF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921F34E-0CFC-2243-B4FA-3EC3230E3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2287EF-9103-9D3B-1E78-72EA920A6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1F50E1-F4D6-C075-C07A-D8BF502B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2774-7942-4255-8532-165C9CA6AA90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6876A4-0BE8-DF2B-52E5-1AA7AB2DC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D07284-6D24-149B-A0DA-0F97CAA4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6EDAC-6EF4-4366-A27B-AA4B92EAD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10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BA987-8131-4449-3146-F25B9B49A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447168-0312-17AF-1B65-6C39BC8A3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773AD8-AE6B-7A99-7A1D-A773B92A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2774-7942-4255-8532-165C9CA6AA90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FF5C9D-7BD1-56C8-AF0B-AB259469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5FFF2C-0B1E-5FD4-EAE0-56E1F08D1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6EDAC-6EF4-4366-A27B-AA4B92EAD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40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A49216-569F-2DEE-117F-22D642C1A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C864CA-D7AE-4C96-34F6-2C1BF3B92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45D1EB-0E4E-A490-F6BE-219E02C8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2774-7942-4255-8532-165C9CA6AA90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BBE172-3B40-442A-3CF1-AF50AA0FB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E64B08-0024-EE9D-352F-B408F954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6EDAC-6EF4-4366-A27B-AA4B92EAD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29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695950" y="2886075"/>
            <a:ext cx="6496050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695950" y="3563491"/>
            <a:ext cx="649605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your subtitle here</a:t>
            </a:r>
          </a:p>
        </p:txBody>
      </p:sp>
      <p:sp>
        <p:nvSpPr>
          <p:cNvPr id="8" name="Freeform 7"/>
          <p:cNvSpPr/>
          <p:nvPr userDrawn="1"/>
        </p:nvSpPr>
        <p:spPr>
          <a:xfrm rot="1069892">
            <a:off x="5427588" y="-144026"/>
            <a:ext cx="560222" cy="2425198"/>
          </a:xfrm>
          <a:custGeom>
            <a:avLst/>
            <a:gdLst>
              <a:gd name="connsiteX0" fmla="*/ 0 w 560222"/>
              <a:gd name="connsiteY0" fmla="*/ 180207 h 2425198"/>
              <a:gd name="connsiteX1" fmla="*/ 560222 w 560222"/>
              <a:gd name="connsiteY1" fmla="*/ 0 h 2425198"/>
              <a:gd name="connsiteX2" fmla="*/ 560222 w 560222"/>
              <a:gd name="connsiteY2" fmla="*/ 2244990 h 2425198"/>
              <a:gd name="connsiteX3" fmla="*/ 0 w 560222"/>
              <a:gd name="connsiteY3" fmla="*/ 2425198 h 2425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222" h="2425198">
                <a:moveTo>
                  <a:pt x="0" y="180207"/>
                </a:moveTo>
                <a:lnTo>
                  <a:pt x="560222" y="0"/>
                </a:lnTo>
                <a:lnTo>
                  <a:pt x="560222" y="2244990"/>
                </a:lnTo>
                <a:lnTo>
                  <a:pt x="0" y="242519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iryo UI" panose="020B0604030504040204" pitchFamily="50" charset="-128"/>
            </a:endParaRPr>
          </a:p>
        </p:txBody>
      </p:sp>
      <p:sp>
        <p:nvSpPr>
          <p:cNvPr id="21" name="Freeform 20"/>
          <p:cNvSpPr/>
          <p:nvPr userDrawn="1"/>
        </p:nvSpPr>
        <p:spPr>
          <a:xfrm>
            <a:off x="10085998" y="-1268"/>
            <a:ext cx="2106002" cy="6859268"/>
          </a:xfrm>
          <a:custGeom>
            <a:avLst/>
            <a:gdLst>
              <a:gd name="connsiteX0" fmla="*/ 2106002 w 2106002"/>
              <a:gd name="connsiteY0" fmla="*/ 0 h 6859268"/>
              <a:gd name="connsiteX1" fmla="*/ 2106002 w 2106002"/>
              <a:gd name="connsiteY1" fmla="*/ 6859268 h 6859268"/>
              <a:gd name="connsiteX2" fmla="*/ 0 w 2106002"/>
              <a:gd name="connsiteY2" fmla="*/ 6859268 h 6859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6002" h="6859268">
                <a:moveTo>
                  <a:pt x="2106002" y="0"/>
                </a:moveTo>
                <a:lnTo>
                  <a:pt x="2106002" y="6859268"/>
                </a:lnTo>
                <a:lnTo>
                  <a:pt x="0" y="6859268"/>
                </a:lnTo>
                <a:close/>
              </a:path>
            </a:pathLst>
          </a:cu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iryo UI" panose="020B0604030504040204" pitchFamily="50" charset="-128"/>
            </a:endParaRPr>
          </a:p>
        </p:txBody>
      </p:sp>
      <p:sp>
        <p:nvSpPr>
          <p:cNvPr id="22" name="Freeform 21"/>
          <p:cNvSpPr/>
          <p:nvPr userDrawn="1"/>
        </p:nvSpPr>
        <p:spPr>
          <a:xfrm>
            <a:off x="11484280" y="4552950"/>
            <a:ext cx="707720" cy="2305050"/>
          </a:xfrm>
          <a:custGeom>
            <a:avLst/>
            <a:gdLst>
              <a:gd name="connsiteX0" fmla="*/ 2106002 w 2106002"/>
              <a:gd name="connsiteY0" fmla="*/ 0 h 6859268"/>
              <a:gd name="connsiteX1" fmla="*/ 2106002 w 2106002"/>
              <a:gd name="connsiteY1" fmla="*/ 6859268 h 6859268"/>
              <a:gd name="connsiteX2" fmla="*/ 0 w 2106002"/>
              <a:gd name="connsiteY2" fmla="*/ 6859268 h 6859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6002" h="6859268">
                <a:moveTo>
                  <a:pt x="2106002" y="0"/>
                </a:moveTo>
                <a:lnTo>
                  <a:pt x="2106002" y="6859268"/>
                </a:lnTo>
                <a:lnTo>
                  <a:pt x="0" y="68592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6386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s slide layout">
    <p:bg>
      <p:bgPr>
        <a:blipFill dpi="0" rotWithShape="1">
          <a:blip r:embed="rId2">
            <a:alphaModFix amt="75000"/>
            <a:duotone>
              <a:schemeClr val="accent1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16200000" flipH="1">
            <a:off x="9114379" y="3780379"/>
            <a:ext cx="2684240" cy="3471003"/>
            <a:chOff x="5710110" y="861237"/>
            <a:chExt cx="2762761" cy="3572539"/>
          </a:xfrm>
        </p:grpSpPr>
        <p:sp>
          <p:nvSpPr>
            <p:cNvPr id="11" name="Isosceles Triangle 10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3" name="Isosceles Triangle 12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3447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 slide layout">
    <p:bg>
      <p:bgPr>
        <a:blipFill dpi="0" rotWithShape="1">
          <a:blip r:embed="rId2">
            <a:alphaModFix amt="55000"/>
            <a:duotone>
              <a:schemeClr val="accent1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53833" y="287254"/>
            <a:ext cx="9142892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703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93470F-FDB1-CA2C-490D-5E56B53B6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2668F6-599C-9F40-66BE-47C5764D3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D5B352-0C49-2F49-47D7-03F855207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62774-7942-4255-8532-165C9CA6AA90}" type="datetimeFigureOut">
              <a:rPr lang="zh-CN" altLang="en-US" smtClean="0"/>
              <a:t>2022/11/17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DC2FF-073A-530E-27D4-6EB0C1838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124699-FBC7-703C-6CBE-747F6BF09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6EDAC-6EF4-4366-A27B-AA4B92EAD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44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9" r:id="rId13"/>
    <p:sldLayoutId id="214748392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3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jpeg"/><Relationship Id="rId4" Type="http://schemas.openxmlformats.org/officeDocument/2006/relationships/hyperlink" Target="https://f1-start.glitch.me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B4B9783B-0D09-41B0-8C85-F7FBAACF46A8}"/>
              </a:ext>
            </a:extLst>
          </p:cNvPr>
          <p:cNvSpPr/>
          <p:nvPr/>
        </p:nvSpPr>
        <p:spPr>
          <a:xfrm rot="16200000">
            <a:off x="1613742" y="-1272337"/>
            <a:ext cx="2935196" cy="5781678"/>
          </a:xfrm>
          <a:prstGeom prst="roundRect">
            <a:avLst>
              <a:gd name="adj" fmla="val 10715"/>
            </a:avLst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微软雅黑" panose="020B0503020204020204" pitchFamily="34" charset="-122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816555B3-30CA-4E23-9136-3EC402C8CEBF}"/>
              </a:ext>
            </a:extLst>
          </p:cNvPr>
          <p:cNvSpPr/>
          <p:nvPr/>
        </p:nvSpPr>
        <p:spPr>
          <a:xfrm>
            <a:off x="190500" y="3297362"/>
            <a:ext cx="11782424" cy="3351087"/>
          </a:xfrm>
          <a:prstGeom prst="roundRect">
            <a:avLst>
              <a:gd name="adj" fmla="val 10715"/>
            </a:avLst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微软雅黑" panose="020B0503020204020204" pitchFamily="34" charset="-122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72EFBA-4372-4AE3-920B-704CE2DAD4EA}"/>
              </a:ext>
            </a:extLst>
          </p:cNvPr>
          <p:cNvSpPr/>
          <p:nvPr/>
        </p:nvSpPr>
        <p:spPr>
          <a:xfrm>
            <a:off x="6267450" y="150903"/>
            <a:ext cx="5705474" cy="2935197"/>
          </a:xfrm>
          <a:prstGeom prst="roundRect">
            <a:avLst>
              <a:gd name="adj" fmla="val 10715"/>
            </a:avLst>
          </a:prstGeom>
          <a:noFill/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微软雅黑" panose="020B0503020204020204" pitchFamily="34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16DC08-8F9C-45C4-A809-A6B403ED7564}"/>
              </a:ext>
            </a:extLst>
          </p:cNvPr>
          <p:cNvSpPr txBox="1"/>
          <p:nvPr/>
        </p:nvSpPr>
        <p:spPr>
          <a:xfrm>
            <a:off x="1741378" y="429336"/>
            <a:ext cx="2679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本次课题</a:t>
            </a:r>
            <a:endParaRPr lang="ko-KR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+mj-ea"/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5CB369-C218-4729-80DA-7B43F5968EC5}"/>
              </a:ext>
            </a:extLst>
          </p:cNvPr>
          <p:cNvSpPr txBox="1"/>
          <p:nvPr/>
        </p:nvSpPr>
        <p:spPr>
          <a:xfrm>
            <a:off x="4192552" y="3571575"/>
            <a:ext cx="377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配套资料</a:t>
            </a:r>
            <a:endParaRPr lang="en-US" altLang="ko-KR" sz="32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23">
            <a:extLst>
              <a:ext uri="{FF2B5EF4-FFF2-40B4-BE49-F238E27FC236}">
                <a16:creationId xmlns:a16="http://schemas.microsoft.com/office/drawing/2014/main" id="{1B6F4B7A-1933-4333-BF29-C6C24E2F8EC2}"/>
              </a:ext>
            </a:extLst>
          </p:cNvPr>
          <p:cNvSpPr/>
          <p:nvPr/>
        </p:nvSpPr>
        <p:spPr>
          <a:xfrm>
            <a:off x="404407" y="506718"/>
            <a:ext cx="731029" cy="430009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微软雅黑" panose="020B0503020204020204" pitchFamily="34" charset="-122"/>
            </a:endParaRPr>
          </a:p>
        </p:txBody>
      </p:sp>
      <p:sp>
        <p:nvSpPr>
          <p:cNvPr id="36" name="Oval 31">
            <a:extLst>
              <a:ext uri="{FF2B5EF4-FFF2-40B4-BE49-F238E27FC236}">
                <a16:creationId xmlns:a16="http://schemas.microsoft.com/office/drawing/2014/main" id="{77ECFA31-A8EF-489E-A9DA-524B274FA6AD}"/>
              </a:ext>
            </a:extLst>
          </p:cNvPr>
          <p:cNvSpPr/>
          <p:nvPr/>
        </p:nvSpPr>
        <p:spPr>
          <a:xfrm>
            <a:off x="408870" y="3479114"/>
            <a:ext cx="686458" cy="677236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微软雅黑" panose="020B0503020204020204" pitchFamily="34" charset="-122"/>
            </a:endParaRPr>
          </a:p>
        </p:txBody>
      </p:sp>
      <p:sp>
        <p:nvSpPr>
          <p:cNvPr id="40" name="TextBox 30">
            <a:extLst>
              <a:ext uri="{FF2B5EF4-FFF2-40B4-BE49-F238E27FC236}">
                <a16:creationId xmlns:a16="http://schemas.microsoft.com/office/drawing/2014/main" id="{655CB369-C218-4729-80DA-7B43F5968EC5}"/>
              </a:ext>
            </a:extLst>
          </p:cNvPr>
          <p:cNvSpPr txBox="1"/>
          <p:nvPr/>
        </p:nvSpPr>
        <p:spPr>
          <a:xfrm>
            <a:off x="8027692" y="429337"/>
            <a:ext cx="2280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en-US" altLang="zh-CN"/>
              <a:t>WIFI</a:t>
            </a:r>
            <a:endParaRPr lang="en-US" altLang="ko-KR"/>
          </a:p>
        </p:txBody>
      </p:sp>
      <p:sp>
        <p:nvSpPr>
          <p:cNvPr id="41" name="Rectangle 23">
            <a:extLst>
              <a:ext uri="{FF2B5EF4-FFF2-40B4-BE49-F238E27FC236}">
                <a16:creationId xmlns:a16="http://schemas.microsoft.com/office/drawing/2014/main" id="{939391A1-B880-48C4-844E-4564B467BE80}"/>
              </a:ext>
            </a:extLst>
          </p:cNvPr>
          <p:cNvSpPr/>
          <p:nvPr/>
        </p:nvSpPr>
        <p:spPr>
          <a:xfrm>
            <a:off x="6719746" y="298053"/>
            <a:ext cx="712658" cy="716872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微软雅黑" panose="020B0503020204020204" pitchFamily="34" charset="-122"/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404407" y="4649739"/>
            <a:ext cx="1119286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0150" lvl="1" indent="-742950">
              <a:buFont typeface="Wingdings" pitchFamily="2" charset="2"/>
              <a:buChar char="Ø"/>
            </a:pPr>
            <a:r>
              <a:rPr lang="en-US" altLang="zh-CN" sz="5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https://</a:t>
            </a:r>
            <a:r>
              <a:rPr lang="en-US" altLang="zh-CN" sz="5000" b="1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devcamp.cybozu.cn</a:t>
            </a:r>
            <a:r>
              <a:rPr lang="en-US" altLang="zh-CN" sz="5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/k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D75C244-F028-47AD-AC2C-2E1A22706321}"/>
              </a:ext>
            </a:extLst>
          </p:cNvPr>
          <p:cNvSpPr txBox="1"/>
          <p:nvPr/>
        </p:nvSpPr>
        <p:spPr>
          <a:xfrm>
            <a:off x="190500" y="1292542"/>
            <a:ext cx="5755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零基础kintone开发</a:t>
            </a:r>
            <a:endParaRPr lang="en-US" altLang="zh-CN" sz="44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テキスト ボックス 43">
            <a:extLst>
              <a:ext uri="{FF2B5EF4-FFF2-40B4-BE49-F238E27FC236}">
                <a16:creationId xmlns:a16="http://schemas.microsoft.com/office/drawing/2014/main" id="{F4CC396F-4E44-4D8C-A53A-9A8967E1704C}"/>
              </a:ext>
            </a:extLst>
          </p:cNvPr>
          <p:cNvSpPr txBox="1"/>
          <p:nvPr/>
        </p:nvSpPr>
        <p:spPr>
          <a:xfrm>
            <a:off x="5766742" y="1153197"/>
            <a:ext cx="65922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ssid</a:t>
            </a:r>
            <a:r>
              <a:rPr lang="zh-CN" altLang="en-US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GUEST@CYBOZU</a:t>
            </a:r>
          </a:p>
          <a:p>
            <a:pPr algn="ctr"/>
            <a:r>
              <a:rPr lang="en-US" altLang="zh-CN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  <a:r>
              <a:rPr lang="zh-CN" altLang="en-US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guestuser</a:t>
            </a:r>
          </a:p>
          <a:p>
            <a:pPr algn="ctr"/>
            <a:r>
              <a:rPr lang="en-US" altLang="zh-CN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</a:t>
            </a:r>
            <a:r>
              <a:rPr lang="zh-CN" altLang="en-US"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" altLang="zh-CN" sz="32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NPXet</a:t>
            </a:r>
            <a:endParaRPr lang="en-US" altLang="zh-CN" sz="32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F42FE9-A642-058B-440F-62F6A1A16C69}"/>
              </a:ext>
            </a:extLst>
          </p:cNvPr>
          <p:cNvSpPr txBox="1"/>
          <p:nvPr/>
        </p:nvSpPr>
        <p:spPr>
          <a:xfrm>
            <a:off x="8027692" y="3342668"/>
            <a:ext cx="349807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/>
              <a:t>wifi</a:t>
            </a:r>
            <a:r>
              <a:rPr kumimoji="1" lang="zh-CN" altLang="en-US" sz="2800"/>
              <a:t>热点：</a:t>
            </a:r>
            <a:endParaRPr kumimoji="1" lang="en-US" altLang="zh-CN" sz="2800"/>
          </a:p>
          <a:p>
            <a:r>
              <a:rPr kumimoji="1" lang="en-US" altLang="zh-CN" sz="2800"/>
              <a:t>ssid</a:t>
            </a:r>
            <a:r>
              <a:rPr kumimoji="1" lang="zh-CN" altLang="en-US" sz="2800"/>
              <a:t>：</a:t>
            </a:r>
            <a:r>
              <a:rPr kumimoji="1" lang="en-US" altLang="zh-CN" sz="2800"/>
              <a:t>bqyan iPhone x</a:t>
            </a:r>
          </a:p>
          <a:p>
            <a:r>
              <a:rPr kumimoji="1" lang="en-US" altLang="zh-CN" sz="2800"/>
              <a:t>pw: cybozu_kintone</a:t>
            </a:r>
            <a:endParaRPr kumimoji="1"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44907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867275" y="2238375"/>
            <a:ext cx="7324725" cy="2115691"/>
          </a:xfrm>
        </p:spPr>
        <p:txBody>
          <a:bodyPr>
            <a:normAutofit lnSpcReduction="10000"/>
          </a:bodyPr>
          <a:lstStyle/>
          <a:p>
            <a:r>
              <a:rPr lang="zh-CN" altLang="en-US" sz="4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欢迎参加</a:t>
            </a:r>
            <a:r>
              <a:rPr lang="ja-JP" altLang="en-US" sz="4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ja-JP" sz="48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ja-JP" sz="4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4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kintone</a:t>
            </a:r>
            <a:r>
              <a:rPr lang="en-US" sz="4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基础开发实战</a:t>
            </a:r>
          </a:p>
        </p:txBody>
      </p: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H_Others_1"/>
          <p:cNvSpPr txBox="1"/>
          <p:nvPr>
            <p:custDataLst>
              <p:tags r:id="rId1"/>
            </p:custDataLst>
          </p:nvPr>
        </p:nvSpPr>
        <p:spPr>
          <a:xfrm>
            <a:off x="3312429" y="1412025"/>
            <a:ext cx="1677832" cy="3597835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/>
            <a:r>
              <a:rPr lang="zh-CN" altLang="en-US" sz="10903" b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</a:p>
        </p:txBody>
      </p:sp>
      <p:sp>
        <p:nvSpPr>
          <p:cNvPr id="19" name="MH_Others_2"/>
          <p:cNvSpPr txBox="1"/>
          <p:nvPr>
            <p:custDataLst>
              <p:tags r:id="rId2"/>
            </p:custDataLst>
          </p:nvPr>
        </p:nvSpPr>
        <p:spPr>
          <a:xfrm rot="5400000">
            <a:off x="1560398" y="2889926"/>
            <a:ext cx="3128221" cy="6420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en-US" altLang="zh-CN" sz="4172" b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CONTENTS</a:t>
            </a:r>
            <a:endParaRPr lang="zh-CN" altLang="en-US" sz="4172" b="1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MH_Number_1"/>
          <p:cNvSpPr/>
          <p:nvPr>
            <p:custDataLst>
              <p:tags r:id="rId3"/>
            </p:custDataLst>
          </p:nvPr>
        </p:nvSpPr>
        <p:spPr>
          <a:xfrm>
            <a:off x="5472631" y="1324626"/>
            <a:ext cx="359981" cy="359981"/>
          </a:xfrm>
          <a:prstGeom prst="ellipse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sz="2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1" name="MH_Entry_1"/>
          <p:cNvSpPr/>
          <p:nvPr>
            <p:custDataLst>
              <p:tags r:id="rId4"/>
            </p:custDataLst>
          </p:nvPr>
        </p:nvSpPr>
        <p:spPr>
          <a:xfrm>
            <a:off x="5975932" y="1297093"/>
            <a:ext cx="3158325" cy="36933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kintone</a:t>
            </a:r>
            <a:r>
              <a:rPr lang="ja-JP" alt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开发简介</a:t>
            </a:r>
          </a:p>
        </p:txBody>
      </p:sp>
      <p:sp>
        <p:nvSpPr>
          <p:cNvPr id="22" name="MH_Number_2"/>
          <p:cNvSpPr/>
          <p:nvPr>
            <p:custDataLst>
              <p:tags r:id="rId5"/>
            </p:custDataLst>
          </p:nvPr>
        </p:nvSpPr>
        <p:spPr>
          <a:xfrm>
            <a:off x="5472631" y="2149056"/>
            <a:ext cx="359981" cy="359981"/>
          </a:xfrm>
          <a:prstGeom prst="ellipse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sz="2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3" name="MH_Entry_2"/>
          <p:cNvSpPr/>
          <p:nvPr>
            <p:custDataLst>
              <p:tags r:id="rId6"/>
            </p:custDataLst>
          </p:nvPr>
        </p:nvSpPr>
        <p:spPr>
          <a:xfrm>
            <a:off x="5975932" y="2121524"/>
            <a:ext cx="3342588" cy="36933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24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JavaScript </a:t>
            </a:r>
            <a:r>
              <a:rPr lang="zh-CN" alt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的基础</a:t>
            </a:r>
            <a:endParaRPr lang="ja-JP" altLang="en-US" sz="24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MH_Number_3"/>
          <p:cNvSpPr/>
          <p:nvPr>
            <p:custDataLst>
              <p:tags r:id="rId7"/>
            </p:custDataLst>
          </p:nvPr>
        </p:nvSpPr>
        <p:spPr>
          <a:xfrm>
            <a:off x="5472631" y="2973486"/>
            <a:ext cx="359981" cy="359981"/>
          </a:xfrm>
          <a:prstGeom prst="ellipse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sz="2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5" name="MH_Entry_3"/>
          <p:cNvSpPr/>
          <p:nvPr>
            <p:custDataLst>
              <p:tags r:id="rId8"/>
            </p:custDataLst>
          </p:nvPr>
        </p:nvSpPr>
        <p:spPr>
          <a:xfrm>
            <a:off x="5975932" y="2945954"/>
            <a:ext cx="3342588" cy="36933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实践</a:t>
            </a:r>
            <a:r>
              <a:rPr lang="en-US" altLang="ja-JP" sz="24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JavaScript</a:t>
            </a:r>
            <a:endParaRPr lang="ja-JP" altLang="en-US" sz="24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MH_Number_4"/>
          <p:cNvSpPr/>
          <p:nvPr>
            <p:custDataLst>
              <p:tags r:id="rId9"/>
            </p:custDataLst>
          </p:nvPr>
        </p:nvSpPr>
        <p:spPr>
          <a:xfrm>
            <a:off x="5472631" y="3797916"/>
            <a:ext cx="359981" cy="359981"/>
          </a:xfrm>
          <a:prstGeom prst="ellipse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  <a:endParaRPr lang="zh-CN" altLang="en-US" sz="2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7" name="MH_Entry_4"/>
          <p:cNvSpPr/>
          <p:nvPr>
            <p:custDataLst>
              <p:tags r:id="rId10"/>
            </p:custDataLst>
          </p:nvPr>
        </p:nvSpPr>
        <p:spPr>
          <a:xfrm>
            <a:off x="5975932" y="3770383"/>
            <a:ext cx="3342588" cy="36933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网页事件与</a:t>
            </a:r>
            <a:r>
              <a:rPr lang="en-US" altLang="zh-CN" sz="240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kintone</a:t>
            </a:r>
            <a:r>
              <a:rPr lang="zh-CN" alt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事件</a:t>
            </a:r>
            <a:endParaRPr lang="ja-JP" altLang="en-US" sz="24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Freeform 6"/>
          <p:cNvSpPr>
            <a:spLocks/>
          </p:cNvSpPr>
          <p:nvPr/>
        </p:nvSpPr>
        <p:spPr bwMode="auto">
          <a:xfrm>
            <a:off x="0" y="3879825"/>
            <a:ext cx="4992468" cy="2977987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Freeform 7"/>
          <p:cNvSpPr>
            <a:spLocks/>
          </p:cNvSpPr>
          <p:nvPr/>
        </p:nvSpPr>
        <p:spPr bwMode="auto">
          <a:xfrm>
            <a:off x="2830059" y="4400495"/>
            <a:ext cx="9361941" cy="2457316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MH_Number_4">
            <a:extLst>
              <a:ext uri="{FF2B5EF4-FFF2-40B4-BE49-F238E27FC236}">
                <a16:creationId xmlns:a16="http://schemas.microsoft.com/office/drawing/2014/main" id="{54083218-F18F-9521-ED53-F081928AF2B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472631" y="4649879"/>
            <a:ext cx="359981" cy="359981"/>
          </a:xfrm>
          <a:prstGeom prst="ellipse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5</a:t>
            </a:r>
            <a:endParaRPr lang="zh-CN" altLang="en-US" sz="20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" name="MH_Entry_4">
            <a:extLst>
              <a:ext uri="{FF2B5EF4-FFF2-40B4-BE49-F238E27FC236}">
                <a16:creationId xmlns:a16="http://schemas.microsoft.com/office/drawing/2014/main" id="{8879E4F0-8DBA-6BBE-E4FC-CF0AA67872E0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975932" y="4622346"/>
            <a:ext cx="4439656" cy="36933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实践</a:t>
            </a:r>
            <a:r>
              <a:rPr lang="en-US" altLang="ja-JP" sz="240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kintone</a:t>
            </a:r>
            <a:r>
              <a:rPr lang="zh-CN" alt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上运行</a:t>
            </a:r>
            <a:r>
              <a:rPr lang="en-US" altLang="ja-JP" sz="24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JavaScript</a:t>
            </a:r>
            <a:endParaRPr lang="ja-JP" altLang="en-US" sz="24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558403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16" grpId="0" animBg="1"/>
      <p:bldP spid="17" grpId="0" animBg="1"/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2120674" y="3245106"/>
            <a:ext cx="33105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altLang="ja-JP" sz="3200" err="1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lang="ja-JP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ja-JP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4" name="矩形 10"/>
          <p:cNvSpPr>
            <a:spLocks noChangeArrowheads="1"/>
          </p:cNvSpPr>
          <p:nvPr/>
        </p:nvSpPr>
        <p:spPr bwMode="auto">
          <a:xfrm>
            <a:off x="5340120" y="2376589"/>
            <a:ext cx="1362874" cy="38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898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</a:t>
            </a:r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25" name="直接连接符 11"/>
          <p:cNvSpPr>
            <a:spLocks noChangeShapeType="1"/>
          </p:cNvSpPr>
          <p:nvPr/>
        </p:nvSpPr>
        <p:spPr bwMode="auto">
          <a:xfrm>
            <a:off x="1483581" y="2790903"/>
            <a:ext cx="5219413" cy="1588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6915291" y="1528247"/>
            <a:ext cx="2848857" cy="357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266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zh-CN" altLang="en-US" sz="22660" b="1">
              <a:solidFill>
                <a:schemeClr val="accent2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0" y="3879825"/>
            <a:ext cx="4992468" cy="2977987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2830059" y="4400495"/>
            <a:ext cx="9361941" cy="2457316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26998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  <p:bldP spid="5124" grpId="0"/>
      <p:bldP spid="5125" grpId="0" animBg="1"/>
      <p:bldP spid="7" grpId="0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1339515" y="1616910"/>
            <a:ext cx="4608000" cy="2589106"/>
          </a:xfrm>
          <a:prstGeom prst="rect">
            <a:avLst/>
          </a:prstGeom>
          <a:solidFill>
            <a:srgbClr val="FDFCF6"/>
          </a:solidFill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6545179" y="1616910"/>
            <a:ext cx="4608000" cy="2589105"/>
          </a:xfrm>
          <a:prstGeom prst="rect">
            <a:avLst/>
          </a:prstGeom>
          <a:solidFill>
            <a:srgbClr val="FDFCF6"/>
          </a:solidFill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1339515" y="4206863"/>
            <a:ext cx="4608000" cy="981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zh-CN" altLang="en-US" sz="20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标准功能</a:t>
            </a:r>
            <a:endParaRPr kumimoji="1" lang="ja-JP" altLang="en-US" sz="20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6545179" y="4206015"/>
            <a:ext cx="4620125" cy="9822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zh-CN" altLang="en-US"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自定义功能</a:t>
            </a:r>
            <a:endParaRPr kumimoji="1" lang="ja-JP" altLang="en-US" sz="20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1339515" y="5295783"/>
            <a:ext cx="4608000" cy="1171074"/>
          </a:xfrm>
          <a:prstGeom prst="rect">
            <a:avLst/>
          </a:prstGeom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不需要任何编程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，所有功能都在网页界面中实现</a:t>
            </a:r>
            <a:endParaRPr kumimoji="1" lang="ja-JP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6545179" y="5295783"/>
            <a:ext cx="4620125" cy="1171073"/>
          </a:xfrm>
          <a:prstGeom prst="rect">
            <a:avLst/>
          </a:prstGeom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latin typeface="微软雅黑" panose="020B0503020204020204" pitchFamily="34" charset="-122"/>
                <a:ea typeface="微软雅黑" panose="020B0503020204020204" pitchFamily="34" charset="-122"/>
              </a:rPr>
              <a:t>REST API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用于数据整合，难度相对高。</a:t>
            </a:r>
            <a:endParaRPr kumimoji="1"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ja-JP" sz="160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API</a:t>
            </a:r>
            <a:r>
              <a:rPr kumimoji="1"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用于画面自定义，易于理解和开始。</a:t>
            </a:r>
            <a:endParaRPr kumimoji="1" lang="ja-JP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図 11" descr="スクリーンショット 2014-06-13 11.22.26.png">
            <a:extLst>
              <a:ext uri="{FF2B5EF4-FFF2-40B4-BE49-F238E27FC236}">
                <a16:creationId xmlns:a16="http://schemas.microsoft.com/office/drawing/2014/main" id="{8616DFA0-0E25-421A-AA85-3A16F048BB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54" r="64494"/>
          <a:stretch/>
        </p:blipFill>
        <p:spPr>
          <a:xfrm>
            <a:off x="6787637" y="2444599"/>
            <a:ext cx="1950807" cy="1254649"/>
          </a:xfrm>
          <a:prstGeom prst="rect">
            <a:avLst/>
          </a:prstGeom>
        </p:spPr>
      </p:pic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EF2126B1-EC3F-4E65-8FF7-9067002EFE3B}"/>
              </a:ext>
            </a:extLst>
          </p:cNvPr>
          <p:cNvSpPr/>
          <p:nvPr/>
        </p:nvSpPr>
        <p:spPr>
          <a:xfrm>
            <a:off x="6776944" y="1833714"/>
            <a:ext cx="1919584" cy="429830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JavaScript API</a:t>
            </a:r>
            <a:endParaRPr lang="ja-JP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15" name="図 14" descr="スクリーンショット 2014-06-13 11.22.26.png">
            <a:extLst>
              <a:ext uri="{FF2B5EF4-FFF2-40B4-BE49-F238E27FC236}">
                <a16:creationId xmlns:a16="http://schemas.microsoft.com/office/drawing/2014/main" id="{EAF2FC72-8B99-4C62-AE32-4A9C5355DE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494" b="49280"/>
          <a:stretch/>
        </p:blipFill>
        <p:spPr>
          <a:xfrm>
            <a:off x="8980902" y="2342524"/>
            <a:ext cx="2007503" cy="1313751"/>
          </a:xfrm>
          <a:prstGeom prst="rect">
            <a:avLst/>
          </a:prstGeom>
        </p:spPr>
      </p:pic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EF2126B1-EC3F-4E65-8FF7-9067002EFE3B}"/>
              </a:ext>
            </a:extLst>
          </p:cNvPr>
          <p:cNvSpPr/>
          <p:nvPr/>
        </p:nvSpPr>
        <p:spPr>
          <a:xfrm>
            <a:off x="9079832" y="1833714"/>
            <a:ext cx="1908573" cy="429830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REST API</a:t>
            </a:r>
            <a:endParaRPr lang="ja-JP" altLang="en-US" sz="20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6F4907B-7BFA-4838-ADF8-5C53D1BDA819}"/>
              </a:ext>
            </a:extLst>
          </p:cNvPr>
          <p:cNvSpPr txBox="1"/>
          <p:nvPr/>
        </p:nvSpPr>
        <p:spPr>
          <a:xfrm>
            <a:off x="9401573" y="3585316"/>
            <a:ext cx="1107996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数据整合</a:t>
            </a:r>
            <a:endParaRPr lang="ja-JP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0F5BC4C-E5E3-4F7E-A44D-C993F345B34D}"/>
              </a:ext>
            </a:extLst>
          </p:cNvPr>
          <p:cNvSpPr txBox="1"/>
          <p:nvPr/>
        </p:nvSpPr>
        <p:spPr>
          <a:xfrm>
            <a:off x="6729396" y="3583299"/>
            <a:ext cx="1569660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画面的自定义</a:t>
            </a:r>
            <a:endParaRPr lang="ja-JP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図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40" y="1833714"/>
            <a:ext cx="1036421" cy="729399"/>
          </a:xfrm>
          <a:prstGeom prst="rect">
            <a:avLst/>
          </a:prstGeom>
        </p:spPr>
      </p:pic>
      <p:pic>
        <p:nvPicPr>
          <p:cNvPr id="22" name="図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639" y="1869996"/>
            <a:ext cx="2407467" cy="2248006"/>
          </a:xfrm>
          <a:prstGeom prst="rect">
            <a:avLst/>
          </a:prstGeom>
        </p:spPr>
      </p:pic>
      <p:pic>
        <p:nvPicPr>
          <p:cNvPr id="23" name="図 2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14"/>
          <a:stretch/>
        </p:blipFill>
        <p:spPr>
          <a:xfrm>
            <a:off x="2646090" y="2145900"/>
            <a:ext cx="1728563" cy="137369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5DE95EA-1B0D-ADC0-1648-B7F1B5915AA6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17B9F3-F9A8-C57C-D0AA-8B13FC230B51}"/>
              </a:ext>
            </a:extLst>
          </p:cNvPr>
          <p:cNvSpPr txBox="1"/>
          <p:nvPr/>
        </p:nvSpPr>
        <p:spPr>
          <a:xfrm>
            <a:off x="392023" y="266575"/>
            <a:ext cx="273177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en-US" altLang="zh-CN" sz="280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kintone</a:t>
            </a:r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的扩充性</a:t>
            </a:r>
          </a:p>
        </p:txBody>
      </p:sp>
    </p:spTree>
    <p:extLst>
      <p:ext uri="{BB962C8B-B14F-4D97-AF65-F5344CB8AC3E}">
        <p14:creationId xmlns:p14="http://schemas.microsoft.com/office/powerpoint/2010/main" val="173450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14D4254-DB16-4773-B50F-ACD1C2224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426" y="1703535"/>
            <a:ext cx="3805881" cy="39842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9B24BC38-24A5-4127-8C2D-B47064473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231" y="1703536"/>
            <a:ext cx="3768699" cy="39842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18DEF0A-4151-4BFC-97EE-672E84E41D60}"/>
              </a:ext>
            </a:extLst>
          </p:cNvPr>
          <p:cNvSpPr txBox="1"/>
          <p:nvPr/>
        </p:nvSpPr>
        <p:spPr>
          <a:xfrm>
            <a:off x="2024231" y="5899029"/>
            <a:ext cx="376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控制字段显示</a:t>
            </a:r>
            <a:r>
              <a:rPr kumimoji="1" lang="en-US" altLang="zh-CN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隐藏</a:t>
            </a:r>
            <a:endParaRPr kumimoji="1" lang="ja-JP" altLang="en-US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9B3EF98-F006-4375-B7F1-97EAB838E811}"/>
              </a:ext>
            </a:extLst>
          </p:cNvPr>
          <p:cNvSpPr txBox="1"/>
          <p:nvPr/>
        </p:nvSpPr>
        <p:spPr>
          <a:xfrm>
            <a:off x="6845426" y="5903200"/>
            <a:ext cx="380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字符数和字段的输入</a:t>
            </a:r>
            <a:endParaRPr kumimoji="1" lang="ja-JP" altLang="en-US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01EBE8-AB2A-68A8-0DE3-517DA43CBD22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3DA6BE-8DC2-2376-9EA6-8C064A4D265D}"/>
              </a:ext>
            </a:extLst>
          </p:cNvPr>
          <p:cNvSpPr txBox="1"/>
          <p:nvPr/>
        </p:nvSpPr>
        <p:spPr>
          <a:xfrm>
            <a:off x="392023" y="266575"/>
            <a:ext cx="510954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en-US" altLang="zh-CN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JavaScript</a:t>
            </a:r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自定义案例：初级篇</a:t>
            </a:r>
          </a:p>
        </p:txBody>
      </p:sp>
    </p:spTree>
    <p:extLst>
      <p:ext uri="{BB962C8B-B14F-4D97-AF65-F5344CB8AC3E}">
        <p14:creationId xmlns:p14="http://schemas.microsoft.com/office/powerpoint/2010/main" val="284748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コンテンツ プレースホルダー 8">
            <a:extLst>
              <a:ext uri="{FF2B5EF4-FFF2-40B4-BE49-F238E27FC236}">
                <a16:creationId xmlns:a16="http://schemas.microsoft.com/office/drawing/2014/main" id="{775DEDB4-AE2A-43B6-972C-C53693F8F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324" y="1923724"/>
            <a:ext cx="4359601" cy="275120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3930323" y="1566055"/>
            <a:ext cx="43596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在记录详细页面中显示地图</a:t>
            </a:r>
            <a:endParaRPr kumimoji="1" lang="ja-JP" altLang="en-US" sz="16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F52D08A-F8DB-4F55-8611-1269BE0895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60" t="15182" r="63302" b="5330"/>
          <a:stretch/>
        </p:blipFill>
        <p:spPr>
          <a:xfrm>
            <a:off x="7878906" y="2886063"/>
            <a:ext cx="4017819" cy="30842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ED0590A-CA6B-4DD3-A30E-2725389087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817" t="15147" r="30446" b="5154"/>
          <a:stretch/>
        </p:blipFill>
        <p:spPr>
          <a:xfrm>
            <a:off x="538762" y="2886063"/>
            <a:ext cx="3639986" cy="30842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AE37E4A-5A4A-41B9-98E9-1F9A21E1B284}"/>
              </a:ext>
            </a:extLst>
          </p:cNvPr>
          <p:cNvSpPr txBox="1"/>
          <p:nvPr/>
        </p:nvSpPr>
        <p:spPr>
          <a:xfrm>
            <a:off x="7878906" y="5980960"/>
            <a:ext cx="40178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在图表中显示记录信息</a:t>
            </a:r>
            <a:endParaRPr kumimoji="1" lang="ja-JP" altLang="en-US" sz="16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BD2BBF7-6499-456B-B8A6-203C818DE85B}"/>
              </a:ext>
            </a:extLst>
          </p:cNvPr>
          <p:cNvSpPr txBox="1"/>
          <p:nvPr/>
        </p:nvSpPr>
        <p:spPr>
          <a:xfrm>
            <a:off x="514317" y="5984882"/>
            <a:ext cx="36644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在甘特图中显示记录信息</a:t>
            </a:r>
            <a:endParaRPr kumimoji="1" lang="ja-JP" altLang="en-US" sz="16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443806" y="5011623"/>
            <a:ext cx="3170042" cy="1307891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>
                <a:latin typeface="SimHei" panose="02010609060101010101" pitchFamily="49" charset="-122"/>
                <a:ea typeface="SimHei" panose="02010609060101010101" pitchFamily="49" charset="-122"/>
              </a:rPr>
              <a:t>大家可以使用</a:t>
            </a:r>
            <a:r>
              <a:rPr kumimoji="1" lang="en-US" altLang="zh-CN" sz="2000" err="1">
                <a:latin typeface="SimHei" panose="02010609060101010101" pitchFamily="49" charset="-122"/>
                <a:ea typeface="SimHei" panose="02010609060101010101" pitchFamily="49" charset="-122"/>
              </a:rPr>
              <a:t>kintone</a:t>
            </a:r>
            <a:r>
              <a:rPr kumimoji="1" lang="zh-CN" altLang="en-US" sz="2000">
                <a:latin typeface="SimHei" panose="02010609060101010101" pitchFamily="49" charset="-122"/>
                <a:ea typeface="SimHei" panose="02010609060101010101" pitchFamily="49" charset="-122"/>
              </a:rPr>
              <a:t>自定义来定制标准功能中没有的内容！</a:t>
            </a:r>
            <a:endParaRPr kumimoji="1" lang="ja-JP" altLang="en-US"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F59232-AEB2-3522-5B3D-431F4DEA42EB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90776C-C233-E97C-CFF0-7B7580CC1AF4}"/>
              </a:ext>
            </a:extLst>
          </p:cNvPr>
          <p:cNvSpPr txBox="1"/>
          <p:nvPr/>
        </p:nvSpPr>
        <p:spPr>
          <a:xfrm>
            <a:off x="392023" y="266575"/>
            <a:ext cx="58613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en-US" altLang="zh-CN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JavaScript</a:t>
            </a:r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自定义案例：中、高级篇</a:t>
            </a:r>
          </a:p>
        </p:txBody>
      </p:sp>
    </p:spTree>
    <p:extLst>
      <p:ext uri="{BB962C8B-B14F-4D97-AF65-F5344CB8AC3E}">
        <p14:creationId xmlns:p14="http://schemas.microsoft.com/office/powerpoint/2010/main" val="57706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2120674" y="3245106"/>
            <a:ext cx="34794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 的基础</a:t>
            </a:r>
            <a:endParaRPr lang="ja-JP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4" name="矩形 10"/>
          <p:cNvSpPr>
            <a:spLocks noChangeArrowheads="1"/>
          </p:cNvSpPr>
          <p:nvPr/>
        </p:nvSpPr>
        <p:spPr bwMode="auto">
          <a:xfrm>
            <a:off x="5340120" y="2376589"/>
            <a:ext cx="1362874" cy="38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898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</a:t>
            </a:r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25" name="直接连接符 11"/>
          <p:cNvSpPr>
            <a:spLocks noChangeShapeType="1"/>
          </p:cNvSpPr>
          <p:nvPr/>
        </p:nvSpPr>
        <p:spPr bwMode="auto">
          <a:xfrm>
            <a:off x="1483581" y="2790903"/>
            <a:ext cx="5219413" cy="1588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6915291" y="1528247"/>
            <a:ext cx="3201517" cy="357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266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</a:t>
            </a:r>
            <a:r>
              <a:rPr lang="en-US" altLang="zh-CN" sz="2266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endParaRPr lang="zh-CN" altLang="en-US" sz="22660" b="1">
              <a:solidFill>
                <a:schemeClr val="accent2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0" y="3879825"/>
            <a:ext cx="4992468" cy="2977987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2830059" y="4400495"/>
            <a:ext cx="9361941" cy="2457316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5091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  <p:bldP spid="5124" grpId="0"/>
      <p:bldP spid="5125" grpId="0" animBg="1"/>
      <p:bldP spid="7" grpId="0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図表 12"/>
          <p:cNvGraphicFramePr/>
          <p:nvPr>
            <p:extLst>
              <p:ext uri="{D42A27DB-BD31-4B8C-83A1-F6EECF244321}">
                <p14:modId xmlns:p14="http://schemas.microsoft.com/office/powerpoint/2010/main" val="1767392414"/>
              </p:ext>
            </p:extLst>
          </p:nvPr>
        </p:nvGraphicFramePr>
        <p:xfrm>
          <a:off x="6733430" y="1901499"/>
          <a:ext cx="5850978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1110593" y="2615192"/>
            <a:ext cx="8454189" cy="533371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b="1"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是浏览器使用的一种编程语言。</a:t>
            </a:r>
            <a:endParaRPr lang="en-US" altLang="ja-JP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Picture 2" descr="https://3.bp.blogspot.com/-zvcrx_RHrCE/WnkML3pRIjI/AAAAAAABJ_Q/lc_Wh-Lpysst3Bvuk0FDI9TbacV9hhQUQCLcBGAs/s800/computer_internet_sns.png">
            <a:extLst>
              <a:ext uri="{FF2B5EF4-FFF2-40B4-BE49-F238E27FC236}">
                <a16:creationId xmlns:a16="http://schemas.microsoft.com/office/drawing/2014/main" id="{D6CB707B-7FB6-4FB5-8A7A-0D2FD9711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796" y="3175397"/>
            <a:ext cx="2087851" cy="178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B924C4D5-A6A8-4BA6-8D02-C9BFC2FBDDA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933" y="3672401"/>
            <a:ext cx="965759" cy="632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9" name="テキスト ボックス 18"/>
          <p:cNvSpPr txBox="1"/>
          <p:nvPr/>
        </p:nvSpPr>
        <p:spPr>
          <a:xfrm>
            <a:off x="8967862" y="4922907"/>
            <a:ext cx="148590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endParaRPr kumimoji="1" lang="ja-JP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F6333B-BCDD-D093-9799-24A92C0B186A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8A2A1D-0116-4D07-C804-EB037CF4D2B4}"/>
              </a:ext>
            </a:extLst>
          </p:cNvPr>
          <p:cNvSpPr txBox="1"/>
          <p:nvPr/>
        </p:nvSpPr>
        <p:spPr>
          <a:xfrm>
            <a:off x="392023" y="266575"/>
            <a:ext cx="216482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en-US" altLang="zh-CN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JavaScript</a:t>
            </a:r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是</a:t>
            </a:r>
          </a:p>
        </p:txBody>
      </p:sp>
      <p:sp>
        <p:nvSpPr>
          <p:cNvPr id="6" name="任意多边形 28">
            <a:extLst>
              <a:ext uri="{FF2B5EF4-FFF2-40B4-BE49-F238E27FC236}">
                <a16:creationId xmlns:a16="http://schemas.microsoft.com/office/drawing/2014/main" id="{0635246B-8930-EDA7-2286-74A046F93BF2}"/>
              </a:ext>
            </a:extLst>
          </p:cNvPr>
          <p:cNvSpPr/>
          <p:nvPr/>
        </p:nvSpPr>
        <p:spPr>
          <a:xfrm flipV="1">
            <a:off x="0" y="4135428"/>
            <a:ext cx="8967862" cy="63909"/>
          </a:xfrm>
          <a:custGeom>
            <a:avLst/>
            <a:gdLst>
              <a:gd name="connsiteX0" fmla="*/ 0 w 8369300"/>
              <a:gd name="connsiteY0" fmla="*/ 0 h 0"/>
              <a:gd name="connsiteX1" fmla="*/ 8369300 w 8369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9300">
                <a:moveTo>
                  <a:pt x="0" y="0"/>
                </a:moveTo>
                <a:lnTo>
                  <a:pt x="8369300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grpSp>
        <p:nvGrpSpPr>
          <p:cNvPr id="7" name="组合 29">
            <a:extLst>
              <a:ext uri="{FF2B5EF4-FFF2-40B4-BE49-F238E27FC236}">
                <a16:creationId xmlns:a16="http://schemas.microsoft.com/office/drawing/2014/main" id="{6CF5585E-512A-6FC6-3D10-2662EC06D989}"/>
              </a:ext>
            </a:extLst>
          </p:cNvPr>
          <p:cNvGrpSpPr>
            <a:grpSpLocks/>
          </p:cNvGrpSpPr>
          <p:nvPr/>
        </p:nvGrpSpPr>
        <p:grpSpPr bwMode="auto">
          <a:xfrm>
            <a:off x="1480015" y="3802814"/>
            <a:ext cx="774609" cy="776840"/>
            <a:chOff x="2307521" y="2283162"/>
            <a:chExt cx="551398" cy="55139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631CEE4-464F-574B-0844-34E1B873CE28}"/>
                </a:ext>
              </a:extLst>
            </p:cNvPr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9" name="五角星 8">
              <a:extLst>
                <a:ext uri="{FF2B5EF4-FFF2-40B4-BE49-F238E27FC236}">
                  <a16:creationId xmlns:a16="http://schemas.microsoft.com/office/drawing/2014/main" id="{D4705147-16F4-9E9A-B8EB-787DCA56F5A0}"/>
                </a:ext>
              </a:extLst>
            </p:cNvPr>
            <p:cNvSpPr/>
            <p:nvPr/>
          </p:nvSpPr>
          <p:spPr>
            <a:xfrm>
              <a:off x="2456891" y="2427350"/>
              <a:ext cx="252658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grpSp>
        <p:nvGrpSpPr>
          <p:cNvPr id="10" name="组合 41">
            <a:extLst>
              <a:ext uri="{FF2B5EF4-FFF2-40B4-BE49-F238E27FC236}">
                <a16:creationId xmlns:a16="http://schemas.microsoft.com/office/drawing/2014/main" id="{9D2ED107-3FAB-096E-E2C5-EBF1ADB405CE}"/>
              </a:ext>
            </a:extLst>
          </p:cNvPr>
          <p:cNvGrpSpPr>
            <a:grpSpLocks/>
          </p:cNvGrpSpPr>
          <p:nvPr/>
        </p:nvGrpSpPr>
        <p:grpSpPr bwMode="auto">
          <a:xfrm>
            <a:off x="4663274" y="3802814"/>
            <a:ext cx="776840" cy="776840"/>
            <a:chOff x="2307521" y="2283162"/>
            <a:chExt cx="551398" cy="55139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ACB9C42-3610-F1C8-1871-98358A53C68E}"/>
                </a:ext>
              </a:extLst>
            </p:cNvPr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14" name="五角星 13">
              <a:extLst>
                <a:ext uri="{FF2B5EF4-FFF2-40B4-BE49-F238E27FC236}">
                  <a16:creationId xmlns:a16="http://schemas.microsoft.com/office/drawing/2014/main" id="{44D77BB0-AC9B-F523-E099-61F976503D16}"/>
                </a:ext>
              </a:extLst>
            </p:cNvPr>
            <p:cNvSpPr/>
            <p:nvPr/>
          </p:nvSpPr>
          <p:spPr>
            <a:xfrm>
              <a:off x="2456462" y="2427350"/>
              <a:ext cx="253516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sp>
        <p:nvSpPr>
          <p:cNvPr id="24" name="任意多边形 48">
            <a:extLst>
              <a:ext uri="{FF2B5EF4-FFF2-40B4-BE49-F238E27FC236}">
                <a16:creationId xmlns:a16="http://schemas.microsoft.com/office/drawing/2014/main" id="{DB6B1CED-2AEB-E768-33E8-D1C3A3FCCB1E}"/>
              </a:ext>
            </a:extLst>
          </p:cNvPr>
          <p:cNvSpPr/>
          <p:nvPr/>
        </p:nvSpPr>
        <p:spPr bwMode="auto">
          <a:xfrm flipV="1">
            <a:off x="1233454" y="3234776"/>
            <a:ext cx="1267730" cy="45719"/>
          </a:xfrm>
          <a:custGeom>
            <a:avLst/>
            <a:gdLst>
              <a:gd name="connsiteX0" fmla="*/ 0 w 504825"/>
              <a:gd name="connsiteY0" fmla="*/ 0 h 0"/>
              <a:gd name="connsiteX1" fmla="*/ 504825 w 5048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48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grpSp>
        <p:nvGrpSpPr>
          <p:cNvPr id="25" name="组合 7">
            <a:extLst>
              <a:ext uri="{FF2B5EF4-FFF2-40B4-BE49-F238E27FC236}">
                <a16:creationId xmlns:a16="http://schemas.microsoft.com/office/drawing/2014/main" id="{5E2F8B39-3E3D-90C9-AD03-0254112F0FED}"/>
              </a:ext>
            </a:extLst>
          </p:cNvPr>
          <p:cNvGrpSpPr>
            <a:grpSpLocks/>
          </p:cNvGrpSpPr>
          <p:nvPr/>
        </p:nvGrpSpPr>
        <p:grpSpPr bwMode="auto">
          <a:xfrm>
            <a:off x="3279257" y="4893606"/>
            <a:ext cx="3677310" cy="1569660"/>
            <a:chOff x="2989865" y="613737"/>
            <a:chExt cx="2613864" cy="1116424"/>
          </a:xfrm>
        </p:grpSpPr>
        <p:sp>
          <p:nvSpPr>
            <p:cNvPr id="27" name="文本框 13">
              <a:extLst>
                <a:ext uri="{FF2B5EF4-FFF2-40B4-BE49-F238E27FC236}">
                  <a16:creationId xmlns:a16="http://schemas.microsoft.com/office/drawing/2014/main" id="{9CF953BA-BD7E-D258-BDB3-F03F7D037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4398" y="613737"/>
              <a:ext cx="2559331" cy="1116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网页是以</a:t>
              </a:r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来排版的。</a:t>
              </a:r>
              <a:endParaRPr kumimoji="1" lang="en-US" altLang="zh-CN" sz="1600" b="1" u="sng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kumimoji="1" lang="en-US" altLang="ja-JP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，负责页面上的逻辑，事件处理，譬如执行按钮的动作等</a:t>
              </a:r>
              <a:endParaRPr kumimoji="1" lang="ja-JP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600" b="1">
                <a:solidFill>
                  <a:schemeClr val="bg1">
                    <a:lumMod val="65000"/>
                  </a:schemeClr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66">
              <a:extLst>
                <a:ext uri="{FF2B5EF4-FFF2-40B4-BE49-F238E27FC236}">
                  <a16:creationId xmlns:a16="http://schemas.microsoft.com/office/drawing/2014/main" id="{3E2614EA-0FCE-A94B-24F0-F228C6AF4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9865" y="880115"/>
              <a:ext cx="131308" cy="235006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>
                <a:defRPr/>
              </a:pPr>
              <a:endParaRPr lang="zh-CN" altLang="en-US" sz="1547">
                <a:solidFill>
                  <a:schemeClr val="bg1">
                    <a:lumMod val="65000"/>
                  </a:schemeClr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279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21">
            <a:extLst>
              <a:ext uri="{FF2B5EF4-FFF2-40B4-BE49-F238E27FC236}">
                <a16:creationId xmlns:a16="http://schemas.microsoft.com/office/drawing/2014/main" id="{97675293-B70B-4450-9FC6-5DAEEFB0F6B1}"/>
              </a:ext>
            </a:extLst>
          </p:cNvPr>
          <p:cNvSpPr/>
          <p:nvPr/>
        </p:nvSpPr>
        <p:spPr>
          <a:xfrm>
            <a:off x="451345" y="1559660"/>
            <a:ext cx="5375564" cy="4616929"/>
          </a:xfrm>
          <a:prstGeom prst="roundRect">
            <a:avLst>
              <a:gd name="adj" fmla="val 3685"/>
            </a:avLst>
          </a:prstGeom>
          <a:ln w="57150">
            <a:solidFill>
              <a:srgbClr val="3E8FA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b="1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1" name="四角形: 角を丸くする 22">
            <a:extLst>
              <a:ext uri="{FF2B5EF4-FFF2-40B4-BE49-F238E27FC236}">
                <a16:creationId xmlns:a16="http://schemas.microsoft.com/office/drawing/2014/main" id="{5EFDF22A-074B-499B-8C08-E1841DD42E99}"/>
              </a:ext>
            </a:extLst>
          </p:cNvPr>
          <p:cNvSpPr/>
          <p:nvPr/>
        </p:nvSpPr>
        <p:spPr>
          <a:xfrm>
            <a:off x="6282536" y="1540309"/>
            <a:ext cx="5375564" cy="4627481"/>
          </a:xfrm>
          <a:prstGeom prst="roundRect">
            <a:avLst>
              <a:gd name="adj" fmla="val 3685"/>
            </a:avLst>
          </a:prstGeom>
          <a:ln w="57150">
            <a:solidFill>
              <a:srgbClr val="3E8FA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b="1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4" name="正方形/長方形 4">
            <a:extLst>
              <a:ext uri="{FF2B5EF4-FFF2-40B4-BE49-F238E27FC236}">
                <a16:creationId xmlns:a16="http://schemas.microsoft.com/office/drawing/2014/main" id="{EE3F51A8-A4E1-4C25-82A4-7C2F9AD46E4D}"/>
              </a:ext>
            </a:extLst>
          </p:cNvPr>
          <p:cNvSpPr/>
          <p:nvPr/>
        </p:nvSpPr>
        <p:spPr>
          <a:xfrm rot="20915416">
            <a:off x="1833462" y="2103376"/>
            <a:ext cx="304916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ja-JP" sz="80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GenEi Gothic P" panose="020B0500000000000000" pitchFamily="34" charset="-128"/>
                <a:ea typeface="GenEi Gothic P" panose="020B0500000000000000" pitchFamily="34" charset="-128"/>
              </a:rPr>
              <a:t>JAVA</a:t>
            </a:r>
            <a:endParaRPr lang="ja-JP" altLang="en-US" sz="80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20" name="乗算記号 5">
            <a:extLst>
              <a:ext uri="{FF2B5EF4-FFF2-40B4-BE49-F238E27FC236}">
                <a16:creationId xmlns:a16="http://schemas.microsoft.com/office/drawing/2014/main" id="{279965C2-52DC-4E06-94E7-F9BE3C442C76}"/>
              </a:ext>
            </a:extLst>
          </p:cNvPr>
          <p:cNvSpPr/>
          <p:nvPr/>
        </p:nvSpPr>
        <p:spPr>
          <a:xfrm>
            <a:off x="1729948" y="1393909"/>
            <a:ext cx="2981813" cy="2838876"/>
          </a:xfrm>
          <a:prstGeom prst="mathMultiply">
            <a:avLst>
              <a:gd name="adj1" fmla="val 676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ea"/>
              <a:ea typeface="+mj-ea"/>
            </a:endParaRPr>
          </a:p>
        </p:txBody>
      </p:sp>
      <p:sp>
        <p:nvSpPr>
          <p:cNvPr id="21" name="テキスト ボックス 8">
            <a:extLst>
              <a:ext uri="{FF2B5EF4-FFF2-40B4-BE49-F238E27FC236}">
                <a16:creationId xmlns:a16="http://schemas.microsoft.com/office/drawing/2014/main" id="{B35EFD68-B53B-45E7-8042-52F859841CAC}"/>
              </a:ext>
            </a:extLst>
          </p:cNvPr>
          <p:cNvSpPr txBox="1"/>
          <p:nvPr/>
        </p:nvSpPr>
        <p:spPr>
          <a:xfrm rot="20756054" flipH="1">
            <a:off x="6837590" y="2687012"/>
            <a:ext cx="1453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>
                <a:latin typeface="Arial" panose="020B0604020202020204" pitchFamily="34" charset="0"/>
                <a:ea typeface="GenEi Gothic P" panose="020B0500000000000000" pitchFamily="34" charset="-128"/>
                <a:cs typeface="Arial" panose="020B0604020202020204" pitchFamily="34" charset="0"/>
              </a:rPr>
              <a:t>Mocha?</a:t>
            </a:r>
            <a:endParaRPr kumimoji="1" lang="ja-JP" altLang="en-US" sz="2400">
              <a:latin typeface="Arial" panose="020B0604020202020204" pitchFamily="34" charset="0"/>
              <a:ea typeface="GenEi Gothic 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2" name="テキスト ボックス 9">
            <a:extLst>
              <a:ext uri="{FF2B5EF4-FFF2-40B4-BE49-F238E27FC236}">
                <a16:creationId xmlns:a16="http://schemas.microsoft.com/office/drawing/2014/main" id="{62ADCFDB-5970-49BC-9E5D-36F52A216A58}"/>
              </a:ext>
            </a:extLst>
          </p:cNvPr>
          <p:cNvSpPr txBox="1"/>
          <p:nvPr/>
        </p:nvSpPr>
        <p:spPr>
          <a:xfrm rot="749415" flipH="1">
            <a:off x="9834886" y="2106209"/>
            <a:ext cx="1829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err="1">
                <a:latin typeface="Arial" panose="020B0604020202020204" pitchFamily="34" charset="0"/>
                <a:ea typeface="GenEi Gothic P" panose="020B0500000000000000" pitchFamily="34" charset="-128"/>
                <a:cs typeface="Arial" panose="020B0604020202020204" pitchFamily="34" charset="0"/>
              </a:rPr>
              <a:t>Livescript</a:t>
            </a:r>
            <a:r>
              <a:rPr kumimoji="1" lang="en-US" altLang="ja-JP" sz="2400">
                <a:latin typeface="Arial" panose="020B0604020202020204" pitchFamily="34" charset="0"/>
                <a:ea typeface="GenEi Gothic P" panose="020B0500000000000000" pitchFamily="34" charset="-128"/>
                <a:cs typeface="Arial" panose="020B0604020202020204" pitchFamily="34" charset="0"/>
              </a:rPr>
              <a:t>?</a:t>
            </a:r>
            <a:endParaRPr kumimoji="1" lang="ja-JP" altLang="en-US" sz="2400">
              <a:latin typeface="Arial" panose="020B0604020202020204" pitchFamily="34" charset="0"/>
              <a:ea typeface="GenEi Gothic 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3" name="テキスト ボックス 10">
            <a:extLst>
              <a:ext uri="{FF2B5EF4-FFF2-40B4-BE49-F238E27FC236}">
                <a16:creationId xmlns:a16="http://schemas.microsoft.com/office/drawing/2014/main" id="{C407718C-9E66-46B5-BBAD-ED804C50A84A}"/>
              </a:ext>
            </a:extLst>
          </p:cNvPr>
          <p:cNvSpPr txBox="1"/>
          <p:nvPr/>
        </p:nvSpPr>
        <p:spPr>
          <a:xfrm rot="21400758" flipH="1">
            <a:off x="7455804" y="1957316"/>
            <a:ext cx="1993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>
                <a:latin typeface="Arial" panose="020B0604020202020204" pitchFamily="34" charset="0"/>
                <a:ea typeface="GenEi Gothic P" panose="020B0500000000000000" pitchFamily="34" charset="-128"/>
                <a:cs typeface="Arial" panose="020B0604020202020204" pitchFamily="34" charset="0"/>
              </a:rPr>
              <a:t>JavaScript?</a:t>
            </a:r>
            <a:endParaRPr kumimoji="1" lang="ja-JP" altLang="en-US" sz="2400">
              <a:latin typeface="Arial" panose="020B0604020202020204" pitchFamily="34" charset="0"/>
              <a:ea typeface="GenEi Gothic 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4" name="テキスト ボックス 11">
            <a:extLst>
              <a:ext uri="{FF2B5EF4-FFF2-40B4-BE49-F238E27FC236}">
                <a16:creationId xmlns:a16="http://schemas.microsoft.com/office/drawing/2014/main" id="{093C5A33-99CA-4CC1-A843-964ECA69BBEB}"/>
              </a:ext>
            </a:extLst>
          </p:cNvPr>
          <p:cNvSpPr txBox="1"/>
          <p:nvPr/>
        </p:nvSpPr>
        <p:spPr>
          <a:xfrm flipH="1">
            <a:off x="8764127" y="2409394"/>
            <a:ext cx="1457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>
                <a:latin typeface="Arial" panose="020B0604020202020204" pitchFamily="34" charset="0"/>
                <a:ea typeface="GenEi Gothic P" panose="020B0500000000000000" pitchFamily="34" charset="-128"/>
                <a:cs typeface="Arial" panose="020B0604020202020204" pitchFamily="34" charset="0"/>
              </a:rPr>
              <a:t>JScript?</a:t>
            </a:r>
            <a:endParaRPr kumimoji="1" lang="ja-JP" altLang="en-US" sz="2400">
              <a:latin typeface="Arial" panose="020B0604020202020204" pitchFamily="34" charset="0"/>
              <a:ea typeface="GenEi Gothic 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5" name="テキスト ボックス 12">
            <a:extLst>
              <a:ext uri="{FF2B5EF4-FFF2-40B4-BE49-F238E27FC236}">
                <a16:creationId xmlns:a16="http://schemas.microsoft.com/office/drawing/2014/main" id="{856C3157-0D7C-4770-99E2-4A074FC9F0C0}"/>
              </a:ext>
            </a:extLst>
          </p:cNvPr>
          <p:cNvSpPr txBox="1"/>
          <p:nvPr/>
        </p:nvSpPr>
        <p:spPr>
          <a:xfrm rot="446120" flipH="1">
            <a:off x="9185079" y="3057706"/>
            <a:ext cx="2177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err="1">
                <a:latin typeface="Arial" panose="020B0604020202020204" pitchFamily="34" charset="0"/>
                <a:ea typeface="GenEi Gothic P" panose="020B0500000000000000" pitchFamily="34" charset="-128"/>
                <a:cs typeface="Arial" panose="020B0604020202020204" pitchFamily="34" charset="0"/>
              </a:rPr>
              <a:t>ecmaScript</a:t>
            </a:r>
            <a:r>
              <a:rPr kumimoji="1" lang="en-US" altLang="ja-JP" sz="2400">
                <a:latin typeface="Arial" panose="020B0604020202020204" pitchFamily="34" charset="0"/>
                <a:ea typeface="GenEi Gothic P" panose="020B0500000000000000" pitchFamily="34" charset="-128"/>
                <a:cs typeface="Arial" panose="020B0604020202020204" pitchFamily="34" charset="0"/>
              </a:rPr>
              <a:t>?</a:t>
            </a:r>
          </a:p>
        </p:txBody>
      </p:sp>
      <p:sp>
        <p:nvSpPr>
          <p:cNvPr id="26" name="テキスト ボックス 13">
            <a:extLst>
              <a:ext uri="{FF2B5EF4-FFF2-40B4-BE49-F238E27FC236}">
                <a16:creationId xmlns:a16="http://schemas.microsoft.com/office/drawing/2014/main" id="{C8DA68EA-E60C-4D33-A8DF-56F6D97E1E2E}"/>
              </a:ext>
            </a:extLst>
          </p:cNvPr>
          <p:cNvSpPr txBox="1"/>
          <p:nvPr/>
        </p:nvSpPr>
        <p:spPr>
          <a:xfrm rot="20719511" flipH="1">
            <a:off x="7955818" y="2989143"/>
            <a:ext cx="934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>
                <a:latin typeface="Arial" panose="020B0604020202020204" pitchFamily="34" charset="0"/>
                <a:ea typeface="GenEi Gothic P" panose="020B0500000000000000" pitchFamily="34" charset="-128"/>
                <a:cs typeface="Arial" panose="020B0604020202020204" pitchFamily="34" charset="0"/>
              </a:rPr>
              <a:t>ES6?</a:t>
            </a:r>
          </a:p>
        </p:txBody>
      </p:sp>
      <p:sp>
        <p:nvSpPr>
          <p:cNvPr id="27" name="テキスト ボックス 2">
            <a:extLst>
              <a:ext uri="{FF2B5EF4-FFF2-40B4-BE49-F238E27FC236}">
                <a16:creationId xmlns:a16="http://schemas.microsoft.com/office/drawing/2014/main" id="{45087DFD-6953-4A0E-B9A2-D2AE3E016C0D}"/>
              </a:ext>
            </a:extLst>
          </p:cNvPr>
          <p:cNvSpPr txBox="1"/>
          <p:nvPr/>
        </p:nvSpPr>
        <p:spPr>
          <a:xfrm>
            <a:off x="393061" y="3737795"/>
            <a:ext cx="5375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kumimoji="1" lang="en-US" altLang="ja-JP" sz="24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kumimoji="1" lang="en-US" altLang="ja-JP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</a:t>
            </a:r>
            <a:r>
              <a:rPr kumimoji="1" lang="ja-JP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ja-JP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</a:t>
            </a:r>
            <a:r>
              <a:rPr kumimoji="1" lang="ja-JP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ja-JP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テキスト ボックス 20">
            <a:extLst>
              <a:ext uri="{FF2B5EF4-FFF2-40B4-BE49-F238E27FC236}">
                <a16:creationId xmlns:a16="http://schemas.microsoft.com/office/drawing/2014/main" id="{CA87EB80-E37D-43C0-A2B0-D00119C50E3D}"/>
              </a:ext>
            </a:extLst>
          </p:cNvPr>
          <p:cNvSpPr txBox="1"/>
          <p:nvPr/>
        </p:nvSpPr>
        <p:spPr>
          <a:xfrm>
            <a:off x="6377669" y="3928150"/>
            <a:ext cx="51422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在网上查找的各种名称基本上都指的是 </a:t>
            </a:r>
            <a:r>
              <a:rPr kumimoji="1" lang="en-US" altLang="ja-JP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kumimoji="1" lang="ja-JP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ja-JP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テキスト ボックス 3">
            <a:extLst>
              <a:ext uri="{FF2B5EF4-FFF2-40B4-BE49-F238E27FC236}">
                <a16:creationId xmlns:a16="http://schemas.microsoft.com/office/drawing/2014/main" id="{E2B784D3-8EAC-40DA-B1AF-71D8ACE78951}"/>
              </a:ext>
            </a:extLst>
          </p:cNvPr>
          <p:cNvSpPr txBox="1"/>
          <p:nvPr/>
        </p:nvSpPr>
        <p:spPr>
          <a:xfrm>
            <a:off x="6346818" y="4928245"/>
            <a:ext cx="5173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400"/>
            </a:lvl1pPr>
          </a:lstStyle>
          <a:p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但是，正确的写法不是 </a:t>
            </a:r>
            <a:r>
              <a:rPr lang="en-US" altLang="ja-JP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Script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也不是</a:t>
            </a:r>
            <a:r>
              <a:rPr lang="en-US" altLang="ja-JP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应该是</a:t>
            </a:r>
            <a:r>
              <a:rPr lang="ja-JP" altLang="en-US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ja-JP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ja-JP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ava</a:t>
            </a:r>
            <a:r>
              <a:rPr lang="en-US" altLang="ja-JP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ja-JP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cript </a:t>
            </a:r>
            <a:r>
              <a:rPr lang="ja-JP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2" name="図 24">
            <a:extLst>
              <a:ext uri="{FF2B5EF4-FFF2-40B4-BE49-F238E27FC236}">
                <a16:creationId xmlns:a16="http://schemas.microsoft.com/office/drawing/2014/main" id="{DF5B3420-F7CF-411A-8641-9B66564AC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725" y="4811754"/>
            <a:ext cx="1075235" cy="1171919"/>
          </a:xfrm>
          <a:prstGeom prst="rect">
            <a:avLst/>
          </a:prstGeom>
        </p:spPr>
      </p:pic>
      <p:pic>
        <p:nvPicPr>
          <p:cNvPr id="33" name="図 25">
            <a:extLst>
              <a:ext uri="{FF2B5EF4-FFF2-40B4-BE49-F238E27FC236}">
                <a16:creationId xmlns:a16="http://schemas.microsoft.com/office/drawing/2014/main" id="{0CE2C216-91A6-46E1-8AF0-4BE6A5F844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114" y="4767408"/>
            <a:ext cx="1447243" cy="1266337"/>
          </a:xfrm>
          <a:prstGeom prst="rect">
            <a:avLst/>
          </a:prstGeom>
        </p:spPr>
      </p:pic>
      <p:sp>
        <p:nvSpPr>
          <p:cNvPr id="34" name="テキスト ボックス 29">
            <a:extLst>
              <a:ext uri="{FF2B5EF4-FFF2-40B4-BE49-F238E27FC236}">
                <a16:creationId xmlns:a16="http://schemas.microsoft.com/office/drawing/2014/main" id="{7B4E9533-7414-4F3F-B146-9F051192B563}"/>
              </a:ext>
            </a:extLst>
          </p:cNvPr>
          <p:cNvSpPr txBox="1"/>
          <p:nvPr/>
        </p:nvSpPr>
        <p:spPr>
          <a:xfrm>
            <a:off x="2918650" y="5060371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>
                <a:solidFill>
                  <a:schemeClr val="accent6"/>
                </a:solidFill>
              </a:rPr>
              <a:t>≠</a:t>
            </a:r>
          </a:p>
        </p:txBody>
      </p:sp>
      <p:sp>
        <p:nvSpPr>
          <p:cNvPr id="35" name="テキスト ボックス 30">
            <a:extLst>
              <a:ext uri="{FF2B5EF4-FFF2-40B4-BE49-F238E27FC236}">
                <a16:creationId xmlns:a16="http://schemas.microsoft.com/office/drawing/2014/main" id="{A8E5BE3D-DDBC-4511-94F1-62D0A1BBEFC8}"/>
              </a:ext>
            </a:extLst>
          </p:cNvPr>
          <p:cNvSpPr txBox="1"/>
          <p:nvPr/>
        </p:nvSpPr>
        <p:spPr>
          <a:xfrm>
            <a:off x="640036" y="4254617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大熊</a:t>
            </a:r>
            <a:r>
              <a:rPr kumimoji="1" lang="zh-CN" altLang="en-US" sz="24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猫</a:t>
            </a:r>
            <a:r>
              <a:rPr kumimoji="1"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zh-CN" altLang="en-US" sz="2400" b="1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小熊猫</a:t>
            </a:r>
            <a:r>
              <a:rPr kumimoji="1"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不是一种动物</a:t>
            </a:r>
            <a:r>
              <a:rPr kumimoji="1" lang="ja-JP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ja-JP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図 32">
            <a:extLst>
              <a:ext uri="{FF2B5EF4-FFF2-40B4-BE49-F238E27FC236}">
                <a16:creationId xmlns:a16="http://schemas.microsoft.com/office/drawing/2014/main" id="{49AC9A9B-57FC-461B-9D73-765B60C862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5959" y="5128245"/>
            <a:ext cx="1164282" cy="1233677"/>
          </a:xfrm>
          <a:prstGeom prst="rect">
            <a:avLst/>
          </a:prstGeom>
        </p:spPr>
      </p:pic>
      <p:sp>
        <p:nvSpPr>
          <p:cNvPr id="38" name="タイトル 1">
            <a:extLst>
              <a:ext uri="{FF2B5EF4-FFF2-40B4-BE49-F238E27FC236}">
                <a16:creationId xmlns:a16="http://schemas.microsoft.com/office/drawing/2014/main" id="{37B26600-1E1E-4705-ABD1-E4CCDE131226}"/>
              </a:ext>
            </a:extLst>
          </p:cNvPr>
          <p:cNvSpPr txBox="1">
            <a:spLocks/>
          </p:cNvSpPr>
          <p:nvPr/>
        </p:nvSpPr>
        <p:spPr>
          <a:xfrm>
            <a:off x="1008325" y="443440"/>
            <a:ext cx="442505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defTabSz="964278">
              <a:defRPr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/>
              <a:t>JavaScript</a:t>
            </a:r>
            <a:r>
              <a:rPr lang="zh-CN" altLang="en-US"/>
              <a:t>相关的常见问题</a:t>
            </a:r>
            <a:endParaRPr lang="ja-JP" altLang="en-US"/>
          </a:p>
        </p:txBody>
      </p:sp>
      <p:pic>
        <p:nvPicPr>
          <p:cNvPr id="39" name="図 31">
            <a:extLst>
              <a:ext uri="{FF2B5EF4-FFF2-40B4-BE49-F238E27FC236}">
                <a16:creationId xmlns:a16="http://schemas.microsoft.com/office/drawing/2014/main" id="{BC8DC3D8-DFEF-47F1-AC05-7A9DBB3E7B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0" y="69503"/>
            <a:ext cx="1071082" cy="1142487"/>
          </a:xfrm>
          <a:prstGeom prst="rect">
            <a:avLst/>
          </a:prstGeom>
        </p:spPr>
      </p:pic>
      <p:sp>
        <p:nvSpPr>
          <p:cNvPr id="3" name="MH_SubTitle_3">
            <a:extLst>
              <a:ext uri="{FF2B5EF4-FFF2-40B4-BE49-F238E27FC236}">
                <a16:creationId xmlns:a16="http://schemas.microsoft.com/office/drawing/2014/main" id="{1BF87953-482C-E346-C173-41BA654D0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33" y="1764827"/>
            <a:ext cx="711506" cy="711507"/>
          </a:xfrm>
          <a:prstGeom prst="ellipse">
            <a:avLst/>
          </a:prstGeom>
          <a:solidFill>
            <a:schemeClr val="accent1"/>
          </a:solidFill>
          <a:ln w="25400">
            <a:noFill/>
            <a:round/>
            <a:headEnd/>
            <a:tailEnd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en-US" altLang="zh-CN" sz="360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</a:t>
            </a:r>
            <a:endParaRPr lang="zh-CN" altLang="en-US" sz="360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MH_SubTitle_3">
            <a:extLst>
              <a:ext uri="{FF2B5EF4-FFF2-40B4-BE49-F238E27FC236}">
                <a16:creationId xmlns:a16="http://schemas.microsoft.com/office/drawing/2014/main" id="{64DE66A5-7ABD-D4D5-A9F3-428E3170B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060" y="1762896"/>
            <a:ext cx="711506" cy="711507"/>
          </a:xfrm>
          <a:prstGeom prst="ellipse">
            <a:avLst/>
          </a:prstGeom>
          <a:solidFill>
            <a:schemeClr val="accent1"/>
          </a:solidFill>
          <a:ln w="25400">
            <a:noFill/>
            <a:round/>
            <a:headEnd/>
            <a:tailEnd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en-US" altLang="zh-CN" sz="360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</a:t>
            </a:r>
            <a:endParaRPr lang="zh-CN" altLang="en-US" sz="360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12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30" grpId="0"/>
      <p:bldP spid="31" grpId="0"/>
      <p:bldP spid="34" grpId="0"/>
      <p:bldP spid="35" grpId="0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2120674" y="3245106"/>
            <a:ext cx="320312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实践 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ja-JP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4" name="矩形 10"/>
          <p:cNvSpPr>
            <a:spLocks noChangeArrowheads="1"/>
          </p:cNvSpPr>
          <p:nvPr/>
        </p:nvSpPr>
        <p:spPr bwMode="auto">
          <a:xfrm>
            <a:off x="5340120" y="2376589"/>
            <a:ext cx="1362874" cy="38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898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</a:t>
            </a:r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25" name="直接连接符 11"/>
          <p:cNvSpPr>
            <a:spLocks noChangeShapeType="1"/>
          </p:cNvSpPr>
          <p:nvPr/>
        </p:nvSpPr>
        <p:spPr bwMode="auto">
          <a:xfrm>
            <a:off x="1483581" y="2790903"/>
            <a:ext cx="5219413" cy="1588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6915291" y="1528247"/>
            <a:ext cx="3283271" cy="357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266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</a:t>
            </a:r>
            <a:r>
              <a:rPr lang="en-US" altLang="zh-CN" sz="2266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endParaRPr lang="zh-CN" altLang="en-US" sz="22660" b="1">
              <a:solidFill>
                <a:schemeClr val="accent2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0" y="3879825"/>
            <a:ext cx="4992468" cy="2977987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2830059" y="4400495"/>
            <a:ext cx="9361941" cy="2457316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60249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  <p:bldP spid="5124" grpId="0"/>
      <p:bldP spid="5125" grpId="0" animBg="1"/>
      <p:bldP spid="7" grpId="0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duotone>
              <a:schemeClr val="accent1">
                <a:shade val="45000"/>
                <a:satMod val="135000"/>
              </a:schemeClr>
              <a:prstClr val="white"/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129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0229356-EDB8-4640-9261-6371F6F84F1F}"/>
              </a:ext>
            </a:extLst>
          </p:cNvPr>
          <p:cNvSpPr/>
          <p:nvPr/>
        </p:nvSpPr>
        <p:spPr>
          <a:xfrm>
            <a:off x="458541" y="2650672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 rot="20726331">
            <a:off x="4699951" y="4799866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478B42A-6E99-F0B5-83C8-9F4E14073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032" y="2842899"/>
            <a:ext cx="22365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弹出提示框</a:t>
            </a:r>
            <a:endParaRPr lang="ja-JP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0">
            <a:extLst>
              <a:ext uri="{FF2B5EF4-FFF2-40B4-BE49-F238E27FC236}">
                <a16:creationId xmlns:a16="http://schemas.microsoft.com/office/drawing/2014/main" id="{29713762-80C9-B1C7-7383-6050752FC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469" y="1533147"/>
            <a:ext cx="469872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zh-CN" altLang="en-US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实践</a:t>
            </a:r>
            <a:r>
              <a:rPr lang="en-US" altLang="zh-CN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动手操作</a:t>
            </a:r>
          </a:p>
        </p:txBody>
      </p:sp>
      <p:sp>
        <p:nvSpPr>
          <p:cNvPr id="13" name="直接连接符 11">
            <a:extLst>
              <a:ext uri="{FF2B5EF4-FFF2-40B4-BE49-F238E27FC236}">
                <a16:creationId xmlns:a16="http://schemas.microsoft.com/office/drawing/2014/main" id="{27F3B9DF-FF2C-F68F-779A-D0820FE49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6354" y="2470170"/>
            <a:ext cx="5219413" cy="1588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68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BD95A93-24AC-4ABD-B107-55A0C925A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34" y="2750599"/>
            <a:ext cx="4451269" cy="368380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BE4BC45-D09A-4F4D-A2D4-89667B887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726" y="2806582"/>
            <a:ext cx="6376278" cy="114874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1EE165D-6948-4E59-A129-2572EA830C85}"/>
              </a:ext>
            </a:extLst>
          </p:cNvPr>
          <p:cNvSpPr txBox="1"/>
          <p:nvPr/>
        </p:nvSpPr>
        <p:spPr>
          <a:xfrm>
            <a:off x="6482190" y="1961705"/>
            <a:ext cx="41793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转到</a:t>
            </a:r>
            <a:r>
              <a:rPr lang="en-US" altLang="ja-JP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『console』(</a:t>
            </a:r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控制台</a:t>
            </a:r>
            <a:r>
              <a:rPr lang="en-US" altLang="ja-JP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)</a:t>
            </a:r>
          </a:p>
          <a:p>
            <a:endParaRPr lang="zh-CN" altLang="en-US" sz="3200">
              <a:solidFill>
                <a:schemeClr val="accent2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818BE6-90CB-4406-AE25-37B6D9EC17AB}"/>
              </a:ext>
            </a:extLst>
          </p:cNvPr>
          <p:cNvSpPr txBox="1"/>
          <p:nvPr/>
        </p:nvSpPr>
        <p:spPr>
          <a:xfrm>
            <a:off x="1509145" y="1945129"/>
            <a:ext cx="23583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/>
              <a:t>按下 </a:t>
            </a:r>
            <a:r>
              <a:rPr lang="en-US" altLang="zh-CN"/>
              <a:t>F12 </a:t>
            </a:r>
            <a:r>
              <a:rPr lang="zh-CN" altLang="en-US"/>
              <a:t>键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185E57-FE59-4FBB-84C4-A5B3EAEE916C}"/>
              </a:ext>
            </a:extLst>
          </p:cNvPr>
          <p:cNvSpPr txBox="1"/>
          <p:nvPr/>
        </p:nvSpPr>
        <p:spPr>
          <a:xfrm>
            <a:off x="6027745" y="4954657"/>
            <a:ext cx="47692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3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</a:t>
            </a:r>
            <a:endParaRPr lang="en-US" altLang="zh-CN" sz="36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60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Command+option+I</a:t>
            </a:r>
            <a:endParaRPr lang="zh-CN" altLang="en-US" sz="3600">
              <a:solidFill>
                <a:srgbClr val="002060"/>
              </a:solidFill>
            </a:endParaRPr>
          </a:p>
        </p:txBody>
      </p:sp>
      <p:sp>
        <p:nvSpPr>
          <p:cNvPr id="17" name="テキスト プレースホルダー 2">
            <a:extLst>
              <a:ext uri="{FF2B5EF4-FFF2-40B4-BE49-F238E27FC236}">
                <a16:creationId xmlns:a16="http://schemas.microsoft.com/office/drawing/2014/main" id="{DD335D48-2DAF-4257-8A73-A1E467CD3BCF}"/>
              </a:ext>
            </a:extLst>
          </p:cNvPr>
          <p:cNvSpPr txBox="1">
            <a:spLocks/>
          </p:cNvSpPr>
          <p:nvPr/>
        </p:nvSpPr>
        <p:spPr>
          <a:xfrm>
            <a:off x="3212165" y="990870"/>
            <a:ext cx="5534308" cy="724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在浏览器中打开：开发者工具</a:t>
            </a:r>
            <a:endParaRPr kumimoji="1"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B2E879-0848-9DE7-58F0-C820C072F812}"/>
              </a:ext>
            </a:extLst>
          </p:cNvPr>
          <p:cNvSpPr txBox="1"/>
          <p:nvPr/>
        </p:nvSpPr>
        <p:spPr>
          <a:xfrm>
            <a:off x="2532391" y="248749"/>
            <a:ext cx="39497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让我们来弹出提示框吧！</a:t>
            </a:r>
          </a:p>
        </p:txBody>
      </p:sp>
      <p:sp>
        <p:nvSpPr>
          <p:cNvPr id="8" name="角丸四角形 11">
            <a:extLst>
              <a:ext uri="{FF2B5EF4-FFF2-40B4-BE49-F238E27FC236}">
                <a16:creationId xmlns:a16="http://schemas.microsoft.com/office/drawing/2014/main" id="{073B452A-1FAD-6562-FB98-59337CC3F321}"/>
              </a:ext>
            </a:extLst>
          </p:cNvPr>
          <p:cNvSpPr/>
          <p:nvPr/>
        </p:nvSpPr>
        <p:spPr>
          <a:xfrm>
            <a:off x="62611" y="225212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动手操作</a:t>
            </a:r>
            <a:r>
              <a:rPr kumimoji="1" lang="ja-JP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74710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295275" y="2309145"/>
            <a:ext cx="11238420" cy="138499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en-US" altLang="zh-CN" sz="6600" b="0" i="1">
                <a:solidFill>
                  <a:srgbClr val="87AFF4"/>
                </a:solidFill>
                <a:effectLst/>
                <a:latin typeface="Cascadia Code" pitchFamily="50" charset="0"/>
              </a:rPr>
              <a:t>alert</a:t>
            </a:r>
            <a:r>
              <a:rPr lang="en-US" altLang="zh-CN" sz="66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66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6600" b="0">
                <a:solidFill>
                  <a:srgbClr val="BCF0C0"/>
                </a:solidFill>
                <a:effectLst/>
                <a:latin typeface="Cascadia Code" pitchFamily="50" charset="0"/>
              </a:rPr>
              <a:t>Hello World!</a:t>
            </a:r>
            <a:r>
              <a:rPr lang="en-US" altLang="zh-CN" sz="66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6600" b="0">
                <a:solidFill>
                  <a:srgbClr val="A7DBF7"/>
                </a:solidFill>
                <a:effectLst/>
                <a:latin typeface="Cascadia Code" pitchFamily="50" charset="0"/>
              </a:rPr>
              <a:t>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F4BC98-057B-4789-835D-B357EE3EB032}"/>
              </a:ext>
            </a:extLst>
          </p:cNvPr>
          <p:cNvSpPr txBox="1"/>
          <p:nvPr/>
        </p:nvSpPr>
        <p:spPr>
          <a:xfrm>
            <a:off x="527473" y="144525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输入以下代码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30D3E3-143F-498C-A333-4303BA6B2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18" y="4306052"/>
            <a:ext cx="11926964" cy="232442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A49A6D9-F3E5-0F61-C7A0-0CAEEFF29DB1}"/>
              </a:ext>
            </a:extLst>
          </p:cNvPr>
          <p:cNvSpPr txBox="1"/>
          <p:nvPr/>
        </p:nvSpPr>
        <p:spPr>
          <a:xfrm>
            <a:off x="392023" y="266575"/>
            <a:ext cx="39497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让我们来弹出提示框吧！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2193A0-7929-31D4-D785-B898E2170CDA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2210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86" y="1008462"/>
            <a:ext cx="9598062" cy="401704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6EAFFD1-1137-448A-B866-22B910A11115}"/>
              </a:ext>
            </a:extLst>
          </p:cNvPr>
          <p:cNvSpPr txBox="1"/>
          <p:nvPr/>
        </p:nvSpPr>
        <p:spPr>
          <a:xfrm>
            <a:off x="3525940" y="5336508"/>
            <a:ext cx="42883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/>
              <a:t>浏览器弹出了提示框</a:t>
            </a:r>
            <a:endParaRPr lang="en-US" altLang="zh-CN"/>
          </a:p>
          <a:p>
            <a:r>
              <a:rPr lang="zh-CN" altLang="en-US"/>
              <a:t>输出了我们想要的内容</a:t>
            </a:r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4580B7-9AEC-0331-AD6B-1210E396475D}"/>
              </a:ext>
            </a:extLst>
          </p:cNvPr>
          <p:cNvSpPr txBox="1"/>
          <p:nvPr/>
        </p:nvSpPr>
        <p:spPr>
          <a:xfrm>
            <a:off x="392023" y="266575"/>
            <a:ext cx="143629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看看结果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03D63C-D0E2-ADEB-3690-A24ED0007CFA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655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5695950" y="2751584"/>
            <a:ext cx="6496050" cy="67741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函数的概念</a:t>
            </a:r>
            <a:endParaRPr lang="ja-JP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300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>
          <a:xfrm>
            <a:off x="635899" y="291631"/>
            <a:ext cx="4698722" cy="5355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函数是一系列功能的集合</a:t>
            </a:r>
            <a:endParaRPr lang="ja-JP" altLang="en-US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6" name="Picture 2" descr="Introduction to Functions | Boundless Algebra | | Course Hero">
            <a:extLst>
              <a:ext uri="{FF2B5EF4-FFF2-40B4-BE49-F238E27FC236}">
                <a16:creationId xmlns:a16="http://schemas.microsoft.com/office/drawing/2014/main" id="{3895F931-5B15-4FD2-B2F4-7BDCCB65C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99" y="1664541"/>
            <a:ext cx="345757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avaScript Functions Explained by Making a Recipe [Interactive Explanation]">
            <a:extLst>
              <a:ext uri="{FF2B5EF4-FFF2-40B4-BE49-F238E27FC236}">
                <a16:creationId xmlns:a16="http://schemas.microsoft.com/office/drawing/2014/main" id="{38D56E06-7267-4633-B66C-893C7398A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474" y="3568797"/>
            <a:ext cx="7468440" cy="273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006436A-B167-84B5-5352-DBE80BC0261A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66B31C-EDCA-426C-8E46-1B0CF8760F7C}"/>
              </a:ext>
            </a:extLst>
          </p:cNvPr>
          <p:cNvSpPr txBox="1"/>
          <p:nvPr/>
        </p:nvSpPr>
        <p:spPr>
          <a:xfrm>
            <a:off x="6852958" y="2231295"/>
            <a:ext cx="203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C00000"/>
                </a:solidFill>
              </a:rPr>
              <a:t>函数名称</a:t>
            </a:r>
            <a:endParaRPr lang="en-US" altLang="zh-CN" sz="3600">
              <a:solidFill>
                <a:srgbClr val="C00000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AD1A71D-DB42-4CE2-831A-E32DB8D9BE3A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7494309" y="2877626"/>
            <a:ext cx="374312" cy="808254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D9E4A6D-E8FB-4A2B-8E99-E317105AC95F}"/>
              </a:ext>
            </a:extLst>
          </p:cNvPr>
          <p:cNvSpPr txBox="1"/>
          <p:nvPr/>
        </p:nvSpPr>
        <p:spPr>
          <a:xfrm>
            <a:off x="995770" y="4061666"/>
            <a:ext cx="203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C00000"/>
                </a:solidFill>
              </a:rPr>
              <a:t>函数声明</a:t>
            </a:r>
            <a:endParaRPr lang="en-US" altLang="zh-CN" sz="3600">
              <a:solidFill>
                <a:srgbClr val="C00000"/>
              </a:solidFill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1E07705-7A78-4391-8DEE-000CA54B33AD}"/>
              </a:ext>
            </a:extLst>
          </p:cNvPr>
          <p:cNvCxnSpPr>
            <a:cxnSpLocks/>
          </p:cNvCxnSpPr>
          <p:nvPr/>
        </p:nvCxnSpPr>
        <p:spPr>
          <a:xfrm flipV="1">
            <a:off x="3027095" y="3987538"/>
            <a:ext cx="1229107" cy="391213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ABAB15A-12EC-4BD4-BF40-6481C9FA484E}"/>
              </a:ext>
            </a:extLst>
          </p:cNvPr>
          <p:cNvSpPr txBox="1"/>
          <p:nvPr/>
        </p:nvSpPr>
        <p:spPr>
          <a:xfrm>
            <a:off x="9300785" y="5291864"/>
            <a:ext cx="203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C00000"/>
                </a:solidFill>
              </a:rPr>
              <a:t>输出</a:t>
            </a:r>
            <a:endParaRPr lang="en-US" altLang="zh-CN" sz="3600">
              <a:solidFill>
                <a:srgbClr val="C00000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23F6487-B91D-41AB-B82E-3B38844983B9}"/>
              </a:ext>
            </a:extLst>
          </p:cNvPr>
          <p:cNvCxnSpPr>
            <a:cxnSpLocks/>
          </p:cNvCxnSpPr>
          <p:nvPr/>
        </p:nvCxnSpPr>
        <p:spPr>
          <a:xfrm flipH="1" flipV="1">
            <a:off x="8012784" y="5533534"/>
            <a:ext cx="1288001" cy="113122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323263B-CE45-4C85-9245-93D1A6144C1C}"/>
              </a:ext>
            </a:extLst>
          </p:cNvPr>
          <p:cNvSpPr txBox="1"/>
          <p:nvPr/>
        </p:nvSpPr>
        <p:spPr>
          <a:xfrm>
            <a:off x="10359267" y="2507815"/>
            <a:ext cx="203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C00000"/>
                </a:solidFill>
              </a:rPr>
              <a:t>输入</a:t>
            </a:r>
            <a:endParaRPr lang="en-US" altLang="zh-CN" sz="3600">
              <a:solidFill>
                <a:srgbClr val="C0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525CE34-AC34-43C1-A996-1DC2BCFAFD93}"/>
              </a:ext>
            </a:extLst>
          </p:cNvPr>
          <p:cNvCxnSpPr>
            <a:cxnSpLocks/>
          </p:cNvCxnSpPr>
          <p:nvPr/>
        </p:nvCxnSpPr>
        <p:spPr>
          <a:xfrm flipH="1">
            <a:off x="10265790" y="2862607"/>
            <a:ext cx="93477" cy="823273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13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0229356-EDB8-4640-9261-6371F6F84F1F}"/>
              </a:ext>
            </a:extLst>
          </p:cNvPr>
          <p:cNvSpPr/>
          <p:nvPr/>
        </p:nvSpPr>
        <p:spPr>
          <a:xfrm>
            <a:off x="458541" y="2650672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 rot="20726331">
            <a:off x="4699951" y="4799866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478B42A-6E99-F0B5-83C8-9F4E14073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032" y="2842899"/>
            <a:ext cx="27687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 制作一个函数</a:t>
            </a:r>
            <a:endParaRPr lang="ja-JP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0">
            <a:extLst>
              <a:ext uri="{FF2B5EF4-FFF2-40B4-BE49-F238E27FC236}">
                <a16:creationId xmlns:a16="http://schemas.microsoft.com/office/drawing/2014/main" id="{29713762-80C9-B1C7-7383-6050752FC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469" y="1533147"/>
            <a:ext cx="469872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zh-CN" altLang="en-US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实践</a:t>
            </a:r>
            <a:r>
              <a:rPr lang="en-US" altLang="zh-CN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动手操作</a:t>
            </a:r>
          </a:p>
        </p:txBody>
      </p:sp>
      <p:sp>
        <p:nvSpPr>
          <p:cNvPr id="13" name="直接连接符 11">
            <a:extLst>
              <a:ext uri="{FF2B5EF4-FFF2-40B4-BE49-F238E27FC236}">
                <a16:creationId xmlns:a16="http://schemas.microsoft.com/office/drawing/2014/main" id="{27F3B9DF-FF2C-F68F-779A-D0820FE49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6354" y="2470170"/>
            <a:ext cx="5219413" cy="1588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74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330632" y="2182621"/>
            <a:ext cx="7747539" cy="314174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noAutofit/>
          </a:bodyPr>
          <a:lstStyle/>
          <a:p>
            <a:r>
              <a:rPr lang="en-US" altLang="zh-CN" sz="4000" b="0" i="1">
                <a:solidFill>
                  <a:srgbClr val="00BFF9"/>
                </a:solidFill>
                <a:effectLst/>
                <a:latin typeface="Cascadia Code" pitchFamily="50" charset="0"/>
              </a:rPr>
              <a:t>function</a:t>
            </a:r>
            <a:r>
              <a:rPr lang="en-US" altLang="zh-CN" sz="4000" b="0">
                <a:solidFill>
                  <a:srgbClr val="A7DBF7"/>
                </a:solidFill>
                <a:effectLst/>
                <a:latin typeface="Cascadia Code" pitchFamily="50" charset="0"/>
              </a:rPr>
              <a:t> </a:t>
            </a:r>
            <a:r>
              <a:rPr lang="en-US" altLang="zh-CN" sz="4000" b="0" i="1">
                <a:solidFill>
                  <a:srgbClr val="87AFF4"/>
                </a:solidFill>
                <a:effectLst/>
                <a:latin typeface="Cascadia Code" pitchFamily="50" charset="0"/>
              </a:rPr>
              <a:t>show</a:t>
            </a:r>
            <a:r>
              <a:rPr lang="en-US" altLang="zh-CN" sz="4000" b="0">
                <a:solidFill>
                  <a:srgbClr val="A7DBF7"/>
                </a:solidFill>
                <a:effectLst/>
                <a:latin typeface="Cascadia Code" pitchFamily="50" charset="0"/>
              </a:rPr>
              <a:t>() </a:t>
            </a:r>
            <a:r>
              <a:rPr lang="en-US" altLang="zh-CN" sz="4000" b="0">
                <a:solidFill>
                  <a:srgbClr val="FFFFFF"/>
                </a:solidFill>
                <a:effectLst/>
                <a:latin typeface="Cascadia Code" pitchFamily="50" charset="0"/>
              </a:rPr>
              <a:t>{</a:t>
            </a:r>
            <a:endParaRPr lang="en-US" altLang="zh-CN" sz="4000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r>
              <a:rPr lang="en-US" altLang="zh-CN" sz="4000" b="0">
                <a:solidFill>
                  <a:srgbClr val="A7DBF7"/>
                </a:solidFill>
                <a:effectLst/>
                <a:latin typeface="Cascadia Code" pitchFamily="50" charset="0"/>
              </a:rPr>
              <a:t>  </a:t>
            </a:r>
            <a:r>
              <a:rPr lang="en-US" altLang="zh-CN" sz="4000" b="0" i="1">
                <a:solidFill>
                  <a:srgbClr val="87AFF4"/>
                </a:solidFill>
                <a:effectLst/>
                <a:latin typeface="Cascadia Code" pitchFamily="50" charset="0"/>
              </a:rPr>
              <a:t>alert</a:t>
            </a:r>
            <a:r>
              <a:rPr lang="en-US" altLang="zh-CN" sz="40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40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4000" b="0">
                <a:solidFill>
                  <a:srgbClr val="BCF0C0"/>
                </a:solidFill>
                <a:effectLst/>
                <a:latin typeface="Cascadia Code" pitchFamily="50" charset="0"/>
              </a:rPr>
              <a:t>Hello World</a:t>
            </a:r>
            <a:r>
              <a:rPr lang="en-US" altLang="zh-CN" sz="40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4000" b="0">
                <a:solidFill>
                  <a:srgbClr val="A7DBF7"/>
                </a:solidFill>
                <a:effectLst/>
                <a:latin typeface="Cascadia Code" pitchFamily="50" charset="0"/>
              </a:rPr>
              <a:t>)</a:t>
            </a:r>
          </a:p>
          <a:p>
            <a:r>
              <a:rPr lang="en-US" altLang="zh-CN" sz="4000" b="0">
                <a:solidFill>
                  <a:srgbClr val="FFFFFF"/>
                </a:solidFill>
                <a:effectLst/>
                <a:latin typeface="Cascadia Code" pitchFamily="50" charset="0"/>
              </a:rPr>
              <a:t>}</a:t>
            </a:r>
            <a:br>
              <a:rPr lang="en-US" altLang="zh-CN" sz="4000" b="0">
                <a:solidFill>
                  <a:srgbClr val="A7DBF7"/>
                </a:solidFill>
                <a:effectLst/>
                <a:latin typeface="Cascadia Code" pitchFamily="50" charset="0"/>
              </a:rPr>
            </a:br>
            <a:r>
              <a:rPr lang="en-US" altLang="zh-CN" sz="4000" b="0" i="1">
                <a:solidFill>
                  <a:srgbClr val="87AFF4"/>
                </a:solidFill>
                <a:effectLst/>
                <a:latin typeface="Cascadia Code" pitchFamily="50" charset="0"/>
              </a:rPr>
              <a:t>show</a:t>
            </a:r>
            <a:r>
              <a:rPr lang="en-US" altLang="zh-CN" sz="4000" b="0">
                <a:solidFill>
                  <a:srgbClr val="A7DBF7"/>
                </a:solidFill>
                <a:effectLst/>
                <a:latin typeface="Cascadia Code" pitchFamily="50" charset="0"/>
              </a:rPr>
              <a:t>()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652552C-81C6-4CCA-B112-AB563BA7E691}"/>
              </a:ext>
            </a:extLst>
          </p:cNvPr>
          <p:cNvSpPr txBox="1"/>
          <p:nvPr/>
        </p:nvSpPr>
        <p:spPr>
          <a:xfrm>
            <a:off x="515825" y="142778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输入如下代码</a:t>
            </a:r>
            <a:endParaRPr lang="zh-CN" altLang="en-US" sz="3200">
              <a:solidFill>
                <a:schemeClr val="accent2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F7377D2-90B1-4523-9392-20EFD4526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696" y="4683564"/>
            <a:ext cx="6465977" cy="181192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FBBB0EB-05EE-6C06-F648-BC6F324EBE38}"/>
              </a:ext>
            </a:extLst>
          </p:cNvPr>
          <p:cNvSpPr txBox="1"/>
          <p:nvPr/>
        </p:nvSpPr>
        <p:spPr>
          <a:xfrm>
            <a:off x="2436954" y="171024"/>
            <a:ext cx="430887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让我们来执行这个函数吧！</a:t>
            </a:r>
          </a:p>
        </p:txBody>
      </p:sp>
      <p:sp>
        <p:nvSpPr>
          <p:cNvPr id="7" name="角丸四角形 11">
            <a:extLst>
              <a:ext uri="{FF2B5EF4-FFF2-40B4-BE49-F238E27FC236}">
                <a16:creationId xmlns:a16="http://schemas.microsoft.com/office/drawing/2014/main" id="{20BE7FEB-7217-FEDE-E25B-11CEE4A5B12A}"/>
              </a:ext>
            </a:extLst>
          </p:cNvPr>
          <p:cNvSpPr/>
          <p:nvPr/>
        </p:nvSpPr>
        <p:spPr>
          <a:xfrm>
            <a:off x="0" y="171024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latin typeface="Meiryo UI" panose="020B0604030504040204" pitchFamily="50" charset="-128"/>
                <a:ea typeface="Meiryo UI" panose="020B0604030504040204" pitchFamily="50" charset="-128"/>
              </a:rPr>
              <a:t>动手操作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20F92B-A5A1-4202-9291-61F4472BF1CF}"/>
              </a:ext>
            </a:extLst>
          </p:cNvPr>
          <p:cNvSpPr txBox="1"/>
          <p:nvPr/>
        </p:nvSpPr>
        <p:spPr>
          <a:xfrm>
            <a:off x="1167400" y="5975307"/>
            <a:ext cx="203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C00000"/>
                </a:solidFill>
              </a:rPr>
              <a:t>调用声明</a:t>
            </a:r>
            <a:endParaRPr lang="en-US" altLang="zh-CN" sz="3600">
              <a:solidFill>
                <a:srgbClr val="C00000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16407DA-CEA7-4838-B54F-2660E6F41426}"/>
              </a:ext>
            </a:extLst>
          </p:cNvPr>
          <p:cNvCxnSpPr>
            <a:cxnSpLocks/>
          </p:cNvCxnSpPr>
          <p:nvPr/>
        </p:nvCxnSpPr>
        <p:spPr>
          <a:xfrm flipH="1" flipV="1">
            <a:off x="1553633" y="5092700"/>
            <a:ext cx="722639" cy="813193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80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1">
            <a:extLst>
              <a:ext uri="{FF2B5EF4-FFF2-40B4-BE49-F238E27FC236}">
                <a16:creationId xmlns:a16="http://schemas.microsoft.com/office/drawing/2014/main" id="{6499FF1A-73E3-42B5-998F-79BCBCB68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168" y="814933"/>
            <a:ext cx="7286035" cy="304940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テキスト ボックス 12">
            <a:extLst>
              <a:ext uri="{FF2B5EF4-FFF2-40B4-BE49-F238E27FC236}">
                <a16:creationId xmlns:a16="http://schemas.microsoft.com/office/drawing/2014/main" id="{E78B099E-E1A7-4ECF-8154-C33DFF6188F1}"/>
              </a:ext>
            </a:extLst>
          </p:cNvPr>
          <p:cNvSpPr txBox="1"/>
          <p:nvPr/>
        </p:nvSpPr>
        <p:spPr>
          <a:xfrm>
            <a:off x="319746" y="4370649"/>
            <a:ext cx="4665911" cy="204103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noAutofit/>
          </a:bodyPr>
          <a:lstStyle/>
          <a:p>
            <a:r>
              <a:rPr lang="en-US" altLang="zh-CN" sz="2400" b="0" i="1">
                <a:solidFill>
                  <a:srgbClr val="00BFF9"/>
                </a:solidFill>
                <a:effectLst/>
                <a:latin typeface="Cascadia Code" pitchFamily="50" charset="0"/>
              </a:rPr>
              <a:t>function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 </a:t>
            </a:r>
            <a:r>
              <a:rPr lang="en-US" altLang="zh-CN" sz="2400" b="0" i="1">
                <a:solidFill>
                  <a:srgbClr val="87AFF4"/>
                </a:solidFill>
                <a:effectLst/>
                <a:latin typeface="Cascadia Code" pitchFamily="50" charset="0"/>
              </a:rPr>
              <a:t>show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() </a:t>
            </a:r>
            <a:r>
              <a:rPr lang="en-US" altLang="zh-CN" sz="2400" b="0">
                <a:solidFill>
                  <a:srgbClr val="FFFFFF"/>
                </a:solidFill>
                <a:effectLst/>
                <a:latin typeface="Cascadia Code" pitchFamily="50" charset="0"/>
              </a:rPr>
              <a:t>{</a:t>
            </a:r>
            <a:endParaRPr lang="en-US" altLang="zh-CN" sz="2400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  </a:t>
            </a:r>
            <a:r>
              <a:rPr lang="en-US" altLang="zh-CN" sz="2400" b="0" i="1">
                <a:solidFill>
                  <a:srgbClr val="87AFF4"/>
                </a:solidFill>
                <a:effectLst/>
                <a:latin typeface="Cascadia Code" pitchFamily="50" charset="0"/>
              </a:rPr>
              <a:t>alert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24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400" b="0">
                <a:solidFill>
                  <a:srgbClr val="BCF0C0"/>
                </a:solidFill>
                <a:effectLst/>
                <a:latin typeface="Cascadia Code" pitchFamily="50" charset="0"/>
              </a:rPr>
              <a:t>Hello World</a:t>
            </a:r>
            <a:r>
              <a:rPr lang="en-US" altLang="zh-CN" sz="24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)</a:t>
            </a:r>
          </a:p>
          <a:p>
            <a:r>
              <a:rPr lang="en-US" altLang="zh-CN" sz="2400" b="0">
                <a:solidFill>
                  <a:srgbClr val="FFFFFF"/>
                </a:solidFill>
                <a:effectLst/>
                <a:latin typeface="Cascadia Code" pitchFamily="50" charset="0"/>
              </a:rPr>
              <a:t>}</a:t>
            </a:r>
            <a:endParaRPr lang="en-US" altLang="zh-CN" sz="2400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b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</a:br>
            <a:r>
              <a:rPr lang="en-US" altLang="zh-CN" sz="2400" b="0" i="1">
                <a:solidFill>
                  <a:srgbClr val="87AFF4"/>
                </a:solidFill>
                <a:effectLst/>
                <a:latin typeface="Cascadia Code" pitchFamily="50" charset="0"/>
              </a:rPr>
              <a:t>show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()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31CB49-13FA-4331-A3E7-E6BF31CF77E1}"/>
              </a:ext>
            </a:extLst>
          </p:cNvPr>
          <p:cNvSpPr txBox="1"/>
          <p:nvPr/>
        </p:nvSpPr>
        <p:spPr>
          <a:xfrm>
            <a:off x="5370854" y="4301608"/>
            <a:ext cx="57682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>
                <a:latin typeface="Arial" panose="020B0604020202020204" pitchFamily="34" charset="0"/>
                <a:cs typeface="+mn-ea"/>
              </a:rPr>
              <a:t>我们得到了和刚才一样的效果</a:t>
            </a:r>
            <a:endParaRPr lang="en-US" altLang="zh-CN" sz="2800">
              <a:latin typeface="Arial" panose="020B0604020202020204" pitchFamily="34" charset="0"/>
              <a:cs typeface="+mn-ea"/>
            </a:endParaRPr>
          </a:p>
          <a:p>
            <a:r>
              <a:rPr lang="zh-CN" altLang="en-US" sz="2800">
                <a:latin typeface="Arial" panose="020B0604020202020204" pitchFamily="34" charset="0"/>
                <a:cs typeface="+mn-ea"/>
              </a:rPr>
              <a:t>只是使用了函数的形式。</a:t>
            </a:r>
            <a:endParaRPr lang="en-US" altLang="zh-CN" sz="2800">
              <a:latin typeface="Arial" panose="020B0604020202020204" pitchFamily="34" charset="0"/>
              <a:cs typeface="+mn-ea"/>
            </a:endParaRPr>
          </a:p>
          <a:p>
            <a:endParaRPr lang="en-US" altLang="zh-CN" sz="2800">
              <a:latin typeface="Arial" panose="020B0604020202020204" pitchFamily="34" charset="0"/>
              <a:cs typeface="+mn-ea"/>
            </a:endParaRPr>
          </a:p>
          <a:p>
            <a:r>
              <a:rPr lang="zh-CN" altLang="en-US" sz="2800">
                <a:latin typeface="Arial" panose="020B0604020202020204" pitchFamily="34" charset="0"/>
                <a:cs typeface="+mn-ea"/>
              </a:rPr>
              <a:t>函数定义完成之后不会自己执行</a:t>
            </a:r>
            <a:endParaRPr lang="en-US" altLang="zh-CN" sz="2800">
              <a:latin typeface="Arial" panose="020B0604020202020204" pitchFamily="34" charset="0"/>
              <a:cs typeface="+mn-ea"/>
            </a:endParaRPr>
          </a:p>
          <a:p>
            <a:r>
              <a:rPr lang="zh-CN" altLang="en-US" sz="2800">
                <a:latin typeface="Arial" panose="020B0604020202020204" pitchFamily="34" charset="0"/>
                <a:cs typeface="+mn-ea"/>
              </a:rPr>
              <a:t>需要我们调用它。</a:t>
            </a:r>
            <a:endParaRPr lang="en-US" altLang="zh-CN" sz="2800">
              <a:latin typeface="Arial" panose="020B0604020202020204" pitchFamily="34" charset="0"/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68453F-35C0-34E1-B338-D57348E4CD8E}"/>
              </a:ext>
            </a:extLst>
          </p:cNvPr>
          <p:cNvSpPr txBox="1"/>
          <p:nvPr/>
        </p:nvSpPr>
        <p:spPr>
          <a:xfrm>
            <a:off x="557894" y="306165"/>
            <a:ext cx="143629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看看结果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E2788F-BEA4-DACF-827E-008081F540EE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709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5695950" y="2751584"/>
            <a:ext cx="6496050" cy="67741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事件的概念</a:t>
            </a:r>
            <a:endParaRPr lang="ja-JP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7331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>
          <a:xfrm>
            <a:off x="348118" y="159485"/>
            <a:ext cx="11573197" cy="72424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现实中的事件</a:t>
            </a:r>
            <a:endParaRPr lang="ja-JP" altLang="en-US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50" name="Picture 2" descr="F1, WEC, WRC, Rallycross (2021) : infos, calendriers, résultats">
            <a:extLst>
              <a:ext uri="{FF2B5EF4-FFF2-40B4-BE49-F238E27FC236}">
                <a16:creationId xmlns:a16="http://schemas.microsoft.com/office/drawing/2014/main" id="{77EB6225-49F4-45E3-BF67-94E720AC4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27" y="2959642"/>
            <a:ext cx="3234827" cy="2154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Formula 1 reveal start times of 2020 races | PlanetF1 : PlanetF1">
            <a:extLst>
              <a:ext uri="{FF2B5EF4-FFF2-40B4-BE49-F238E27FC236}">
                <a16:creationId xmlns:a16="http://schemas.microsoft.com/office/drawing/2014/main" id="{F4471C86-DFDE-4C00-8AF9-C6EA2BC6D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473" y="2744206"/>
            <a:ext cx="3166100" cy="237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E9A50FA-32E8-4441-9B38-F5555C1F6B5C}"/>
              </a:ext>
            </a:extLst>
          </p:cNvPr>
          <p:cNvSpPr txBox="1"/>
          <p:nvPr/>
        </p:nvSpPr>
        <p:spPr>
          <a:xfrm>
            <a:off x="1353645" y="1728616"/>
            <a:ext cx="77130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>
                <a:hlinkClick r:id="rId4"/>
              </a:rPr>
              <a:t>https://f1-start.glitch.me/</a:t>
            </a:r>
            <a:endParaRPr lang="zh-CN" altLang="en-US" sz="3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3E962D-B9FD-4A41-8563-37E2CC8833BB}"/>
              </a:ext>
            </a:extLst>
          </p:cNvPr>
          <p:cNvSpPr txBox="1"/>
          <p:nvPr/>
        </p:nvSpPr>
        <p:spPr>
          <a:xfrm>
            <a:off x="1332181" y="1040962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2"/>
                </a:solidFill>
              </a:rPr>
              <a:t>测试你的反应速度</a:t>
            </a:r>
            <a:endParaRPr lang="en-US" altLang="zh-CN" sz="3600">
              <a:solidFill>
                <a:schemeClr val="accent2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C98798E-8C39-46AA-821A-68B6D8934983}"/>
              </a:ext>
            </a:extLst>
          </p:cNvPr>
          <p:cNvSpPr txBox="1"/>
          <p:nvPr/>
        </p:nvSpPr>
        <p:spPr>
          <a:xfrm>
            <a:off x="9612564" y="5299598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chemeClr val="accent6"/>
                </a:solidFill>
              </a:rPr>
              <a:t>出发！</a:t>
            </a:r>
            <a:endParaRPr lang="en-US" altLang="zh-CN" sz="3200" b="1">
              <a:solidFill>
                <a:schemeClr val="accent6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58485B-8C90-CA13-7BBB-DFDF7F262FD1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Picture 8" descr="Adam Cooper - &quot;Here's a reaction time tester with F1 start lights, courtesy  of @jaffathecake ..&quot; (direct link in comments) : r/formula1">
            <a:extLst>
              <a:ext uri="{FF2B5EF4-FFF2-40B4-BE49-F238E27FC236}">
                <a16:creationId xmlns:a16="http://schemas.microsoft.com/office/drawing/2014/main" id="{BA21A5F5-5B01-4D78-9A1A-0DB0CCCB28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1" t="36772" r="21971" b="38526"/>
          <a:stretch/>
        </p:blipFill>
        <p:spPr bwMode="auto">
          <a:xfrm>
            <a:off x="4338316" y="2595358"/>
            <a:ext cx="3416320" cy="261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96461E8-1E2E-9AD2-B94E-272F3E805F68}"/>
              </a:ext>
            </a:extLst>
          </p:cNvPr>
          <p:cNvSpPr txBox="1"/>
          <p:nvPr/>
        </p:nvSpPr>
        <p:spPr>
          <a:xfrm>
            <a:off x="4703865" y="5422709"/>
            <a:ext cx="6101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当五盏红灯熄灭</a:t>
            </a:r>
          </a:p>
        </p:txBody>
      </p:sp>
    </p:spTree>
    <p:extLst>
      <p:ext uri="{BB962C8B-B14F-4D97-AF65-F5344CB8AC3E}">
        <p14:creationId xmlns:p14="http://schemas.microsoft.com/office/powerpoint/2010/main" val="1011272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499F6622-38C7-E894-86F3-915FF3A394CD}"/>
              </a:ext>
            </a:extLst>
          </p:cNvPr>
          <p:cNvSpPr txBox="1">
            <a:spLocks/>
          </p:cNvSpPr>
          <p:nvPr/>
        </p:nvSpPr>
        <p:spPr>
          <a:xfrm>
            <a:off x="348118" y="253843"/>
            <a:ext cx="3467616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网页中的事件特点</a:t>
            </a:r>
            <a:endParaRPr lang="ja-JP" altLang="en-US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697EDA-93FF-7AF1-32B1-03795018CE91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0" name="Group 6">
            <a:extLst>
              <a:ext uri="{FF2B5EF4-FFF2-40B4-BE49-F238E27FC236}">
                <a16:creationId xmlns:a16="http://schemas.microsoft.com/office/drawing/2014/main" id="{E2F5A94A-0F6A-1CCF-95E9-60F2751E6379}"/>
              </a:ext>
            </a:extLst>
          </p:cNvPr>
          <p:cNvGrpSpPr/>
          <p:nvPr/>
        </p:nvGrpSpPr>
        <p:grpSpPr>
          <a:xfrm rot="2700000">
            <a:off x="8247046" y="3644803"/>
            <a:ext cx="1203526" cy="1773620"/>
            <a:chOff x="3124200" y="2114550"/>
            <a:chExt cx="1447800" cy="2133600"/>
          </a:xfrm>
          <a:solidFill>
            <a:schemeClr val="accent2"/>
          </a:solidFill>
        </p:grpSpPr>
        <p:sp>
          <p:nvSpPr>
            <p:cNvPr id="31" name="Oval 7">
              <a:extLst>
                <a:ext uri="{FF2B5EF4-FFF2-40B4-BE49-F238E27FC236}">
                  <a16:creationId xmlns:a16="http://schemas.microsoft.com/office/drawing/2014/main" id="{3CAC8586-88E5-8392-FC6E-44ABEE3AB27E}"/>
                </a:ext>
              </a:extLst>
            </p:cNvPr>
            <p:cNvSpPr/>
            <p:nvPr/>
          </p:nvSpPr>
          <p:spPr>
            <a:xfrm>
              <a:off x="3124200" y="2800350"/>
              <a:ext cx="1447800" cy="1447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Up Arrow 8">
              <a:extLst>
                <a:ext uri="{FF2B5EF4-FFF2-40B4-BE49-F238E27FC236}">
                  <a16:creationId xmlns:a16="http://schemas.microsoft.com/office/drawing/2014/main" id="{6A2AB3A6-A146-F5E5-64BC-FA266C55F2BF}"/>
                </a:ext>
              </a:extLst>
            </p:cNvPr>
            <p:cNvSpPr/>
            <p:nvPr/>
          </p:nvSpPr>
          <p:spPr>
            <a:xfrm>
              <a:off x="3352800" y="2114550"/>
              <a:ext cx="990600" cy="914400"/>
            </a:xfrm>
            <a:prstGeom prst="up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3" name="Group 5">
            <a:extLst>
              <a:ext uri="{FF2B5EF4-FFF2-40B4-BE49-F238E27FC236}">
                <a16:creationId xmlns:a16="http://schemas.microsoft.com/office/drawing/2014/main" id="{8FE34CF5-53F4-7685-FFB0-5BFE22643CE9}"/>
              </a:ext>
            </a:extLst>
          </p:cNvPr>
          <p:cNvGrpSpPr/>
          <p:nvPr/>
        </p:nvGrpSpPr>
        <p:grpSpPr>
          <a:xfrm rot="18900000">
            <a:off x="1735271" y="2045830"/>
            <a:ext cx="1203528" cy="1773618"/>
            <a:chOff x="3124200" y="2114550"/>
            <a:chExt cx="1447800" cy="2133600"/>
          </a:xfrm>
        </p:grpSpPr>
        <p:sp>
          <p:nvSpPr>
            <p:cNvPr id="34" name="Oval 3">
              <a:extLst>
                <a:ext uri="{FF2B5EF4-FFF2-40B4-BE49-F238E27FC236}">
                  <a16:creationId xmlns:a16="http://schemas.microsoft.com/office/drawing/2014/main" id="{97A6FBF7-B97F-D451-34F6-416AA27EA075}"/>
                </a:ext>
              </a:extLst>
            </p:cNvPr>
            <p:cNvSpPr/>
            <p:nvPr/>
          </p:nvSpPr>
          <p:spPr>
            <a:xfrm>
              <a:off x="3124200" y="2800350"/>
              <a:ext cx="1447800" cy="14478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Up Arrow 4">
              <a:extLst>
                <a:ext uri="{FF2B5EF4-FFF2-40B4-BE49-F238E27FC236}">
                  <a16:creationId xmlns:a16="http://schemas.microsoft.com/office/drawing/2014/main" id="{EB17CEE1-A054-BB81-AF7C-6BD289EF89D0}"/>
                </a:ext>
              </a:extLst>
            </p:cNvPr>
            <p:cNvSpPr/>
            <p:nvPr/>
          </p:nvSpPr>
          <p:spPr>
            <a:xfrm>
              <a:off x="3352800" y="2114550"/>
              <a:ext cx="990600" cy="914400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6" name="Freeform 107">
            <a:extLst>
              <a:ext uri="{FF2B5EF4-FFF2-40B4-BE49-F238E27FC236}">
                <a16:creationId xmlns:a16="http://schemas.microsoft.com/office/drawing/2014/main" id="{9CA08E99-F141-6C26-EB22-4C1B35D6D36E}"/>
              </a:ext>
            </a:extLst>
          </p:cNvPr>
          <p:cNvSpPr>
            <a:spLocks noEditPoints="1"/>
          </p:cNvSpPr>
          <p:nvPr/>
        </p:nvSpPr>
        <p:spPr bwMode="auto">
          <a:xfrm>
            <a:off x="2344382" y="2923648"/>
            <a:ext cx="415208" cy="421097"/>
          </a:xfrm>
          <a:custGeom>
            <a:avLst/>
            <a:gdLst/>
            <a:ahLst/>
            <a:cxnLst>
              <a:cxn ang="0">
                <a:pos x="64" y="14"/>
              </a:cxn>
              <a:cxn ang="0">
                <a:pos x="12" y="65"/>
              </a:cxn>
              <a:cxn ang="0">
                <a:pos x="10" y="66"/>
              </a:cxn>
              <a:cxn ang="0">
                <a:pos x="8" y="65"/>
              </a:cxn>
              <a:cxn ang="0">
                <a:pos x="0" y="57"/>
              </a:cxn>
              <a:cxn ang="0">
                <a:pos x="0" y="56"/>
              </a:cxn>
              <a:cxn ang="0">
                <a:pos x="0" y="54"/>
              </a:cxn>
              <a:cxn ang="0">
                <a:pos x="52" y="2"/>
              </a:cxn>
              <a:cxn ang="0">
                <a:pos x="54" y="1"/>
              </a:cxn>
              <a:cxn ang="0">
                <a:pos x="56" y="2"/>
              </a:cxn>
              <a:cxn ang="0">
                <a:pos x="64" y="10"/>
              </a:cxn>
              <a:cxn ang="0">
                <a:pos x="64" y="12"/>
              </a:cxn>
              <a:cxn ang="0">
                <a:pos x="64" y="14"/>
              </a:cxn>
              <a:cxn ang="0">
                <a:pos x="14" y="5"/>
              </a:cxn>
              <a:cxn ang="0">
                <a:pos x="10" y="7"/>
              </a:cxn>
              <a:cxn ang="0">
                <a:pos x="9" y="11"/>
              </a:cxn>
              <a:cxn ang="0">
                <a:pos x="8" y="7"/>
              </a:cxn>
              <a:cxn ang="0">
                <a:pos x="4" y="5"/>
              </a:cxn>
              <a:cxn ang="0">
                <a:pos x="8" y="4"/>
              </a:cxn>
              <a:cxn ang="0">
                <a:pos x="9" y="0"/>
              </a:cxn>
              <a:cxn ang="0">
                <a:pos x="10" y="4"/>
              </a:cxn>
              <a:cxn ang="0">
                <a:pos x="14" y="5"/>
              </a:cxn>
              <a:cxn ang="0">
                <a:pos x="32" y="13"/>
              </a:cxn>
              <a:cxn ang="0">
                <a:pos x="24" y="16"/>
              </a:cxn>
              <a:cxn ang="0">
                <a:pos x="22" y="23"/>
              </a:cxn>
              <a:cxn ang="0">
                <a:pos x="19" y="16"/>
              </a:cxn>
              <a:cxn ang="0">
                <a:pos x="11" y="13"/>
              </a:cxn>
              <a:cxn ang="0">
                <a:pos x="19" y="11"/>
              </a:cxn>
              <a:cxn ang="0">
                <a:pos x="22" y="3"/>
              </a:cxn>
              <a:cxn ang="0">
                <a:pos x="24" y="11"/>
              </a:cxn>
              <a:cxn ang="0">
                <a:pos x="32" y="13"/>
              </a:cxn>
              <a:cxn ang="0">
                <a:pos x="40" y="5"/>
              </a:cxn>
              <a:cxn ang="0">
                <a:pos x="36" y="7"/>
              </a:cxn>
              <a:cxn ang="0">
                <a:pos x="34" y="11"/>
              </a:cxn>
              <a:cxn ang="0">
                <a:pos x="33" y="7"/>
              </a:cxn>
              <a:cxn ang="0">
                <a:pos x="29" y="5"/>
              </a:cxn>
              <a:cxn ang="0">
                <a:pos x="33" y="4"/>
              </a:cxn>
              <a:cxn ang="0">
                <a:pos x="34" y="0"/>
              </a:cxn>
              <a:cxn ang="0">
                <a:pos x="36" y="4"/>
              </a:cxn>
              <a:cxn ang="0">
                <a:pos x="40" y="5"/>
              </a:cxn>
              <a:cxn ang="0">
                <a:pos x="58" y="12"/>
              </a:cxn>
              <a:cxn ang="0">
                <a:pos x="54" y="8"/>
              </a:cxn>
              <a:cxn ang="0">
                <a:pos x="42" y="19"/>
              </a:cxn>
              <a:cxn ang="0">
                <a:pos x="46" y="24"/>
              </a:cxn>
              <a:cxn ang="0">
                <a:pos x="58" y="12"/>
              </a:cxn>
              <a:cxn ang="0">
                <a:pos x="65" y="31"/>
              </a:cxn>
              <a:cxn ang="0">
                <a:pos x="61" y="32"/>
              </a:cxn>
              <a:cxn ang="0">
                <a:pos x="60" y="36"/>
              </a:cxn>
              <a:cxn ang="0">
                <a:pos x="59" y="32"/>
              </a:cxn>
              <a:cxn ang="0">
                <a:pos x="55" y="31"/>
              </a:cxn>
              <a:cxn ang="0">
                <a:pos x="59" y="30"/>
              </a:cxn>
              <a:cxn ang="0">
                <a:pos x="60" y="26"/>
              </a:cxn>
              <a:cxn ang="0">
                <a:pos x="61" y="30"/>
              </a:cxn>
              <a:cxn ang="0">
                <a:pos x="65" y="31"/>
              </a:cxn>
            </a:cxnLst>
            <a:rect l="0" t="0" r="r" b="b"/>
            <a:pathLst>
              <a:path w="65" h="66">
                <a:moveTo>
                  <a:pt x="64" y="14"/>
                </a:moveTo>
                <a:cubicBezTo>
                  <a:pt x="12" y="65"/>
                  <a:pt x="12" y="65"/>
                  <a:pt x="12" y="65"/>
                </a:cubicBezTo>
                <a:cubicBezTo>
                  <a:pt x="11" y="66"/>
                  <a:pt x="11" y="66"/>
                  <a:pt x="10" y="66"/>
                </a:cubicBezTo>
                <a:cubicBezTo>
                  <a:pt x="9" y="66"/>
                  <a:pt x="9" y="66"/>
                  <a:pt x="8" y="65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5"/>
                  <a:pt x="0" y="54"/>
                  <a:pt x="0" y="54"/>
                </a:cubicBezTo>
                <a:cubicBezTo>
                  <a:pt x="52" y="2"/>
                  <a:pt x="52" y="2"/>
                  <a:pt x="52" y="2"/>
                </a:cubicBezTo>
                <a:cubicBezTo>
                  <a:pt x="52" y="2"/>
                  <a:pt x="53" y="1"/>
                  <a:pt x="54" y="1"/>
                </a:cubicBezTo>
                <a:cubicBezTo>
                  <a:pt x="54" y="1"/>
                  <a:pt x="55" y="2"/>
                  <a:pt x="56" y="2"/>
                </a:cubicBezTo>
                <a:cubicBezTo>
                  <a:pt x="64" y="10"/>
                  <a:pt x="64" y="10"/>
                  <a:pt x="64" y="10"/>
                </a:cubicBezTo>
                <a:cubicBezTo>
                  <a:pt x="64" y="11"/>
                  <a:pt x="64" y="11"/>
                  <a:pt x="64" y="12"/>
                </a:cubicBezTo>
                <a:cubicBezTo>
                  <a:pt x="64" y="13"/>
                  <a:pt x="64" y="13"/>
                  <a:pt x="64" y="14"/>
                </a:cubicBezTo>
                <a:close/>
                <a:moveTo>
                  <a:pt x="14" y="5"/>
                </a:moveTo>
                <a:cubicBezTo>
                  <a:pt x="10" y="7"/>
                  <a:pt x="10" y="7"/>
                  <a:pt x="10" y="7"/>
                </a:cubicBezTo>
                <a:cubicBezTo>
                  <a:pt x="9" y="11"/>
                  <a:pt x="9" y="11"/>
                  <a:pt x="9" y="11"/>
                </a:cubicBezTo>
                <a:cubicBezTo>
                  <a:pt x="8" y="7"/>
                  <a:pt x="8" y="7"/>
                  <a:pt x="8" y="7"/>
                </a:cubicBezTo>
                <a:cubicBezTo>
                  <a:pt x="4" y="5"/>
                  <a:pt x="4" y="5"/>
                  <a:pt x="4" y="5"/>
                </a:cubicBezTo>
                <a:cubicBezTo>
                  <a:pt x="8" y="4"/>
                  <a:pt x="8" y="4"/>
                  <a:pt x="8" y="4"/>
                </a:cubicBezTo>
                <a:cubicBezTo>
                  <a:pt x="9" y="0"/>
                  <a:pt x="9" y="0"/>
                  <a:pt x="9" y="0"/>
                </a:cubicBezTo>
                <a:cubicBezTo>
                  <a:pt x="10" y="4"/>
                  <a:pt x="10" y="4"/>
                  <a:pt x="10" y="4"/>
                </a:cubicBezTo>
                <a:lnTo>
                  <a:pt x="14" y="5"/>
                </a:lnTo>
                <a:close/>
                <a:moveTo>
                  <a:pt x="32" y="13"/>
                </a:moveTo>
                <a:cubicBezTo>
                  <a:pt x="24" y="16"/>
                  <a:pt x="24" y="16"/>
                  <a:pt x="24" y="16"/>
                </a:cubicBezTo>
                <a:cubicBezTo>
                  <a:pt x="22" y="23"/>
                  <a:pt x="22" y="23"/>
                  <a:pt x="22" y="23"/>
                </a:cubicBezTo>
                <a:cubicBezTo>
                  <a:pt x="19" y="16"/>
                  <a:pt x="19" y="16"/>
                  <a:pt x="19" y="16"/>
                </a:cubicBezTo>
                <a:cubicBezTo>
                  <a:pt x="11" y="13"/>
                  <a:pt x="11" y="13"/>
                  <a:pt x="11" y="13"/>
                </a:cubicBezTo>
                <a:cubicBezTo>
                  <a:pt x="19" y="11"/>
                  <a:pt x="19" y="11"/>
                  <a:pt x="19" y="11"/>
                </a:cubicBezTo>
                <a:cubicBezTo>
                  <a:pt x="22" y="3"/>
                  <a:pt x="22" y="3"/>
                  <a:pt x="22" y="3"/>
                </a:cubicBezTo>
                <a:cubicBezTo>
                  <a:pt x="24" y="11"/>
                  <a:pt x="24" y="11"/>
                  <a:pt x="24" y="11"/>
                </a:cubicBezTo>
                <a:lnTo>
                  <a:pt x="32" y="13"/>
                </a:lnTo>
                <a:close/>
                <a:moveTo>
                  <a:pt x="40" y="5"/>
                </a:moveTo>
                <a:cubicBezTo>
                  <a:pt x="36" y="7"/>
                  <a:pt x="36" y="7"/>
                  <a:pt x="36" y="7"/>
                </a:cubicBezTo>
                <a:cubicBezTo>
                  <a:pt x="34" y="11"/>
                  <a:pt x="34" y="11"/>
                  <a:pt x="34" y="11"/>
                </a:cubicBezTo>
                <a:cubicBezTo>
                  <a:pt x="33" y="7"/>
                  <a:pt x="33" y="7"/>
                  <a:pt x="33" y="7"/>
                </a:cubicBezTo>
                <a:cubicBezTo>
                  <a:pt x="29" y="5"/>
                  <a:pt x="29" y="5"/>
                  <a:pt x="29" y="5"/>
                </a:cubicBezTo>
                <a:cubicBezTo>
                  <a:pt x="33" y="4"/>
                  <a:pt x="33" y="4"/>
                  <a:pt x="33" y="4"/>
                </a:cubicBezTo>
                <a:cubicBezTo>
                  <a:pt x="34" y="0"/>
                  <a:pt x="34" y="0"/>
                  <a:pt x="34" y="0"/>
                </a:cubicBezTo>
                <a:cubicBezTo>
                  <a:pt x="36" y="4"/>
                  <a:pt x="36" y="4"/>
                  <a:pt x="36" y="4"/>
                </a:cubicBezTo>
                <a:lnTo>
                  <a:pt x="40" y="5"/>
                </a:lnTo>
                <a:close/>
                <a:moveTo>
                  <a:pt x="58" y="12"/>
                </a:moveTo>
                <a:cubicBezTo>
                  <a:pt x="54" y="8"/>
                  <a:pt x="54" y="8"/>
                  <a:pt x="54" y="8"/>
                </a:cubicBezTo>
                <a:cubicBezTo>
                  <a:pt x="42" y="19"/>
                  <a:pt x="42" y="19"/>
                  <a:pt x="42" y="19"/>
                </a:cubicBezTo>
                <a:cubicBezTo>
                  <a:pt x="46" y="24"/>
                  <a:pt x="46" y="24"/>
                  <a:pt x="46" y="24"/>
                </a:cubicBezTo>
                <a:lnTo>
                  <a:pt x="58" y="12"/>
                </a:lnTo>
                <a:close/>
                <a:moveTo>
                  <a:pt x="65" y="31"/>
                </a:moveTo>
                <a:cubicBezTo>
                  <a:pt x="61" y="32"/>
                  <a:pt x="61" y="32"/>
                  <a:pt x="61" y="32"/>
                </a:cubicBezTo>
                <a:cubicBezTo>
                  <a:pt x="60" y="36"/>
                  <a:pt x="60" y="36"/>
                  <a:pt x="60" y="36"/>
                </a:cubicBezTo>
                <a:cubicBezTo>
                  <a:pt x="59" y="32"/>
                  <a:pt x="59" y="32"/>
                  <a:pt x="59" y="32"/>
                </a:cubicBezTo>
                <a:cubicBezTo>
                  <a:pt x="55" y="31"/>
                  <a:pt x="55" y="31"/>
                  <a:pt x="55" y="31"/>
                </a:cubicBezTo>
                <a:cubicBezTo>
                  <a:pt x="59" y="30"/>
                  <a:pt x="59" y="30"/>
                  <a:pt x="59" y="30"/>
                </a:cubicBezTo>
                <a:cubicBezTo>
                  <a:pt x="60" y="26"/>
                  <a:pt x="60" y="26"/>
                  <a:pt x="60" y="26"/>
                </a:cubicBezTo>
                <a:cubicBezTo>
                  <a:pt x="61" y="30"/>
                  <a:pt x="61" y="30"/>
                  <a:pt x="61" y="30"/>
                </a:cubicBezTo>
                <a:lnTo>
                  <a:pt x="65" y="3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Freeform 148">
            <a:extLst>
              <a:ext uri="{FF2B5EF4-FFF2-40B4-BE49-F238E27FC236}">
                <a16:creationId xmlns:a16="http://schemas.microsoft.com/office/drawing/2014/main" id="{A5CD7956-EE97-2746-A54C-8A2D6D2F366C}"/>
              </a:ext>
            </a:extLst>
          </p:cNvPr>
          <p:cNvSpPr>
            <a:spLocks noEditPoints="1"/>
          </p:cNvSpPr>
          <p:nvPr/>
        </p:nvSpPr>
        <p:spPr bwMode="auto">
          <a:xfrm>
            <a:off x="8413822" y="4475558"/>
            <a:ext cx="457626" cy="441164"/>
          </a:xfrm>
          <a:custGeom>
            <a:avLst/>
            <a:gdLst/>
            <a:ahLst/>
            <a:cxnLst>
              <a:cxn ang="0">
                <a:pos x="16" y="54"/>
              </a:cxn>
              <a:cxn ang="0">
                <a:pos x="14" y="57"/>
              </a:cxn>
              <a:cxn ang="0">
                <a:pos x="2" y="57"/>
              </a:cxn>
              <a:cxn ang="0">
                <a:pos x="0" y="54"/>
              </a:cxn>
              <a:cxn ang="0">
                <a:pos x="0" y="29"/>
              </a:cxn>
              <a:cxn ang="0">
                <a:pos x="2" y="26"/>
              </a:cxn>
              <a:cxn ang="0">
                <a:pos x="14" y="26"/>
              </a:cxn>
              <a:cxn ang="0">
                <a:pos x="16" y="29"/>
              </a:cxn>
              <a:cxn ang="0">
                <a:pos x="16" y="54"/>
              </a:cxn>
              <a:cxn ang="0">
                <a:pos x="7" y="47"/>
              </a:cxn>
              <a:cxn ang="0">
                <a:pos x="5" y="49"/>
              </a:cxn>
              <a:cxn ang="0">
                <a:pos x="7" y="52"/>
              </a:cxn>
              <a:cxn ang="0">
                <a:pos x="10" y="49"/>
              </a:cxn>
              <a:cxn ang="0">
                <a:pos x="7" y="47"/>
              </a:cxn>
              <a:cxn ang="0">
                <a:pos x="62" y="35"/>
              </a:cxn>
              <a:cxn ang="0">
                <a:pos x="62" y="38"/>
              </a:cxn>
              <a:cxn ang="0">
                <a:pos x="61" y="43"/>
              </a:cxn>
              <a:cxn ang="0">
                <a:pos x="61" y="48"/>
              </a:cxn>
              <a:cxn ang="0">
                <a:pos x="59" y="52"/>
              </a:cxn>
              <a:cxn ang="0">
                <a:pos x="57" y="59"/>
              </a:cxn>
              <a:cxn ang="0">
                <a:pos x="49" y="62"/>
              </a:cxn>
              <a:cxn ang="0">
                <a:pos x="47" y="62"/>
              </a:cxn>
              <a:cxn ang="0">
                <a:pos x="44" y="62"/>
              </a:cxn>
              <a:cxn ang="0">
                <a:pos x="43" y="62"/>
              </a:cxn>
              <a:cxn ang="0">
                <a:pos x="28" y="59"/>
              </a:cxn>
              <a:cxn ang="0">
                <a:pos x="22" y="57"/>
              </a:cxn>
              <a:cxn ang="0">
                <a:pos x="19" y="54"/>
              </a:cxn>
              <a:cxn ang="0">
                <a:pos x="19" y="29"/>
              </a:cxn>
              <a:cxn ang="0">
                <a:pos x="21" y="26"/>
              </a:cxn>
              <a:cxn ang="0">
                <a:pos x="29" y="19"/>
              </a:cxn>
              <a:cxn ang="0">
                <a:pos x="33" y="14"/>
              </a:cxn>
              <a:cxn ang="0">
                <a:pos x="35" y="8"/>
              </a:cxn>
              <a:cxn ang="0">
                <a:pos x="38" y="1"/>
              </a:cxn>
              <a:cxn ang="0">
                <a:pos x="40" y="0"/>
              </a:cxn>
              <a:cxn ang="0">
                <a:pos x="49" y="11"/>
              </a:cxn>
              <a:cxn ang="0">
                <a:pos x="46" y="18"/>
              </a:cxn>
              <a:cxn ang="0">
                <a:pos x="45" y="21"/>
              </a:cxn>
              <a:cxn ang="0">
                <a:pos x="56" y="21"/>
              </a:cxn>
              <a:cxn ang="0">
                <a:pos x="64" y="29"/>
              </a:cxn>
              <a:cxn ang="0">
                <a:pos x="62" y="35"/>
              </a:cxn>
            </a:cxnLst>
            <a:rect l="0" t="0" r="r" b="b"/>
            <a:pathLst>
              <a:path w="64" h="62">
                <a:moveTo>
                  <a:pt x="16" y="54"/>
                </a:moveTo>
                <a:cubicBezTo>
                  <a:pt x="16" y="56"/>
                  <a:pt x="15" y="57"/>
                  <a:pt x="14" y="57"/>
                </a:cubicBezTo>
                <a:cubicBezTo>
                  <a:pt x="2" y="57"/>
                  <a:pt x="2" y="57"/>
                  <a:pt x="2" y="57"/>
                </a:cubicBezTo>
                <a:cubicBezTo>
                  <a:pt x="1" y="57"/>
                  <a:pt x="0" y="56"/>
                  <a:pt x="0" y="5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7"/>
                  <a:pt x="1" y="26"/>
                  <a:pt x="2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15" y="26"/>
                  <a:pt x="16" y="27"/>
                  <a:pt x="16" y="29"/>
                </a:cubicBezTo>
                <a:lnTo>
                  <a:pt x="16" y="54"/>
                </a:lnTo>
                <a:close/>
                <a:moveTo>
                  <a:pt x="7" y="47"/>
                </a:moveTo>
                <a:cubicBezTo>
                  <a:pt x="6" y="47"/>
                  <a:pt x="5" y="48"/>
                  <a:pt x="5" y="49"/>
                </a:cubicBezTo>
                <a:cubicBezTo>
                  <a:pt x="5" y="51"/>
                  <a:pt x="6" y="52"/>
                  <a:pt x="7" y="52"/>
                </a:cubicBezTo>
                <a:cubicBezTo>
                  <a:pt x="9" y="52"/>
                  <a:pt x="10" y="51"/>
                  <a:pt x="10" y="49"/>
                </a:cubicBezTo>
                <a:cubicBezTo>
                  <a:pt x="10" y="48"/>
                  <a:pt x="9" y="47"/>
                  <a:pt x="7" y="47"/>
                </a:cubicBezTo>
                <a:close/>
                <a:moveTo>
                  <a:pt x="62" y="35"/>
                </a:moveTo>
                <a:cubicBezTo>
                  <a:pt x="62" y="36"/>
                  <a:pt x="62" y="37"/>
                  <a:pt x="62" y="38"/>
                </a:cubicBezTo>
                <a:cubicBezTo>
                  <a:pt x="62" y="40"/>
                  <a:pt x="62" y="42"/>
                  <a:pt x="61" y="43"/>
                </a:cubicBezTo>
                <a:cubicBezTo>
                  <a:pt x="61" y="45"/>
                  <a:pt x="61" y="46"/>
                  <a:pt x="61" y="48"/>
                </a:cubicBezTo>
                <a:cubicBezTo>
                  <a:pt x="60" y="49"/>
                  <a:pt x="60" y="51"/>
                  <a:pt x="59" y="52"/>
                </a:cubicBezTo>
                <a:cubicBezTo>
                  <a:pt x="59" y="55"/>
                  <a:pt x="58" y="57"/>
                  <a:pt x="57" y="59"/>
                </a:cubicBezTo>
                <a:cubicBezTo>
                  <a:pt x="55" y="61"/>
                  <a:pt x="52" y="62"/>
                  <a:pt x="49" y="62"/>
                </a:cubicBezTo>
                <a:cubicBezTo>
                  <a:pt x="48" y="62"/>
                  <a:pt x="48" y="62"/>
                  <a:pt x="47" y="62"/>
                </a:cubicBezTo>
                <a:cubicBezTo>
                  <a:pt x="44" y="62"/>
                  <a:pt x="44" y="62"/>
                  <a:pt x="44" y="62"/>
                </a:cubicBezTo>
                <a:cubicBezTo>
                  <a:pt x="43" y="62"/>
                  <a:pt x="43" y="62"/>
                  <a:pt x="43" y="62"/>
                </a:cubicBezTo>
                <a:cubicBezTo>
                  <a:pt x="38" y="62"/>
                  <a:pt x="32" y="60"/>
                  <a:pt x="28" y="59"/>
                </a:cubicBezTo>
                <a:cubicBezTo>
                  <a:pt x="25" y="58"/>
                  <a:pt x="23" y="57"/>
                  <a:pt x="22" y="57"/>
                </a:cubicBezTo>
                <a:cubicBezTo>
                  <a:pt x="20" y="57"/>
                  <a:pt x="19" y="56"/>
                  <a:pt x="19" y="54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7"/>
                  <a:pt x="20" y="26"/>
                  <a:pt x="21" y="26"/>
                </a:cubicBezTo>
                <a:cubicBezTo>
                  <a:pt x="23" y="26"/>
                  <a:pt x="27" y="21"/>
                  <a:pt x="29" y="19"/>
                </a:cubicBezTo>
                <a:cubicBezTo>
                  <a:pt x="30" y="17"/>
                  <a:pt x="31" y="15"/>
                  <a:pt x="33" y="14"/>
                </a:cubicBezTo>
                <a:cubicBezTo>
                  <a:pt x="34" y="13"/>
                  <a:pt x="35" y="10"/>
                  <a:pt x="35" y="8"/>
                </a:cubicBezTo>
                <a:cubicBezTo>
                  <a:pt x="36" y="5"/>
                  <a:pt x="36" y="3"/>
                  <a:pt x="38" y="1"/>
                </a:cubicBezTo>
                <a:cubicBezTo>
                  <a:pt x="38" y="1"/>
                  <a:pt x="39" y="0"/>
                  <a:pt x="40" y="0"/>
                </a:cubicBezTo>
                <a:cubicBezTo>
                  <a:pt x="49" y="0"/>
                  <a:pt x="49" y="8"/>
                  <a:pt x="49" y="11"/>
                </a:cubicBezTo>
                <a:cubicBezTo>
                  <a:pt x="49" y="14"/>
                  <a:pt x="47" y="16"/>
                  <a:pt x="46" y="18"/>
                </a:cubicBezTo>
                <a:cubicBezTo>
                  <a:pt x="46" y="19"/>
                  <a:pt x="46" y="20"/>
                  <a:pt x="45" y="21"/>
                </a:cubicBezTo>
                <a:cubicBezTo>
                  <a:pt x="56" y="21"/>
                  <a:pt x="56" y="21"/>
                  <a:pt x="56" y="21"/>
                </a:cubicBezTo>
                <a:cubicBezTo>
                  <a:pt x="60" y="21"/>
                  <a:pt x="64" y="25"/>
                  <a:pt x="64" y="29"/>
                </a:cubicBezTo>
                <a:cubicBezTo>
                  <a:pt x="64" y="31"/>
                  <a:pt x="63" y="33"/>
                  <a:pt x="62" y="3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4914F25C-252C-0995-10AF-2E928BC043AB}"/>
              </a:ext>
            </a:extLst>
          </p:cNvPr>
          <p:cNvSpPr txBox="1">
            <a:spLocks/>
          </p:cNvSpPr>
          <p:nvPr/>
        </p:nvSpPr>
        <p:spPr>
          <a:xfrm>
            <a:off x="1836042" y="2420425"/>
            <a:ext cx="285335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85829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</a:p>
        </p:txBody>
      </p:sp>
      <p:grpSp>
        <p:nvGrpSpPr>
          <p:cNvPr id="43" name="Group 40">
            <a:extLst>
              <a:ext uri="{FF2B5EF4-FFF2-40B4-BE49-F238E27FC236}">
                <a16:creationId xmlns:a16="http://schemas.microsoft.com/office/drawing/2014/main" id="{0422D864-DB58-4B33-2CA3-83772561A507}"/>
              </a:ext>
            </a:extLst>
          </p:cNvPr>
          <p:cNvGrpSpPr/>
          <p:nvPr/>
        </p:nvGrpSpPr>
        <p:grpSpPr>
          <a:xfrm>
            <a:off x="4286217" y="4406903"/>
            <a:ext cx="3619566" cy="825920"/>
            <a:chOff x="838200" y="1856133"/>
            <a:chExt cx="2893138" cy="783203"/>
          </a:xfrm>
        </p:grpSpPr>
        <p:sp>
          <p:nvSpPr>
            <p:cNvPr id="44" name="Footer Text">
              <a:extLst>
                <a:ext uri="{FF2B5EF4-FFF2-40B4-BE49-F238E27FC236}">
                  <a16:creationId xmlns:a16="http://schemas.microsoft.com/office/drawing/2014/main" id="{BB53DA1D-CFB4-6A37-B0CC-DA660C46CD05}"/>
                </a:ext>
              </a:extLst>
            </p:cNvPr>
            <p:cNvSpPr txBox="1"/>
            <p:nvPr/>
          </p:nvSpPr>
          <p:spPr>
            <a:xfrm>
              <a:off x="1022523" y="1979159"/>
              <a:ext cx="2382574" cy="4086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</a:t>
              </a:r>
              <a:r>
                <a:rPr kumimoji="1" lang="ja-JP" altLang="en-US" sz="280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■■</a:t>
              </a:r>
              <a:r>
                <a:rPr kumimoji="1" lang="ja-JP" altLang="en-US" sz="2800" b="1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■</a:t>
              </a:r>
              <a:r>
                <a:rPr kumimoji="1"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处理。</a:t>
              </a:r>
              <a:endParaRPr kumimoji="1" lang="en-US" altLang="ja-JP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5" name="Group 42">
              <a:extLst>
                <a:ext uri="{FF2B5EF4-FFF2-40B4-BE49-F238E27FC236}">
                  <a16:creationId xmlns:a16="http://schemas.microsoft.com/office/drawing/2014/main" id="{B3E505BE-D714-19C5-A95C-90F59AD7190E}"/>
                </a:ext>
              </a:extLst>
            </p:cNvPr>
            <p:cNvGrpSpPr/>
            <p:nvPr/>
          </p:nvGrpSpPr>
          <p:grpSpPr>
            <a:xfrm>
              <a:off x="838200" y="1856133"/>
              <a:ext cx="2893138" cy="783203"/>
              <a:chOff x="838200" y="1919136"/>
              <a:chExt cx="2893138" cy="783203"/>
            </a:xfrm>
          </p:grpSpPr>
          <p:sp>
            <p:nvSpPr>
              <p:cNvPr id="46" name="Isosceles Triangle 43">
                <a:extLst>
                  <a:ext uri="{FF2B5EF4-FFF2-40B4-BE49-F238E27FC236}">
                    <a16:creationId xmlns:a16="http://schemas.microsoft.com/office/drawing/2014/main" id="{900D7668-62F4-98A6-C7A9-6F877584F5DA}"/>
                  </a:ext>
                </a:extLst>
              </p:cNvPr>
              <p:cNvSpPr/>
              <p:nvPr/>
            </p:nvSpPr>
            <p:spPr>
              <a:xfrm rot="5400000">
                <a:off x="3542239" y="2235938"/>
                <a:ext cx="228600" cy="149598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en-US" sz="8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Rounded Rectangle 45">
                <a:extLst>
                  <a:ext uri="{FF2B5EF4-FFF2-40B4-BE49-F238E27FC236}">
                    <a16:creationId xmlns:a16="http://schemas.microsoft.com/office/drawing/2014/main" id="{5C9A67D4-94C1-4E25-65AE-E0A2BE38F1FD}"/>
                  </a:ext>
                </a:extLst>
              </p:cNvPr>
              <p:cNvSpPr/>
              <p:nvPr/>
            </p:nvSpPr>
            <p:spPr>
              <a:xfrm>
                <a:off x="838200" y="1919136"/>
                <a:ext cx="2743200" cy="783203"/>
              </a:xfrm>
              <a:prstGeom prst="roundRect">
                <a:avLst>
                  <a:gd name="adj" fmla="val 15647"/>
                </a:avLst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en-US" sz="8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53" name="Group 56">
            <a:extLst>
              <a:ext uri="{FF2B5EF4-FFF2-40B4-BE49-F238E27FC236}">
                <a16:creationId xmlns:a16="http://schemas.microsoft.com/office/drawing/2014/main" id="{288AB3CC-155F-D96B-13AE-57267CC06727}"/>
              </a:ext>
            </a:extLst>
          </p:cNvPr>
          <p:cNvGrpSpPr/>
          <p:nvPr/>
        </p:nvGrpSpPr>
        <p:grpSpPr>
          <a:xfrm flipH="1">
            <a:off x="3306641" y="2829714"/>
            <a:ext cx="3759770" cy="825920"/>
            <a:chOff x="726134" y="1856133"/>
            <a:chExt cx="3005204" cy="783203"/>
          </a:xfrm>
        </p:grpSpPr>
        <p:sp>
          <p:nvSpPr>
            <p:cNvPr id="54" name="Footer Text">
              <a:extLst>
                <a:ext uri="{FF2B5EF4-FFF2-40B4-BE49-F238E27FC236}">
                  <a16:creationId xmlns:a16="http://schemas.microsoft.com/office/drawing/2014/main" id="{72B0EC4C-B092-B15F-BFA1-46ED4049316D}"/>
                </a:ext>
              </a:extLst>
            </p:cNvPr>
            <p:cNvSpPr txBox="1"/>
            <p:nvPr/>
          </p:nvSpPr>
          <p:spPr>
            <a:xfrm>
              <a:off x="726134" y="1911277"/>
              <a:ext cx="2448445" cy="539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zh-CN" altLang="en-US"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当发生</a:t>
              </a:r>
              <a:r>
                <a:rPr kumimoji="1" lang="ja-JP" altLang="en-US" sz="2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●●●</a:t>
              </a:r>
              <a:r>
                <a:rPr kumimoji="1"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</a:t>
              </a:r>
              <a:endParaRPr lang="en-US" sz="28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55" name="Group 58">
              <a:extLst>
                <a:ext uri="{FF2B5EF4-FFF2-40B4-BE49-F238E27FC236}">
                  <a16:creationId xmlns:a16="http://schemas.microsoft.com/office/drawing/2014/main" id="{E637E203-62E4-B092-D056-8A2422ADDF96}"/>
                </a:ext>
              </a:extLst>
            </p:cNvPr>
            <p:cNvGrpSpPr/>
            <p:nvPr/>
          </p:nvGrpSpPr>
          <p:grpSpPr>
            <a:xfrm>
              <a:off x="838200" y="1856133"/>
              <a:ext cx="2893138" cy="783203"/>
              <a:chOff x="838200" y="1919136"/>
              <a:chExt cx="2893138" cy="783203"/>
            </a:xfrm>
          </p:grpSpPr>
          <p:sp>
            <p:nvSpPr>
              <p:cNvPr id="56" name="Isosceles Triangle 59">
                <a:extLst>
                  <a:ext uri="{FF2B5EF4-FFF2-40B4-BE49-F238E27FC236}">
                    <a16:creationId xmlns:a16="http://schemas.microsoft.com/office/drawing/2014/main" id="{6AE3ED65-32E1-0F7D-F182-1F3255AD4718}"/>
                  </a:ext>
                </a:extLst>
              </p:cNvPr>
              <p:cNvSpPr/>
              <p:nvPr/>
            </p:nvSpPr>
            <p:spPr>
              <a:xfrm rot="5400000">
                <a:off x="3542239" y="2235938"/>
                <a:ext cx="228600" cy="149598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en-US" sz="8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7" name="Rounded Rectangle 60">
                <a:extLst>
                  <a:ext uri="{FF2B5EF4-FFF2-40B4-BE49-F238E27FC236}">
                    <a16:creationId xmlns:a16="http://schemas.microsoft.com/office/drawing/2014/main" id="{DECB7252-A401-B4D2-B7DF-B3936CE6F725}"/>
                  </a:ext>
                </a:extLst>
              </p:cNvPr>
              <p:cNvSpPr/>
              <p:nvPr/>
            </p:nvSpPr>
            <p:spPr>
              <a:xfrm>
                <a:off x="838200" y="1919136"/>
                <a:ext cx="2743200" cy="783203"/>
              </a:xfrm>
              <a:prstGeom prst="roundRect">
                <a:avLst>
                  <a:gd name="adj" fmla="val 15647"/>
                </a:avLst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en-US" sz="8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271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8" grpId="0" animBg="1"/>
      <p:bldP spid="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12">
            <a:extLst>
              <a:ext uri="{FF2B5EF4-FFF2-40B4-BE49-F238E27FC236}">
                <a16:creationId xmlns:a16="http://schemas.microsoft.com/office/drawing/2014/main" id="{4705CB32-0FC7-4F8E-8D8C-90D67D493953}"/>
              </a:ext>
            </a:extLst>
          </p:cNvPr>
          <p:cNvSpPr txBox="1"/>
          <p:nvPr/>
        </p:nvSpPr>
        <p:spPr>
          <a:xfrm>
            <a:off x="940576" y="2349344"/>
            <a:ext cx="10532738" cy="249697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noAutofit/>
          </a:bodyPr>
          <a:lstStyle/>
          <a:p>
            <a:r>
              <a:rPr lang="en-US" altLang="zh-CN" sz="4400" b="0" i="1">
                <a:solidFill>
                  <a:srgbClr val="87AFF4"/>
                </a:solidFill>
                <a:effectLst/>
                <a:latin typeface="Cascadia Code" pitchFamily="50" charset="0"/>
              </a:rPr>
              <a:t>onload </a:t>
            </a:r>
            <a:r>
              <a:rPr lang="en-US" altLang="zh-CN" sz="4400" b="0" i="1">
                <a:solidFill>
                  <a:srgbClr val="00BFF9"/>
                </a:solidFill>
                <a:effectLst/>
                <a:latin typeface="Cascadia Code" pitchFamily="50" charset="0"/>
              </a:rPr>
              <a:t>= function</a:t>
            </a:r>
            <a:r>
              <a:rPr lang="en-US" altLang="zh-CN" sz="4400" b="0">
                <a:solidFill>
                  <a:srgbClr val="A7DBF7"/>
                </a:solidFill>
                <a:effectLst/>
                <a:latin typeface="Cascadia Code" pitchFamily="50" charset="0"/>
              </a:rPr>
              <a:t>()</a:t>
            </a:r>
            <a:r>
              <a:rPr lang="en-US" altLang="zh-CN" sz="4400" b="0">
                <a:solidFill>
                  <a:srgbClr val="FFFFFF"/>
                </a:solidFill>
                <a:effectLst/>
                <a:latin typeface="Cascadia Code" pitchFamily="50" charset="0"/>
              </a:rPr>
              <a:t>{</a:t>
            </a:r>
            <a:endParaRPr lang="en-US" altLang="zh-CN" sz="4400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r>
              <a:rPr lang="en-US" altLang="zh-CN" sz="4400" b="0">
                <a:solidFill>
                  <a:srgbClr val="A7DBF7"/>
                </a:solidFill>
                <a:effectLst/>
                <a:latin typeface="Cascadia Code" pitchFamily="50" charset="0"/>
              </a:rPr>
              <a:t>  </a:t>
            </a:r>
            <a:r>
              <a:rPr lang="en-US" altLang="zh-CN" sz="4400" b="0" i="1" err="1">
                <a:solidFill>
                  <a:srgbClr val="87AFF4"/>
                </a:solidFill>
                <a:effectLst/>
                <a:latin typeface="Cascadia Code" pitchFamily="50" charset="0"/>
              </a:rPr>
              <a:t>doSomeThings</a:t>
            </a:r>
            <a:r>
              <a:rPr lang="en-US" altLang="zh-CN" sz="4400" b="0">
                <a:solidFill>
                  <a:srgbClr val="A7DBF7"/>
                </a:solidFill>
                <a:effectLst/>
                <a:latin typeface="Cascadia Code" pitchFamily="50" charset="0"/>
              </a:rPr>
              <a:t>()</a:t>
            </a:r>
          </a:p>
          <a:p>
            <a:r>
              <a:rPr lang="en-US" altLang="zh-CN" sz="4400" b="0">
                <a:solidFill>
                  <a:srgbClr val="FFFFFF"/>
                </a:solidFill>
                <a:effectLst/>
                <a:latin typeface="Cascadia Code" pitchFamily="50" charset="0"/>
              </a:rPr>
              <a:t>}</a:t>
            </a:r>
            <a:endParaRPr lang="en-US" altLang="zh-CN" sz="4400" b="0">
              <a:solidFill>
                <a:srgbClr val="A7DBF7"/>
              </a:solidFill>
              <a:effectLst/>
              <a:latin typeface="Cascadia Code" pitchFamily="50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EBA2837-8BA8-4908-B94B-170FEE77D4BD}"/>
              </a:ext>
            </a:extLst>
          </p:cNvPr>
          <p:cNvSpPr txBox="1"/>
          <p:nvPr/>
        </p:nvSpPr>
        <p:spPr>
          <a:xfrm>
            <a:off x="2935662" y="5515243"/>
            <a:ext cx="5827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rgbClr val="FF0000"/>
                </a:solidFill>
              </a:rPr>
              <a:t>当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页面加载完成后</a:t>
            </a:r>
            <a:r>
              <a:rPr lang="zh-CN" altLang="en-US" sz="3600">
                <a:solidFill>
                  <a:schemeClr val="accent2"/>
                </a:solidFill>
              </a:rPr>
              <a:t>，</a:t>
            </a:r>
            <a:r>
              <a:rPr lang="zh-CN" altLang="en-US" sz="3600">
                <a:solidFill>
                  <a:srgbClr val="FF0000"/>
                </a:solidFill>
              </a:rPr>
              <a:t>做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某些事</a:t>
            </a:r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6A5379-E471-4C8A-99FA-D10F5219AD21}"/>
              </a:ext>
            </a:extLst>
          </p:cNvPr>
          <p:cNvSpPr txBox="1"/>
          <p:nvPr/>
        </p:nvSpPr>
        <p:spPr>
          <a:xfrm>
            <a:off x="640694" y="103409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rgbClr val="C00000"/>
                </a:solidFill>
              </a:rPr>
              <a:t>事件名称</a:t>
            </a:r>
            <a:endParaRPr lang="en-US" altLang="zh-CN" sz="3600">
              <a:solidFill>
                <a:srgbClr val="C00000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CE88B54-9F25-4DB2-98ED-4F0D4E3F93B5}"/>
              </a:ext>
            </a:extLst>
          </p:cNvPr>
          <p:cNvCxnSpPr>
            <a:stCxn id="13" idx="2"/>
          </p:cNvCxnSpPr>
          <p:nvPr/>
        </p:nvCxnSpPr>
        <p:spPr>
          <a:xfrm>
            <a:off x="1656357" y="1680422"/>
            <a:ext cx="340885" cy="923212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9DA99F4F-5D90-D567-3755-724157809D10}"/>
              </a:ext>
            </a:extLst>
          </p:cNvPr>
          <p:cNvSpPr txBox="1">
            <a:spLocks/>
          </p:cNvSpPr>
          <p:nvPr/>
        </p:nvSpPr>
        <p:spPr>
          <a:xfrm>
            <a:off x="348118" y="253843"/>
            <a:ext cx="305724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事件的代码形式</a:t>
            </a:r>
            <a:endParaRPr lang="ja-JP" altLang="en-US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593BED-4DFC-DE56-CD86-D48F8AEC9583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8023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0229356-EDB8-4640-9261-6371F6F84F1F}"/>
              </a:ext>
            </a:extLst>
          </p:cNvPr>
          <p:cNvSpPr/>
          <p:nvPr/>
        </p:nvSpPr>
        <p:spPr>
          <a:xfrm>
            <a:off x="458541" y="2650672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 rot="20726331">
            <a:off x="4699951" y="4799866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478B42A-6E99-F0B5-83C8-9F4E14073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032" y="2842898"/>
            <a:ext cx="38779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制作并触发一个事件</a:t>
            </a:r>
            <a:endParaRPr kumimoji="1" lang="ja-JP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0">
            <a:extLst>
              <a:ext uri="{FF2B5EF4-FFF2-40B4-BE49-F238E27FC236}">
                <a16:creationId xmlns:a16="http://schemas.microsoft.com/office/drawing/2014/main" id="{29713762-80C9-B1C7-7383-6050752FC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469" y="1533147"/>
            <a:ext cx="469872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zh-CN" altLang="en-US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实践</a:t>
            </a:r>
            <a:r>
              <a:rPr lang="en-US" altLang="zh-CN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动手操作</a:t>
            </a:r>
          </a:p>
        </p:txBody>
      </p:sp>
      <p:sp>
        <p:nvSpPr>
          <p:cNvPr id="13" name="直接连接符 11">
            <a:extLst>
              <a:ext uri="{FF2B5EF4-FFF2-40B4-BE49-F238E27FC236}">
                <a16:creationId xmlns:a16="http://schemas.microsoft.com/office/drawing/2014/main" id="{27F3B9DF-FF2C-F68F-779A-D0820FE49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6354" y="2470170"/>
            <a:ext cx="5219413" cy="1588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36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角丸四角形 11"/>
          <p:cNvSpPr/>
          <p:nvPr/>
        </p:nvSpPr>
        <p:spPr>
          <a:xfrm>
            <a:off x="85146" y="227098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latin typeface="Meiryo UI" panose="020B0604030504040204" pitchFamily="50" charset="-128"/>
                <a:ea typeface="Meiryo UI" panose="020B0604030504040204" pitchFamily="50" charset="-128"/>
              </a:rPr>
              <a:t>动手操作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③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87B4BC-02A3-4232-AC37-FE38735E6FC8}"/>
              </a:ext>
            </a:extLst>
          </p:cNvPr>
          <p:cNvSpPr txBox="1"/>
          <p:nvPr/>
        </p:nvSpPr>
        <p:spPr>
          <a:xfrm>
            <a:off x="982980" y="2221555"/>
            <a:ext cx="60951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/>
              <a:t>https://devcamp.cybozu.cn/k/442/</a:t>
            </a:r>
            <a:endParaRPr lang="zh-CN" altLang="en-US" sz="28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3EAA24-3742-42D0-BEFD-9F03BEBB4C36}"/>
              </a:ext>
            </a:extLst>
          </p:cNvPr>
          <p:cNvSpPr txBox="1"/>
          <p:nvPr/>
        </p:nvSpPr>
        <p:spPr>
          <a:xfrm>
            <a:off x="722508" y="152472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打开网页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テキスト ボックス 12">
            <a:extLst>
              <a:ext uri="{FF2B5EF4-FFF2-40B4-BE49-F238E27FC236}">
                <a16:creationId xmlns:a16="http://schemas.microsoft.com/office/drawing/2014/main" id="{2A2AE58F-1EDE-4D42-8361-3E325B59C6BA}"/>
              </a:ext>
            </a:extLst>
          </p:cNvPr>
          <p:cNvSpPr txBox="1"/>
          <p:nvPr/>
        </p:nvSpPr>
        <p:spPr>
          <a:xfrm>
            <a:off x="436345" y="3639373"/>
            <a:ext cx="11319309" cy="249697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noAutofit/>
          </a:bodyPr>
          <a:lstStyle/>
          <a:p>
            <a:r>
              <a:rPr lang="en-US" altLang="zh-CN" sz="2800" b="0" i="1" err="1">
                <a:solidFill>
                  <a:srgbClr val="D6DEEB"/>
                </a:solidFill>
                <a:effectLst/>
                <a:latin typeface="Cascadia Code" pitchFamily="50" charset="0"/>
              </a:rPr>
              <a:t>document</a:t>
            </a:r>
            <a:r>
              <a:rPr lang="en-US" altLang="zh-CN" sz="2800" b="0" err="1">
                <a:solidFill>
                  <a:srgbClr val="A7DBF7"/>
                </a:solidFill>
                <a:effectLst/>
                <a:latin typeface="Cascadia Code" pitchFamily="50" charset="0"/>
              </a:rPr>
              <a:t>.</a:t>
            </a:r>
            <a:r>
              <a:rPr lang="en-US" altLang="zh-CN" sz="2800" b="0" i="1" err="1">
                <a:solidFill>
                  <a:srgbClr val="87AFF4"/>
                </a:solidFill>
                <a:effectLst/>
                <a:latin typeface="Cascadia Code" pitchFamily="50" charset="0"/>
              </a:rPr>
              <a:t>getElementById</a:t>
            </a:r>
            <a:r>
              <a:rPr lang="en-US" altLang="zh-CN" sz="28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28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800" b="0" err="1">
                <a:solidFill>
                  <a:srgbClr val="BCF0C0"/>
                </a:solidFill>
                <a:effectLst/>
                <a:latin typeface="Cascadia Code" pitchFamily="50" charset="0"/>
              </a:rPr>
              <a:t>btn</a:t>
            </a:r>
            <a:r>
              <a:rPr lang="en-US" altLang="zh-CN" sz="28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800" b="0">
                <a:solidFill>
                  <a:srgbClr val="A7DBF7"/>
                </a:solidFill>
                <a:effectLst/>
                <a:latin typeface="Cascadia Code" pitchFamily="50" charset="0"/>
              </a:rPr>
              <a:t>).</a:t>
            </a:r>
            <a:r>
              <a:rPr lang="en-US" altLang="zh-CN" sz="2800" b="0" i="1">
                <a:solidFill>
                  <a:srgbClr val="87AFF4"/>
                </a:solidFill>
                <a:effectLst/>
                <a:latin typeface="Cascadia Code" pitchFamily="50" charset="0"/>
              </a:rPr>
              <a:t>onclick</a:t>
            </a:r>
            <a:r>
              <a:rPr lang="en-US" altLang="zh-CN" sz="2800" b="0">
                <a:solidFill>
                  <a:srgbClr val="A7DBF7"/>
                </a:solidFill>
                <a:effectLst/>
                <a:latin typeface="Cascadia Code" pitchFamily="50" charset="0"/>
              </a:rPr>
              <a:t> </a:t>
            </a:r>
            <a:r>
              <a:rPr lang="en-US" altLang="zh-CN" sz="2800" b="0" i="1">
                <a:solidFill>
                  <a:srgbClr val="00BFF9"/>
                </a:solidFill>
                <a:effectLst/>
                <a:latin typeface="Cascadia Code" pitchFamily="50" charset="0"/>
              </a:rPr>
              <a:t>=</a:t>
            </a:r>
            <a:r>
              <a:rPr lang="en-US" altLang="zh-CN" sz="2800" b="0">
                <a:solidFill>
                  <a:srgbClr val="A7DBF7"/>
                </a:solidFill>
                <a:effectLst/>
                <a:latin typeface="Cascadia Code" pitchFamily="50" charset="0"/>
              </a:rPr>
              <a:t> </a:t>
            </a:r>
            <a:r>
              <a:rPr lang="en-US" altLang="zh-CN" sz="2800" b="0" i="1">
                <a:solidFill>
                  <a:srgbClr val="00BFF9"/>
                </a:solidFill>
                <a:effectLst/>
                <a:latin typeface="Cascadia Code" pitchFamily="50" charset="0"/>
              </a:rPr>
              <a:t>function</a:t>
            </a:r>
            <a:r>
              <a:rPr lang="en-US" altLang="zh-CN" sz="2800" b="0">
                <a:solidFill>
                  <a:srgbClr val="A7DBF7"/>
                </a:solidFill>
                <a:effectLst/>
                <a:latin typeface="Cascadia Code" pitchFamily="50" charset="0"/>
              </a:rPr>
              <a:t> () </a:t>
            </a:r>
            <a:r>
              <a:rPr lang="en-US" altLang="zh-CN" sz="2800" b="0">
                <a:solidFill>
                  <a:srgbClr val="FFFFFF"/>
                </a:solidFill>
                <a:effectLst/>
                <a:latin typeface="Cascadia Code" pitchFamily="50" charset="0"/>
              </a:rPr>
              <a:t>{</a:t>
            </a:r>
            <a:endParaRPr lang="en-US" altLang="zh-CN" sz="2800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r>
              <a:rPr lang="en-US" altLang="zh-CN" sz="2800" b="0">
                <a:solidFill>
                  <a:srgbClr val="A7DBF7"/>
                </a:solidFill>
                <a:effectLst/>
                <a:latin typeface="Cascadia Code" pitchFamily="50" charset="0"/>
              </a:rPr>
              <a:t>  </a:t>
            </a:r>
            <a:r>
              <a:rPr lang="en-US" altLang="zh-CN" sz="2800" b="0" i="1">
                <a:solidFill>
                  <a:srgbClr val="87AFF4"/>
                </a:solidFill>
                <a:effectLst/>
                <a:latin typeface="Cascadia Code" pitchFamily="50" charset="0"/>
              </a:rPr>
              <a:t>alert</a:t>
            </a:r>
            <a:r>
              <a:rPr lang="en-US" altLang="zh-CN" sz="28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28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800" b="0">
                <a:solidFill>
                  <a:srgbClr val="BCF0C0"/>
                </a:solidFill>
                <a:effectLst/>
                <a:latin typeface="Cascadia Code" pitchFamily="50" charset="0"/>
              </a:rPr>
              <a:t>Hello World!</a:t>
            </a:r>
            <a:r>
              <a:rPr lang="en-US" altLang="zh-CN" sz="28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800" b="0">
                <a:solidFill>
                  <a:srgbClr val="A7DBF7"/>
                </a:solidFill>
                <a:effectLst/>
                <a:latin typeface="Cascadia Code" pitchFamily="50" charset="0"/>
              </a:rPr>
              <a:t>);</a:t>
            </a:r>
          </a:p>
          <a:p>
            <a:r>
              <a:rPr lang="en-US" altLang="zh-CN" sz="2800" b="0">
                <a:solidFill>
                  <a:srgbClr val="FFFFFF"/>
                </a:solidFill>
                <a:effectLst/>
                <a:latin typeface="Cascadia Code" pitchFamily="50" charset="0"/>
              </a:rPr>
              <a:t>}</a:t>
            </a:r>
            <a:endParaRPr lang="en-US" altLang="zh-CN" sz="2800" b="0">
              <a:solidFill>
                <a:srgbClr val="A7DBF7"/>
              </a:solidFill>
              <a:effectLst/>
              <a:latin typeface="Cascadia Code" pitchFamily="50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DD20197-93AF-4B28-85D3-8A209125572B}"/>
              </a:ext>
            </a:extLst>
          </p:cNvPr>
          <p:cNvSpPr txBox="1"/>
          <p:nvPr/>
        </p:nvSpPr>
        <p:spPr>
          <a:xfrm>
            <a:off x="722508" y="3024200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在控制台输入以下代码后回车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419BB1F-95B1-40DC-8ADE-4E3808178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39" y="1348731"/>
            <a:ext cx="5210898" cy="864623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E69CA2E-B18F-0BAC-00F5-5A52CE34081E}"/>
              </a:ext>
            </a:extLst>
          </p:cNvPr>
          <p:cNvSpPr txBox="1">
            <a:spLocks/>
          </p:cNvSpPr>
          <p:nvPr/>
        </p:nvSpPr>
        <p:spPr>
          <a:xfrm>
            <a:off x="2492223" y="186545"/>
            <a:ext cx="6008376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让我们来单击按钮弹出提示框吧</a:t>
            </a:r>
          </a:p>
        </p:txBody>
      </p:sp>
    </p:spTree>
    <p:extLst>
      <p:ext uri="{BB962C8B-B14F-4D97-AF65-F5344CB8AC3E}">
        <p14:creationId xmlns:p14="http://schemas.microsoft.com/office/powerpoint/2010/main" val="3233830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8A18BB3-0967-43BB-9A54-6FB0A5F07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014" y="681997"/>
            <a:ext cx="8806651" cy="301738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F66361C-9116-434E-BCAB-860609AC7A7A}"/>
              </a:ext>
            </a:extLst>
          </p:cNvPr>
          <p:cNvSpPr txBox="1"/>
          <p:nvPr/>
        </p:nvSpPr>
        <p:spPr>
          <a:xfrm>
            <a:off x="5423692" y="4318233"/>
            <a:ext cx="643822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l"/>
            </a:pPr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函数是事件的载体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buFont typeface="Wingdings" pitchFamily="2" charset="2"/>
              <a:buChar char="l"/>
            </a:pPr>
            <a:endParaRPr lang="en-US" altLang="zh-CN" sz="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buFont typeface="Wingdings" pitchFamily="2" charset="2"/>
              <a:buChar char="l"/>
            </a:pPr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我们通过函数，把要做的动作，注册到了按钮上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buFont typeface="Wingdings" pitchFamily="2" charset="2"/>
              <a:buChar char="l"/>
            </a:pPr>
            <a:endParaRPr lang="en-US" altLang="zh-CN" sz="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buFont typeface="Wingdings" pitchFamily="2" charset="2"/>
              <a:buChar char="l"/>
            </a:pPr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按钮一旦按下，就将执行我们安排的动作。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テキスト ボックス 12">
            <a:extLst>
              <a:ext uri="{FF2B5EF4-FFF2-40B4-BE49-F238E27FC236}">
                <a16:creationId xmlns:a16="http://schemas.microsoft.com/office/drawing/2014/main" id="{81EEF448-7CCB-4026-81E6-A60132568D59}"/>
              </a:ext>
            </a:extLst>
          </p:cNvPr>
          <p:cNvSpPr txBox="1"/>
          <p:nvPr/>
        </p:nvSpPr>
        <p:spPr>
          <a:xfrm>
            <a:off x="173172" y="4451684"/>
            <a:ext cx="4899342" cy="172431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noAutofit/>
          </a:bodyPr>
          <a:lstStyle/>
          <a:p>
            <a:r>
              <a:rPr lang="en-US" altLang="zh-CN" sz="2000" b="0" i="1" err="1">
                <a:solidFill>
                  <a:srgbClr val="D6DEEB"/>
                </a:solidFill>
                <a:effectLst/>
                <a:latin typeface="Cascadia Code" pitchFamily="50" charset="0"/>
              </a:rPr>
              <a:t>document</a:t>
            </a:r>
            <a:r>
              <a:rPr lang="en-US" altLang="zh-CN" sz="2000" b="0" err="1">
                <a:solidFill>
                  <a:srgbClr val="A7DBF7"/>
                </a:solidFill>
                <a:effectLst/>
                <a:latin typeface="Cascadia Code" pitchFamily="50" charset="0"/>
              </a:rPr>
              <a:t>.</a:t>
            </a:r>
            <a:r>
              <a:rPr lang="en-US" altLang="zh-CN" sz="2000" b="0" i="1" err="1">
                <a:solidFill>
                  <a:srgbClr val="87AFF4"/>
                </a:solidFill>
                <a:effectLst/>
                <a:latin typeface="Cascadia Code" pitchFamily="50" charset="0"/>
              </a:rPr>
              <a:t>getElementById</a:t>
            </a:r>
            <a:r>
              <a:rPr lang="en-US" altLang="zh-CN" sz="20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20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000" b="0" err="1">
                <a:solidFill>
                  <a:srgbClr val="BCF0C0"/>
                </a:solidFill>
                <a:effectLst/>
                <a:latin typeface="Cascadia Code" pitchFamily="50" charset="0"/>
              </a:rPr>
              <a:t>btn</a:t>
            </a:r>
            <a:r>
              <a:rPr lang="en-US" altLang="zh-CN" sz="20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000" b="0">
                <a:solidFill>
                  <a:srgbClr val="A7DBF7"/>
                </a:solidFill>
                <a:effectLst/>
                <a:latin typeface="Cascadia Code" pitchFamily="50" charset="0"/>
              </a:rPr>
              <a:t>).</a:t>
            </a:r>
            <a:r>
              <a:rPr lang="en-US" altLang="zh-CN" sz="2000" b="0" i="1">
                <a:solidFill>
                  <a:srgbClr val="87AFF4"/>
                </a:solidFill>
                <a:effectLst/>
                <a:latin typeface="Cascadia Code" pitchFamily="50" charset="0"/>
              </a:rPr>
              <a:t>onclick</a:t>
            </a:r>
            <a:r>
              <a:rPr lang="en-US" altLang="zh-CN" sz="2000" b="0">
                <a:solidFill>
                  <a:srgbClr val="A7DBF7"/>
                </a:solidFill>
                <a:effectLst/>
                <a:latin typeface="Cascadia Code" pitchFamily="50" charset="0"/>
              </a:rPr>
              <a:t> </a:t>
            </a:r>
            <a:r>
              <a:rPr lang="en-US" altLang="zh-CN" sz="2000" b="0" i="1">
                <a:solidFill>
                  <a:srgbClr val="00BFF9"/>
                </a:solidFill>
                <a:effectLst/>
                <a:latin typeface="Cascadia Code" pitchFamily="50" charset="0"/>
              </a:rPr>
              <a:t>=</a:t>
            </a:r>
            <a:r>
              <a:rPr lang="en-US" altLang="zh-CN" sz="2000" b="0">
                <a:solidFill>
                  <a:srgbClr val="A7DBF7"/>
                </a:solidFill>
                <a:effectLst/>
                <a:latin typeface="Cascadia Code" pitchFamily="50" charset="0"/>
              </a:rPr>
              <a:t> </a:t>
            </a:r>
            <a:r>
              <a:rPr lang="en-US" altLang="zh-CN" sz="2000" b="0" i="1">
                <a:solidFill>
                  <a:srgbClr val="00BFF9"/>
                </a:solidFill>
                <a:effectLst/>
                <a:latin typeface="Cascadia Code" pitchFamily="50" charset="0"/>
              </a:rPr>
              <a:t>function</a:t>
            </a:r>
            <a:r>
              <a:rPr lang="en-US" altLang="zh-CN" sz="2000" b="0">
                <a:solidFill>
                  <a:srgbClr val="A7DBF7"/>
                </a:solidFill>
                <a:effectLst/>
                <a:latin typeface="Cascadia Code" pitchFamily="50" charset="0"/>
              </a:rPr>
              <a:t> () </a:t>
            </a:r>
            <a:r>
              <a:rPr lang="en-US" altLang="zh-CN" sz="2000" b="0">
                <a:solidFill>
                  <a:srgbClr val="FFFFFF"/>
                </a:solidFill>
                <a:effectLst/>
                <a:latin typeface="Cascadia Code" pitchFamily="50" charset="0"/>
              </a:rPr>
              <a:t>{</a:t>
            </a:r>
            <a:endParaRPr lang="en-US" altLang="zh-CN" sz="2000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r>
              <a:rPr lang="en-US" altLang="zh-CN" sz="2000" b="0">
                <a:solidFill>
                  <a:srgbClr val="A7DBF7"/>
                </a:solidFill>
                <a:effectLst/>
                <a:latin typeface="Cascadia Code" pitchFamily="50" charset="0"/>
              </a:rPr>
              <a:t>  </a:t>
            </a:r>
            <a:r>
              <a:rPr lang="en-US" altLang="zh-CN" sz="2000" b="0" i="1">
                <a:solidFill>
                  <a:srgbClr val="87AFF4"/>
                </a:solidFill>
                <a:effectLst/>
                <a:latin typeface="Cascadia Code" pitchFamily="50" charset="0"/>
              </a:rPr>
              <a:t>alert</a:t>
            </a:r>
            <a:r>
              <a:rPr lang="en-US" altLang="zh-CN" sz="20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2000" b="0">
                <a:solidFill>
                  <a:srgbClr val="6BFF81"/>
                </a:solidFill>
                <a:effectLst/>
                <a:latin typeface="Cascadia Code" pitchFamily="50" charset="0"/>
              </a:rPr>
              <a:t>"</a:t>
            </a:r>
            <a:r>
              <a:rPr lang="en-US" altLang="zh-CN" sz="2000" b="0">
                <a:solidFill>
                  <a:srgbClr val="BCF0C0"/>
                </a:solidFill>
                <a:effectLst/>
                <a:latin typeface="Cascadia Code" pitchFamily="50" charset="0"/>
              </a:rPr>
              <a:t>Hello World!</a:t>
            </a:r>
            <a:r>
              <a:rPr lang="en-US" altLang="zh-CN" sz="2000" b="0">
                <a:solidFill>
                  <a:srgbClr val="6BFF81"/>
                </a:solidFill>
                <a:effectLst/>
                <a:latin typeface="Cascadia Code" pitchFamily="50" charset="0"/>
              </a:rPr>
              <a:t>"</a:t>
            </a:r>
            <a:r>
              <a:rPr lang="en-US" altLang="zh-CN" sz="2000" b="0">
                <a:solidFill>
                  <a:srgbClr val="A7DBF7"/>
                </a:solidFill>
                <a:effectLst/>
                <a:latin typeface="Cascadia Code" pitchFamily="50" charset="0"/>
              </a:rPr>
              <a:t>);</a:t>
            </a:r>
          </a:p>
          <a:p>
            <a:r>
              <a:rPr lang="en-US" altLang="zh-CN" sz="2000" b="0">
                <a:solidFill>
                  <a:srgbClr val="FFFFFF"/>
                </a:solidFill>
                <a:effectLst/>
                <a:latin typeface="Cascadia Code" pitchFamily="50" charset="0"/>
              </a:rPr>
              <a:t>}</a:t>
            </a:r>
            <a:endParaRPr lang="en-US" altLang="zh-CN" sz="2000" b="0">
              <a:solidFill>
                <a:srgbClr val="A7DBF7"/>
              </a:solidFill>
              <a:effectLst/>
              <a:latin typeface="Cascadia Code" pitchFamily="50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7EAE54-EABD-F07A-A4A5-5E783BF8F73D}"/>
              </a:ext>
            </a:extLst>
          </p:cNvPr>
          <p:cNvSpPr txBox="1"/>
          <p:nvPr/>
        </p:nvSpPr>
        <p:spPr>
          <a:xfrm>
            <a:off x="557894" y="306165"/>
            <a:ext cx="143629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看看结果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027AB1-4DE3-FB94-DC99-84BF9637627F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136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角丸四角形 11"/>
          <p:cNvSpPr/>
          <p:nvPr/>
        </p:nvSpPr>
        <p:spPr>
          <a:xfrm>
            <a:off x="0" y="269226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动手操作③ </a:t>
            </a:r>
            <a:r>
              <a:rPr kumimoji="1" lang="zh-CN" altLang="en-US">
                <a:latin typeface="Meiryo UI" panose="020B0604030504040204" pitchFamily="50" charset="-128"/>
                <a:ea typeface="Meiryo UI" panose="020B0604030504040204" pitchFamily="50" charset="-128"/>
              </a:rPr>
              <a:t>附加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テキスト ボックス 12">
            <a:extLst>
              <a:ext uri="{FF2B5EF4-FFF2-40B4-BE49-F238E27FC236}">
                <a16:creationId xmlns:a16="http://schemas.microsoft.com/office/drawing/2014/main" id="{793BBA64-3B1E-4255-9C17-111C0C2FA45E}"/>
              </a:ext>
            </a:extLst>
          </p:cNvPr>
          <p:cNvSpPr txBox="1"/>
          <p:nvPr/>
        </p:nvSpPr>
        <p:spPr>
          <a:xfrm>
            <a:off x="145181" y="1570295"/>
            <a:ext cx="11901638" cy="218699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noAutofit/>
          </a:bodyPr>
          <a:lstStyle/>
          <a:p>
            <a:r>
              <a:rPr lang="en-US" altLang="zh-CN" sz="2600" b="0" i="1" err="1">
                <a:solidFill>
                  <a:srgbClr val="D6DEEB"/>
                </a:solidFill>
                <a:effectLst/>
                <a:latin typeface="Cascadia Code" pitchFamily="50" charset="0"/>
              </a:rPr>
              <a:t>document</a:t>
            </a:r>
            <a:r>
              <a:rPr lang="en-US" altLang="zh-CN" sz="2600" b="0" err="1">
                <a:solidFill>
                  <a:srgbClr val="A7DBF7"/>
                </a:solidFill>
                <a:effectLst/>
                <a:latin typeface="Cascadia Code" pitchFamily="50" charset="0"/>
              </a:rPr>
              <a:t>.</a:t>
            </a:r>
            <a:r>
              <a:rPr lang="en-US" altLang="zh-CN" sz="2600" b="0" i="1" err="1">
                <a:solidFill>
                  <a:srgbClr val="87AFF4"/>
                </a:solidFill>
                <a:effectLst/>
                <a:latin typeface="Cascadia Code" pitchFamily="50" charset="0"/>
              </a:rPr>
              <a:t>getElementById</a:t>
            </a:r>
            <a:r>
              <a:rPr lang="en-US" altLang="zh-CN" sz="28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28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800" b="0" err="1">
                <a:solidFill>
                  <a:srgbClr val="BCF0C0"/>
                </a:solidFill>
                <a:effectLst/>
                <a:latin typeface="Cascadia Code" pitchFamily="50" charset="0"/>
              </a:rPr>
              <a:t>btn</a:t>
            </a:r>
            <a:r>
              <a:rPr lang="en-US" altLang="zh-CN" sz="28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800" b="0">
                <a:solidFill>
                  <a:srgbClr val="A7DBF7"/>
                </a:solidFill>
                <a:effectLst/>
                <a:latin typeface="Cascadia Code" pitchFamily="50" charset="0"/>
              </a:rPr>
              <a:t>).</a:t>
            </a:r>
            <a:r>
              <a:rPr lang="en-US" altLang="zh-CN" sz="2600" b="0" err="1">
                <a:solidFill>
                  <a:srgbClr val="A7DBF7"/>
                </a:solidFill>
                <a:effectLst/>
                <a:latin typeface="Cascadia Code" pitchFamily="50" charset="0"/>
              </a:rPr>
              <a:t>on</a:t>
            </a:r>
            <a:r>
              <a:rPr lang="en-US" altLang="zh-CN" sz="2600" b="0" i="1" err="1">
                <a:solidFill>
                  <a:srgbClr val="87AFF4"/>
                </a:solidFill>
                <a:effectLst/>
                <a:latin typeface="Cascadia Code" pitchFamily="50" charset="0"/>
              </a:rPr>
              <a:t>mouseover</a:t>
            </a:r>
            <a:r>
              <a:rPr lang="en-US" altLang="zh-CN" sz="2600" b="0">
                <a:solidFill>
                  <a:srgbClr val="A7DBF7"/>
                </a:solidFill>
                <a:effectLst/>
                <a:latin typeface="Cascadia Code" pitchFamily="50" charset="0"/>
              </a:rPr>
              <a:t> </a:t>
            </a:r>
            <a:r>
              <a:rPr lang="en-US" altLang="zh-CN" sz="2600" b="0" i="1">
                <a:solidFill>
                  <a:srgbClr val="00BFF9"/>
                </a:solidFill>
                <a:effectLst/>
                <a:latin typeface="Cascadia Code" pitchFamily="50" charset="0"/>
              </a:rPr>
              <a:t>=</a:t>
            </a:r>
            <a:r>
              <a:rPr lang="en-US" altLang="zh-CN" sz="2600" b="0">
                <a:solidFill>
                  <a:srgbClr val="A7DBF7"/>
                </a:solidFill>
                <a:effectLst/>
                <a:latin typeface="Cascadia Code" pitchFamily="50" charset="0"/>
              </a:rPr>
              <a:t> </a:t>
            </a:r>
            <a:r>
              <a:rPr lang="en-US" altLang="zh-CN" sz="2600" b="0" i="1">
                <a:solidFill>
                  <a:srgbClr val="00BFF9"/>
                </a:solidFill>
                <a:effectLst/>
                <a:latin typeface="Cascadia Code" pitchFamily="50" charset="0"/>
              </a:rPr>
              <a:t>function </a:t>
            </a:r>
            <a:r>
              <a:rPr lang="en-US" altLang="zh-CN" sz="2600" b="0">
                <a:solidFill>
                  <a:srgbClr val="A7DBF7"/>
                </a:solidFill>
                <a:effectLst/>
                <a:latin typeface="Cascadia Code" pitchFamily="50" charset="0"/>
              </a:rPr>
              <a:t>() </a:t>
            </a:r>
            <a:r>
              <a:rPr lang="en-US" altLang="zh-CN" sz="2600" b="0">
                <a:solidFill>
                  <a:srgbClr val="FFFFFF"/>
                </a:solidFill>
                <a:effectLst/>
                <a:latin typeface="Cascadia Code" pitchFamily="50" charset="0"/>
              </a:rPr>
              <a:t>{</a:t>
            </a:r>
            <a:endParaRPr lang="en-US" altLang="zh-CN" sz="2600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r>
              <a:rPr lang="en-US" altLang="zh-CN" sz="2600" b="0">
                <a:solidFill>
                  <a:srgbClr val="A7DBF7"/>
                </a:solidFill>
                <a:effectLst/>
                <a:latin typeface="Cascadia Code" pitchFamily="50" charset="0"/>
              </a:rPr>
              <a:t>  </a:t>
            </a:r>
            <a:r>
              <a:rPr lang="en-US" altLang="zh-CN" sz="2600" b="0" i="1">
                <a:solidFill>
                  <a:srgbClr val="87AFF4"/>
                </a:solidFill>
                <a:effectLst/>
                <a:latin typeface="Cascadia Code" pitchFamily="50" charset="0"/>
              </a:rPr>
              <a:t>alert(</a:t>
            </a:r>
            <a:r>
              <a:rPr lang="en-US" altLang="zh-CN" sz="28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800" b="0">
                <a:solidFill>
                  <a:srgbClr val="BCF0C0"/>
                </a:solidFill>
                <a:effectLst/>
                <a:latin typeface="Cascadia Code" pitchFamily="50" charset="0"/>
              </a:rPr>
              <a:t>Hello World</a:t>
            </a:r>
            <a:r>
              <a:rPr lang="en-US" altLang="zh-CN" sz="28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)</a:t>
            </a:r>
            <a:endParaRPr lang="en-US" altLang="zh-CN" sz="2600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r>
              <a:rPr lang="en-US" altLang="zh-CN" sz="2600" b="0">
                <a:solidFill>
                  <a:srgbClr val="FFFFFF"/>
                </a:solidFill>
                <a:effectLst/>
                <a:latin typeface="Cascadia Code" pitchFamily="50" charset="0"/>
              </a:rPr>
              <a:t>}</a:t>
            </a:r>
            <a:endParaRPr lang="en-US" altLang="zh-CN" sz="2600" b="0">
              <a:solidFill>
                <a:srgbClr val="A7DBF7"/>
              </a:solidFill>
              <a:effectLst/>
              <a:latin typeface="Cascadia Code" pitchFamily="50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619C78-F720-47A3-8121-1A4C8D7E1875}"/>
              </a:ext>
            </a:extLst>
          </p:cNvPr>
          <p:cNvSpPr txBox="1"/>
          <p:nvPr/>
        </p:nvSpPr>
        <p:spPr>
          <a:xfrm>
            <a:off x="2711142" y="4126879"/>
            <a:ext cx="55707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这次把触发条件换成了鼠标悬停，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endParaRPr lang="en-US" altLang="zh-CN" sz="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可以帮助我们加深对事件名的理解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AF111E-2B88-ADB6-FC0C-55E533B7DB9F}"/>
              </a:ext>
            </a:extLst>
          </p:cNvPr>
          <p:cNvSpPr txBox="1"/>
          <p:nvPr/>
        </p:nvSpPr>
        <p:spPr>
          <a:xfrm>
            <a:off x="2569574" y="292763"/>
            <a:ext cx="40136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让我们试试另一个事件吧</a:t>
            </a:r>
          </a:p>
        </p:txBody>
      </p:sp>
    </p:spTree>
    <p:extLst>
      <p:ext uri="{BB962C8B-B14F-4D97-AF65-F5344CB8AC3E}">
        <p14:creationId xmlns:p14="http://schemas.microsoft.com/office/powerpoint/2010/main" val="4282300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1241943" y="3049784"/>
            <a:ext cx="567334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实践</a:t>
            </a:r>
            <a:r>
              <a:rPr lang="en-US" altLang="ja-JP" sz="3200" err="1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上运行</a:t>
            </a:r>
            <a:r>
              <a:rPr lang="en-US" altLang="ja-JP" sz="320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endParaRPr lang="ja-JP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ja-JP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4" name="矩形 10"/>
          <p:cNvSpPr>
            <a:spLocks noChangeArrowheads="1"/>
          </p:cNvSpPr>
          <p:nvPr/>
        </p:nvSpPr>
        <p:spPr bwMode="auto">
          <a:xfrm>
            <a:off x="5340120" y="2376589"/>
            <a:ext cx="1362874" cy="38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1898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</a:t>
            </a:r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25" name="直接连接符 11"/>
          <p:cNvSpPr>
            <a:spLocks noChangeShapeType="1"/>
          </p:cNvSpPr>
          <p:nvPr/>
        </p:nvSpPr>
        <p:spPr bwMode="auto">
          <a:xfrm>
            <a:off x="1483581" y="2790903"/>
            <a:ext cx="5219413" cy="1588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6915291" y="1528247"/>
            <a:ext cx="3302507" cy="357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266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</a:t>
            </a:r>
            <a:r>
              <a:rPr lang="en-US" altLang="zh-CN" sz="22660">
                <a:solidFill>
                  <a:schemeClr val="accent2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5</a:t>
            </a:r>
            <a:endParaRPr lang="zh-CN" altLang="en-US" sz="22660" b="1">
              <a:solidFill>
                <a:schemeClr val="accent2"/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0" y="3879825"/>
            <a:ext cx="4992468" cy="2977987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2830059" y="4400495"/>
            <a:ext cx="9361941" cy="2457316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37101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  <p:bldP spid="5124" grpId="0"/>
      <p:bldP spid="5125" grpId="0" animBg="1"/>
      <p:bldP spid="7" grpId="0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499F6622-38C7-E894-86F3-915FF3A394CD}"/>
              </a:ext>
            </a:extLst>
          </p:cNvPr>
          <p:cNvSpPr txBox="1">
            <a:spLocks/>
          </p:cNvSpPr>
          <p:nvPr/>
        </p:nvSpPr>
        <p:spPr>
          <a:xfrm>
            <a:off x="348118" y="253843"/>
            <a:ext cx="1826141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上传代码</a:t>
            </a:r>
            <a:endParaRPr lang="ja-JP" altLang="en-US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697EDA-93FF-7AF1-32B1-03795018CE91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7">
            <a:extLst>
              <a:ext uri="{FF2B5EF4-FFF2-40B4-BE49-F238E27FC236}">
                <a16:creationId xmlns:a16="http://schemas.microsoft.com/office/drawing/2014/main" id="{9200CD86-F964-58D1-39B6-C67D15A70022}"/>
              </a:ext>
            </a:extLst>
          </p:cNvPr>
          <p:cNvGrpSpPr>
            <a:grpSpLocks/>
          </p:cNvGrpSpPr>
          <p:nvPr/>
        </p:nvGrpSpPr>
        <p:grpSpPr bwMode="auto">
          <a:xfrm>
            <a:off x="759455" y="931562"/>
            <a:ext cx="6769523" cy="2386263"/>
            <a:chOff x="2328125" y="420166"/>
            <a:chExt cx="4813158" cy="1697235"/>
          </a:xfrm>
        </p:grpSpPr>
        <p:sp>
          <p:nvSpPr>
            <p:cNvPr id="4" name="文本框 66">
              <a:extLst>
                <a:ext uri="{FF2B5EF4-FFF2-40B4-BE49-F238E27FC236}">
                  <a16:creationId xmlns:a16="http://schemas.microsoft.com/office/drawing/2014/main" id="{3B1721EF-DE83-1DF0-292B-F439C2B41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6415" y="1526352"/>
              <a:ext cx="2814868" cy="591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4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每次手动执行</a:t>
              </a:r>
              <a:endParaRPr lang="en-US" altLang="zh-CN" sz="24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24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浏览器关闭将消失</a:t>
              </a:r>
              <a:endParaRPr lang="en-US" altLang="zh-CN" sz="24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" name="文本框 13">
              <a:extLst>
                <a:ext uri="{FF2B5EF4-FFF2-40B4-BE49-F238E27FC236}">
                  <a16:creationId xmlns:a16="http://schemas.microsoft.com/office/drawing/2014/main" id="{D3587F87-D963-2359-0E18-ACF7ED7C6C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125" y="420166"/>
              <a:ext cx="3596112" cy="503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002060"/>
                  </a:solidFill>
                </a:rPr>
                <a:t>到目前为止，我们都使用控制台来输入代码</a:t>
              </a:r>
              <a:endParaRPr lang="en-US" altLang="zh-CN" sz="2000">
                <a:solidFill>
                  <a:srgbClr val="002060"/>
                </a:solidFill>
              </a:endParaRPr>
            </a:p>
            <a:p>
              <a:r>
                <a:rPr lang="zh-CN" altLang="en-US" sz="2000">
                  <a:solidFill>
                    <a:srgbClr val="002060"/>
                  </a:solidFill>
                </a:rPr>
                <a:t>现在要改变一下，改用上传文件的形式</a:t>
              </a:r>
            </a:p>
          </p:txBody>
        </p:sp>
        <p:sp>
          <p:nvSpPr>
            <p:cNvPr id="7" name="文本框 66">
              <a:extLst>
                <a:ext uri="{FF2B5EF4-FFF2-40B4-BE49-F238E27FC236}">
                  <a16:creationId xmlns:a16="http://schemas.microsoft.com/office/drawing/2014/main" id="{DB95B570-73D0-78F6-A551-CB268160F0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037" y="1080836"/>
              <a:ext cx="2290178" cy="328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zh-CN" altLang="en-US" sz="2400">
                  <a:solidFill>
                    <a:srgbClr val="002060"/>
                  </a:solidFill>
                </a:rPr>
                <a:t>使用控制台的劣势</a:t>
              </a:r>
            </a:p>
          </p:txBody>
        </p:sp>
        <p:sp>
          <p:nvSpPr>
            <p:cNvPr id="8" name="任意多边形 23">
              <a:extLst>
                <a:ext uri="{FF2B5EF4-FFF2-40B4-BE49-F238E27FC236}">
                  <a16:creationId xmlns:a16="http://schemas.microsoft.com/office/drawing/2014/main" id="{0E44C091-5AED-7397-E269-5508053C17E2}"/>
                </a:ext>
              </a:extLst>
            </p:cNvPr>
            <p:cNvSpPr/>
            <p:nvPr/>
          </p:nvSpPr>
          <p:spPr>
            <a:xfrm>
              <a:off x="5231249" y="1443253"/>
              <a:ext cx="587274" cy="32518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6C1BE9FF-AFD7-2DFA-3527-CBF63E669E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948" b="-1329"/>
          <a:stretch/>
        </p:blipFill>
        <p:spPr>
          <a:xfrm>
            <a:off x="6512026" y="415194"/>
            <a:ext cx="5277154" cy="318469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7D846E0-7141-C130-8772-8E0CEFCD7A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515" t="1651" r="26518" b="29707"/>
          <a:stretch/>
        </p:blipFill>
        <p:spPr>
          <a:xfrm>
            <a:off x="958765" y="3376937"/>
            <a:ext cx="4117362" cy="3788276"/>
          </a:xfrm>
          <a:prstGeom prst="rect">
            <a:avLst/>
          </a:prstGeom>
        </p:spPr>
      </p:pic>
      <p:sp>
        <p:nvSpPr>
          <p:cNvPr id="13" name="任意多边形 53">
            <a:extLst>
              <a:ext uri="{FF2B5EF4-FFF2-40B4-BE49-F238E27FC236}">
                <a16:creationId xmlns:a16="http://schemas.microsoft.com/office/drawing/2014/main" id="{C411D575-4596-BA46-84E0-83B4982E88E2}"/>
              </a:ext>
            </a:extLst>
          </p:cNvPr>
          <p:cNvSpPr/>
          <p:nvPr/>
        </p:nvSpPr>
        <p:spPr bwMode="auto">
          <a:xfrm>
            <a:off x="4842587" y="4081480"/>
            <a:ext cx="6792886" cy="2759122"/>
          </a:xfrm>
          <a:custGeom>
            <a:avLst/>
            <a:gdLst>
              <a:gd name="connsiteX0" fmla="*/ 0 w 4830965"/>
              <a:gd name="connsiteY0" fmla="*/ 0 h 1962150"/>
              <a:gd name="connsiteX1" fmla="*/ 4830965 w 4830965"/>
              <a:gd name="connsiteY1" fmla="*/ 0 h 1962150"/>
              <a:gd name="connsiteX2" fmla="*/ 4830965 w 4830965"/>
              <a:gd name="connsiteY2" fmla="*/ 1962150 h 1962150"/>
              <a:gd name="connsiteX3" fmla="*/ 0 w 4830965"/>
              <a:gd name="connsiteY3" fmla="*/ 1962150 h 1962150"/>
              <a:gd name="connsiteX4" fmla="*/ 0 w 4830965"/>
              <a:gd name="connsiteY4" fmla="*/ 0 h 1962150"/>
              <a:gd name="connsiteX5" fmla="*/ 95250 w 4830965"/>
              <a:gd name="connsiteY5" fmla="*/ 95250 h 1962150"/>
              <a:gd name="connsiteX6" fmla="*/ 95250 w 4830965"/>
              <a:gd name="connsiteY6" fmla="*/ 1876425 h 1962150"/>
              <a:gd name="connsiteX7" fmla="*/ 4726190 w 4830965"/>
              <a:gd name="connsiteY7" fmla="*/ 1876425 h 1962150"/>
              <a:gd name="connsiteX8" fmla="*/ 4726190 w 4830965"/>
              <a:gd name="connsiteY8" fmla="*/ 95250 h 1962150"/>
              <a:gd name="connsiteX9" fmla="*/ 95250 w 4830965"/>
              <a:gd name="connsiteY9" fmla="*/ 95250 h 196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30965" h="1962150">
                <a:moveTo>
                  <a:pt x="0" y="0"/>
                </a:moveTo>
                <a:lnTo>
                  <a:pt x="4830965" y="0"/>
                </a:lnTo>
                <a:lnTo>
                  <a:pt x="4830965" y="1962150"/>
                </a:lnTo>
                <a:lnTo>
                  <a:pt x="0" y="1962150"/>
                </a:lnTo>
                <a:lnTo>
                  <a:pt x="0" y="0"/>
                </a:lnTo>
                <a:close/>
                <a:moveTo>
                  <a:pt x="95250" y="95250"/>
                </a:moveTo>
                <a:lnTo>
                  <a:pt x="95250" y="1876425"/>
                </a:lnTo>
                <a:lnTo>
                  <a:pt x="4726190" y="1876425"/>
                </a:lnTo>
                <a:lnTo>
                  <a:pt x="4726190" y="95250"/>
                </a:lnTo>
                <a:lnTo>
                  <a:pt x="95250" y="952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BDB6B53-9196-BD63-7DC2-1283DA7F627E}"/>
              </a:ext>
            </a:extLst>
          </p:cNvPr>
          <p:cNvSpPr txBox="1"/>
          <p:nvPr/>
        </p:nvSpPr>
        <p:spPr>
          <a:xfrm>
            <a:off x="5352552" y="4487346"/>
            <a:ext cx="610154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002060"/>
                </a:solidFill>
                <a:latin typeface="Simply City Light" panose="020B0303020202080204" pitchFamily="34" charset="0"/>
                <a:ea typeface="SimSun-ExtB" panose="02010609060101010101" pitchFamily="49" charset="-122"/>
                <a:cs typeface="Arial" panose="020B0604020202020204" pitchFamily="34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/>
              <a:t>使用文件上传代码的优势</a:t>
            </a:r>
          </a:p>
        </p:txBody>
      </p:sp>
      <p:sp>
        <p:nvSpPr>
          <p:cNvPr id="20" name="任意多边形 23">
            <a:extLst>
              <a:ext uri="{FF2B5EF4-FFF2-40B4-BE49-F238E27FC236}">
                <a16:creationId xmlns:a16="http://schemas.microsoft.com/office/drawing/2014/main" id="{7E36175C-2060-37D2-56BC-C406D0A9DDF0}"/>
              </a:ext>
            </a:extLst>
          </p:cNvPr>
          <p:cNvSpPr/>
          <p:nvPr/>
        </p:nvSpPr>
        <p:spPr bwMode="auto">
          <a:xfrm>
            <a:off x="5496751" y="5088457"/>
            <a:ext cx="825978" cy="45719"/>
          </a:xfrm>
          <a:custGeom>
            <a:avLst/>
            <a:gdLst>
              <a:gd name="connsiteX0" fmla="*/ 0 w 504825"/>
              <a:gd name="connsiteY0" fmla="*/ 0 h 0"/>
              <a:gd name="connsiteX1" fmla="*/ 504825 w 5048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48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17A786-93D3-6E96-B279-1833156C0546}"/>
              </a:ext>
            </a:extLst>
          </p:cNvPr>
          <p:cNvSpPr txBox="1"/>
          <p:nvPr/>
        </p:nvSpPr>
        <p:spPr>
          <a:xfrm>
            <a:off x="5352552" y="5271075"/>
            <a:ext cx="6101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保存一次，避免重复</a:t>
            </a:r>
            <a:endParaRPr lang="en-US" altLang="zh-CN" sz="240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上传一次，终身受用</a:t>
            </a:r>
          </a:p>
        </p:txBody>
      </p:sp>
    </p:spTree>
    <p:extLst>
      <p:ext uri="{BB962C8B-B14F-4D97-AF65-F5344CB8AC3E}">
        <p14:creationId xmlns:p14="http://schemas.microsoft.com/office/powerpoint/2010/main" val="134359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9" grpId="0"/>
      <p:bldP spid="20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0229356-EDB8-4640-9261-6371F6F84F1F}"/>
              </a:ext>
            </a:extLst>
          </p:cNvPr>
          <p:cNvSpPr/>
          <p:nvPr/>
        </p:nvSpPr>
        <p:spPr>
          <a:xfrm>
            <a:off x="458541" y="2650672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 rot="20726331">
            <a:off x="4699951" y="4799866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478B42A-6E99-F0B5-83C8-9F4E14073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032" y="2842898"/>
            <a:ext cx="37208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kumimoji="1"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第一个</a:t>
            </a:r>
            <a:r>
              <a:rPr kumimoji="1" lang="en-US" altLang="zh-CN" sz="3200" err="1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endParaRPr kumimoji="1" lang="ja-JP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0">
            <a:extLst>
              <a:ext uri="{FF2B5EF4-FFF2-40B4-BE49-F238E27FC236}">
                <a16:creationId xmlns:a16="http://schemas.microsoft.com/office/drawing/2014/main" id="{29713762-80C9-B1C7-7383-6050752FC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469" y="1533147"/>
            <a:ext cx="469872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zh-CN" altLang="en-US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实践</a:t>
            </a:r>
            <a:r>
              <a:rPr lang="en-US" altLang="zh-CN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动手操作</a:t>
            </a:r>
          </a:p>
        </p:txBody>
      </p:sp>
      <p:sp>
        <p:nvSpPr>
          <p:cNvPr id="13" name="直接连接符 11">
            <a:extLst>
              <a:ext uri="{FF2B5EF4-FFF2-40B4-BE49-F238E27FC236}">
                <a16:creationId xmlns:a16="http://schemas.microsoft.com/office/drawing/2014/main" id="{27F3B9DF-FF2C-F68F-779A-D0820FE49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6354" y="2470170"/>
            <a:ext cx="5219413" cy="1588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22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7277" y="80597"/>
            <a:ext cx="289884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latin typeface="Meiryo UI" panose="020B0604030504040204" pitchFamily="50" charset="-128"/>
                <a:ea typeface="Meiryo UI" panose="020B0604030504040204" pitchFamily="50" charset="-128"/>
              </a:rPr>
              <a:t>动手操作</a:t>
            </a:r>
            <a:r>
              <a:rPr kumimoji="1" lang="ja-JP" alt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④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9D467D-8BF3-4143-AB7E-9831512CAE63}"/>
              </a:ext>
            </a:extLst>
          </p:cNvPr>
          <p:cNvSpPr txBox="1"/>
          <p:nvPr/>
        </p:nvSpPr>
        <p:spPr>
          <a:xfrm>
            <a:off x="505328" y="2784465"/>
            <a:ext cx="11434812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400" b="0" i="1" err="1">
                <a:solidFill>
                  <a:srgbClr val="D6DEEB"/>
                </a:solidFill>
                <a:effectLst/>
                <a:latin typeface="Cascadia Code" pitchFamily="50" charset="0"/>
              </a:rPr>
              <a:t>kintone</a:t>
            </a:r>
            <a:r>
              <a:rPr lang="en-US" altLang="zh-CN" sz="2400" b="0" err="1">
                <a:solidFill>
                  <a:srgbClr val="A7DBF7"/>
                </a:solidFill>
                <a:effectLst/>
                <a:latin typeface="Cascadia Code" pitchFamily="50" charset="0"/>
              </a:rPr>
              <a:t>.</a:t>
            </a:r>
            <a:r>
              <a:rPr lang="en-US" altLang="zh-CN" sz="2400" b="0" i="1" err="1">
                <a:solidFill>
                  <a:srgbClr val="F7ECB5"/>
                </a:solidFill>
                <a:effectLst/>
                <a:latin typeface="Cascadia Code" pitchFamily="50" charset="0"/>
              </a:rPr>
              <a:t>events</a:t>
            </a:r>
            <a:r>
              <a:rPr lang="en-US" altLang="zh-CN" sz="2400" b="0" err="1">
                <a:solidFill>
                  <a:srgbClr val="A7DBF7"/>
                </a:solidFill>
                <a:effectLst/>
                <a:latin typeface="Cascadia Code" pitchFamily="50" charset="0"/>
              </a:rPr>
              <a:t>.</a:t>
            </a:r>
            <a:r>
              <a:rPr lang="en-US" altLang="zh-CN" sz="2400" b="0" i="1" err="1">
                <a:solidFill>
                  <a:srgbClr val="87AFF4"/>
                </a:solidFill>
                <a:effectLst/>
                <a:latin typeface="Cascadia Code" pitchFamily="50" charset="0"/>
              </a:rPr>
              <a:t>on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24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400" b="0" err="1">
                <a:solidFill>
                  <a:srgbClr val="BCF0C0"/>
                </a:solidFill>
                <a:effectLst/>
                <a:latin typeface="Cascadia Code" pitchFamily="50" charset="0"/>
              </a:rPr>
              <a:t>app.record.create.show</a:t>
            </a:r>
            <a:r>
              <a:rPr lang="en-US" altLang="zh-CN" sz="24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, </a:t>
            </a:r>
            <a:r>
              <a:rPr lang="en-US" altLang="zh-CN" sz="2400" b="0" i="1">
                <a:solidFill>
                  <a:srgbClr val="00BFF9"/>
                </a:solidFill>
                <a:effectLst/>
                <a:latin typeface="Cascadia Code" pitchFamily="50" charset="0"/>
              </a:rPr>
              <a:t>function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2400" b="0">
                <a:solidFill>
                  <a:srgbClr val="D7DBE0"/>
                </a:solidFill>
                <a:effectLst/>
                <a:latin typeface="Cascadia Code" pitchFamily="50" charset="0"/>
              </a:rPr>
              <a:t>event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) </a:t>
            </a:r>
            <a:r>
              <a:rPr lang="en-US" altLang="zh-CN" sz="2400" b="0">
                <a:solidFill>
                  <a:srgbClr val="FFFFFF"/>
                </a:solidFill>
                <a:effectLst/>
                <a:latin typeface="Cascadia Code" pitchFamily="50" charset="0"/>
              </a:rPr>
              <a:t>{</a:t>
            </a:r>
            <a:endParaRPr lang="en-US" altLang="zh-CN" sz="2400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  </a:t>
            </a:r>
            <a:r>
              <a:rPr lang="en-US" altLang="zh-CN" sz="2400" b="0" i="1">
                <a:solidFill>
                  <a:srgbClr val="87AFF4"/>
                </a:solidFill>
                <a:effectLst/>
                <a:latin typeface="Cascadia Code" pitchFamily="50" charset="0"/>
              </a:rPr>
              <a:t>alert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2400" b="0">
                <a:solidFill>
                  <a:srgbClr val="6BFF81"/>
                </a:solidFill>
                <a:effectLst/>
                <a:latin typeface="Cascadia Code" pitchFamily="50" charset="0"/>
              </a:rPr>
              <a:t>‘</a:t>
            </a:r>
            <a:r>
              <a:rPr lang="en-US" altLang="zh-CN" sz="2400" b="0">
                <a:solidFill>
                  <a:srgbClr val="BCF0C0"/>
                </a:solidFill>
                <a:effectLst/>
                <a:latin typeface="Cascadia Code" pitchFamily="50" charset="0"/>
              </a:rPr>
              <a:t>Hello World</a:t>
            </a:r>
            <a:r>
              <a:rPr lang="en-US" altLang="zh-CN" sz="24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)</a:t>
            </a:r>
          </a:p>
          <a:p>
            <a:r>
              <a:rPr lang="en-US" altLang="zh-CN" sz="2400" b="0">
                <a:solidFill>
                  <a:srgbClr val="FFFFFF"/>
                </a:solidFill>
                <a:effectLst/>
                <a:latin typeface="Cascadia Code" pitchFamily="50" charset="0"/>
              </a:rPr>
              <a:t>}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323B94-1C0C-4F87-BB7D-01303F43597C}"/>
              </a:ext>
            </a:extLst>
          </p:cNvPr>
          <p:cNvSpPr txBox="1"/>
          <p:nvPr/>
        </p:nvSpPr>
        <p:spPr>
          <a:xfrm>
            <a:off x="710838" y="1789791"/>
            <a:ext cx="8656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在编辑器中输入以下代码，</a:t>
            </a:r>
            <a:r>
              <a:rPr lang="en-US" altLang="zh-CN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Ctrl</a:t>
            </a:r>
            <a:r>
              <a:rPr lang="ja-JP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ja-JP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+</a:t>
            </a:r>
            <a:r>
              <a:rPr lang="ja-JP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ja-JP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s</a:t>
            </a:r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保存为文件</a:t>
            </a:r>
            <a:r>
              <a:rPr lang="en-US" altLang="zh-CN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800" err="1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hello.js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3219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09C2304-B85C-4DEE-8DBE-52CB8FA9E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69" y="1554928"/>
            <a:ext cx="7404637" cy="34705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192EDC0-058D-4F72-8376-E543B9C72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708" y="1472664"/>
            <a:ext cx="3819689" cy="483669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6CBB1C9-7CAA-4E23-80C3-B0934722ABF9}"/>
              </a:ext>
            </a:extLst>
          </p:cNvPr>
          <p:cNvSpPr txBox="1"/>
          <p:nvPr/>
        </p:nvSpPr>
        <p:spPr>
          <a:xfrm>
            <a:off x="1261188" y="1031708"/>
            <a:ext cx="5295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在后台设置，上传</a:t>
            </a:r>
            <a:r>
              <a:rPr lang="en-US" altLang="zh-CN" sz="2800" err="1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文件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2644C0-E151-48B1-A5FC-B5BFB48A1BA3}"/>
              </a:ext>
            </a:extLst>
          </p:cNvPr>
          <p:cNvSpPr txBox="1"/>
          <p:nvPr/>
        </p:nvSpPr>
        <p:spPr>
          <a:xfrm>
            <a:off x="5458138" y="5442462"/>
            <a:ext cx="203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C00000"/>
                </a:solidFill>
              </a:rPr>
              <a:t>点击上传</a:t>
            </a:r>
            <a:endParaRPr lang="en-US" altLang="zh-CN" sz="3600">
              <a:solidFill>
                <a:srgbClr val="C00000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178336C-5ED7-413D-BA4D-E9565C0D6E69}"/>
              </a:ext>
            </a:extLst>
          </p:cNvPr>
          <p:cNvCxnSpPr>
            <a:cxnSpLocks/>
          </p:cNvCxnSpPr>
          <p:nvPr/>
        </p:nvCxnSpPr>
        <p:spPr>
          <a:xfrm flipV="1">
            <a:off x="7498080" y="3883794"/>
            <a:ext cx="2286000" cy="1592981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E4B7E9C3-11EF-4B4B-7944-A94F1AF8D4E2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FCEEA294-3B69-BCB1-AE07-3E2C95BC5447}"/>
              </a:ext>
            </a:extLst>
          </p:cNvPr>
          <p:cNvSpPr txBox="1">
            <a:spLocks/>
          </p:cNvSpPr>
          <p:nvPr/>
        </p:nvSpPr>
        <p:spPr>
          <a:xfrm>
            <a:off x="348118" y="253843"/>
            <a:ext cx="387798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创建应用并后台设置</a:t>
            </a:r>
            <a:endParaRPr lang="ja-JP" altLang="en-US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852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66CBB1C9-7CAA-4E23-80C3-B0934722ABF9}"/>
              </a:ext>
            </a:extLst>
          </p:cNvPr>
          <p:cNvSpPr txBox="1"/>
          <p:nvPr/>
        </p:nvSpPr>
        <p:spPr>
          <a:xfrm>
            <a:off x="2730334" y="4327622"/>
            <a:ext cx="673133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当创建记录时，弹出了提示框。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说明我们成功利用了</a:t>
            </a:r>
            <a:r>
              <a:rPr lang="en-US" altLang="zh-CN" sz="2800" err="1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kintone</a:t>
            </a:r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特有的事件，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而不是网页通用事件。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83E3C0-5BE6-458B-AF97-9CC978FAE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674" y="922628"/>
            <a:ext cx="8806651" cy="301738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121BF98-2355-628F-CDBC-4C2FC87A8E16}"/>
              </a:ext>
            </a:extLst>
          </p:cNvPr>
          <p:cNvSpPr txBox="1"/>
          <p:nvPr/>
        </p:nvSpPr>
        <p:spPr>
          <a:xfrm>
            <a:off x="557894" y="306165"/>
            <a:ext cx="143629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看看结果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93DD0C-A051-CC7C-F3B3-7660C258D003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56081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8B6A5379-E471-4C8A-99FA-D10F5219AD21}"/>
              </a:ext>
            </a:extLst>
          </p:cNvPr>
          <p:cNvSpPr txBox="1"/>
          <p:nvPr/>
        </p:nvSpPr>
        <p:spPr>
          <a:xfrm>
            <a:off x="4187604" y="1346912"/>
            <a:ext cx="350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err="1">
                <a:solidFill>
                  <a:srgbClr val="C00000"/>
                </a:solidFill>
              </a:rPr>
              <a:t>kintone</a:t>
            </a:r>
            <a:r>
              <a:rPr lang="zh-CN" altLang="en-US" sz="3600">
                <a:solidFill>
                  <a:srgbClr val="C00000"/>
                </a:solidFill>
              </a:rPr>
              <a:t>事件名称</a:t>
            </a:r>
            <a:endParaRPr lang="en-US" altLang="zh-CN" sz="360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900A84-46ED-465C-935D-17C0656983FB}"/>
              </a:ext>
            </a:extLst>
          </p:cNvPr>
          <p:cNvSpPr txBox="1"/>
          <p:nvPr/>
        </p:nvSpPr>
        <p:spPr>
          <a:xfrm>
            <a:off x="505328" y="2784465"/>
            <a:ext cx="11434812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400" b="0" i="1" err="1">
                <a:solidFill>
                  <a:srgbClr val="D6DEEB"/>
                </a:solidFill>
                <a:effectLst/>
                <a:latin typeface="Cascadia Code" pitchFamily="50" charset="0"/>
              </a:rPr>
              <a:t>kintone</a:t>
            </a:r>
            <a:r>
              <a:rPr lang="en-US" altLang="zh-CN" sz="2400" b="0" err="1">
                <a:solidFill>
                  <a:srgbClr val="A7DBF7"/>
                </a:solidFill>
                <a:effectLst/>
                <a:latin typeface="Cascadia Code" pitchFamily="50" charset="0"/>
              </a:rPr>
              <a:t>.</a:t>
            </a:r>
            <a:r>
              <a:rPr lang="en-US" altLang="zh-CN" sz="2400" b="0" i="1" err="1">
                <a:solidFill>
                  <a:srgbClr val="F7ECB5"/>
                </a:solidFill>
                <a:effectLst/>
                <a:latin typeface="Cascadia Code" pitchFamily="50" charset="0"/>
              </a:rPr>
              <a:t>events</a:t>
            </a:r>
            <a:r>
              <a:rPr lang="en-US" altLang="zh-CN" sz="2400" b="0" err="1">
                <a:solidFill>
                  <a:srgbClr val="A7DBF7"/>
                </a:solidFill>
                <a:effectLst/>
                <a:latin typeface="Cascadia Code" pitchFamily="50" charset="0"/>
              </a:rPr>
              <a:t>.</a:t>
            </a:r>
            <a:r>
              <a:rPr lang="en-US" altLang="zh-CN" sz="2400" b="0" i="1" err="1">
                <a:solidFill>
                  <a:srgbClr val="87AFF4"/>
                </a:solidFill>
                <a:effectLst/>
                <a:latin typeface="Cascadia Code" pitchFamily="50" charset="0"/>
              </a:rPr>
              <a:t>on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24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400" b="0" err="1">
                <a:solidFill>
                  <a:srgbClr val="BCF0C0"/>
                </a:solidFill>
                <a:effectLst/>
                <a:latin typeface="Cascadia Code" pitchFamily="50" charset="0"/>
              </a:rPr>
              <a:t>app.record.create.show</a:t>
            </a:r>
            <a:r>
              <a:rPr lang="en-US" altLang="zh-CN" sz="24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, </a:t>
            </a:r>
            <a:r>
              <a:rPr lang="en-US" altLang="zh-CN" sz="2400" b="0" i="1">
                <a:solidFill>
                  <a:srgbClr val="00BFF9"/>
                </a:solidFill>
                <a:effectLst/>
                <a:latin typeface="Cascadia Code" pitchFamily="50" charset="0"/>
              </a:rPr>
              <a:t>function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2400" b="0">
                <a:solidFill>
                  <a:srgbClr val="D7DBE0"/>
                </a:solidFill>
                <a:effectLst/>
                <a:latin typeface="Cascadia Code" pitchFamily="50" charset="0"/>
              </a:rPr>
              <a:t>event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) </a:t>
            </a:r>
            <a:r>
              <a:rPr lang="en-US" altLang="zh-CN" sz="2400" b="0">
                <a:solidFill>
                  <a:srgbClr val="FFFFFF"/>
                </a:solidFill>
                <a:effectLst/>
                <a:latin typeface="Cascadia Code" pitchFamily="50" charset="0"/>
              </a:rPr>
              <a:t>{</a:t>
            </a:r>
            <a:endParaRPr lang="en-US" altLang="zh-CN" sz="2400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  </a:t>
            </a:r>
            <a:r>
              <a:rPr lang="en-US" altLang="zh-CN" sz="2400" b="0" i="1">
                <a:solidFill>
                  <a:srgbClr val="87AFF4"/>
                </a:solidFill>
                <a:effectLst/>
                <a:latin typeface="Cascadia Code" pitchFamily="50" charset="0"/>
              </a:rPr>
              <a:t>alert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sz="24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400" b="0">
                <a:solidFill>
                  <a:srgbClr val="BCF0C0"/>
                </a:solidFill>
                <a:effectLst/>
                <a:latin typeface="Cascadia Code" pitchFamily="50" charset="0"/>
              </a:rPr>
              <a:t>hello world</a:t>
            </a:r>
            <a:r>
              <a:rPr lang="en-US" altLang="zh-CN" sz="2400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)</a:t>
            </a:r>
          </a:p>
          <a:p>
            <a:r>
              <a:rPr lang="en-US" altLang="zh-CN" sz="2400" b="0">
                <a:solidFill>
                  <a:srgbClr val="FFFFFF"/>
                </a:solidFill>
                <a:effectLst/>
                <a:latin typeface="Cascadia Code" pitchFamily="50" charset="0"/>
              </a:rPr>
              <a:t>}</a:t>
            </a:r>
            <a:r>
              <a:rPr lang="en-US" altLang="zh-CN" sz="2400" b="0">
                <a:solidFill>
                  <a:srgbClr val="A7DBF7"/>
                </a:solidFill>
                <a:effectLst/>
                <a:latin typeface="Cascadia Code" pitchFamily="50" charset="0"/>
              </a:rPr>
              <a:t>)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CE88B54-9F25-4DB2-98ED-4F0D4E3F93B5}"/>
              </a:ext>
            </a:extLst>
          </p:cNvPr>
          <p:cNvCxnSpPr>
            <a:stCxn id="13" idx="2"/>
          </p:cNvCxnSpPr>
          <p:nvPr/>
        </p:nvCxnSpPr>
        <p:spPr>
          <a:xfrm flipH="1">
            <a:off x="5544152" y="1993243"/>
            <a:ext cx="396496" cy="923212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04CE00A0-2F21-F922-271F-BEA4470C417D}"/>
              </a:ext>
            </a:extLst>
          </p:cNvPr>
          <p:cNvSpPr txBox="1">
            <a:spLocks/>
          </p:cNvSpPr>
          <p:nvPr/>
        </p:nvSpPr>
        <p:spPr>
          <a:xfrm>
            <a:off x="348118" y="253843"/>
            <a:ext cx="375936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320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Kintone</a:t>
            </a:r>
            <a:r>
              <a:rPr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事件的写法</a:t>
            </a:r>
            <a:endParaRPr lang="ja-JP" altLang="en-US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037B9-1AC4-E888-4F2F-987D30C4EB74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2864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3047CE3-47DE-4531-A715-A3C640F36E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0" b="27497"/>
          <a:stretch/>
        </p:blipFill>
        <p:spPr>
          <a:xfrm>
            <a:off x="3102752" y="2414025"/>
            <a:ext cx="6466138" cy="4366972"/>
          </a:xfrm>
          <a:prstGeom prst="rect">
            <a:avLst/>
          </a:prstGeom>
        </p:spPr>
      </p:pic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424CF9D1-2347-41F7-948B-E7342A91FC44}"/>
              </a:ext>
            </a:extLst>
          </p:cNvPr>
          <p:cNvSpPr txBox="1">
            <a:spLocks/>
          </p:cNvSpPr>
          <p:nvPr/>
        </p:nvSpPr>
        <p:spPr>
          <a:xfrm>
            <a:off x="1996046" y="1072198"/>
            <a:ext cx="8755374" cy="931819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 </a:t>
            </a:r>
            <a:r>
              <a:rPr kumimoji="1" lang="en-US" altLang="ja-JP" sz="2400" b="1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cybozu</a:t>
            </a:r>
            <a:r>
              <a:rPr kumimoji="1" lang="en-US" altLang="ja-JP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developer network </a:t>
            </a:r>
            <a:r>
              <a:rPr kumimoji="1"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上查看存在哪些事件</a:t>
            </a:r>
            <a:r>
              <a:rPr kumimoji="1" lang="zh-CN" altLang="en-US" sz="20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en-US" altLang="zh-CN" sz="20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kumimoji="1" lang="en-US" altLang="zh-CN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https://cybozudev.kf5.com/</a:t>
            </a:r>
            <a:r>
              <a:rPr kumimoji="1" lang="en-US" altLang="zh-CN" sz="2400" b="1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hc</a:t>
            </a:r>
            <a:r>
              <a:rPr kumimoji="1" lang="en-US" altLang="zh-CN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/kb/article/1303568/</a:t>
            </a:r>
            <a:endParaRPr kumimoji="1" lang="ja-JP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フレーム 9"/>
          <p:cNvSpPr/>
          <p:nvPr/>
        </p:nvSpPr>
        <p:spPr>
          <a:xfrm>
            <a:off x="3102750" y="3029902"/>
            <a:ext cx="831561" cy="3751095"/>
          </a:xfrm>
          <a:prstGeom prst="frame">
            <a:avLst>
              <a:gd name="adj1" fmla="val 2296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フレーム 11"/>
          <p:cNvSpPr/>
          <p:nvPr/>
        </p:nvSpPr>
        <p:spPr>
          <a:xfrm>
            <a:off x="4110980" y="3029902"/>
            <a:ext cx="1452421" cy="3707782"/>
          </a:xfrm>
          <a:prstGeom prst="frame">
            <a:avLst>
              <a:gd name="adj1" fmla="val 1669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フレーム 12"/>
          <p:cNvSpPr/>
          <p:nvPr/>
        </p:nvSpPr>
        <p:spPr>
          <a:xfrm>
            <a:off x="5686943" y="3003783"/>
            <a:ext cx="2297766" cy="3733901"/>
          </a:xfrm>
          <a:prstGeom prst="frame">
            <a:avLst>
              <a:gd name="adj1" fmla="val 1338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573579" y="2781704"/>
            <a:ext cx="2261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可以设置事件的页面</a:t>
            </a:r>
            <a:endParaRPr kumimoji="1" lang="ja-JP" altLang="en-US" b="1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130957" y="5630946"/>
            <a:ext cx="1795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事件发生的时间</a:t>
            </a:r>
            <a:endParaRPr kumimoji="1" lang="ja-JP" altLang="en-US" b="1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0042115" y="2799861"/>
            <a:ext cx="132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事件名称</a:t>
            </a:r>
            <a:endParaRPr kumimoji="1" lang="ja-JP" altLang="en-US" b="1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線コネクタ 16"/>
          <p:cNvCxnSpPr>
            <a:cxnSpLocks/>
            <a:endCxn id="14" idx="3"/>
          </p:cNvCxnSpPr>
          <p:nvPr/>
        </p:nvCxnSpPr>
        <p:spPr>
          <a:xfrm flipH="1" flipV="1">
            <a:off x="2834641" y="2966370"/>
            <a:ext cx="268108" cy="60941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>
            <a:cxnSpLocks/>
            <a:stCxn id="12" idx="1"/>
            <a:endCxn id="15" idx="3"/>
          </p:cNvCxnSpPr>
          <p:nvPr/>
        </p:nvCxnSpPr>
        <p:spPr>
          <a:xfrm flipH="1">
            <a:off x="2926080" y="4883793"/>
            <a:ext cx="1184900" cy="93181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>
            <a:cxnSpLocks/>
            <a:stCxn id="16" idx="1"/>
          </p:cNvCxnSpPr>
          <p:nvPr/>
        </p:nvCxnSpPr>
        <p:spPr>
          <a:xfrm flipH="1">
            <a:off x="7984709" y="2984527"/>
            <a:ext cx="2057406" cy="110621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/>
          <p:cNvSpPr/>
          <p:nvPr/>
        </p:nvSpPr>
        <p:spPr>
          <a:xfrm>
            <a:off x="3102749" y="2000985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ja-JP" sz="2800" err="1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kintone</a:t>
            </a:r>
            <a:r>
              <a:rPr lang="en-US" altLang="ja-JP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 JavaScript API </a:t>
            </a:r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一览表</a:t>
            </a:r>
            <a:endParaRPr lang="en-US" altLang="ja-JP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E8A50660-A612-0BCF-5EEC-37DDAF9C733F}"/>
              </a:ext>
            </a:extLst>
          </p:cNvPr>
          <p:cNvSpPr txBox="1">
            <a:spLocks/>
          </p:cNvSpPr>
          <p:nvPr/>
        </p:nvSpPr>
        <p:spPr>
          <a:xfrm>
            <a:off x="348118" y="253843"/>
            <a:ext cx="45801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320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Kintone</a:t>
            </a:r>
            <a:r>
              <a:rPr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专用事件一览表</a:t>
            </a:r>
            <a:endParaRPr lang="ja-JP" altLang="en-US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89068B-A80F-5A5C-914D-41D43B557302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262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/>
      <p:bldP spid="15" grpId="0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495188D-7328-478C-82A3-7ED4B4FF9F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95950" y="2751584"/>
            <a:ext cx="6496050" cy="67741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字段代码</a:t>
            </a:r>
          </a:p>
        </p:txBody>
      </p:sp>
    </p:spTree>
    <p:extLst>
      <p:ext uri="{BB962C8B-B14F-4D97-AF65-F5344CB8AC3E}">
        <p14:creationId xmlns:p14="http://schemas.microsoft.com/office/powerpoint/2010/main" val="1877637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上课“点名”千万别说call one names！这样太不礼貌！_at">
            <a:extLst>
              <a:ext uri="{FF2B5EF4-FFF2-40B4-BE49-F238E27FC236}">
                <a16:creationId xmlns:a16="http://schemas.microsoft.com/office/drawing/2014/main" id="{C91D3606-37AF-4ED2-99E8-CFDF725A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44" y="861155"/>
            <a:ext cx="4642305" cy="309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D113156-5619-4623-A901-E3EC683A16F7}"/>
              </a:ext>
            </a:extLst>
          </p:cNvPr>
          <p:cNvSpPr txBox="1"/>
          <p:nvPr/>
        </p:nvSpPr>
        <p:spPr>
          <a:xfrm>
            <a:off x="2422091" y="1270907"/>
            <a:ext cx="4134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老师通过什么办法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让指定的学生回答问题？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5C4E8F-1940-4293-8581-7674E7901DE7}"/>
              </a:ext>
            </a:extLst>
          </p:cNvPr>
          <p:cNvSpPr txBox="1"/>
          <p:nvPr/>
        </p:nvSpPr>
        <p:spPr>
          <a:xfrm>
            <a:off x="825428" y="6132993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叫这个学生的名字</a:t>
            </a:r>
            <a:endParaRPr lang="en-US" altLang="zh-CN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テキスト プレースホルダー 1">
            <a:extLst>
              <a:ext uri="{FF2B5EF4-FFF2-40B4-BE49-F238E27FC236}">
                <a16:creationId xmlns:a16="http://schemas.microsoft.com/office/drawing/2014/main" id="{BE82BDF8-A49E-559F-B385-94CCA1C4583F}"/>
              </a:ext>
            </a:extLst>
          </p:cNvPr>
          <p:cNvSpPr txBox="1">
            <a:spLocks/>
          </p:cNvSpPr>
          <p:nvPr/>
        </p:nvSpPr>
        <p:spPr>
          <a:xfrm>
            <a:off x="348118" y="253843"/>
            <a:ext cx="402065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举手回答老师问题时</a:t>
            </a:r>
            <a:endParaRPr lang="ja-JP" altLang="en-US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D65089-BA22-F7D5-0607-2A40409C1AB8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7F0E2DC4-05E4-B3DD-1C42-00B149243918}"/>
              </a:ext>
            </a:extLst>
          </p:cNvPr>
          <p:cNvGrpSpPr/>
          <p:nvPr/>
        </p:nvGrpSpPr>
        <p:grpSpPr>
          <a:xfrm rot="2700000">
            <a:off x="4578010" y="1764389"/>
            <a:ext cx="995524" cy="4882626"/>
            <a:chOff x="5529181" y="1323332"/>
            <a:chExt cx="1082945" cy="5311388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76B92738-139C-80C2-406B-59AC744D4110}"/>
                </a:ext>
              </a:extLst>
            </p:cNvPr>
            <p:cNvSpPr/>
            <p:nvPr/>
          </p:nvSpPr>
          <p:spPr>
            <a:xfrm>
              <a:off x="5674859" y="1469010"/>
              <a:ext cx="769258" cy="3872246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1B3A8976-26C5-C7F4-30CF-62A701E9290A}"/>
                </a:ext>
              </a:extLst>
            </p:cNvPr>
            <p:cNvGrpSpPr/>
            <p:nvPr/>
          </p:nvGrpSpPr>
          <p:grpSpPr>
            <a:xfrm>
              <a:off x="5674859" y="5586622"/>
              <a:ext cx="769258" cy="1048098"/>
              <a:chOff x="5674859" y="5586622"/>
              <a:chExt cx="769258" cy="1048098"/>
            </a:xfrm>
          </p:grpSpPr>
          <p:sp>
            <p:nvSpPr>
              <p:cNvPr id="48" name="Isosceles Triangle 41">
                <a:extLst>
                  <a:ext uri="{FF2B5EF4-FFF2-40B4-BE49-F238E27FC236}">
                    <a16:creationId xmlns:a16="http://schemas.microsoft.com/office/drawing/2014/main" id="{55E35094-542D-2358-D623-6B28C08638D8}"/>
                  </a:ext>
                </a:extLst>
              </p:cNvPr>
              <p:cNvSpPr/>
              <p:nvPr/>
            </p:nvSpPr>
            <p:spPr>
              <a:xfrm flipV="1">
                <a:off x="5674859" y="5586622"/>
                <a:ext cx="769258" cy="1048098"/>
              </a:xfrm>
              <a:prstGeom prst="triangl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GB" sz="9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Isosceles Triangle 7">
                <a:extLst>
                  <a:ext uri="{FF2B5EF4-FFF2-40B4-BE49-F238E27FC236}">
                    <a16:creationId xmlns:a16="http://schemas.microsoft.com/office/drawing/2014/main" id="{277EDE3D-5C11-C4C3-34FC-0A824EDFCAF8}"/>
                  </a:ext>
                </a:extLst>
              </p:cNvPr>
              <p:cNvSpPr/>
              <p:nvPr/>
            </p:nvSpPr>
            <p:spPr>
              <a:xfrm flipV="1">
                <a:off x="5882403" y="6097350"/>
                <a:ext cx="354170" cy="537369"/>
              </a:xfrm>
              <a:custGeom>
                <a:avLst/>
                <a:gdLst>
                  <a:gd name="connsiteX0" fmla="*/ 0 w 354170"/>
                  <a:gd name="connsiteY0" fmla="*/ 479252 h 479252"/>
                  <a:gd name="connsiteX1" fmla="*/ 177085 w 354170"/>
                  <a:gd name="connsiteY1" fmla="*/ 0 h 479252"/>
                  <a:gd name="connsiteX2" fmla="*/ 354170 w 354170"/>
                  <a:gd name="connsiteY2" fmla="*/ 479252 h 479252"/>
                  <a:gd name="connsiteX3" fmla="*/ 0 w 354170"/>
                  <a:gd name="connsiteY3" fmla="*/ 479252 h 479252"/>
                  <a:gd name="connsiteX0" fmla="*/ 0 w 354170"/>
                  <a:gd name="connsiteY0" fmla="*/ 479252 h 537369"/>
                  <a:gd name="connsiteX1" fmla="*/ 177085 w 354170"/>
                  <a:gd name="connsiteY1" fmla="*/ 0 h 537369"/>
                  <a:gd name="connsiteX2" fmla="*/ 354170 w 354170"/>
                  <a:gd name="connsiteY2" fmla="*/ 479252 h 537369"/>
                  <a:gd name="connsiteX3" fmla="*/ 173116 w 354170"/>
                  <a:gd name="connsiteY3" fmla="*/ 537369 h 537369"/>
                  <a:gd name="connsiteX4" fmla="*/ 0 w 354170"/>
                  <a:gd name="connsiteY4" fmla="*/ 479252 h 53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170" h="537369">
                    <a:moveTo>
                      <a:pt x="0" y="479252"/>
                    </a:moveTo>
                    <a:lnTo>
                      <a:pt x="177085" y="0"/>
                    </a:lnTo>
                    <a:lnTo>
                      <a:pt x="354170" y="479252"/>
                    </a:lnTo>
                    <a:cubicBezTo>
                      <a:pt x="289056" y="480368"/>
                      <a:pt x="238230" y="536253"/>
                      <a:pt x="173116" y="537369"/>
                    </a:cubicBezTo>
                    <a:lnTo>
                      <a:pt x="0" y="47925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GB" sz="9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3" name="Oval 6">
              <a:extLst>
                <a:ext uri="{FF2B5EF4-FFF2-40B4-BE49-F238E27FC236}">
                  <a16:creationId xmlns:a16="http://schemas.microsoft.com/office/drawing/2014/main" id="{4697403A-E0D4-57C3-9B23-FC918DC8DF8B}"/>
                </a:ext>
              </a:extLst>
            </p:cNvPr>
            <p:cNvSpPr/>
            <p:nvPr/>
          </p:nvSpPr>
          <p:spPr>
            <a:xfrm>
              <a:off x="5966215" y="5245359"/>
              <a:ext cx="199000" cy="199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cxnSp>
          <p:nvCxnSpPr>
            <p:cNvPr id="14" name="Straight Connector 7">
              <a:extLst>
                <a:ext uri="{FF2B5EF4-FFF2-40B4-BE49-F238E27FC236}">
                  <a16:creationId xmlns:a16="http://schemas.microsoft.com/office/drawing/2014/main" id="{A71824E5-F208-5282-08DF-7428BEB32508}"/>
                </a:ext>
              </a:extLst>
            </p:cNvPr>
            <p:cNvCxnSpPr>
              <a:endCxn id="33" idx="7"/>
            </p:cNvCxnSpPr>
            <p:nvPr/>
          </p:nvCxnSpPr>
          <p:spPr>
            <a:xfrm flipH="1">
              <a:off x="5745363" y="1501892"/>
              <a:ext cx="648320" cy="433996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">
              <a:extLst>
                <a:ext uri="{FF2B5EF4-FFF2-40B4-BE49-F238E27FC236}">
                  <a16:creationId xmlns:a16="http://schemas.microsoft.com/office/drawing/2014/main" id="{D99CCFFC-A206-C9EC-8F8E-3FBB8E7DCC05}"/>
                </a:ext>
              </a:extLst>
            </p:cNvPr>
            <p:cNvCxnSpPr>
              <a:endCxn id="37" idx="7"/>
            </p:cNvCxnSpPr>
            <p:nvPr/>
          </p:nvCxnSpPr>
          <p:spPr>
            <a:xfrm flipH="1">
              <a:off x="6131091" y="1960955"/>
              <a:ext cx="225981" cy="206020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9">
              <a:extLst>
                <a:ext uri="{FF2B5EF4-FFF2-40B4-BE49-F238E27FC236}">
                  <a16:creationId xmlns:a16="http://schemas.microsoft.com/office/drawing/2014/main" id="{CD1F2733-847B-759E-81E7-9E515C23B53B}"/>
                </a:ext>
              </a:extLst>
            </p:cNvPr>
            <p:cNvCxnSpPr>
              <a:endCxn id="37" idx="5"/>
            </p:cNvCxnSpPr>
            <p:nvPr/>
          </p:nvCxnSpPr>
          <p:spPr>
            <a:xfrm flipH="1" flipV="1">
              <a:off x="6131091" y="2372995"/>
              <a:ext cx="218473" cy="261112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0">
              <a:extLst>
                <a:ext uri="{FF2B5EF4-FFF2-40B4-BE49-F238E27FC236}">
                  <a16:creationId xmlns:a16="http://schemas.microsoft.com/office/drawing/2014/main" id="{23213156-B977-8DFA-E017-3164E8D11388}"/>
                </a:ext>
              </a:extLst>
            </p:cNvPr>
            <p:cNvCxnSpPr>
              <a:stCxn id="37" idx="1"/>
            </p:cNvCxnSpPr>
            <p:nvPr/>
          </p:nvCxnSpPr>
          <p:spPr>
            <a:xfrm flipH="1" flipV="1">
              <a:off x="5674860" y="1974065"/>
              <a:ext cx="250211" cy="192910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1">
              <a:extLst>
                <a:ext uri="{FF2B5EF4-FFF2-40B4-BE49-F238E27FC236}">
                  <a16:creationId xmlns:a16="http://schemas.microsoft.com/office/drawing/2014/main" id="{5A9485A0-DBB2-C5C7-AEB7-EC950A70225E}"/>
                </a:ext>
              </a:extLst>
            </p:cNvPr>
            <p:cNvCxnSpPr>
              <a:stCxn id="40" idx="7"/>
            </p:cNvCxnSpPr>
            <p:nvPr/>
          </p:nvCxnSpPr>
          <p:spPr>
            <a:xfrm flipV="1">
              <a:off x="5745363" y="2308332"/>
              <a:ext cx="233620" cy="365764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2">
              <a:extLst>
                <a:ext uri="{FF2B5EF4-FFF2-40B4-BE49-F238E27FC236}">
                  <a16:creationId xmlns:a16="http://schemas.microsoft.com/office/drawing/2014/main" id="{6406784C-9FEA-755C-5364-43BF96D19943}"/>
                </a:ext>
              </a:extLst>
            </p:cNvPr>
            <p:cNvCxnSpPr>
              <a:stCxn id="39" idx="1"/>
            </p:cNvCxnSpPr>
            <p:nvPr/>
          </p:nvCxnSpPr>
          <p:spPr>
            <a:xfrm flipH="1" flipV="1">
              <a:off x="6007136" y="3077187"/>
              <a:ext cx="350523" cy="114087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3">
              <a:extLst>
                <a:ext uri="{FF2B5EF4-FFF2-40B4-BE49-F238E27FC236}">
                  <a16:creationId xmlns:a16="http://schemas.microsoft.com/office/drawing/2014/main" id="{1812FD90-13E1-685B-9353-891753507E11}"/>
                </a:ext>
              </a:extLst>
            </p:cNvPr>
            <p:cNvCxnSpPr>
              <a:stCxn id="38" idx="7"/>
            </p:cNvCxnSpPr>
            <p:nvPr/>
          </p:nvCxnSpPr>
          <p:spPr>
            <a:xfrm flipV="1">
              <a:off x="5761616" y="3091254"/>
              <a:ext cx="202309" cy="411956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14">
              <a:extLst>
                <a:ext uri="{FF2B5EF4-FFF2-40B4-BE49-F238E27FC236}">
                  <a16:creationId xmlns:a16="http://schemas.microsoft.com/office/drawing/2014/main" id="{5EE79C62-D4CF-6E16-8CDD-BCD4C32306D3}"/>
                </a:ext>
              </a:extLst>
            </p:cNvPr>
            <p:cNvCxnSpPr/>
            <p:nvPr/>
          </p:nvCxnSpPr>
          <p:spPr>
            <a:xfrm flipH="1" flipV="1">
              <a:off x="5659729" y="2786494"/>
              <a:ext cx="336895" cy="278331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15">
              <a:extLst>
                <a:ext uri="{FF2B5EF4-FFF2-40B4-BE49-F238E27FC236}">
                  <a16:creationId xmlns:a16="http://schemas.microsoft.com/office/drawing/2014/main" id="{115A9CBD-4588-B3C6-4E7D-B03D902A8EC8}"/>
                </a:ext>
              </a:extLst>
            </p:cNvPr>
            <p:cNvCxnSpPr/>
            <p:nvPr/>
          </p:nvCxnSpPr>
          <p:spPr>
            <a:xfrm flipV="1">
              <a:off x="6028081" y="2655938"/>
              <a:ext cx="416280" cy="364943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16">
              <a:extLst>
                <a:ext uri="{FF2B5EF4-FFF2-40B4-BE49-F238E27FC236}">
                  <a16:creationId xmlns:a16="http://schemas.microsoft.com/office/drawing/2014/main" id="{30EEF56D-B6A4-8C3A-0960-F260B7ADEBCE}"/>
                </a:ext>
              </a:extLst>
            </p:cNvPr>
            <p:cNvCxnSpPr>
              <a:stCxn id="38" idx="6"/>
            </p:cNvCxnSpPr>
            <p:nvPr/>
          </p:nvCxnSpPr>
          <p:spPr>
            <a:xfrm flipV="1">
              <a:off x="5800405" y="3322550"/>
              <a:ext cx="673799" cy="274306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17">
              <a:extLst>
                <a:ext uri="{FF2B5EF4-FFF2-40B4-BE49-F238E27FC236}">
                  <a16:creationId xmlns:a16="http://schemas.microsoft.com/office/drawing/2014/main" id="{7C8AD783-9694-FEF9-9B3D-B514CF3CFE4C}"/>
                </a:ext>
              </a:extLst>
            </p:cNvPr>
            <p:cNvCxnSpPr>
              <a:stCxn id="46" idx="1"/>
            </p:cNvCxnSpPr>
            <p:nvPr/>
          </p:nvCxnSpPr>
          <p:spPr>
            <a:xfrm flipH="1" flipV="1">
              <a:off x="5703418" y="3660075"/>
              <a:ext cx="155908" cy="353941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18">
              <a:extLst>
                <a:ext uri="{FF2B5EF4-FFF2-40B4-BE49-F238E27FC236}">
                  <a16:creationId xmlns:a16="http://schemas.microsoft.com/office/drawing/2014/main" id="{4FD15538-BDEF-5AD3-85DD-C36E58516258}"/>
                </a:ext>
              </a:extLst>
            </p:cNvPr>
            <p:cNvCxnSpPr>
              <a:stCxn id="46" idx="3"/>
            </p:cNvCxnSpPr>
            <p:nvPr/>
          </p:nvCxnSpPr>
          <p:spPr>
            <a:xfrm flipV="1">
              <a:off x="5859326" y="3828930"/>
              <a:ext cx="555891" cy="372377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19">
              <a:extLst>
                <a:ext uri="{FF2B5EF4-FFF2-40B4-BE49-F238E27FC236}">
                  <a16:creationId xmlns:a16="http://schemas.microsoft.com/office/drawing/2014/main" id="{230DEF2D-DE8F-6A00-EF1F-3003A62DCE43}"/>
                </a:ext>
              </a:extLst>
            </p:cNvPr>
            <p:cNvCxnSpPr>
              <a:stCxn id="43" idx="1"/>
            </p:cNvCxnSpPr>
            <p:nvPr/>
          </p:nvCxnSpPr>
          <p:spPr>
            <a:xfrm flipH="1" flipV="1">
              <a:off x="6051555" y="4670502"/>
              <a:ext cx="322205" cy="48679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0">
              <a:extLst>
                <a:ext uri="{FF2B5EF4-FFF2-40B4-BE49-F238E27FC236}">
                  <a16:creationId xmlns:a16="http://schemas.microsoft.com/office/drawing/2014/main" id="{7147D196-F442-84D9-E65E-36579B039E36}"/>
                </a:ext>
              </a:extLst>
            </p:cNvPr>
            <p:cNvCxnSpPr/>
            <p:nvPr/>
          </p:nvCxnSpPr>
          <p:spPr>
            <a:xfrm flipH="1">
              <a:off x="5734273" y="4644686"/>
              <a:ext cx="231941" cy="620873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1">
              <a:extLst>
                <a:ext uri="{FF2B5EF4-FFF2-40B4-BE49-F238E27FC236}">
                  <a16:creationId xmlns:a16="http://schemas.microsoft.com/office/drawing/2014/main" id="{E6CD8392-B594-5BF0-C9F2-C9902D6D9D6F}"/>
                </a:ext>
              </a:extLst>
            </p:cNvPr>
            <p:cNvCxnSpPr/>
            <p:nvPr/>
          </p:nvCxnSpPr>
          <p:spPr>
            <a:xfrm flipH="1" flipV="1">
              <a:off x="6036673" y="4731339"/>
              <a:ext cx="378544" cy="548529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2">
              <a:extLst>
                <a:ext uri="{FF2B5EF4-FFF2-40B4-BE49-F238E27FC236}">
                  <a16:creationId xmlns:a16="http://schemas.microsoft.com/office/drawing/2014/main" id="{BADC167E-5137-2DDC-3D7E-9BA9D6974223}"/>
                </a:ext>
              </a:extLst>
            </p:cNvPr>
            <p:cNvCxnSpPr/>
            <p:nvPr/>
          </p:nvCxnSpPr>
          <p:spPr>
            <a:xfrm flipV="1">
              <a:off x="5997660" y="3903674"/>
              <a:ext cx="358924" cy="736503"/>
            </a:xfrm>
            <a:prstGeom prst="line">
              <a:avLst/>
            </a:prstGeom>
            <a:ln w="19050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3">
              <a:extLst>
                <a:ext uri="{FF2B5EF4-FFF2-40B4-BE49-F238E27FC236}">
                  <a16:creationId xmlns:a16="http://schemas.microsoft.com/office/drawing/2014/main" id="{14BCA06A-4622-5A59-5701-69F95638F53D}"/>
                </a:ext>
              </a:extLst>
            </p:cNvPr>
            <p:cNvSpPr/>
            <p:nvPr/>
          </p:nvSpPr>
          <p:spPr>
            <a:xfrm>
              <a:off x="5529181" y="1323332"/>
              <a:ext cx="291356" cy="29135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Oval 24">
              <a:extLst>
                <a:ext uri="{FF2B5EF4-FFF2-40B4-BE49-F238E27FC236}">
                  <a16:creationId xmlns:a16="http://schemas.microsoft.com/office/drawing/2014/main" id="{229BD172-5341-06EA-3424-ABF6213223D3}"/>
                </a:ext>
              </a:extLst>
            </p:cNvPr>
            <p:cNvSpPr/>
            <p:nvPr/>
          </p:nvSpPr>
          <p:spPr>
            <a:xfrm>
              <a:off x="6284233" y="1326934"/>
              <a:ext cx="291356" cy="2913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Oval 25">
              <a:extLst>
                <a:ext uri="{FF2B5EF4-FFF2-40B4-BE49-F238E27FC236}">
                  <a16:creationId xmlns:a16="http://schemas.microsoft.com/office/drawing/2014/main" id="{2DD316B0-4893-ECAC-2BC6-E0C30DCFA5C0}"/>
                </a:ext>
              </a:extLst>
            </p:cNvPr>
            <p:cNvSpPr/>
            <p:nvPr/>
          </p:nvSpPr>
          <p:spPr>
            <a:xfrm>
              <a:off x="6320461" y="1794381"/>
              <a:ext cx="218900" cy="21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Oval 26">
              <a:extLst>
                <a:ext uri="{FF2B5EF4-FFF2-40B4-BE49-F238E27FC236}">
                  <a16:creationId xmlns:a16="http://schemas.microsoft.com/office/drawing/2014/main" id="{FCAA18BC-7593-D906-6C64-C2DD41BB6B2E}"/>
                </a:ext>
              </a:extLst>
            </p:cNvPr>
            <p:cNvSpPr/>
            <p:nvPr/>
          </p:nvSpPr>
          <p:spPr>
            <a:xfrm>
              <a:off x="5558520" y="1903831"/>
              <a:ext cx="218900" cy="21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4" name="Oval 27">
              <a:extLst>
                <a:ext uri="{FF2B5EF4-FFF2-40B4-BE49-F238E27FC236}">
                  <a16:creationId xmlns:a16="http://schemas.microsoft.com/office/drawing/2014/main" id="{C1A6AECB-F982-E8FF-9393-AE8C07818EB0}"/>
                </a:ext>
              </a:extLst>
            </p:cNvPr>
            <p:cNvSpPr/>
            <p:nvPr/>
          </p:nvSpPr>
          <p:spPr>
            <a:xfrm>
              <a:off x="5959988" y="1363160"/>
              <a:ext cx="199000" cy="199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Oval 28">
              <a:extLst>
                <a:ext uri="{FF2B5EF4-FFF2-40B4-BE49-F238E27FC236}">
                  <a16:creationId xmlns:a16="http://schemas.microsoft.com/office/drawing/2014/main" id="{A1A652EA-0C2C-083E-6710-BD8199027CEA}"/>
                </a:ext>
              </a:extLst>
            </p:cNvPr>
            <p:cNvSpPr/>
            <p:nvPr/>
          </p:nvSpPr>
          <p:spPr>
            <a:xfrm>
              <a:off x="5529181" y="5137946"/>
              <a:ext cx="291356" cy="29135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6" name="Oval 29">
              <a:extLst>
                <a:ext uri="{FF2B5EF4-FFF2-40B4-BE49-F238E27FC236}">
                  <a16:creationId xmlns:a16="http://schemas.microsoft.com/office/drawing/2014/main" id="{6502E2E3-D082-0E86-58B9-8A401F2AC796}"/>
                </a:ext>
              </a:extLst>
            </p:cNvPr>
            <p:cNvSpPr/>
            <p:nvPr/>
          </p:nvSpPr>
          <p:spPr>
            <a:xfrm>
              <a:off x="6270027" y="5137945"/>
              <a:ext cx="291356" cy="29135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7" name="Oval 30">
              <a:extLst>
                <a:ext uri="{FF2B5EF4-FFF2-40B4-BE49-F238E27FC236}">
                  <a16:creationId xmlns:a16="http://schemas.microsoft.com/office/drawing/2014/main" id="{D1043B68-4715-D039-C8D3-20B32A0ED236}"/>
                </a:ext>
              </a:extLst>
            </p:cNvPr>
            <p:cNvSpPr/>
            <p:nvPr/>
          </p:nvSpPr>
          <p:spPr>
            <a:xfrm>
              <a:off x="5882403" y="2124307"/>
              <a:ext cx="291356" cy="29135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Oval 31">
              <a:extLst>
                <a:ext uri="{FF2B5EF4-FFF2-40B4-BE49-F238E27FC236}">
                  <a16:creationId xmlns:a16="http://schemas.microsoft.com/office/drawing/2014/main" id="{057FE629-DC63-37F8-87DD-367A71A3FD8E}"/>
                </a:ext>
              </a:extLst>
            </p:cNvPr>
            <p:cNvSpPr/>
            <p:nvPr/>
          </p:nvSpPr>
          <p:spPr>
            <a:xfrm>
              <a:off x="5535536" y="3464421"/>
              <a:ext cx="264869" cy="26486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9" name="Oval 32">
              <a:extLst>
                <a:ext uri="{FF2B5EF4-FFF2-40B4-BE49-F238E27FC236}">
                  <a16:creationId xmlns:a16="http://schemas.microsoft.com/office/drawing/2014/main" id="{72CBB595-A4B6-4999-AAFD-632E7090D145}"/>
                </a:ext>
              </a:extLst>
            </p:cNvPr>
            <p:cNvSpPr/>
            <p:nvPr/>
          </p:nvSpPr>
          <p:spPr>
            <a:xfrm>
              <a:off x="6325602" y="3159217"/>
              <a:ext cx="218900" cy="2189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Oval 33">
              <a:extLst>
                <a:ext uri="{FF2B5EF4-FFF2-40B4-BE49-F238E27FC236}">
                  <a16:creationId xmlns:a16="http://schemas.microsoft.com/office/drawing/2014/main" id="{5B39D093-24DA-8B3B-90ED-F600A758ACCD}"/>
                </a:ext>
              </a:extLst>
            </p:cNvPr>
            <p:cNvSpPr/>
            <p:nvPr/>
          </p:nvSpPr>
          <p:spPr>
            <a:xfrm>
              <a:off x="5558520" y="2642039"/>
              <a:ext cx="218900" cy="21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1" name="Oval 34">
              <a:extLst>
                <a:ext uri="{FF2B5EF4-FFF2-40B4-BE49-F238E27FC236}">
                  <a16:creationId xmlns:a16="http://schemas.microsoft.com/office/drawing/2014/main" id="{DD2AF3AE-5948-62D7-2B5F-F26182EDDB63}"/>
                </a:ext>
              </a:extLst>
            </p:cNvPr>
            <p:cNvSpPr/>
            <p:nvPr/>
          </p:nvSpPr>
          <p:spPr>
            <a:xfrm>
              <a:off x="6299057" y="3706305"/>
              <a:ext cx="291356" cy="29135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2" name="Oval 35">
              <a:extLst>
                <a:ext uri="{FF2B5EF4-FFF2-40B4-BE49-F238E27FC236}">
                  <a16:creationId xmlns:a16="http://schemas.microsoft.com/office/drawing/2014/main" id="{81F85BF4-28AE-6F10-5354-BB2F5526DBF8}"/>
                </a:ext>
              </a:extLst>
            </p:cNvPr>
            <p:cNvSpPr/>
            <p:nvPr/>
          </p:nvSpPr>
          <p:spPr>
            <a:xfrm>
              <a:off x="6320770" y="2480618"/>
              <a:ext cx="291356" cy="29135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Oval 36">
              <a:extLst>
                <a:ext uri="{FF2B5EF4-FFF2-40B4-BE49-F238E27FC236}">
                  <a16:creationId xmlns:a16="http://schemas.microsoft.com/office/drawing/2014/main" id="{13CE389B-7BD0-1212-8949-97F3DAA8BF69}"/>
                </a:ext>
              </a:extLst>
            </p:cNvPr>
            <p:cNvSpPr/>
            <p:nvPr/>
          </p:nvSpPr>
          <p:spPr>
            <a:xfrm>
              <a:off x="6344617" y="4690038"/>
              <a:ext cx="199000" cy="199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4" name="Oval 37">
              <a:extLst>
                <a:ext uri="{FF2B5EF4-FFF2-40B4-BE49-F238E27FC236}">
                  <a16:creationId xmlns:a16="http://schemas.microsoft.com/office/drawing/2014/main" id="{55FC4A0D-AA1A-74C7-9CD1-B6085EA34D7E}"/>
                </a:ext>
              </a:extLst>
            </p:cNvPr>
            <p:cNvSpPr/>
            <p:nvPr/>
          </p:nvSpPr>
          <p:spPr>
            <a:xfrm>
              <a:off x="5589565" y="4269595"/>
              <a:ext cx="199000" cy="199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Oval 38">
              <a:extLst>
                <a:ext uri="{FF2B5EF4-FFF2-40B4-BE49-F238E27FC236}">
                  <a16:creationId xmlns:a16="http://schemas.microsoft.com/office/drawing/2014/main" id="{37628589-CB21-8393-100B-AE529C4738E5}"/>
                </a:ext>
              </a:extLst>
            </p:cNvPr>
            <p:cNvSpPr/>
            <p:nvPr/>
          </p:nvSpPr>
          <p:spPr>
            <a:xfrm>
              <a:off x="5820537" y="4436997"/>
              <a:ext cx="352541" cy="35254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6" name="Oval 39">
              <a:extLst>
                <a:ext uri="{FF2B5EF4-FFF2-40B4-BE49-F238E27FC236}">
                  <a16:creationId xmlns:a16="http://schemas.microsoft.com/office/drawing/2014/main" id="{0E62F8F6-BFCE-9371-259A-B9F524D9093F}"/>
                </a:ext>
              </a:extLst>
            </p:cNvPr>
            <p:cNvSpPr/>
            <p:nvPr/>
          </p:nvSpPr>
          <p:spPr>
            <a:xfrm>
              <a:off x="5820537" y="3975227"/>
              <a:ext cx="264869" cy="26486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7" name="Oval 40">
              <a:extLst>
                <a:ext uri="{FF2B5EF4-FFF2-40B4-BE49-F238E27FC236}">
                  <a16:creationId xmlns:a16="http://schemas.microsoft.com/office/drawing/2014/main" id="{7D4F7A3E-556B-96B9-EAEB-5F22D82C9648}"/>
                </a:ext>
              </a:extLst>
            </p:cNvPr>
            <p:cNvSpPr/>
            <p:nvPr/>
          </p:nvSpPr>
          <p:spPr>
            <a:xfrm>
              <a:off x="5854553" y="2904089"/>
              <a:ext cx="291356" cy="29135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524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B22C58BB-EB68-4A9C-BD48-4D2BFC9BC6E1}"/>
              </a:ext>
            </a:extLst>
          </p:cNvPr>
          <p:cNvSpPr txBox="1"/>
          <p:nvPr/>
        </p:nvSpPr>
        <p:spPr>
          <a:xfrm>
            <a:off x="1961535" y="2411140"/>
            <a:ext cx="4134465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err="1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kintone</a:t>
            </a:r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的编程世界中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endParaRPr lang="en-US" altLang="zh-CN" sz="10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我们需要知道字段的代号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endParaRPr lang="en-US" altLang="zh-CN" sz="10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以便在需要的时候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endParaRPr lang="en-US" altLang="zh-CN" sz="10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指挥它们行动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6F2B89-AD42-460D-9313-0A51B8DCE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339" y="1178590"/>
            <a:ext cx="4809475" cy="531447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F7D66A4-244E-48DC-B8B3-033F4956503F}"/>
              </a:ext>
            </a:extLst>
          </p:cNvPr>
          <p:cNvSpPr/>
          <p:nvPr/>
        </p:nvSpPr>
        <p:spPr>
          <a:xfrm>
            <a:off x="6771373" y="4932947"/>
            <a:ext cx="2492943" cy="74646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80662B6C-103C-E20C-C937-CC04E77E467E}"/>
              </a:ext>
            </a:extLst>
          </p:cNvPr>
          <p:cNvSpPr txBox="1">
            <a:spLocks/>
          </p:cNvSpPr>
          <p:nvPr/>
        </p:nvSpPr>
        <p:spPr>
          <a:xfrm>
            <a:off x="348118" y="253843"/>
            <a:ext cx="387798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字段代码是身份代号</a:t>
            </a:r>
            <a:endParaRPr lang="ja-JP" altLang="en-US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075586-EBC6-03B0-6933-B03E4D06AA06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31967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0229356-EDB8-4640-9261-6371F6F84F1F}"/>
              </a:ext>
            </a:extLst>
          </p:cNvPr>
          <p:cNvSpPr/>
          <p:nvPr/>
        </p:nvSpPr>
        <p:spPr>
          <a:xfrm>
            <a:off x="458541" y="2650672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 rot="20726331">
            <a:off x="4699951" y="4799866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478B42A-6E99-F0B5-83C8-9F4E14073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032" y="2842898"/>
            <a:ext cx="22365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给你个惊喜</a:t>
            </a:r>
            <a:endParaRPr kumimoji="1" lang="ja-JP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0">
            <a:extLst>
              <a:ext uri="{FF2B5EF4-FFF2-40B4-BE49-F238E27FC236}">
                <a16:creationId xmlns:a16="http://schemas.microsoft.com/office/drawing/2014/main" id="{29713762-80C9-B1C7-7383-6050752FC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469" y="1533147"/>
            <a:ext cx="469872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zh-CN" altLang="en-US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实践</a:t>
            </a:r>
            <a:r>
              <a:rPr lang="en-US" altLang="zh-CN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44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动手操作</a:t>
            </a:r>
          </a:p>
        </p:txBody>
      </p:sp>
      <p:sp>
        <p:nvSpPr>
          <p:cNvPr id="13" name="直接连接符 11">
            <a:extLst>
              <a:ext uri="{FF2B5EF4-FFF2-40B4-BE49-F238E27FC236}">
                <a16:creationId xmlns:a16="http://schemas.microsoft.com/office/drawing/2014/main" id="{27F3B9DF-FF2C-F68F-779A-D0820FE49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6354" y="2470170"/>
            <a:ext cx="5219413" cy="1588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98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58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587579" y="213132"/>
            <a:ext cx="4288353" cy="5355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把字段变成不可编辑！</a:t>
            </a:r>
            <a:endParaRPr lang="ja-JP" altLang="en-US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95862" y="253685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动手操作⑤</a:t>
            </a:r>
          </a:p>
        </p:txBody>
      </p:sp>
      <p:sp>
        <p:nvSpPr>
          <p:cNvPr id="6" name="テキスト ボックス 7">
            <a:extLst>
              <a:ext uri="{FF2B5EF4-FFF2-40B4-BE49-F238E27FC236}">
                <a16:creationId xmlns:a16="http://schemas.microsoft.com/office/drawing/2014/main" id="{B2C23EE0-39DD-4C81-A47D-C32124AE1426}"/>
              </a:ext>
            </a:extLst>
          </p:cNvPr>
          <p:cNvSpPr txBox="1"/>
          <p:nvPr/>
        </p:nvSpPr>
        <p:spPr>
          <a:xfrm>
            <a:off x="1498436" y="3010368"/>
            <a:ext cx="8642555" cy="14773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en-US" altLang="zh-CN" b="0" i="1" err="1">
                <a:solidFill>
                  <a:srgbClr val="D6DEEB"/>
                </a:solidFill>
                <a:effectLst/>
                <a:latin typeface="Cascadia Code" pitchFamily="50" charset="0"/>
              </a:rPr>
              <a:t>kintone</a:t>
            </a:r>
            <a:r>
              <a:rPr lang="en-US" altLang="zh-CN" b="0" err="1">
                <a:solidFill>
                  <a:srgbClr val="A7DBF7"/>
                </a:solidFill>
                <a:effectLst/>
                <a:latin typeface="Cascadia Code" pitchFamily="50" charset="0"/>
              </a:rPr>
              <a:t>.</a:t>
            </a:r>
            <a:r>
              <a:rPr lang="en-US" altLang="zh-CN" b="0" i="1" err="1">
                <a:solidFill>
                  <a:srgbClr val="F7ECB5"/>
                </a:solidFill>
                <a:effectLst/>
                <a:latin typeface="Cascadia Code" pitchFamily="50" charset="0"/>
              </a:rPr>
              <a:t>events</a:t>
            </a:r>
            <a:r>
              <a:rPr lang="en-US" altLang="zh-CN" b="0" err="1">
                <a:solidFill>
                  <a:srgbClr val="A7DBF7"/>
                </a:solidFill>
                <a:effectLst/>
                <a:latin typeface="Cascadia Code" pitchFamily="50" charset="0"/>
              </a:rPr>
              <a:t>.</a:t>
            </a:r>
            <a:r>
              <a:rPr lang="en-US" altLang="zh-CN" b="0" i="1" err="1">
                <a:solidFill>
                  <a:srgbClr val="87AFF4"/>
                </a:solidFill>
                <a:effectLst/>
                <a:latin typeface="Cascadia Code" pitchFamily="50" charset="0"/>
              </a:rPr>
              <a:t>on</a:t>
            </a:r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b="0">
                <a:solidFill>
                  <a:srgbClr val="6BFF81"/>
                </a:solidFill>
                <a:effectLst/>
                <a:latin typeface="Cascadia Code" pitchFamily="50" charset="0"/>
              </a:rPr>
              <a:t>‘</a:t>
            </a:r>
            <a:r>
              <a:rPr lang="en-US" altLang="zh-CN" b="0" err="1">
                <a:solidFill>
                  <a:srgbClr val="BCF0C0"/>
                </a:solidFill>
                <a:effectLst/>
                <a:latin typeface="Cascadia Code" pitchFamily="50" charset="0"/>
              </a:rPr>
              <a:t>app.record.edit</a:t>
            </a:r>
            <a:r>
              <a:rPr lang="en-US" altLang="zh-CN" err="1">
                <a:solidFill>
                  <a:srgbClr val="BCF0C0"/>
                </a:solidFill>
                <a:latin typeface="Cascadia Code" pitchFamily="50" charset="0"/>
              </a:rPr>
              <a:t>.show</a:t>
            </a:r>
            <a:r>
              <a:rPr lang="en-US" altLang="zh-CN" b="0">
                <a:solidFill>
                  <a:srgbClr val="6BFF81"/>
                </a:solidFill>
                <a:effectLst/>
                <a:latin typeface="Cascadia Code" pitchFamily="50" charset="0"/>
              </a:rPr>
              <a:t>'</a:t>
            </a:r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, </a:t>
            </a:r>
            <a:r>
              <a:rPr lang="en-US" altLang="zh-CN" b="0" i="1">
                <a:solidFill>
                  <a:srgbClr val="00BFF9"/>
                </a:solidFill>
                <a:effectLst/>
                <a:latin typeface="Cascadia Code" pitchFamily="50" charset="0"/>
              </a:rPr>
              <a:t>function</a:t>
            </a:r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(</a:t>
            </a:r>
            <a:r>
              <a:rPr lang="en-US" altLang="zh-CN" b="0">
                <a:solidFill>
                  <a:srgbClr val="D7DBE0"/>
                </a:solidFill>
                <a:effectLst/>
                <a:latin typeface="Cascadia Code" pitchFamily="50" charset="0"/>
              </a:rPr>
              <a:t>event</a:t>
            </a:r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) </a:t>
            </a:r>
            <a:r>
              <a:rPr lang="en-US" altLang="zh-CN" b="0">
                <a:solidFill>
                  <a:srgbClr val="FFFFFF"/>
                </a:solidFill>
                <a:effectLst/>
                <a:latin typeface="Cascadia Code" pitchFamily="50" charset="0"/>
              </a:rPr>
              <a:t>{</a:t>
            </a:r>
            <a:endParaRPr lang="en-US" altLang="zh-CN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  </a:t>
            </a:r>
            <a:r>
              <a:rPr lang="en-US" altLang="zh-CN" b="0" i="1">
                <a:solidFill>
                  <a:srgbClr val="D6DEEB"/>
                </a:solidFill>
                <a:effectLst/>
                <a:latin typeface="Cascadia Code" pitchFamily="50" charset="0"/>
              </a:rPr>
              <a:t>event</a:t>
            </a:r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.</a:t>
            </a:r>
            <a:r>
              <a:rPr lang="en-US" altLang="zh-CN" b="0" i="1">
                <a:solidFill>
                  <a:srgbClr val="F7ECB5"/>
                </a:solidFill>
                <a:effectLst/>
                <a:latin typeface="Cascadia Code" pitchFamily="50" charset="0"/>
              </a:rPr>
              <a:t>record</a:t>
            </a:r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.</a:t>
            </a:r>
            <a:r>
              <a:rPr lang="en-US" altLang="zh-CN" b="0" i="1">
                <a:solidFill>
                  <a:srgbClr val="F7ECB5"/>
                </a:solidFill>
                <a:effectLst/>
                <a:latin typeface="Cascadia Code" pitchFamily="50" charset="0"/>
              </a:rPr>
              <a:t>field_code_1</a:t>
            </a:r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.</a:t>
            </a:r>
            <a:r>
              <a:rPr lang="en-US" altLang="zh-CN" b="0" i="1">
                <a:solidFill>
                  <a:srgbClr val="7FDBCA"/>
                </a:solidFill>
                <a:effectLst/>
                <a:latin typeface="Cascadia Code" pitchFamily="50" charset="0"/>
              </a:rPr>
              <a:t>disabled</a:t>
            </a:r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 </a:t>
            </a:r>
            <a:r>
              <a:rPr lang="en-US" altLang="zh-CN" b="0" i="1">
                <a:solidFill>
                  <a:srgbClr val="00BFF9"/>
                </a:solidFill>
                <a:effectLst/>
                <a:latin typeface="Cascadia Code" pitchFamily="50" charset="0"/>
              </a:rPr>
              <a:t>=</a:t>
            </a:r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 </a:t>
            </a:r>
            <a:r>
              <a:rPr lang="en-US" altLang="zh-CN" b="0">
                <a:solidFill>
                  <a:srgbClr val="8DEC95"/>
                </a:solidFill>
                <a:effectLst/>
                <a:latin typeface="Cascadia Code" pitchFamily="50" charset="0"/>
              </a:rPr>
              <a:t>true</a:t>
            </a:r>
            <a:endParaRPr lang="en-US" altLang="zh-CN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  </a:t>
            </a:r>
            <a:r>
              <a:rPr lang="en-US" altLang="zh-CN" b="0" i="1">
                <a:solidFill>
                  <a:srgbClr val="00BFF9"/>
                </a:solidFill>
                <a:effectLst/>
                <a:latin typeface="Cascadia Code" pitchFamily="50" charset="0"/>
              </a:rPr>
              <a:t>return</a:t>
            </a:r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 </a:t>
            </a:r>
            <a:r>
              <a:rPr lang="en-US" altLang="zh-CN" b="0">
                <a:solidFill>
                  <a:srgbClr val="D7DBE0"/>
                </a:solidFill>
                <a:effectLst/>
                <a:latin typeface="Cascadia Code" pitchFamily="50" charset="0"/>
              </a:rPr>
              <a:t>event</a:t>
            </a:r>
            <a:endParaRPr lang="en-US" altLang="zh-CN" b="0">
              <a:solidFill>
                <a:srgbClr val="A7DBF7"/>
              </a:solidFill>
              <a:effectLst/>
              <a:latin typeface="Cascadia Code" pitchFamily="50" charset="0"/>
            </a:endParaRPr>
          </a:p>
          <a:p>
            <a:r>
              <a:rPr lang="en-US" altLang="zh-CN" b="0">
                <a:solidFill>
                  <a:srgbClr val="FFFFFF"/>
                </a:solidFill>
                <a:effectLst/>
                <a:latin typeface="Cascadia Code" pitchFamily="50" charset="0"/>
              </a:rPr>
              <a:t>}</a:t>
            </a:r>
            <a:r>
              <a:rPr lang="en-US" altLang="zh-CN" b="0">
                <a:solidFill>
                  <a:srgbClr val="A7DBF7"/>
                </a:solidFill>
                <a:effectLst/>
                <a:latin typeface="Cascadia Code" pitchFamily="50" charset="0"/>
              </a:rPr>
              <a:t>)</a:t>
            </a:r>
            <a:endParaRPr kumimoji="1" lang="en-US" altLang="ja-JP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BF707F-3B57-4538-8852-A163542E151E}"/>
              </a:ext>
            </a:extLst>
          </p:cNvPr>
          <p:cNvSpPr txBox="1"/>
          <p:nvPr/>
        </p:nvSpPr>
        <p:spPr>
          <a:xfrm>
            <a:off x="3839542" y="1718571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rgbClr val="C00000"/>
                </a:solidFill>
              </a:rPr>
              <a:t>找对事件名称很重要</a:t>
            </a:r>
            <a:endParaRPr lang="en-US" altLang="zh-CN" sz="3600">
              <a:solidFill>
                <a:srgbClr val="C00000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42FF8E5-4889-424F-8DFC-D008C39A5A41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886632" y="2364902"/>
            <a:ext cx="1122735" cy="810917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F6B9356F-BC78-6CF3-AA99-796869CAD1EC}"/>
              </a:ext>
            </a:extLst>
          </p:cNvPr>
          <p:cNvSpPr txBox="1"/>
          <p:nvPr/>
        </p:nvSpPr>
        <p:spPr>
          <a:xfrm>
            <a:off x="2120612" y="5028841"/>
            <a:ext cx="4339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rgbClr val="C00000"/>
                </a:solidFill>
              </a:rPr>
              <a:t>自己命名的字段代码</a:t>
            </a:r>
            <a:endParaRPr lang="en-US" altLang="zh-CN" sz="3600">
              <a:solidFill>
                <a:srgbClr val="C00000"/>
              </a:solidFill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4110A22-331E-4643-F752-ABC8CC73AFAC}"/>
              </a:ext>
            </a:extLst>
          </p:cNvPr>
          <p:cNvCxnSpPr>
            <a:cxnSpLocks/>
          </p:cNvCxnSpPr>
          <p:nvPr/>
        </p:nvCxnSpPr>
        <p:spPr>
          <a:xfrm flipH="1" flipV="1">
            <a:off x="3625702" y="3742660"/>
            <a:ext cx="648586" cy="1254642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9751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E37F1A45-B4D8-49F2-868E-8986750E4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720" y="497688"/>
            <a:ext cx="4371956" cy="3323885"/>
          </a:xfrm>
          <a:prstGeom prst="rect">
            <a:avLst/>
          </a:prstGeom>
        </p:spPr>
      </p:pic>
      <p:sp>
        <p:nvSpPr>
          <p:cNvPr id="20" name="フレーム 19"/>
          <p:cNvSpPr/>
          <p:nvPr/>
        </p:nvSpPr>
        <p:spPr>
          <a:xfrm>
            <a:off x="4245196" y="1122465"/>
            <a:ext cx="1351272" cy="693636"/>
          </a:xfrm>
          <a:prstGeom prst="frame">
            <a:avLst>
              <a:gd name="adj1" fmla="val 241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1900993" y="18797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不可编辑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E06AE588-29AB-429E-B395-E01E0ABBD926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>
          <a:xfrm flipV="1">
            <a:off x="3008989" y="1469283"/>
            <a:ext cx="1236207" cy="595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B158A6E-89C9-451C-A0F8-6DA9C03400B3}"/>
              </a:ext>
            </a:extLst>
          </p:cNvPr>
          <p:cNvSpPr txBox="1"/>
          <p:nvPr/>
        </p:nvSpPr>
        <p:spPr>
          <a:xfrm>
            <a:off x="3639179" y="3870186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rPr>
              <a:t>通过字段代码，实现了对字段的操作</a:t>
            </a:r>
            <a:endParaRPr lang="en-US" altLang="zh-CN" sz="280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FCF49B-CBFE-D6FD-E90B-7422716C12D6}"/>
              </a:ext>
            </a:extLst>
          </p:cNvPr>
          <p:cNvSpPr txBox="1"/>
          <p:nvPr/>
        </p:nvSpPr>
        <p:spPr>
          <a:xfrm>
            <a:off x="557894" y="306165"/>
            <a:ext cx="143629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4278"/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看看结果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4D4D98-A0A1-453D-D2B0-A8F410614617}"/>
              </a:ext>
            </a:extLst>
          </p:cNvPr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4278"/>
            <a:endParaRPr lang="zh-CN" altLang="en-US" sz="1969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5" name="Group 49">
            <a:extLst>
              <a:ext uri="{FF2B5EF4-FFF2-40B4-BE49-F238E27FC236}">
                <a16:creationId xmlns:a16="http://schemas.microsoft.com/office/drawing/2014/main" id="{A412CB52-683A-258F-E39B-A945E41EDFC0}"/>
              </a:ext>
            </a:extLst>
          </p:cNvPr>
          <p:cNvGrpSpPr/>
          <p:nvPr/>
        </p:nvGrpSpPr>
        <p:grpSpPr>
          <a:xfrm>
            <a:off x="3639179" y="5004262"/>
            <a:ext cx="1107996" cy="1163782"/>
            <a:chOff x="751623" y="2577152"/>
            <a:chExt cx="1619915" cy="1619915"/>
          </a:xfrm>
        </p:grpSpPr>
        <p:sp>
          <p:nvSpPr>
            <p:cNvPr id="7" name="Oval 50">
              <a:extLst>
                <a:ext uri="{FF2B5EF4-FFF2-40B4-BE49-F238E27FC236}">
                  <a16:creationId xmlns:a16="http://schemas.microsoft.com/office/drawing/2014/main" id="{9BEFC433-B30D-7184-0E21-5CDF3D5496EE}"/>
                </a:ext>
              </a:extLst>
            </p:cNvPr>
            <p:cNvSpPr/>
            <p:nvPr/>
          </p:nvSpPr>
          <p:spPr>
            <a:xfrm>
              <a:off x="751623" y="2577152"/>
              <a:ext cx="1619915" cy="161991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Freeform 51">
              <a:extLst>
                <a:ext uri="{FF2B5EF4-FFF2-40B4-BE49-F238E27FC236}">
                  <a16:creationId xmlns:a16="http://schemas.microsoft.com/office/drawing/2014/main" id="{2B00FF74-A262-4E42-BDE5-7911308240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11088" y="3035482"/>
              <a:ext cx="755205" cy="780253"/>
            </a:xfrm>
            <a:custGeom>
              <a:avLst/>
              <a:gdLst>
                <a:gd name="T0" fmla="*/ 203 w 360"/>
                <a:gd name="T1" fmla="*/ 271 h 368"/>
                <a:gd name="T2" fmla="*/ 261 w 360"/>
                <a:gd name="T3" fmla="*/ 202 h 368"/>
                <a:gd name="T4" fmla="*/ 360 w 360"/>
                <a:gd name="T5" fmla="*/ 51 h 368"/>
                <a:gd name="T6" fmla="*/ 346 w 360"/>
                <a:gd name="T7" fmla="*/ 37 h 368"/>
                <a:gd name="T8" fmla="*/ 277 w 360"/>
                <a:gd name="T9" fmla="*/ 37 h 368"/>
                <a:gd name="T10" fmla="*/ 180 w 360"/>
                <a:gd name="T11" fmla="*/ 0 h 368"/>
                <a:gd name="T12" fmla="*/ 83 w 360"/>
                <a:gd name="T13" fmla="*/ 37 h 368"/>
                <a:gd name="T14" fmla="*/ 14 w 360"/>
                <a:gd name="T15" fmla="*/ 37 h 368"/>
                <a:gd name="T16" fmla="*/ 0 w 360"/>
                <a:gd name="T17" fmla="*/ 51 h 368"/>
                <a:gd name="T18" fmla="*/ 98 w 360"/>
                <a:gd name="T19" fmla="*/ 202 h 368"/>
                <a:gd name="T20" fmla="*/ 156 w 360"/>
                <a:gd name="T21" fmla="*/ 271 h 368"/>
                <a:gd name="T22" fmla="*/ 156 w 360"/>
                <a:gd name="T23" fmla="*/ 297 h 368"/>
                <a:gd name="T24" fmla="*/ 91 w 360"/>
                <a:gd name="T25" fmla="*/ 332 h 368"/>
                <a:gd name="T26" fmla="*/ 180 w 360"/>
                <a:gd name="T27" fmla="*/ 368 h 368"/>
                <a:gd name="T28" fmla="*/ 269 w 360"/>
                <a:gd name="T29" fmla="*/ 332 h 368"/>
                <a:gd name="T30" fmla="*/ 203 w 360"/>
                <a:gd name="T31" fmla="*/ 297 h 368"/>
                <a:gd name="T32" fmla="*/ 203 w 360"/>
                <a:gd name="T33" fmla="*/ 271 h 368"/>
                <a:gd name="T34" fmla="*/ 259 w 360"/>
                <a:gd name="T35" fmla="*/ 170 h 368"/>
                <a:gd name="T36" fmla="*/ 281 w 360"/>
                <a:gd name="T37" fmla="*/ 65 h 368"/>
                <a:gd name="T38" fmla="*/ 331 w 360"/>
                <a:gd name="T39" fmla="*/ 65 h 368"/>
                <a:gd name="T40" fmla="*/ 259 w 360"/>
                <a:gd name="T41" fmla="*/ 170 h 368"/>
                <a:gd name="T42" fmla="*/ 180 w 360"/>
                <a:gd name="T43" fmla="*/ 24 h 368"/>
                <a:gd name="T44" fmla="*/ 256 w 360"/>
                <a:gd name="T45" fmla="*/ 55 h 368"/>
                <a:gd name="T46" fmla="*/ 180 w 360"/>
                <a:gd name="T47" fmla="*/ 86 h 368"/>
                <a:gd name="T48" fmla="*/ 104 w 360"/>
                <a:gd name="T49" fmla="*/ 55 h 368"/>
                <a:gd name="T50" fmla="*/ 180 w 360"/>
                <a:gd name="T51" fmla="*/ 24 h 368"/>
                <a:gd name="T52" fmla="*/ 29 w 360"/>
                <a:gd name="T53" fmla="*/ 65 h 368"/>
                <a:gd name="T54" fmla="*/ 79 w 360"/>
                <a:gd name="T55" fmla="*/ 65 h 368"/>
                <a:gd name="T56" fmla="*/ 101 w 360"/>
                <a:gd name="T57" fmla="*/ 170 h 368"/>
                <a:gd name="T58" fmla="*/ 29 w 360"/>
                <a:gd name="T59" fmla="*/ 65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0" h="368">
                  <a:moveTo>
                    <a:pt x="203" y="271"/>
                  </a:moveTo>
                  <a:cubicBezTo>
                    <a:pt x="203" y="242"/>
                    <a:pt x="225" y="226"/>
                    <a:pt x="261" y="202"/>
                  </a:cubicBezTo>
                  <a:cubicBezTo>
                    <a:pt x="305" y="173"/>
                    <a:pt x="360" y="137"/>
                    <a:pt x="360" y="51"/>
                  </a:cubicBezTo>
                  <a:cubicBezTo>
                    <a:pt x="360" y="43"/>
                    <a:pt x="353" y="37"/>
                    <a:pt x="346" y="37"/>
                  </a:cubicBezTo>
                  <a:cubicBezTo>
                    <a:pt x="277" y="37"/>
                    <a:pt x="277" y="37"/>
                    <a:pt x="277" y="37"/>
                  </a:cubicBezTo>
                  <a:cubicBezTo>
                    <a:pt x="267" y="19"/>
                    <a:pt x="238" y="0"/>
                    <a:pt x="180" y="0"/>
                  </a:cubicBezTo>
                  <a:cubicBezTo>
                    <a:pt x="121" y="0"/>
                    <a:pt x="92" y="19"/>
                    <a:pt x="83" y="37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6" y="37"/>
                    <a:pt x="0" y="43"/>
                    <a:pt x="0" y="51"/>
                  </a:cubicBezTo>
                  <a:cubicBezTo>
                    <a:pt x="0" y="137"/>
                    <a:pt x="54" y="173"/>
                    <a:pt x="98" y="202"/>
                  </a:cubicBezTo>
                  <a:cubicBezTo>
                    <a:pt x="134" y="226"/>
                    <a:pt x="156" y="242"/>
                    <a:pt x="156" y="271"/>
                  </a:cubicBezTo>
                  <a:cubicBezTo>
                    <a:pt x="156" y="297"/>
                    <a:pt x="156" y="297"/>
                    <a:pt x="156" y="297"/>
                  </a:cubicBezTo>
                  <a:cubicBezTo>
                    <a:pt x="118" y="301"/>
                    <a:pt x="91" y="315"/>
                    <a:pt x="91" y="332"/>
                  </a:cubicBezTo>
                  <a:cubicBezTo>
                    <a:pt x="91" y="352"/>
                    <a:pt x="131" y="368"/>
                    <a:pt x="180" y="368"/>
                  </a:cubicBezTo>
                  <a:cubicBezTo>
                    <a:pt x="229" y="368"/>
                    <a:pt x="269" y="352"/>
                    <a:pt x="269" y="332"/>
                  </a:cubicBezTo>
                  <a:cubicBezTo>
                    <a:pt x="269" y="315"/>
                    <a:pt x="241" y="301"/>
                    <a:pt x="203" y="297"/>
                  </a:cubicBezTo>
                  <a:lnTo>
                    <a:pt x="203" y="271"/>
                  </a:lnTo>
                  <a:close/>
                  <a:moveTo>
                    <a:pt x="259" y="170"/>
                  </a:moveTo>
                  <a:cubicBezTo>
                    <a:pt x="270" y="146"/>
                    <a:pt x="279" y="113"/>
                    <a:pt x="281" y="65"/>
                  </a:cubicBezTo>
                  <a:cubicBezTo>
                    <a:pt x="331" y="65"/>
                    <a:pt x="331" y="65"/>
                    <a:pt x="331" y="65"/>
                  </a:cubicBezTo>
                  <a:cubicBezTo>
                    <a:pt x="326" y="119"/>
                    <a:pt x="294" y="146"/>
                    <a:pt x="259" y="170"/>
                  </a:cubicBezTo>
                  <a:close/>
                  <a:moveTo>
                    <a:pt x="180" y="24"/>
                  </a:moveTo>
                  <a:cubicBezTo>
                    <a:pt x="234" y="24"/>
                    <a:pt x="256" y="47"/>
                    <a:pt x="256" y="55"/>
                  </a:cubicBezTo>
                  <a:cubicBezTo>
                    <a:pt x="256" y="63"/>
                    <a:pt x="234" y="86"/>
                    <a:pt x="180" y="86"/>
                  </a:cubicBezTo>
                  <a:cubicBezTo>
                    <a:pt x="125" y="86"/>
                    <a:pt x="104" y="63"/>
                    <a:pt x="104" y="55"/>
                  </a:cubicBezTo>
                  <a:cubicBezTo>
                    <a:pt x="104" y="47"/>
                    <a:pt x="125" y="24"/>
                    <a:pt x="180" y="24"/>
                  </a:cubicBezTo>
                  <a:close/>
                  <a:moveTo>
                    <a:pt x="29" y="65"/>
                  </a:moveTo>
                  <a:cubicBezTo>
                    <a:pt x="79" y="65"/>
                    <a:pt x="79" y="65"/>
                    <a:pt x="79" y="65"/>
                  </a:cubicBezTo>
                  <a:cubicBezTo>
                    <a:pt x="80" y="113"/>
                    <a:pt x="89" y="146"/>
                    <a:pt x="101" y="170"/>
                  </a:cubicBezTo>
                  <a:cubicBezTo>
                    <a:pt x="66" y="146"/>
                    <a:pt x="33" y="119"/>
                    <a:pt x="29" y="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6435" tIns="48218" rIns="96435" bIns="48218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292F8D03-8D14-A0A7-3584-A4597BF816B1}"/>
              </a:ext>
            </a:extLst>
          </p:cNvPr>
          <p:cNvSpPr txBox="1"/>
          <p:nvPr/>
        </p:nvSpPr>
        <p:spPr>
          <a:xfrm>
            <a:off x="4855518" y="5309861"/>
            <a:ext cx="6101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64278"/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其实可以做的事情还有很多</a:t>
            </a:r>
            <a:endParaRPr lang="en-US" altLang="zh-CN" sz="28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175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0229356-EDB8-4640-9261-6371F6F84F1F}"/>
              </a:ext>
            </a:extLst>
          </p:cNvPr>
          <p:cNvSpPr/>
          <p:nvPr/>
        </p:nvSpPr>
        <p:spPr>
          <a:xfrm>
            <a:off x="444137" y="2647406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93DC3C-B748-4DC0-A39A-C334517AC565}"/>
              </a:ext>
            </a:extLst>
          </p:cNvPr>
          <p:cNvSpPr txBox="1"/>
          <p:nvPr/>
        </p:nvSpPr>
        <p:spPr>
          <a:xfrm>
            <a:off x="911239" y="1532954"/>
            <a:ext cx="5086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latin typeface="微软雅黑" panose="020B0503020204020204" pitchFamily="34" charset="-122"/>
                <a:ea typeface="微软雅黑" panose="020B0503020204020204" pitchFamily="34" charset="-122"/>
              </a:rPr>
              <a:t>大家都学会了吗？</a:t>
            </a:r>
            <a:endParaRPr lang="en-US" altLang="ko-KR" sz="4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id="{97AEA4D1-F28F-453F-BACC-E738CC344268}"/>
              </a:ext>
            </a:extLst>
          </p:cNvPr>
          <p:cNvSpPr/>
          <p:nvPr/>
        </p:nvSpPr>
        <p:spPr>
          <a:xfrm>
            <a:off x="911240" y="2364514"/>
            <a:ext cx="4896000" cy="82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 rot="382209">
            <a:off x="8098637" y="1205450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72509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3175">
          <a:noFill/>
        </a:ln>
      </a:spPr>
      <a:bodyPr wrap="square" lIns="0" tIns="0" rIns="0" bIns="0" rtlCol="0" anchor="ctr">
        <a:noAutofit/>
      </a:bodyPr>
      <a:lstStyle>
        <a:defPPr algn="ctr">
          <a:defRPr sz="2109" b="1" dirty="0">
            <a:solidFill>
              <a:srgbClr val="FFFFFF"/>
            </a:solidFill>
            <a:latin typeface="Arial" panose="020B0604020202020204" pitchFamily="34" charset="0"/>
            <a:ea typeface="微软雅黑" panose="020B0503020204020204" pitchFamily="34" charset="-122"/>
            <a:cs typeface="Times New Roman" panose="02020603050405020304" pitchFamily="18" charset="0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144565C93767141A197D4E0134FA325" ma:contentTypeVersion="13" ma:contentTypeDescription="新しいドキュメントを作成します。" ma:contentTypeScope="" ma:versionID="28b3e02dedbd84b27b03c137b2b411cd">
  <xsd:schema xmlns:xsd="http://www.w3.org/2001/XMLSchema" xmlns:xs="http://www.w3.org/2001/XMLSchema" xmlns:p="http://schemas.microsoft.com/office/2006/metadata/properties" xmlns:ns3="ffa2a8c5-f797-4518-b106-96e6385087a7" xmlns:ns4="e92ca26c-91a5-4665-b9c2-9e05e1537e7e" targetNamespace="http://schemas.microsoft.com/office/2006/metadata/properties" ma:root="true" ma:fieldsID="60c5fcbeeb3fe83b63e7fd1a015cd0c2" ns3:_="" ns4:_="">
    <xsd:import namespace="ffa2a8c5-f797-4518-b106-96e6385087a7"/>
    <xsd:import namespace="e92ca26c-91a5-4665-b9c2-9e05e1537e7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a2a8c5-f797-4518-b106-96e638508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2ca26c-91a5-4665-b9c2-9e05e1537e7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6D3066-5BBC-445F-9C4F-40F0B158E63A}">
  <ds:schemaRefs>
    <ds:schemaRef ds:uri="e92ca26c-91a5-4665-b9c2-9e05e1537e7e"/>
    <ds:schemaRef ds:uri="ffa2a8c5-f797-4518-b106-96e6385087a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72C971B-D687-4CEF-B3C9-A2B5CFF75851}">
  <ds:schemaRefs>
    <ds:schemaRef ds:uri="e92ca26c-91a5-4665-b9c2-9e05e1537e7e"/>
    <ds:schemaRef ds:uri="ffa2a8c5-f797-4518-b106-96e6385087a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F0E6C33-1642-46F6-8C92-1A9DF66660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43</Slides>
  <Notes>24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徐 冰 (Xu Bing)</dc:creator>
  <cp:revision>1</cp:revision>
  <dcterms:created xsi:type="dcterms:W3CDTF">2022-10-08T09:40:58Z</dcterms:created>
  <dcterms:modified xsi:type="dcterms:W3CDTF">2022-11-18T06:22:26Z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0x010100B144565C93767141A197D4E0134FA325</vt:lpwstr>
  </property>
</Properties>
</file>