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</p:sldMasterIdLst>
  <p:notesMasterIdLst>
    <p:notesMasterId r:id="rId60"/>
  </p:notesMasterIdLst>
  <p:handoutMasterIdLst>
    <p:handoutMasterId r:id="rId61"/>
  </p:handoutMasterIdLst>
  <p:sldIdLst>
    <p:sldId id="387" r:id="rId3"/>
    <p:sldId id="256" r:id="rId4"/>
    <p:sldId id="261" r:id="rId5"/>
    <p:sldId id="315" r:id="rId6"/>
    <p:sldId id="393" r:id="rId7"/>
    <p:sldId id="262" r:id="rId8"/>
    <p:sldId id="389" r:id="rId9"/>
    <p:sldId id="390" r:id="rId10"/>
    <p:sldId id="394" r:id="rId11"/>
    <p:sldId id="395" r:id="rId12"/>
    <p:sldId id="397" r:id="rId13"/>
    <p:sldId id="398" r:id="rId14"/>
    <p:sldId id="391" r:id="rId15"/>
    <p:sldId id="403" r:id="rId16"/>
    <p:sldId id="409" r:id="rId17"/>
    <p:sldId id="396" r:id="rId18"/>
    <p:sldId id="264" r:id="rId19"/>
    <p:sldId id="404" r:id="rId20"/>
    <p:sldId id="405" r:id="rId21"/>
    <p:sldId id="406" r:id="rId22"/>
    <p:sldId id="407" r:id="rId23"/>
    <p:sldId id="410" r:id="rId24"/>
    <p:sldId id="408" r:id="rId25"/>
    <p:sldId id="411" r:id="rId26"/>
    <p:sldId id="412" r:id="rId27"/>
    <p:sldId id="413" r:id="rId28"/>
    <p:sldId id="414" r:id="rId29"/>
    <p:sldId id="415" r:id="rId30"/>
    <p:sldId id="416" r:id="rId31"/>
    <p:sldId id="417" r:id="rId32"/>
    <p:sldId id="418" r:id="rId33"/>
    <p:sldId id="420" r:id="rId34"/>
    <p:sldId id="421" r:id="rId35"/>
    <p:sldId id="422" r:id="rId36"/>
    <p:sldId id="423" r:id="rId37"/>
    <p:sldId id="424" r:id="rId38"/>
    <p:sldId id="425" r:id="rId39"/>
    <p:sldId id="427" r:id="rId40"/>
    <p:sldId id="428" r:id="rId41"/>
    <p:sldId id="429" r:id="rId42"/>
    <p:sldId id="430" r:id="rId43"/>
    <p:sldId id="431" r:id="rId44"/>
    <p:sldId id="437" r:id="rId45"/>
    <p:sldId id="432" r:id="rId46"/>
    <p:sldId id="433" r:id="rId47"/>
    <p:sldId id="434" r:id="rId48"/>
    <p:sldId id="435" r:id="rId49"/>
    <p:sldId id="436" r:id="rId50"/>
    <p:sldId id="438" r:id="rId51"/>
    <p:sldId id="439" r:id="rId52"/>
    <p:sldId id="388" r:id="rId53"/>
    <p:sldId id="447" r:id="rId54"/>
    <p:sldId id="440" r:id="rId55"/>
    <p:sldId id="441" r:id="rId56"/>
    <p:sldId id="443" r:id="rId57"/>
    <p:sldId id="444" r:id="rId58"/>
    <p:sldId id="260" r:id="rId59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6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404040"/>
    <a:srgbClr val="CE8D3E"/>
    <a:srgbClr val="E64823"/>
    <a:srgbClr val="FFCA08"/>
    <a:srgbClr val="FDFCF6"/>
    <a:srgbClr val="B2DE82"/>
    <a:srgbClr val="F3FAEC"/>
    <a:srgbClr val="CAE8AA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4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8" y="570"/>
      </p:cViewPr>
      <p:guideLst>
        <p:guide orient="horz" pos="236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2" d="100"/>
          <a:sy n="92" d="100"/>
        </p:scale>
        <p:origin x="3474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4DBBCD-58B5-4ACF-A30F-07FB1D5BECDC}" type="doc">
      <dgm:prSet loTypeId="urn:microsoft.com/office/officeart/2005/8/layout/cycle6" loCatId="cycle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kumimoji="1" lang="ja-JP" altLang="en-US"/>
        </a:p>
      </dgm:t>
    </dgm:pt>
    <dgm:pt modelId="{94462DCD-BA6C-4F89-9D47-3CC86BC3082F}">
      <dgm:prSet phldrT="[テキスト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pattFill prst="pct75">
          <a:fgClr>
            <a:schemeClr val="accent1"/>
          </a:fgClr>
          <a:bgClr>
            <a:schemeClr val="bg1"/>
          </a:bgClr>
        </a:pattFill>
        <a:ln>
          <a:noFill/>
        </a:ln>
        <a:effectLst/>
      </dgm:spPr>
      <dgm:t>
        <a:bodyPr/>
        <a:lstStyle/>
        <a:p>
          <a:r>
            <a:rPr kumimoji="1" lang="en-US" altLang="ja-JP" sz="1800" b="1" dirty="0"/>
            <a:t>HTML</a:t>
          </a:r>
          <a:endParaRPr kumimoji="1" lang="en-US" altLang="ja-JP" sz="1400" b="1" dirty="0"/>
        </a:p>
        <a:p>
          <a:r>
            <a:rPr kumimoji="1" lang="ja-JP" altLang="en-US" sz="1400" dirty="0">
              <a:latin typeface="微软雅黑" panose="020B0503020204020204" pitchFamily="34" charset="-122"/>
              <a:ea typeface="微软雅黑" panose="020B0503020204020204" pitchFamily="34" charset="-122"/>
            </a:rPr>
            <a:t>（</a:t>
          </a:r>
          <a:r>
            <a: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rPr>
            <a:t>结构</a:t>
          </a:r>
          <a:r>
            <a:rPr kumimoji="1" lang="ja-JP" altLang="en-US" sz="1400" dirty="0">
              <a:latin typeface="微软雅黑" panose="020B0503020204020204" pitchFamily="34" charset="-122"/>
              <a:ea typeface="微软雅黑" panose="020B0503020204020204" pitchFamily="34" charset="-122"/>
            </a:rPr>
            <a:t>）</a:t>
          </a:r>
        </a:p>
      </dgm:t>
    </dgm:pt>
    <dgm:pt modelId="{6A0AD0DE-B756-45E3-B17B-E3E2C228F592}" type="parTrans" cxnId="{16E78E48-205E-48DD-8B4E-E03FBCB3BDC9}">
      <dgm:prSet/>
      <dgm:spPr/>
      <dgm:t>
        <a:bodyPr/>
        <a:lstStyle/>
        <a:p>
          <a:endParaRPr kumimoji="1" lang="ja-JP" altLang="en-US"/>
        </a:p>
      </dgm:t>
    </dgm:pt>
    <dgm:pt modelId="{BDC8ACB9-C5DD-4314-9A92-6AAA088C6651}" type="sibTrans" cxnId="{16E78E48-205E-48DD-8B4E-E03FBCB3BDC9}">
      <dgm:prSet/>
      <dgm:spPr/>
      <dgm:t>
        <a:bodyPr/>
        <a:lstStyle/>
        <a:p>
          <a:endParaRPr kumimoji="1" lang="ja-JP" altLang="en-US"/>
        </a:p>
      </dgm:t>
    </dgm:pt>
    <dgm:pt modelId="{EA1B6E82-C9A7-483E-83DA-5E8F0196DF4D}">
      <dgm:prSet phldrT="[テキスト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pattFill prst="pct80">
          <a:fgClr>
            <a:srgbClr val="CCFFFF"/>
          </a:fgClr>
          <a:bgClr>
            <a:schemeClr val="bg1"/>
          </a:bgClr>
        </a:pattFill>
        <a:ln>
          <a:noFill/>
        </a:ln>
        <a:effectLst/>
      </dgm:spPr>
      <dgm:t>
        <a:bodyPr/>
        <a:lstStyle/>
        <a:p>
          <a:r>
            <a:rPr kumimoji="1" lang="en-US" altLang="ja-JP" sz="1800" b="1" dirty="0"/>
            <a:t>JavaScript</a:t>
          </a:r>
        </a:p>
        <a:p>
          <a:r>
            <a:rPr kumimoji="1" lang="ja-JP" altLang="en-US" sz="1400" b="0" dirty="0">
              <a:latin typeface="Meiryo UI" panose="020B0604030504040204" pitchFamily="50" charset="-128"/>
              <a:ea typeface="Meiryo UI" panose="020B0604030504040204" pitchFamily="50" charset="-128"/>
            </a:rPr>
            <a:t>（</a:t>
          </a:r>
          <a:r>
            <a:rPr kumimoji="1" lang="zh-CN" altLang="en-US" sz="1400" b="0" dirty="0">
              <a:latin typeface="Meiryo UI" panose="020B0604030504040204" pitchFamily="50" charset="-128"/>
              <a:ea typeface="Meiryo UI" panose="020B0604030504040204" pitchFamily="50" charset="-128"/>
            </a:rPr>
            <a:t>动画</a:t>
          </a:r>
          <a:r>
            <a:rPr kumimoji="1" lang="ja-JP" altLang="en-US" sz="1400" b="0" dirty="0">
              <a:latin typeface="Meiryo UI" panose="020B0604030504040204" pitchFamily="50" charset="-128"/>
              <a:ea typeface="Meiryo UI" panose="020B0604030504040204" pitchFamily="50" charset="-128"/>
            </a:rPr>
            <a:t>）</a:t>
          </a:r>
        </a:p>
      </dgm:t>
    </dgm:pt>
    <dgm:pt modelId="{8FA62E1C-A439-43FC-9D66-157BACA8066E}" type="parTrans" cxnId="{97B44DD1-7869-4A23-A0E5-E567DD2A8407}">
      <dgm:prSet/>
      <dgm:spPr/>
      <dgm:t>
        <a:bodyPr/>
        <a:lstStyle/>
        <a:p>
          <a:endParaRPr kumimoji="1" lang="ja-JP" altLang="en-US"/>
        </a:p>
      </dgm:t>
    </dgm:pt>
    <dgm:pt modelId="{9D1A653E-3CBB-4E79-A040-DE579C789FFF}" type="sibTrans" cxnId="{97B44DD1-7869-4A23-A0E5-E567DD2A8407}">
      <dgm:prSet/>
      <dgm:spPr/>
      <dgm:t>
        <a:bodyPr/>
        <a:lstStyle/>
        <a:p>
          <a:endParaRPr kumimoji="1" lang="ja-JP" altLang="en-US"/>
        </a:p>
      </dgm:t>
    </dgm:pt>
    <dgm:pt modelId="{A46ADC27-A74B-4B10-A321-3BB1F844425D}">
      <dgm:prSet phldrT="[テキスト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pattFill prst="pct80">
          <a:fgClr>
            <a:srgbClr val="FFFFCC"/>
          </a:fgClr>
          <a:bgClr>
            <a:schemeClr val="bg1"/>
          </a:bgClr>
        </a:pattFill>
        <a:ln>
          <a:noFill/>
        </a:ln>
        <a:effectLst/>
      </dgm:spPr>
      <dgm:t>
        <a:bodyPr/>
        <a:lstStyle/>
        <a:p>
          <a:r>
            <a:rPr kumimoji="1" lang="en-US" altLang="ja-JP" sz="1800" b="1" dirty="0"/>
            <a:t>CSS</a:t>
          </a:r>
        </a:p>
        <a:p>
          <a:r>
            <a:rPr kumimoji="1" lang="ja-JP" altLang="en-US" sz="1400" dirty="0">
              <a:latin typeface="Meiryo UI" panose="020B0604030504040204" pitchFamily="50" charset="-128"/>
              <a:ea typeface="Meiryo UI" panose="020B0604030504040204" pitchFamily="50" charset="-128"/>
            </a:rPr>
            <a:t>（</a:t>
          </a:r>
          <a:r>
            <a:rPr kumimoji="1" lang="zh-CN" altLang="en-US" sz="1400" dirty="0">
              <a:latin typeface="Meiryo UI" panose="020B0604030504040204" pitchFamily="50" charset="-128"/>
              <a:ea typeface="Meiryo UI" panose="020B0604030504040204" pitchFamily="50" charset="-128"/>
            </a:rPr>
            <a:t>设计</a:t>
          </a:r>
          <a:r>
            <a:rPr kumimoji="1" lang="ja-JP" altLang="en-US" sz="1400" dirty="0">
              <a:latin typeface="Meiryo UI" panose="020B0604030504040204" pitchFamily="50" charset="-128"/>
              <a:ea typeface="Meiryo UI" panose="020B0604030504040204" pitchFamily="50" charset="-128"/>
            </a:rPr>
            <a:t>）</a:t>
          </a:r>
        </a:p>
      </dgm:t>
    </dgm:pt>
    <dgm:pt modelId="{F98F9920-5A20-424E-855C-575E277F98C5}" type="parTrans" cxnId="{3D7DA9BC-A97A-40FA-8238-F9A9B01B8AE1}">
      <dgm:prSet/>
      <dgm:spPr/>
      <dgm:t>
        <a:bodyPr/>
        <a:lstStyle/>
        <a:p>
          <a:endParaRPr kumimoji="1" lang="ja-JP" altLang="en-US"/>
        </a:p>
      </dgm:t>
    </dgm:pt>
    <dgm:pt modelId="{1D88AA09-C9C6-46A2-8D51-19E16980565A}" type="sibTrans" cxnId="{3D7DA9BC-A97A-40FA-8238-F9A9B01B8AE1}">
      <dgm:prSet/>
      <dgm:spPr/>
      <dgm:t>
        <a:bodyPr/>
        <a:lstStyle/>
        <a:p>
          <a:endParaRPr kumimoji="1" lang="ja-JP" altLang="en-US"/>
        </a:p>
      </dgm:t>
    </dgm:pt>
    <dgm:pt modelId="{B908FD2E-C72D-4BCE-A3A6-21B67A3B5339}" type="pres">
      <dgm:prSet presAssocID="{074DBBCD-58B5-4ACF-A30F-07FB1D5BECDC}" presName="cycle" presStyleCnt="0">
        <dgm:presLayoutVars>
          <dgm:dir/>
          <dgm:resizeHandles val="exact"/>
        </dgm:presLayoutVars>
      </dgm:prSet>
      <dgm:spPr/>
    </dgm:pt>
    <dgm:pt modelId="{BBEED933-2C99-4B47-8E03-F4E43CCFC390}" type="pres">
      <dgm:prSet presAssocID="{94462DCD-BA6C-4F89-9D47-3CC86BC3082F}" presName="node" presStyleLbl="node1" presStyleIdx="0" presStyleCnt="3" custScaleX="62702" custScaleY="48770">
        <dgm:presLayoutVars>
          <dgm:bulletEnabled val="1"/>
        </dgm:presLayoutVars>
      </dgm:prSet>
      <dgm:spPr/>
    </dgm:pt>
    <dgm:pt modelId="{3DFA5ADE-90B2-47DE-BBAF-F0283E7A15A7}" type="pres">
      <dgm:prSet presAssocID="{94462DCD-BA6C-4F89-9D47-3CC86BC3082F}" presName="spNode" presStyleCnt="0"/>
      <dgm:spPr/>
    </dgm:pt>
    <dgm:pt modelId="{7364A2AF-B671-4F15-8B87-1EA03490CB54}" type="pres">
      <dgm:prSet presAssocID="{BDC8ACB9-C5DD-4314-9A92-6AAA088C6651}" presName="sibTrans" presStyleLbl="sibTrans1D1" presStyleIdx="0" presStyleCnt="3"/>
      <dgm:spPr/>
    </dgm:pt>
    <dgm:pt modelId="{2BE63316-7517-44CB-BCC2-92C65337378A}" type="pres">
      <dgm:prSet presAssocID="{EA1B6E82-C9A7-483E-83DA-5E8F0196DF4D}" presName="node" presStyleLbl="node1" presStyleIdx="1" presStyleCnt="3" custScaleX="62702" custScaleY="48770">
        <dgm:presLayoutVars>
          <dgm:bulletEnabled val="1"/>
        </dgm:presLayoutVars>
      </dgm:prSet>
      <dgm:spPr/>
    </dgm:pt>
    <dgm:pt modelId="{F7D8DB35-F9FC-495A-982E-006B63A94BFA}" type="pres">
      <dgm:prSet presAssocID="{EA1B6E82-C9A7-483E-83DA-5E8F0196DF4D}" presName="spNode" presStyleCnt="0"/>
      <dgm:spPr/>
    </dgm:pt>
    <dgm:pt modelId="{85789903-50C8-4C9C-8FF2-140921534A33}" type="pres">
      <dgm:prSet presAssocID="{9D1A653E-3CBB-4E79-A040-DE579C789FFF}" presName="sibTrans" presStyleLbl="sibTrans1D1" presStyleIdx="1" presStyleCnt="3"/>
      <dgm:spPr/>
    </dgm:pt>
    <dgm:pt modelId="{98F0992D-F505-4F72-A196-FDD9469D9E67}" type="pres">
      <dgm:prSet presAssocID="{A46ADC27-A74B-4B10-A321-3BB1F844425D}" presName="node" presStyleLbl="node1" presStyleIdx="2" presStyleCnt="3" custScaleX="62702" custScaleY="48770">
        <dgm:presLayoutVars>
          <dgm:bulletEnabled val="1"/>
        </dgm:presLayoutVars>
      </dgm:prSet>
      <dgm:spPr/>
    </dgm:pt>
    <dgm:pt modelId="{058F4802-1576-4B43-84D3-87BE66B03744}" type="pres">
      <dgm:prSet presAssocID="{A46ADC27-A74B-4B10-A321-3BB1F844425D}" presName="spNode" presStyleCnt="0"/>
      <dgm:spPr/>
    </dgm:pt>
    <dgm:pt modelId="{2592911D-294F-4213-944D-9E8A48FEABAA}" type="pres">
      <dgm:prSet presAssocID="{1D88AA09-C9C6-46A2-8D51-19E16980565A}" presName="sibTrans" presStyleLbl="sibTrans1D1" presStyleIdx="2" presStyleCnt="3"/>
      <dgm:spPr/>
    </dgm:pt>
  </dgm:ptLst>
  <dgm:cxnLst>
    <dgm:cxn modelId="{16E78E48-205E-48DD-8B4E-E03FBCB3BDC9}" srcId="{074DBBCD-58B5-4ACF-A30F-07FB1D5BECDC}" destId="{94462DCD-BA6C-4F89-9D47-3CC86BC3082F}" srcOrd="0" destOrd="0" parTransId="{6A0AD0DE-B756-45E3-B17B-E3E2C228F592}" sibTransId="{BDC8ACB9-C5DD-4314-9A92-6AAA088C6651}"/>
    <dgm:cxn modelId="{08794F53-B9FE-4A98-9F44-F1068699FF66}" type="presOf" srcId="{94462DCD-BA6C-4F89-9D47-3CC86BC3082F}" destId="{BBEED933-2C99-4B47-8E03-F4E43CCFC390}" srcOrd="0" destOrd="0" presId="urn:microsoft.com/office/officeart/2005/8/layout/cycle6"/>
    <dgm:cxn modelId="{0900AC9B-B75D-42F0-A046-6D17B942C6DC}" type="presOf" srcId="{A46ADC27-A74B-4B10-A321-3BB1F844425D}" destId="{98F0992D-F505-4F72-A196-FDD9469D9E67}" srcOrd="0" destOrd="0" presId="urn:microsoft.com/office/officeart/2005/8/layout/cycle6"/>
    <dgm:cxn modelId="{F4881ABB-F346-4C04-B5AC-5E88B90CB05B}" type="presOf" srcId="{1D88AA09-C9C6-46A2-8D51-19E16980565A}" destId="{2592911D-294F-4213-944D-9E8A48FEABAA}" srcOrd="0" destOrd="0" presId="urn:microsoft.com/office/officeart/2005/8/layout/cycle6"/>
    <dgm:cxn modelId="{3D7DA9BC-A97A-40FA-8238-F9A9B01B8AE1}" srcId="{074DBBCD-58B5-4ACF-A30F-07FB1D5BECDC}" destId="{A46ADC27-A74B-4B10-A321-3BB1F844425D}" srcOrd="2" destOrd="0" parTransId="{F98F9920-5A20-424E-855C-575E277F98C5}" sibTransId="{1D88AA09-C9C6-46A2-8D51-19E16980565A}"/>
    <dgm:cxn modelId="{1AE031CA-5D17-4C29-B92E-FF55995520BF}" type="presOf" srcId="{EA1B6E82-C9A7-483E-83DA-5E8F0196DF4D}" destId="{2BE63316-7517-44CB-BCC2-92C65337378A}" srcOrd="0" destOrd="0" presId="urn:microsoft.com/office/officeart/2005/8/layout/cycle6"/>
    <dgm:cxn modelId="{F57072CB-F31E-48B1-AAC5-425A82CCF3B9}" type="presOf" srcId="{9D1A653E-3CBB-4E79-A040-DE579C789FFF}" destId="{85789903-50C8-4C9C-8FF2-140921534A33}" srcOrd="0" destOrd="0" presId="urn:microsoft.com/office/officeart/2005/8/layout/cycle6"/>
    <dgm:cxn modelId="{96AE23D1-1838-48B5-BE5E-90A8D8EA1BB5}" type="presOf" srcId="{074DBBCD-58B5-4ACF-A30F-07FB1D5BECDC}" destId="{B908FD2E-C72D-4BCE-A3A6-21B67A3B5339}" srcOrd="0" destOrd="0" presId="urn:microsoft.com/office/officeart/2005/8/layout/cycle6"/>
    <dgm:cxn modelId="{97B44DD1-7869-4A23-A0E5-E567DD2A8407}" srcId="{074DBBCD-58B5-4ACF-A30F-07FB1D5BECDC}" destId="{EA1B6E82-C9A7-483E-83DA-5E8F0196DF4D}" srcOrd="1" destOrd="0" parTransId="{8FA62E1C-A439-43FC-9D66-157BACA8066E}" sibTransId="{9D1A653E-3CBB-4E79-A040-DE579C789FFF}"/>
    <dgm:cxn modelId="{7DFA98D9-F977-4425-BF7F-2AEE6D1F372D}" type="presOf" srcId="{BDC8ACB9-C5DD-4314-9A92-6AAA088C6651}" destId="{7364A2AF-B671-4F15-8B87-1EA03490CB54}" srcOrd="0" destOrd="0" presId="urn:microsoft.com/office/officeart/2005/8/layout/cycle6"/>
    <dgm:cxn modelId="{95D94FEF-0174-4457-A437-96EDDEE5AE9D}" type="presParOf" srcId="{B908FD2E-C72D-4BCE-A3A6-21B67A3B5339}" destId="{BBEED933-2C99-4B47-8E03-F4E43CCFC390}" srcOrd="0" destOrd="0" presId="urn:microsoft.com/office/officeart/2005/8/layout/cycle6"/>
    <dgm:cxn modelId="{32082812-3785-48A6-A4C6-5C47E0E93B1D}" type="presParOf" srcId="{B908FD2E-C72D-4BCE-A3A6-21B67A3B5339}" destId="{3DFA5ADE-90B2-47DE-BBAF-F0283E7A15A7}" srcOrd="1" destOrd="0" presId="urn:microsoft.com/office/officeart/2005/8/layout/cycle6"/>
    <dgm:cxn modelId="{FA311D5C-FFC9-43EC-AA0C-7406AF8B84BA}" type="presParOf" srcId="{B908FD2E-C72D-4BCE-A3A6-21B67A3B5339}" destId="{7364A2AF-B671-4F15-8B87-1EA03490CB54}" srcOrd="2" destOrd="0" presId="urn:microsoft.com/office/officeart/2005/8/layout/cycle6"/>
    <dgm:cxn modelId="{77E9B5ED-FB35-49BF-858F-469E3F54FBCC}" type="presParOf" srcId="{B908FD2E-C72D-4BCE-A3A6-21B67A3B5339}" destId="{2BE63316-7517-44CB-BCC2-92C65337378A}" srcOrd="3" destOrd="0" presId="urn:microsoft.com/office/officeart/2005/8/layout/cycle6"/>
    <dgm:cxn modelId="{BED80A4F-490F-473D-914B-FB6DB87000C9}" type="presParOf" srcId="{B908FD2E-C72D-4BCE-A3A6-21B67A3B5339}" destId="{F7D8DB35-F9FC-495A-982E-006B63A94BFA}" srcOrd="4" destOrd="0" presId="urn:microsoft.com/office/officeart/2005/8/layout/cycle6"/>
    <dgm:cxn modelId="{50E8EFFF-41A2-48E4-8E57-3D0328A91165}" type="presParOf" srcId="{B908FD2E-C72D-4BCE-A3A6-21B67A3B5339}" destId="{85789903-50C8-4C9C-8FF2-140921534A33}" srcOrd="5" destOrd="0" presId="urn:microsoft.com/office/officeart/2005/8/layout/cycle6"/>
    <dgm:cxn modelId="{82B2A2BF-7151-41EB-9B2C-42299BD58B6F}" type="presParOf" srcId="{B908FD2E-C72D-4BCE-A3A6-21B67A3B5339}" destId="{98F0992D-F505-4F72-A196-FDD9469D9E67}" srcOrd="6" destOrd="0" presId="urn:microsoft.com/office/officeart/2005/8/layout/cycle6"/>
    <dgm:cxn modelId="{091E60D7-D09E-4061-A7C4-F9024814DF99}" type="presParOf" srcId="{B908FD2E-C72D-4BCE-A3A6-21B67A3B5339}" destId="{058F4802-1576-4B43-84D3-87BE66B03744}" srcOrd="7" destOrd="0" presId="urn:microsoft.com/office/officeart/2005/8/layout/cycle6"/>
    <dgm:cxn modelId="{B95A3C02-6BBB-4099-9FEC-A766E8AA89B3}" type="presParOf" srcId="{B908FD2E-C72D-4BCE-A3A6-21B67A3B5339}" destId="{2592911D-294F-4213-944D-9E8A48FEABAA}" srcOrd="8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EED933-2C99-4B47-8E03-F4E43CCFC390}">
      <dsp:nvSpPr>
        <dsp:cNvPr id="0" name=""/>
        <dsp:cNvSpPr/>
      </dsp:nvSpPr>
      <dsp:spPr>
        <a:xfrm>
          <a:off x="2251942" y="179801"/>
          <a:ext cx="1347093" cy="681055"/>
        </a:xfrm>
        <a:prstGeom prst="roundRect">
          <a:avLst/>
        </a:prstGeom>
        <a:pattFill prst="pct75">
          <a:fgClr>
            <a:schemeClr val="accent1"/>
          </a:fgClr>
          <a:bgClr>
            <a:schemeClr val="bg1"/>
          </a:bgClr>
        </a:pattFill>
        <a:ln w="6350" cap="flat" cmpd="sng" algn="ctr">
          <a:noFill/>
          <a:prstDash val="solid"/>
          <a:miter lim="800000"/>
        </a:ln>
        <a:effectLst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800" b="1" kern="1200" dirty="0"/>
            <a:t>HTML</a:t>
          </a:r>
          <a:endParaRPr kumimoji="1" lang="en-US" altLang="ja-JP" sz="1400" b="1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（</a:t>
          </a:r>
          <a:r>
            <a:rPr kumimoji="1" lang="zh-CN" altLang="en-US" sz="1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结构</a:t>
          </a:r>
          <a:r>
            <a:rPr kumimoji="1" lang="ja-JP" altLang="en-US" sz="1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）</a:t>
          </a:r>
        </a:p>
      </dsp:txBody>
      <dsp:txXfrm>
        <a:off x="2285188" y="213047"/>
        <a:ext cx="1280601" cy="614563"/>
      </dsp:txXfrm>
    </dsp:sp>
    <dsp:sp modelId="{7364A2AF-B671-4F15-8B87-1EA03490CB54}">
      <dsp:nvSpPr>
        <dsp:cNvPr id="0" name=""/>
        <dsp:cNvSpPr/>
      </dsp:nvSpPr>
      <dsp:spPr>
        <a:xfrm>
          <a:off x="1061308" y="520329"/>
          <a:ext cx="3728360" cy="3728360"/>
        </a:xfrm>
        <a:custGeom>
          <a:avLst/>
          <a:gdLst/>
          <a:ahLst/>
          <a:cxnLst/>
          <a:rect l="0" t="0" r="0" b="0"/>
          <a:pathLst>
            <a:path>
              <a:moveTo>
                <a:pt x="2561663" y="135398"/>
              </a:moveTo>
              <a:arcTo wR="1864180" hR="1864180" stAng="17518307" swAng="5144322"/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E63316-7517-44CB-BCC2-92C65337378A}">
      <dsp:nvSpPr>
        <dsp:cNvPr id="0" name=""/>
        <dsp:cNvSpPr/>
      </dsp:nvSpPr>
      <dsp:spPr>
        <a:xfrm>
          <a:off x="3866369" y="2976071"/>
          <a:ext cx="1347093" cy="681055"/>
        </a:xfrm>
        <a:prstGeom prst="roundRect">
          <a:avLst/>
        </a:prstGeom>
        <a:pattFill prst="pct80">
          <a:fgClr>
            <a:srgbClr val="CCFFFF"/>
          </a:fgClr>
          <a:bgClr>
            <a:schemeClr val="bg1"/>
          </a:bgClr>
        </a:pattFill>
        <a:ln w="6350" cap="flat" cmpd="sng" algn="ctr">
          <a:noFill/>
          <a:prstDash val="solid"/>
          <a:miter lim="800000"/>
        </a:ln>
        <a:effectLst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800" b="1" kern="1200" dirty="0"/>
            <a:t>JavaScript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400" b="0" kern="1200" dirty="0">
              <a:latin typeface="Meiryo UI" panose="020B0604030504040204" pitchFamily="50" charset="-128"/>
              <a:ea typeface="Meiryo UI" panose="020B0604030504040204" pitchFamily="50" charset="-128"/>
            </a:rPr>
            <a:t>（</a:t>
          </a:r>
          <a:r>
            <a:rPr kumimoji="1" lang="zh-CN" altLang="en-US" sz="1400" b="0" kern="1200" dirty="0">
              <a:latin typeface="Meiryo UI" panose="020B0604030504040204" pitchFamily="50" charset="-128"/>
              <a:ea typeface="Meiryo UI" panose="020B0604030504040204" pitchFamily="50" charset="-128"/>
            </a:rPr>
            <a:t>动画</a:t>
          </a:r>
          <a:r>
            <a:rPr kumimoji="1" lang="ja-JP" altLang="en-US" sz="1400" b="0" kern="1200" dirty="0">
              <a:latin typeface="Meiryo UI" panose="020B0604030504040204" pitchFamily="50" charset="-128"/>
              <a:ea typeface="Meiryo UI" panose="020B0604030504040204" pitchFamily="50" charset="-128"/>
            </a:rPr>
            <a:t>）</a:t>
          </a:r>
        </a:p>
      </dsp:txBody>
      <dsp:txXfrm>
        <a:off x="3899615" y="3009317"/>
        <a:ext cx="1280601" cy="614563"/>
      </dsp:txXfrm>
    </dsp:sp>
    <dsp:sp modelId="{85789903-50C8-4C9C-8FF2-140921534A33}">
      <dsp:nvSpPr>
        <dsp:cNvPr id="0" name=""/>
        <dsp:cNvSpPr/>
      </dsp:nvSpPr>
      <dsp:spPr>
        <a:xfrm>
          <a:off x="1061308" y="520329"/>
          <a:ext cx="3728360" cy="3728360"/>
        </a:xfrm>
        <a:custGeom>
          <a:avLst/>
          <a:gdLst/>
          <a:ahLst/>
          <a:cxnLst/>
          <a:rect l="0" t="0" r="0" b="0"/>
          <a:pathLst>
            <a:path>
              <a:moveTo>
                <a:pt x="3207645" y="3156569"/>
              </a:moveTo>
              <a:arcTo wR="1864180" hR="1864180" stAng="2633394" swAng="5533211"/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F0992D-F505-4F72-A196-FDD9469D9E67}">
      <dsp:nvSpPr>
        <dsp:cNvPr id="0" name=""/>
        <dsp:cNvSpPr/>
      </dsp:nvSpPr>
      <dsp:spPr>
        <a:xfrm>
          <a:off x="637514" y="2976071"/>
          <a:ext cx="1347093" cy="681055"/>
        </a:xfrm>
        <a:prstGeom prst="roundRect">
          <a:avLst/>
        </a:prstGeom>
        <a:pattFill prst="pct80">
          <a:fgClr>
            <a:srgbClr val="FFFFCC"/>
          </a:fgClr>
          <a:bgClr>
            <a:schemeClr val="bg1"/>
          </a:bgClr>
        </a:pattFill>
        <a:ln w="6350" cap="flat" cmpd="sng" algn="ctr">
          <a:noFill/>
          <a:prstDash val="solid"/>
          <a:miter lim="800000"/>
        </a:ln>
        <a:effectLst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800" b="1" kern="1200" dirty="0"/>
            <a:t>CSS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400" kern="1200" dirty="0">
              <a:latin typeface="Meiryo UI" panose="020B0604030504040204" pitchFamily="50" charset="-128"/>
              <a:ea typeface="Meiryo UI" panose="020B0604030504040204" pitchFamily="50" charset="-128"/>
            </a:rPr>
            <a:t>（</a:t>
          </a:r>
          <a:r>
            <a:rPr kumimoji="1" lang="zh-CN" altLang="en-US" sz="1400" kern="1200" dirty="0">
              <a:latin typeface="Meiryo UI" panose="020B0604030504040204" pitchFamily="50" charset="-128"/>
              <a:ea typeface="Meiryo UI" panose="020B0604030504040204" pitchFamily="50" charset="-128"/>
            </a:rPr>
            <a:t>设计</a:t>
          </a:r>
          <a:r>
            <a:rPr kumimoji="1" lang="ja-JP" altLang="en-US" sz="1400" kern="1200" dirty="0">
              <a:latin typeface="Meiryo UI" panose="020B0604030504040204" pitchFamily="50" charset="-128"/>
              <a:ea typeface="Meiryo UI" panose="020B0604030504040204" pitchFamily="50" charset="-128"/>
            </a:rPr>
            <a:t>）</a:t>
          </a:r>
        </a:p>
      </dsp:txBody>
      <dsp:txXfrm>
        <a:off x="670760" y="3009317"/>
        <a:ext cx="1280601" cy="614563"/>
      </dsp:txXfrm>
    </dsp:sp>
    <dsp:sp modelId="{2592911D-294F-4213-944D-9E8A48FEABAA}">
      <dsp:nvSpPr>
        <dsp:cNvPr id="0" name=""/>
        <dsp:cNvSpPr/>
      </dsp:nvSpPr>
      <dsp:spPr>
        <a:xfrm>
          <a:off x="1061308" y="520329"/>
          <a:ext cx="3728360" cy="3728360"/>
        </a:xfrm>
        <a:custGeom>
          <a:avLst/>
          <a:gdLst/>
          <a:ahLst/>
          <a:cxnLst/>
          <a:rect l="0" t="0" r="0" b="0"/>
          <a:pathLst>
            <a:path>
              <a:moveTo>
                <a:pt x="88351" y="2431277"/>
              </a:moveTo>
              <a:arcTo wR="1864180" hR="1864180" stAng="9737371" swAng="5144322"/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A80852-782B-42AE-8B6D-45F49FBDF00D}" type="datetimeFigureOut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2019/5/10</a:t>
            </a:fld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5989EE-F8CC-4893-81CB-6DF7333D5DC2}" type="slidenum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‹#›</a:t>
            </a:fld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659420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EA9AE-9A0A-4378-AD02-C8458930F637}" type="datetimeFigureOut">
              <a:rPr lang="ko-KR" altLang="en-US" smtClean="0"/>
              <a:t>2019-05-09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846E49-3322-47ED-A539-DE48C0D565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8603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layout">
    <p:bg>
      <p:bgPr>
        <a:blipFill dpi="0"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 rot="17995275" flipV="1">
            <a:off x="9372781" y="5593694"/>
            <a:ext cx="1661119" cy="2148001"/>
            <a:chOff x="5710110" y="861237"/>
            <a:chExt cx="2762761" cy="3572539"/>
          </a:xfrm>
        </p:grpSpPr>
        <p:sp>
          <p:nvSpPr>
            <p:cNvPr id="6" name="Isosceles Triangle 5"/>
            <p:cNvSpPr/>
            <p:nvPr userDrawn="1"/>
          </p:nvSpPr>
          <p:spPr>
            <a:xfrm>
              <a:off x="6400800" y="2052084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7" name="Isosceles Triangle 6"/>
            <p:cNvSpPr/>
            <p:nvPr userDrawn="1"/>
          </p:nvSpPr>
          <p:spPr>
            <a:xfrm rot="10800000">
              <a:off x="7091490" y="2052084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8" name="Isosceles Triangle 7"/>
            <p:cNvSpPr/>
            <p:nvPr userDrawn="1"/>
          </p:nvSpPr>
          <p:spPr>
            <a:xfrm>
              <a:off x="5710110" y="3232297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9" name="Isosceles Triangle 8"/>
            <p:cNvSpPr/>
            <p:nvPr userDrawn="1"/>
          </p:nvSpPr>
          <p:spPr>
            <a:xfrm rot="10800000">
              <a:off x="6400800" y="3232297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1" name="Isosceles Triangle 10"/>
            <p:cNvSpPr/>
            <p:nvPr userDrawn="1"/>
          </p:nvSpPr>
          <p:spPr>
            <a:xfrm>
              <a:off x="7091490" y="3242930"/>
              <a:ext cx="1381381" cy="1190846"/>
            </a:xfrm>
            <a:prstGeom prst="triangle">
              <a:avLst/>
            </a:prstGeom>
            <a:solidFill>
              <a:schemeClr val="bg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2" name="Isosceles Triangle 11"/>
            <p:cNvSpPr/>
            <p:nvPr userDrawn="1"/>
          </p:nvSpPr>
          <p:spPr>
            <a:xfrm>
              <a:off x="7091490" y="861237"/>
              <a:ext cx="1381381" cy="1190846"/>
            </a:xfrm>
            <a:prstGeom prst="triangl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</p:grpSp>
      <p:pic>
        <p:nvPicPr>
          <p:cNvPr id="13" name="図 12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09" b="16270"/>
          <a:stretch/>
        </p:blipFill>
        <p:spPr>
          <a:xfrm>
            <a:off x="467833" y="623559"/>
            <a:ext cx="10927915" cy="244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750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4728992"/>
            <a:ext cx="12192000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0" baseline="0">
                <a:solidFill>
                  <a:schemeClr val="bg1"/>
                </a:solidFill>
                <a:latin typeface="Meiryo UI" panose="020B0604030504040204" pitchFamily="50" charset="-128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-148" y="5468993"/>
            <a:ext cx="12192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0" baseline="0">
                <a:solidFill>
                  <a:schemeClr val="bg1"/>
                </a:solidFill>
                <a:latin typeface="Meiryo UI" panose="020B0604030504040204" pitchFamily="50" charset="-128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grpSp>
        <p:nvGrpSpPr>
          <p:cNvPr id="4" name="Group 3"/>
          <p:cNvGrpSpPr/>
          <p:nvPr userDrawn="1"/>
        </p:nvGrpSpPr>
        <p:grpSpPr>
          <a:xfrm rot="17995275" flipV="1">
            <a:off x="7444965" y="3943094"/>
            <a:ext cx="1661119" cy="2148001"/>
            <a:chOff x="5710110" y="861237"/>
            <a:chExt cx="2762761" cy="3572539"/>
          </a:xfrm>
        </p:grpSpPr>
        <p:sp>
          <p:nvSpPr>
            <p:cNvPr id="5" name="Isosceles Triangle 4"/>
            <p:cNvSpPr/>
            <p:nvPr userDrawn="1"/>
          </p:nvSpPr>
          <p:spPr>
            <a:xfrm>
              <a:off x="6400800" y="2052084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8" name="Isosceles Triangle 7"/>
            <p:cNvSpPr/>
            <p:nvPr userDrawn="1"/>
          </p:nvSpPr>
          <p:spPr>
            <a:xfrm rot="10800000">
              <a:off x="7091490" y="2052084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9" name="Isosceles Triangle 8"/>
            <p:cNvSpPr/>
            <p:nvPr userDrawn="1"/>
          </p:nvSpPr>
          <p:spPr>
            <a:xfrm>
              <a:off x="5710110" y="3232297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0" name="Isosceles Triangle 9"/>
            <p:cNvSpPr/>
            <p:nvPr userDrawn="1"/>
          </p:nvSpPr>
          <p:spPr>
            <a:xfrm rot="10800000">
              <a:off x="6400800" y="3232297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1" name="Isosceles Triangle 10"/>
            <p:cNvSpPr/>
            <p:nvPr userDrawn="1"/>
          </p:nvSpPr>
          <p:spPr>
            <a:xfrm>
              <a:off x="7091490" y="3242930"/>
              <a:ext cx="1381381" cy="1190846"/>
            </a:xfrm>
            <a:prstGeom prst="triangle">
              <a:avLst/>
            </a:prstGeom>
            <a:solidFill>
              <a:schemeClr val="bg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2" name="Isosceles Triangle 11"/>
            <p:cNvSpPr/>
            <p:nvPr userDrawn="1"/>
          </p:nvSpPr>
          <p:spPr>
            <a:xfrm>
              <a:off x="7091490" y="861237"/>
              <a:ext cx="1381381" cy="1190846"/>
            </a:xfrm>
            <a:prstGeom prst="triangl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</p:grpSp>
      <p:grpSp>
        <p:nvGrpSpPr>
          <p:cNvPr id="13" name="Group 12"/>
          <p:cNvGrpSpPr/>
          <p:nvPr userDrawn="1"/>
        </p:nvGrpSpPr>
        <p:grpSpPr>
          <a:xfrm rot="17995275" flipV="1">
            <a:off x="8681667" y="3210422"/>
            <a:ext cx="1661119" cy="2148001"/>
            <a:chOff x="5710110" y="861237"/>
            <a:chExt cx="2762761" cy="3572539"/>
          </a:xfrm>
        </p:grpSpPr>
        <p:sp>
          <p:nvSpPr>
            <p:cNvPr id="14" name="Isosceles Triangle 13"/>
            <p:cNvSpPr/>
            <p:nvPr userDrawn="1"/>
          </p:nvSpPr>
          <p:spPr>
            <a:xfrm>
              <a:off x="6400800" y="2052084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5" name="Isosceles Triangle 14"/>
            <p:cNvSpPr/>
            <p:nvPr userDrawn="1"/>
          </p:nvSpPr>
          <p:spPr>
            <a:xfrm rot="10800000">
              <a:off x="7091490" y="2052084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6" name="Isosceles Triangle 15"/>
            <p:cNvSpPr/>
            <p:nvPr userDrawn="1"/>
          </p:nvSpPr>
          <p:spPr>
            <a:xfrm>
              <a:off x="5710110" y="3232297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7" name="Isosceles Triangle 16"/>
            <p:cNvSpPr/>
            <p:nvPr userDrawn="1"/>
          </p:nvSpPr>
          <p:spPr>
            <a:xfrm rot="10800000">
              <a:off x="6400800" y="3232297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8" name="Isosceles Triangle 17"/>
            <p:cNvSpPr/>
            <p:nvPr userDrawn="1"/>
          </p:nvSpPr>
          <p:spPr>
            <a:xfrm>
              <a:off x="7091490" y="3242930"/>
              <a:ext cx="1381381" cy="1190846"/>
            </a:xfrm>
            <a:prstGeom prst="triangle">
              <a:avLst/>
            </a:prstGeom>
            <a:solidFill>
              <a:schemeClr val="bg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9" name="Isosceles Triangle 18"/>
            <p:cNvSpPr/>
            <p:nvPr userDrawn="1"/>
          </p:nvSpPr>
          <p:spPr>
            <a:xfrm>
              <a:off x="7091490" y="861237"/>
              <a:ext cx="1381381" cy="1190846"/>
            </a:xfrm>
            <a:prstGeom prst="triangl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</p:grpSp>
      <p:pic>
        <p:nvPicPr>
          <p:cNvPr id="20" name="図 19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09" b="16270"/>
          <a:stretch/>
        </p:blipFill>
        <p:spPr>
          <a:xfrm>
            <a:off x="1443332" y="2661911"/>
            <a:ext cx="8994945" cy="2016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023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ontents slide layout">
    <p:bg>
      <p:bgPr>
        <a:blipFill dpi="0"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87254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3" name="Group 2"/>
          <p:cNvGrpSpPr/>
          <p:nvPr userDrawn="1"/>
        </p:nvGrpSpPr>
        <p:grpSpPr>
          <a:xfrm rot="16200000" flipV="1">
            <a:off x="393382" y="3780378"/>
            <a:ext cx="2684240" cy="3471003"/>
            <a:chOff x="5710110" y="861237"/>
            <a:chExt cx="2762761" cy="3572539"/>
          </a:xfrm>
        </p:grpSpPr>
        <p:sp>
          <p:nvSpPr>
            <p:cNvPr id="4" name="Isosceles Triangle 3"/>
            <p:cNvSpPr/>
            <p:nvPr userDrawn="1"/>
          </p:nvSpPr>
          <p:spPr>
            <a:xfrm>
              <a:off x="6400800" y="2052084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5" name="Isosceles Triangle 4"/>
            <p:cNvSpPr/>
            <p:nvPr userDrawn="1"/>
          </p:nvSpPr>
          <p:spPr>
            <a:xfrm rot="10800000">
              <a:off x="7091490" y="2052084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6" name="Isosceles Triangle 5"/>
            <p:cNvSpPr/>
            <p:nvPr userDrawn="1"/>
          </p:nvSpPr>
          <p:spPr>
            <a:xfrm>
              <a:off x="5710110" y="3232297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7" name="Isosceles Triangle 6"/>
            <p:cNvSpPr/>
            <p:nvPr userDrawn="1"/>
          </p:nvSpPr>
          <p:spPr>
            <a:xfrm rot="10800000">
              <a:off x="6400800" y="3232297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8" name="Isosceles Triangle 7"/>
            <p:cNvSpPr/>
            <p:nvPr userDrawn="1"/>
          </p:nvSpPr>
          <p:spPr>
            <a:xfrm>
              <a:off x="7091490" y="3242930"/>
              <a:ext cx="1381381" cy="1190846"/>
            </a:xfrm>
            <a:prstGeom prst="triangle">
              <a:avLst/>
            </a:prstGeom>
            <a:solidFill>
              <a:schemeClr val="bg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9" name="Isosceles Triangle 8"/>
            <p:cNvSpPr/>
            <p:nvPr userDrawn="1"/>
          </p:nvSpPr>
          <p:spPr>
            <a:xfrm>
              <a:off x="7091490" y="861237"/>
              <a:ext cx="1381381" cy="1190846"/>
            </a:xfrm>
            <a:prstGeom prst="triangl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</p:grpSp>
      <p:grpSp>
        <p:nvGrpSpPr>
          <p:cNvPr id="10" name="Group 9"/>
          <p:cNvGrpSpPr/>
          <p:nvPr userDrawn="1"/>
        </p:nvGrpSpPr>
        <p:grpSpPr>
          <a:xfrm rot="16200000" flipH="1">
            <a:off x="9114379" y="3780379"/>
            <a:ext cx="2684240" cy="3471003"/>
            <a:chOff x="5710110" y="861237"/>
            <a:chExt cx="2762761" cy="3572539"/>
          </a:xfrm>
        </p:grpSpPr>
        <p:sp>
          <p:nvSpPr>
            <p:cNvPr id="11" name="Isosceles Triangle 10"/>
            <p:cNvSpPr/>
            <p:nvPr userDrawn="1"/>
          </p:nvSpPr>
          <p:spPr>
            <a:xfrm>
              <a:off x="6400800" y="2052084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2" name="Isosceles Triangle 11"/>
            <p:cNvSpPr/>
            <p:nvPr userDrawn="1"/>
          </p:nvSpPr>
          <p:spPr>
            <a:xfrm rot="10800000">
              <a:off x="7091490" y="2052084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3" name="Isosceles Triangle 12"/>
            <p:cNvSpPr/>
            <p:nvPr userDrawn="1"/>
          </p:nvSpPr>
          <p:spPr>
            <a:xfrm>
              <a:off x="5710110" y="3232297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4" name="Isosceles Triangle 13"/>
            <p:cNvSpPr/>
            <p:nvPr userDrawn="1"/>
          </p:nvSpPr>
          <p:spPr>
            <a:xfrm rot="10800000">
              <a:off x="6400800" y="3232297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5" name="Isosceles Triangle 14"/>
            <p:cNvSpPr/>
            <p:nvPr userDrawn="1"/>
          </p:nvSpPr>
          <p:spPr>
            <a:xfrm>
              <a:off x="7091490" y="3242930"/>
              <a:ext cx="1381381" cy="1190846"/>
            </a:xfrm>
            <a:prstGeom prst="triangle">
              <a:avLst/>
            </a:prstGeom>
            <a:solidFill>
              <a:schemeClr val="bg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6" name="Isosceles Triangle 15"/>
            <p:cNvSpPr/>
            <p:nvPr userDrawn="1"/>
          </p:nvSpPr>
          <p:spPr>
            <a:xfrm>
              <a:off x="7091490" y="861237"/>
              <a:ext cx="1381381" cy="1190846"/>
            </a:xfrm>
            <a:prstGeom prst="triangl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2129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695950" y="2886075"/>
            <a:ext cx="6496050" cy="6774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695950" y="3563491"/>
            <a:ext cx="649605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sp>
        <p:nvSpPr>
          <p:cNvPr id="8" name="Freeform 7"/>
          <p:cNvSpPr/>
          <p:nvPr userDrawn="1"/>
        </p:nvSpPr>
        <p:spPr>
          <a:xfrm rot="1069892">
            <a:off x="5427588" y="-144026"/>
            <a:ext cx="560222" cy="2425198"/>
          </a:xfrm>
          <a:custGeom>
            <a:avLst/>
            <a:gdLst>
              <a:gd name="connsiteX0" fmla="*/ 0 w 560222"/>
              <a:gd name="connsiteY0" fmla="*/ 180207 h 2425198"/>
              <a:gd name="connsiteX1" fmla="*/ 560222 w 560222"/>
              <a:gd name="connsiteY1" fmla="*/ 0 h 2425198"/>
              <a:gd name="connsiteX2" fmla="*/ 560222 w 560222"/>
              <a:gd name="connsiteY2" fmla="*/ 2244990 h 2425198"/>
              <a:gd name="connsiteX3" fmla="*/ 0 w 560222"/>
              <a:gd name="connsiteY3" fmla="*/ 2425198 h 2425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0222" h="2425198">
                <a:moveTo>
                  <a:pt x="0" y="180207"/>
                </a:moveTo>
                <a:lnTo>
                  <a:pt x="560222" y="0"/>
                </a:lnTo>
                <a:lnTo>
                  <a:pt x="560222" y="2244990"/>
                </a:lnTo>
                <a:lnTo>
                  <a:pt x="0" y="242519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eiryo UI" panose="020B0604030504040204" pitchFamily="50" charset="-128"/>
            </a:endParaRPr>
          </a:p>
        </p:txBody>
      </p:sp>
      <p:sp>
        <p:nvSpPr>
          <p:cNvPr id="21" name="Freeform 20"/>
          <p:cNvSpPr/>
          <p:nvPr userDrawn="1"/>
        </p:nvSpPr>
        <p:spPr>
          <a:xfrm>
            <a:off x="10085998" y="-1268"/>
            <a:ext cx="2106002" cy="6859268"/>
          </a:xfrm>
          <a:custGeom>
            <a:avLst/>
            <a:gdLst>
              <a:gd name="connsiteX0" fmla="*/ 2106002 w 2106002"/>
              <a:gd name="connsiteY0" fmla="*/ 0 h 6859268"/>
              <a:gd name="connsiteX1" fmla="*/ 2106002 w 2106002"/>
              <a:gd name="connsiteY1" fmla="*/ 6859268 h 6859268"/>
              <a:gd name="connsiteX2" fmla="*/ 0 w 2106002"/>
              <a:gd name="connsiteY2" fmla="*/ 6859268 h 6859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6002" h="6859268">
                <a:moveTo>
                  <a:pt x="2106002" y="0"/>
                </a:moveTo>
                <a:lnTo>
                  <a:pt x="2106002" y="6859268"/>
                </a:lnTo>
                <a:lnTo>
                  <a:pt x="0" y="6859268"/>
                </a:lnTo>
                <a:close/>
              </a:path>
            </a:pathLst>
          </a:custGeom>
          <a:solidFill>
            <a:schemeClr val="accent1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eiryo UI" panose="020B0604030504040204" pitchFamily="50" charset="-128"/>
            </a:endParaRPr>
          </a:p>
        </p:txBody>
      </p:sp>
      <p:sp>
        <p:nvSpPr>
          <p:cNvPr id="22" name="Freeform 21"/>
          <p:cNvSpPr/>
          <p:nvPr userDrawn="1"/>
        </p:nvSpPr>
        <p:spPr>
          <a:xfrm>
            <a:off x="11484280" y="4552950"/>
            <a:ext cx="707720" cy="2305050"/>
          </a:xfrm>
          <a:custGeom>
            <a:avLst/>
            <a:gdLst>
              <a:gd name="connsiteX0" fmla="*/ 2106002 w 2106002"/>
              <a:gd name="connsiteY0" fmla="*/ 0 h 6859268"/>
              <a:gd name="connsiteX1" fmla="*/ 2106002 w 2106002"/>
              <a:gd name="connsiteY1" fmla="*/ 6859268 h 6859268"/>
              <a:gd name="connsiteX2" fmla="*/ 0 w 2106002"/>
              <a:gd name="connsiteY2" fmla="*/ 6859268 h 6859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6002" h="6859268">
                <a:moveTo>
                  <a:pt x="2106002" y="0"/>
                </a:moveTo>
                <a:lnTo>
                  <a:pt x="2106002" y="6859268"/>
                </a:lnTo>
                <a:lnTo>
                  <a:pt x="0" y="685926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9818210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Images &amp; Contents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042640" y="1"/>
            <a:ext cx="4155273" cy="6867525"/>
          </a:xfrm>
          <a:custGeom>
            <a:avLst/>
            <a:gdLst>
              <a:gd name="connsiteX0" fmla="*/ 0 w 3600400"/>
              <a:gd name="connsiteY0" fmla="*/ 6858000 h 6858000"/>
              <a:gd name="connsiteX1" fmla="*/ 1090741 w 3600400"/>
              <a:gd name="connsiteY1" fmla="*/ 0 h 6858000"/>
              <a:gd name="connsiteX2" fmla="*/ 3600400 w 3600400"/>
              <a:gd name="connsiteY2" fmla="*/ 0 h 6858000"/>
              <a:gd name="connsiteX3" fmla="*/ 2509659 w 3600400"/>
              <a:gd name="connsiteY3" fmla="*/ 6858000 h 6858000"/>
              <a:gd name="connsiteX4" fmla="*/ 0 w 3600400"/>
              <a:gd name="connsiteY4" fmla="*/ 6858000 h 6858000"/>
              <a:gd name="connsiteX0" fmla="*/ 0 w 3600400"/>
              <a:gd name="connsiteY0" fmla="*/ 6858000 h 6858000"/>
              <a:gd name="connsiteX1" fmla="*/ 568846 w 3600400"/>
              <a:gd name="connsiteY1" fmla="*/ 3286125 h 6858000"/>
              <a:gd name="connsiteX2" fmla="*/ 1090741 w 3600400"/>
              <a:gd name="connsiteY2" fmla="*/ 0 h 6858000"/>
              <a:gd name="connsiteX3" fmla="*/ 3600400 w 3600400"/>
              <a:gd name="connsiteY3" fmla="*/ 0 h 6858000"/>
              <a:gd name="connsiteX4" fmla="*/ 2509659 w 3600400"/>
              <a:gd name="connsiteY4" fmla="*/ 6858000 h 6858000"/>
              <a:gd name="connsiteX5" fmla="*/ 0 w 3600400"/>
              <a:gd name="connsiteY5" fmla="*/ 6858000 h 6858000"/>
              <a:gd name="connsiteX0" fmla="*/ 0 w 3600400"/>
              <a:gd name="connsiteY0" fmla="*/ 6858000 h 6858000"/>
              <a:gd name="connsiteX1" fmla="*/ 464071 w 3600400"/>
              <a:gd name="connsiteY1" fmla="*/ 3933825 h 6858000"/>
              <a:gd name="connsiteX2" fmla="*/ 568846 w 3600400"/>
              <a:gd name="connsiteY2" fmla="*/ 3286125 h 6858000"/>
              <a:gd name="connsiteX3" fmla="*/ 1090741 w 3600400"/>
              <a:gd name="connsiteY3" fmla="*/ 0 h 6858000"/>
              <a:gd name="connsiteX4" fmla="*/ 3600400 w 3600400"/>
              <a:gd name="connsiteY4" fmla="*/ 0 h 6858000"/>
              <a:gd name="connsiteX5" fmla="*/ 2509659 w 3600400"/>
              <a:gd name="connsiteY5" fmla="*/ 6858000 h 6858000"/>
              <a:gd name="connsiteX6" fmla="*/ 0 w 3600400"/>
              <a:gd name="connsiteY6" fmla="*/ 6858000 h 6858000"/>
              <a:gd name="connsiteX0" fmla="*/ 0 w 3600400"/>
              <a:gd name="connsiteY0" fmla="*/ 6858000 h 6858000"/>
              <a:gd name="connsiteX1" fmla="*/ 1197496 w 3600400"/>
              <a:gd name="connsiteY1" fmla="*/ 3305175 h 6858000"/>
              <a:gd name="connsiteX2" fmla="*/ 568846 w 3600400"/>
              <a:gd name="connsiteY2" fmla="*/ 3286125 h 6858000"/>
              <a:gd name="connsiteX3" fmla="*/ 1090741 w 3600400"/>
              <a:gd name="connsiteY3" fmla="*/ 0 h 6858000"/>
              <a:gd name="connsiteX4" fmla="*/ 3600400 w 3600400"/>
              <a:gd name="connsiteY4" fmla="*/ 0 h 6858000"/>
              <a:gd name="connsiteX5" fmla="*/ 2509659 w 3600400"/>
              <a:gd name="connsiteY5" fmla="*/ 6858000 h 6858000"/>
              <a:gd name="connsiteX6" fmla="*/ 0 w 3600400"/>
              <a:gd name="connsiteY6" fmla="*/ 6858000 h 6858000"/>
              <a:gd name="connsiteX0" fmla="*/ 0 w 3600400"/>
              <a:gd name="connsiteY0" fmla="*/ 6858000 h 6858000"/>
              <a:gd name="connsiteX1" fmla="*/ 1197496 w 3600400"/>
              <a:gd name="connsiteY1" fmla="*/ 3305175 h 6858000"/>
              <a:gd name="connsiteX2" fmla="*/ 540271 w 3600400"/>
              <a:gd name="connsiteY2" fmla="*/ 3343275 h 6858000"/>
              <a:gd name="connsiteX3" fmla="*/ 1090741 w 3600400"/>
              <a:gd name="connsiteY3" fmla="*/ 0 h 6858000"/>
              <a:gd name="connsiteX4" fmla="*/ 3600400 w 3600400"/>
              <a:gd name="connsiteY4" fmla="*/ 0 h 6858000"/>
              <a:gd name="connsiteX5" fmla="*/ 2509659 w 3600400"/>
              <a:gd name="connsiteY5" fmla="*/ 6858000 h 6858000"/>
              <a:gd name="connsiteX6" fmla="*/ 0 w 3600400"/>
              <a:gd name="connsiteY6" fmla="*/ 6858000 h 6858000"/>
              <a:gd name="connsiteX0" fmla="*/ 0 w 3600400"/>
              <a:gd name="connsiteY0" fmla="*/ 6858000 h 6858000"/>
              <a:gd name="connsiteX1" fmla="*/ 1207021 w 3600400"/>
              <a:gd name="connsiteY1" fmla="*/ 3352800 h 6858000"/>
              <a:gd name="connsiteX2" fmla="*/ 540271 w 3600400"/>
              <a:gd name="connsiteY2" fmla="*/ 3343275 h 6858000"/>
              <a:gd name="connsiteX3" fmla="*/ 1090741 w 3600400"/>
              <a:gd name="connsiteY3" fmla="*/ 0 h 6858000"/>
              <a:gd name="connsiteX4" fmla="*/ 3600400 w 3600400"/>
              <a:gd name="connsiteY4" fmla="*/ 0 h 6858000"/>
              <a:gd name="connsiteX5" fmla="*/ 2509659 w 3600400"/>
              <a:gd name="connsiteY5" fmla="*/ 6858000 h 6858000"/>
              <a:gd name="connsiteX6" fmla="*/ 0 w 3600400"/>
              <a:gd name="connsiteY6" fmla="*/ 6858000 h 6858000"/>
              <a:gd name="connsiteX0" fmla="*/ 0 w 3600400"/>
              <a:gd name="connsiteY0" fmla="*/ 6858000 h 6858000"/>
              <a:gd name="connsiteX1" fmla="*/ 1207021 w 3600400"/>
              <a:gd name="connsiteY1" fmla="*/ 3324225 h 6858000"/>
              <a:gd name="connsiteX2" fmla="*/ 540271 w 3600400"/>
              <a:gd name="connsiteY2" fmla="*/ 3343275 h 6858000"/>
              <a:gd name="connsiteX3" fmla="*/ 1090741 w 3600400"/>
              <a:gd name="connsiteY3" fmla="*/ 0 h 6858000"/>
              <a:gd name="connsiteX4" fmla="*/ 3600400 w 3600400"/>
              <a:gd name="connsiteY4" fmla="*/ 0 h 6858000"/>
              <a:gd name="connsiteX5" fmla="*/ 2509659 w 3600400"/>
              <a:gd name="connsiteY5" fmla="*/ 6858000 h 6858000"/>
              <a:gd name="connsiteX6" fmla="*/ 0 w 3600400"/>
              <a:gd name="connsiteY6" fmla="*/ 6858000 h 6858000"/>
              <a:gd name="connsiteX0" fmla="*/ 0 w 3600400"/>
              <a:gd name="connsiteY0" fmla="*/ 6858000 h 6858000"/>
              <a:gd name="connsiteX1" fmla="*/ 1216546 w 3600400"/>
              <a:gd name="connsiteY1" fmla="*/ 3352800 h 6858000"/>
              <a:gd name="connsiteX2" fmla="*/ 540271 w 3600400"/>
              <a:gd name="connsiteY2" fmla="*/ 3343275 h 6858000"/>
              <a:gd name="connsiteX3" fmla="*/ 1090741 w 3600400"/>
              <a:gd name="connsiteY3" fmla="*/ 0 h 6858000"/>
              <a:gd name="connsiteX4" fmla="*/ 3600400 w 3600400"/>
              <a:gd name="connsiteY4" fmla="*/ 0 h 6858000"/>
              <a:gd name="connsiteX5" fmla="*/ 2509659 w 3600400"/>
              <a:gd name="connsiteY5" fmla="*/ 6858000 h 6858000"/>
              <a:gd name="connsiteX6" fmla="*/ 0 w 3600400"/>
              <a:gd name="connsiteY6" fmla="*/ 6858000 h 6858000"/>
              <a:gd name="connsiteX0" fmla="*/ 31229 w 3060129"/>
              <a:gd name="connsiteY0" fmla="*/ 6867525 h 6867525"/>
              <a:gd name="connsiteX1" fmla="*/ 676275 w 3060129"/>
              <a:gd name="connsiteY1" fmla="*/ 3352800 h 6867525"/>
              <a:gd name="connsiteX2" fmla="*/ 0 w 3060129"/>
              <a:gd name="connsiteY2" fmla="*/ 3343275 h 6867525"/>
              <a:gd name="connsiteX3" fmla="*/ 550470 w 3060129"/>
              <a:gd name="connsiteY3" fmla="*/ 0 h 6867525"/>
              <a:gd name="connsiteX4" fmla="*/ 3060129 w 3060129"/>
              <a:gd name="connsiteY4" fmla="*/ 0 h 6867525"/>
              <a:gd name="connsiteX5" fmla="*/ 1969388 w 3060129"/>
              <a:gd name="connsiteY5" fmla="*/ 6858000 h 6867525"/>
              <a:gd name="connsiteX6" fmla="*/ 31229 w 3060129"/>
              <a:gd name="connsiteY6" fmla="*/ 6867525 h 6867525"/>
              <a:gd name="connsiteX0" fmla="*/ 0 w 3086050"/>
              <a:gd name="connsiteY0" fmla="*/ 6867525 h 6867525"/>
              <a:gd name="connsiteX1" fmla="*/ 702196 w 3086050"/>
              <a:gd name="connsiteY1" fmla="*/ 3352800 h 6867525"/>
              <a:gd name="connsiteX2" fmla="*/ 25921 w 3086050"/>
              <a:gd name="connsiteY2" fmla="*/ 3343275 h 6867525"/>
              <a:gd name="connsiteX3" fmla="*/ 576391 w 3086050"/>
              <a:gd name="connsiteY3" fmla="*/ 0 h 6867525"/>
              <a:gd name="connsiteX4" fmla="*/ 3086050 w 3086050"/>
              <a:gd name="connsiteY4" fmla="*/ 0 h 6867525"/>
              <a:gd name="connsiteX5" fmla="*/ 1995309 w 3086050"/>
              <a:gd name="connsiteY5" fmla="*/ 6858000 h 6867525"/>
              <a:gd name="connsiteX6" fmla="*/ 0 w 3086050"/>
              <a:gd name="connsiteY6" fmla="*/ 6867525 h 6867525"/>
              <a:gd name="connsiteX0" fmla="*/ 0 w 3086050"/>
              <a:gd name="connsiteY0" fmla="*/ 6867525 h 6867525"/>
              <a:gd name="connsiteX1" fmla="*/ 635521 w 3086050"/>
              <a:gd name="connsiteY1" fmla="*/ 3352800 h 6867525"/>
              <a:gd name="connsiteX2" fmla="*/ 25921 w 3086050"/>
              <a:gd name="connsiteY2" fmla="*/ 3343275 h 6867525"/>
              <a:gd name="connsiteX3" fmla="*/ 576391 w 3086050"/>
              <a:gd name="connsiteY3" fmla="*/ 0 h 6867525"/>
              <a:gd name="connsiteX4" fmla="*/ 3086050 w 3086050"/>
              <a:gd name="connsiteY4" fmla="*/ 0 h 6867525"/>
              <a:gd name="connsiteX5" fmla="*/ 1995309 w 3086050"/>
              <a:gd name="connsiteY5" fmla="*/ 6858000 h 6867525"/>
              <a:gd name="connsiteX6" fmla="*/ 0 w 3086050"/>
              <a:gd name="connsiteY6" fmla="*/ 6867525 h 6867525"/>
              <a:gd name="connsiteX0" fmla="*/ 0 w 3109734"/>
              <a:gd name="connsiteY0" fmla="*/ 6867525 h 6867525"/>
              <a:gd name="connsiteX1" fmla="*/ 635521 w 3109734"/>
              <a:gd name="connsiteY1" fmla="*/ 3352800 h 6867525"/>
              <a:gd name="connsiteX2" fmla="*/ 25921 w 3109734"/>
              <a:gd name="connsiteY2" fmla="*/ 3343275 h 6867525"/>
              <a:gd name="connsiteX3" fmla="*/ 576391 w 3109734"/>
              <a:gd name="connsiteY3" fmla="*/ 0 h 6867525"/>
              <a:gd name="connsiteX4" fmla="*/ 3086050 w 3109734"/>
              <a:gd name="connsiteY4" fmla="*/ 0 h 6867525"/>
              <a:gd name="connsiteX5" fmla="*/ 3109734 w 3109734"/>
              <a:gd name="connsiteY5" fmla="*/ 6867525 h 6867525"/>
              <a:gd name="connsiteX6" fmla="*/ 0 w 3109734"/>
              <a:gd name="connsiteY6" fmla="*/ 6867525 h 6867525"/>
              <a:gd name="connsiteX0" fmla="*/ 0 w 3116455"/>
              <a:gd name="connsiteY0" fmla="*/ 6867525 h 6867525"/>
              <a:gd name="connsiteX1" fmla="*/ 635521 w 3116455"/>
              <a:gd name="connsiteY1" fmla="*/ 3352800 h 6867525"/>
              <a:gd name="connsiteX2" fmla="*/ 25921 w 3116455"/>
              <a:gd name="connsiteY2" fmla="*/ 3343275 h 6867525"/>
              <a:gd name="connsiteX3" fmla="*/ 576391 w 3116455"/>
              <a:gd name="connsiteY3" fmla="*/ 0 h 6867525"/>
              <a:gd name="connsiteX4" fmla="*/ 3114625 w 3116455"/>
              <a:gd name="connsiteY4" fmla="*/ 0 h 6867525"/>
              <a:gd name="connsiteX5" fmla="*/ 3109734 w 3116455"/>
              <a:gd name="connsiteY5" fmla="*/ 6867525 h 6867525"/>
              <a:gd name="connsiteX6" fmla="*/ 0 w 3116455"/>
              <a:gd name="connsiteY6" fmla="*/ 6867525 h 6867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16455" h="6867525">
                <a:moveTo>
                  <a:pt x="0" y="6867525"/>
                </a:moveTo>
                <a:lnTo>
                  <a:pt x="635521" y="3352800"/>
                </a:lnTo>
                <a:lnTo>
                  <a:pt x="25921" y="3343275"/>
                </a:lnTo>
                <a:lnTo>
                  <a:pt x="576391" y="0"/>
                </a:lnTo>
                <a:lnTo>
                  <a:pt x="3114625" y="0"/>
                </a:lnTo>
                <a:cubicBezTo>
                  <a:pt x="3122520" y="2289175"/>
                  <a:pt x="3101839" y="4578350"/>
                  <a:pt x="3109734" y="6867525"/>
                </a:cubicBezTo>
                <a:lnTo>
                  <a:pt x="0" y="686752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Meiryo UI" panose="020B0604030504040204" pitchFamily="50" charset="-128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4746921" y="0"/>
            <a:ext cx="3888000" cy="3348000"/>
          </a:xfrm>
          <a:prstGeom prst="flowChartInputOutpu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Meiryo UI" panose="020B0604030504040204" pitchFamily="50" charset="-128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746921" y="3510000"/>
            <a:ext cx="3887317" cy="3348000"/>
          </a:xfrm>
          <a:prstGeom prst="flowChartInputOutpu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Meiryo UI" panose="020B0604030504040204" pitchFamily="50" charset="-128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377416EA-3BC7-46F5-BA01-2ED4ACAA9D61}"/>
              </a:ext>
            </a:extLst>
          </p:cNvPr>
          <p:cNvSpPr/>
          <p:nvPr userDrawn="1"/>
        </p:nvSpPr>
        <p:spPr>
          <a:xfrm>
            <a:off x="0" y="908720"/>
            <a:ext cx="720000" cy="178234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>
              <a:solidFill>
                <a:srgbClr val="F5679D"/>
              </a:solidFill>
              <a:latin typeface="Meiryo UI" panose="020B0604030504040204" pitchFamily="50" charset="-128"/>
            </a:endParaRPr>
          </a:p>
        </p:txBody>
      </p:sp>
      <p:sp>
        <p:nvSpPr>
          <p:cNvPr id="6" name="Parallelogram 8">
            <a:extLst>
              <a:ext uri="{FF2B5EF4-FFF2-40B4-BE49-F238E27FC236}">
                <a16:creationId xmlns:a16="http://schemas.microsoft.com/office/drawing/2014/main" id="{44E1236C-AF9C-40BA-8D4B-A528CBD7F6E9}"/>
              </a:ext>
            </a:extLst>
          </p:cNvPr>
          <p:cNvSpPr/>
          <p:nvPr userDrawn="1"/>
        </p:nvSpPr>
        <p:spPr>
          <a:xfrm>
            <a:off x="4175786" y="4365104"/>
            <a:ext cx="960108" cy="2492896"/>
          </a:xfrm>
          <a:prstGeom prst="parallelogram">
            <a:avLst>
              <a:gd name="adj" fmla="val 6364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Meiryo UI" panose="020B0604030504040204" pitchFamily="50" charset="-128"/>
            </a:endParaRPr>
          </a:p>
        </p:txBody>
      </p:sp>
      <p:sp>
        <p:nvSpPr>
          <p:cNvPr id="7" name="Parallelogram 9">
            <a:extLst>
              <a:ext uri="{FF2B5EF4-FFF2-40B4-BE49-F238E27FC236}">
                <a16:creationId xmlns:a16="http://schemas.microsoft.com/office/drawing/2014/main" id="{A7A58638-C86F-4317-BF5F-5F70F0939630}"/>
              </a:ext>
            </a:extLst>
          </p:cNvPr>
          <p:cNvSpPr/>
          <p:nvPr userDrawn="1"/>
        </p:nvSpPr>
        <p:spPr>
          <a:xfrm>
            <a:off x="3932965" y="4941168"/>
            <a:ext cx="635376" cy="1916832"/>
          </a:xfrm>
          <a:prstGeom prst="parallelogram">
            <a:avLst>
              <a:gd name="adj" fmla="val 81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latin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53786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3767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bg>
      <p:bgPr>
        <a:blipFill dpi="0"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87254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0000">
            <a:off x="-14702" y="6189270"/>
            <a:ext cx="11011328" cy="797442"/>
          </a:xfrm>
          <a:prstGeom prst="rect">
            <a:avLst/>
          </a:prstGeom>
        </p:spPr>
      </p:pic>
      <p:grpSp>
        <p:nvGrpSpPr>
          <p:cNvPr id="11" name="Group 10"/>
          <p:cNvGrpSpPr/>
          <p:nvPr userDrawn="1"/>
        </p:nvGrpSpPr>
        <p:grpSpPr>
          <a:xfrm flipV="1">
            <a:off x="9507759" y="0"/>
            <a:ext cx="2684240" cy="3471003"/>
            <a:chOff x="5710110" y="861237"/>
            <a:chExt cx="2762761" cy="3572539"/>
          </a:xfrm>
        </p:grpSpPr>
        <p:sp>
          <p:nvSpPr>
            <p:cNvPr id="5" name="Isosceles Triangle 4"/>
            <p:cNvSpPr/>
            <p:nvPr userDrawn="1"/>
          </p:nvSpPr>
          <p:spPr>
            <a:xfrm>
              <a:off x="6400800" y="2052084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6" name="Isosceles Triangle 5"/>
            <p:cNvSpPr/>
            <p:nvPr userDrawn="1"/>
          </p:nvSpPr>
          <p:spPr>
            <a:xfrm rot="10800000">
              <a:off x="7091490" y="2052084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7" name="Isosceles Triangle 6"/>
            <p:cNvSpPr/>
            <p:nvPr userDrawn="1"/>
          </p:nvSpPr>
          <p:spPr>
            <a:xfrm>
              <a:off x="5710110" y="3232297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8" name="Isosceles Triangle 7"/>
            <p:cNvSpPr/>
            <p:nvPr userDrawn="1"/>
          </p:nvSpPr>
          <p:spPr>
            <a:xfrm rot="10800000">
              <a:off x="6400800" y="3232297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9" name="Isosceles Triangle 8"/>
            <p:cNvSpPr/>
            <p:nvPr userDrawn="1"/>
          </p:nvSpPr>
          <p:spPr>
            <a:xfrm>
              <a:off x="7091490" y="3242930"/>
              <a:ext cx="1381381" cy="1190846"/>
            </a:xfrm>
            <a:prstGeom prst="triangle">
              <a:avLst/>
            </a:prstGeom>
            <a:solidFill>
              <a:schemeClr val="bg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0" name="Isosceles Triangle 9"/>
            <p:cNvSpPr/>
            <p:nvPr userDrawn="1"/>
          </p:nvSpPr>
          <p:spPr>
            <a:xfrm>
              <a:off x="7091490" y="861237"/>
              <a:ext cx="1381381" cy="1190846"/>
            </a:xfrm>
            <a:prstGeom prst="triangl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6006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layout">
    <p:bg>
      <p:bgPr>
        <a:blipFill dpi="0" rotWithShape="1">
          <a:blip r:embed="rId2">
            <a:alphaModFix amt="75000"/>
            <a:duotone>
              <a:schemeClr val="accent1">
                <a:shade val="45000"/>
                <a:satMod val="135000"/>
              </a:schemeClr>
              <a:prstClr val="white"/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87254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3" name="Group 2"/>
          <p:cNvGrpSpPr/>
          <p:nvPr userDrawn="1"/>
        </p:nvGrpSpPr>
        <p:grpSpPr>
          <a:xfrm rot="16200000" flipV="1">
            <a:off x="393382" y="3780378"/>
            <a:ext cx="2684240" cy="3471003"/>
            <a:chOff x="5710110" y="861237"/>
            <a:chExt cx="2762761" cy="3572539"/>
          </a:xfrm>
        </p:grpSpPr>
        <p:sp>
          <p:nvSpPr>
            <p:cNvPr id="4" name="Isosceles Triangle 3"/>
            <p:cNvSpPr/>
            <p:nvPr userDrawn="1"/>
          </p:nvSpPr>
          <p:spPr>
            <a:xfrm>
              <a:off x="6400800" y="2052084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5" name="Isosceles Triangle 4"/>
            <p:cNvSpPr/>
            <p:nvPr userDrawn="1"/>
          </p:nvSpPr>
          <p:spPr>
            <a:xfrm rot="10800000">
              <a:off x="7091490" y="2052084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6" name="Isosceles Triangle 5"/>
            <p:cNvSpPr/>
            <p:nvPr userDrawn="1"/>
          </p:nvSpPr>
          <p:spPr>
            <a:xfrm>
              <a:off x="5710110" y="3232297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7" name="Isosceles Triangle 6"/>
            <p:cNvSpPr/>
            <p:nvPr userDrawn="1"/>
          </p:nvSpPr>
          <p:spPr>
            <a:xfrm rot="10800000">
              <a:off x="6400800" y="3232297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8" name="Isosceles Triangle 7"/>
            <p:cNvSpPr/>
            <p:nvPr userDrawn="1"/>
          </p:nvSpPr>
          <p:spPr>
            <a:xfrm>
              <a:off x="7091490" y="3242930"/>
              <a:ext cx="1381381" cy="1190846"/>
            </a:xfrm>
            <a:prstGeom prst="triangle">
              <a:avLst/>
            </a:prstGeom>
            <a:solidFill>
              <a:schemeClr val="bg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9" name="Isosceles Triangle 8"/>
            <p:cNvSpPr/>
            <p:nvPr userDrawn="1"/>
          </p:nvSpPr>
          <p:spPr>
            <a:xfrm>
              <a:off x="7091490" y="861237"/>
              <a:ext cx="1381381" cy="1190846"/>
            </a:xfrm>
            <a:prstGeom prst="triangl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</p:grpSp>
      <p:grpSp>
        <p:nvGrpSpPr>
          <p:cNvPr id="10" name="Group 9"/>
          <p:cNvGrpSpPr/>
          <p:nvPr userDrawn="1"/>
        </p:nvGrpSpPr>
        <p:grpSpPr>
          <a:xfrm rot="16200000" flipH="1">
            <a:off x="9114379" y="3780379"/>
            <a:ext cx="2684240" cy="3471003"/>
            <a:chOff x="5710110" y="861237"/>
            <a:chExt cx="2762761" cy="3572539"/>
          </a:xfrm>
        </p:grpSpPr>
        <p:sp>
          <p:nvSpPr>
            <p:cNvPr id="11" name="Isosceles Triangle 10"/>
            <p:cNvSpPr/>
            <p:nvPr userDrawn="1"/>
          </p:nvSpPr>
          <p:spPr>
            <a:xfrm>
              <a:off x="6400800" y="2052084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2" name="Isosceles Triangle 11"/>
            <p:cNvSpPr/>
            <p:nvPr userDrawn="1"/>
          </p:nvSpPr>
          <p:spPr>
            <a:xfrm rot="10800000">
              <a:off x="7091490" y="2052084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3" name="Isosceles Triangle 12"/>
            <p:cNvSpPr/>
            <p:nvPr userDrawn="1"/>
          </p:nvSpPr>
          <p:spPr>
            <a:xfrm>
              <a:off x="5710110" y="3232297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4" name="Isosceles Triangle 13"/>
            <p:cNvSpPr/>
            <p:nvPr userDrawn="1"/>
          </p:nvSpPr>
          <p:spPr>
            <a:xfrm rot="10800000">
              <a:off x="6400800" y="3232297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5" name="Isosceles Triangle 14"/>
            <p:cNvSpPr/>
            <p:nvPr userDrawn="1"/>
          </p:nvSpPr>
          <p:spPr>
            <a:xfrm>
              <a:off x="7091490" y="3242930"/>
              <a:ext cx="1381381" cy="1190846"/>
            </a:xfrm>
            <a:prstGeom prst="triangle">
              <a:avLst/>
            </a:prstGeom>
            <a:solidFill>
              <a:schemeClr val="bg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6" name="Isosceles Triangle 15"/>
            <p:cNvSpPr/>
            <p:nvPr userDrawn="1"/>
          </p:nvSpPr>
          <p:spPr>
            <a:xfrm>
              <a:off x="7091490" y="861237"/>
              <a:ext cx="1381381" cy="1190846"/>
            </a:xfrm>
            <a:prstGeom prst="triangl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1702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87254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Meiryo UI" panose="020B0604030504040204" pitchFamily="50" charset="-128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3" name="Group 2"/>
          <p:cNvGrpSpPr/>
          <p:nvPr userDrawn="1"/>
        </p:nvGrpSpPr>
        <p:grpSpPr>
          <a:xfrm rot="16200000" flipV="1">
            <a:off x="1783890" y="4287302"/>
            <a:ext cx="999462" cy="1292409"/>
            <a:chOff x="5710110" y="861237"/>
            <a:chExt cx="2762761" cy="3572539"/>
          </a:xfrm>
        </p:grpSpPr>
        <p:sp>
          <p:nvSpPr>
            <p:cNvPr id="4" name="Isosceles Triangle 3"/>
            <p:cNvSpPr/>
            <p:nvPr userDrawn="1"/>
          </p:nvSpPr>
          <p:spPr>
            <a:xfrm>
              <a:off x="6400800" y="2052084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5" name="Isosceles Triangle 4"/>
            <p:cNvSpPr/>
            <p:nvPr userDrawn="1"/>
          </p:nvSpPr>
          <p:spPr>
            <a:xfrm rot="10800000">
              <a:off x="7091490" y="2052084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6" name="Isosceles Triangle 5"/>
            <p:cNvSpPr/>
            <p:nvPr userDrawn="1"/>
          </p:nvSpPr>
          <p:spPr>
            <a:xfrm>
              <a:off x="5710110" y="3232297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7" name="Isosceles Triangle 6"/>
            <p:cNvSpPr/>
            <p:nvPr userDrawn="1"/>
          </p:nvSpPr>
          <p:spPr>
            <a:xfrm rot="10800000">
              <a:off x="6400800" y="3232297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8" name="Isosceles Triangle 7"/>
            <p:cNvSpPr/>
            <p:nvPr userDrawn="1"/>
          </p:nvSpPr>
          <p:spPr>
            <a:xfrm>
              <a:off x="7091490" y="3242930"/>
              <a:ext cx="1381381" cy="1190846"/>
            </a:xfrm>
            <a:prstGeom prst="triangle">
              <a:avLst/>
            </a:prstGeom>
            <a:solidFill>
              <a:schemeClr val="bg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9" name="Isosceles Triangle 8"/>
            <p:cNvSpPr/>
            <p:nvPr userDrawn="1"/>
          </p:nvSpPr>
          <p:spPr>
            <a:xfrm>
              <a:off x="7091490" y="861237"/>
              <a:ext cx="1381381" cy="1190846"/>
            </a:xfrm>
            <a:prstGeom prst="triangl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</p:grpSp>
      <p:grpSp>
        <p:nvGrpSpPr>
          <p:cNvPr id="17" name="Group 16"/>
          <p:cNvGrpSpPr/>
          <p:nvPr userDrawn="1"/>
        </p:nvGrpSpPr>
        <p:grpSpPr>
          <a:xfrm rot="16200000" flipV="1">
            <a:off x="918437" y="3787571"/>
            <a:ext cx="999462" cy="1292409"/>
            <a:chOff x="5710110" y="861237"/>
            <a:chExt cx="2762761" cy="3572539"/>
          </a:xfrm>
        </p:grpSpPr>
        <p:sp>
          <p:nvSpPr>
            <p:cNvPr id="18" name="Isosceles Triangle 17"/>
            <p:cNvSpPr/>
            <p:nvPr userDrawn="1"/>
          </p:nvSpPr>
          <p:spPr>
            <a:xfrm>
              <a:off x="6400800" y="2052084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9" name="Isosceles Triangle 18"/>
            <p:cNvSpPr/>
            <p:nvPr userDrawn="1"/>
          </p:nvSpPr>
          <p:spPr>
            <a:xfrm rot="10800000">
              <a:off x="7091490" y="2052084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20" name="Isosceles Triangle 19"/>
            <p:cNvSpPr/>
            <p:nvPr userDrawn="1"/>
          </p:nvSpPr>
          <p:spPr>
            <a:xfrm>
              <a:off x="5710110" y="3232297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21" name="Isosceles Triangle 20"/>
            <p:cNvSpPr/>
            <p:nvPr userDrawn="1"/>
          </p:nvSpPr>
          <p:spPr>
            <a:xfrm rot="10800000">
              <a:off x="6400800" y="3232297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22" name="Isosceles Triangle 21"/>
            <p:cNvSpPr/>
            <p:nvPr userDrawn="1"/>
          </p:nvSpPr>
          <p:spPr>
            <a:xfrm>
              <a:off x="7091490" y="3242930"/>
              <a:ext cx="1381381" cy="1190846"/>
            </a:xfrm>
            <a:prstGeom prst="triangle">
              <a:avLst/>
            </a:prstGeom>
            <a:solidFill>
              <a:schemeClr val="bg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23" name="Isosceles Triangle 22"/>
            <p:cNvSpPr/>
            <p:nvPr userDrawn="1"/>
          </p:nvSpPr>
          <p:spPr>
            <a:xfrm>
              <a:off x="7091490" y="861237"/>
              <a:ext cx="1381381" cy="1190846"/>
            </a:xfrm>
            <a:prstGeom prst="triangl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35526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bg>
      <p:bgPr>
        <a:blipFill dpi="0" rotWithShape="1">
          <a:blip r:embed="rId2">
            <a:alphaModFix amt="55000"/>
            <a:duotone>
              <a:schemeClr val="accent1">
                <a:shade val="45000"/>
                <a:satMod val="135000"/>
              </a:schemeClr>
              <a:prstClr val="white"/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53833" y="287254"/>
            <a:ext cx="9142892" cy="72424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3" name="Group 2"/>
          <p:cNvGrpSpPr/>
          <p:nvPr userDrawn="1"/>
        </p:nvGrpSpPr>
        <p:grpSpPr>
          <a:xfrm rot="16200000" flipV="1">
            <a:off x="393382" y="3780378"/>
            <a:ext cx="2684240" cy="3471003"/>
            <a:chOff x="5710110" y="861237"/>
            <a:chExt cx="2762761" cy="3572539"/>
          </a:xfrm>
        </p:grpSpPr>
        <p:sp>
          <p:nvSpPr>
            <p:cNvPr id="4" name="Isosceles Triangle 3"/>
            <p:cNvSpPr/>
            <p:nvPr userDrawn="1"/>
          </p:nvSpPr>
          <p:spPr>
            <a:xfrm>
              <a:off x="6400800" y="2052084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5" name="Isosceles Triangle 4"/>
            <p:cNvSpPr/>
            <p:nvPr userDrawn="1"/>
          </p:nvSpPr>
          <p:spPr>
            <a:xfrm rot="10800000">
              <a:off x="7091490" y="2052084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6" name="Isosceles Triangle 5"/>
            <p:cNvSpPr/>
            <p:nvPr userDrawn="1"/>
          </p:nvSpPr>
          <p:spPr>
            <a:xfrm>
              <a:off x="5710110" y="3232297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7" name="Isosceles Triangle 6"/>
            <p:cNvSpPr/>
            <p:nvPr userDrawn="1"/>
          </p:nvSpPr>
          <p:spPr>
            <a:xfrm rot="10800000">
              <a:off x="6400800" y="3232297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8" name="Isosceles Triangle 7"/>
            <p:cNvSpPr/>
            <p:nvPr userDrawn="1"/>
          </p:nvSpPr>
          <p:spPr>
            <a:xfrm>
              <a:off x="7091490" y="3242930"/>
              <a:ext cx="1381381" cy="1190846"/>
            </a:xfrm>
            <a:prstGeom prst="triangle">
              <a:avLst/>
            </a:prstGeom>
            <a:solidFill>
              <a:schemeClr val="bg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9" name="Isosceles Triangle 8"/>
            <p:cNvSpPr/>
            <p:nvPr userDrawn="1"/>
          </p:nvSpPr>
          <p:spPr>
            <a:xfrm>
              <a:off x="7091490" y="861237"/>
              <a:ext cx="1381381" cy="1190846"/>
            </a:xfrm>
            <a:prstGeom prst="triangl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8649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87254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0000">
            <a:off x="-14702" y="6189270"/>
            <a:ext cx="11011328" cy="797442"/>
          </a:xfrm>
          <a:prstGeom prst="rect">
            <a:avLst/>
          </a:prstGeom>
        </p:spPr>
      </p:pic>
      <p:grpSp>
        <p:nvGrpSpPr>
          <p:cNvPr id="11" name="Group 10"/>
          <p:cNvGrpSpPr/>
          <p:nvPr userDrawn="1"/>
        </p:nvGrpSpPr>
        <p:grpSpPr>
          <a:xfrm flipV="1">
            <a:off x="9507759" y="0"/>
            <a:ext cx="2684240" cy="3471003"/>
            <a:chOff x="5710110" y="861237"/>
            <a:chExt cx="2762761" cy="3572539"/>
          </a:xfrm>
        </p:grpSpPr>
        <p:sp>
          <p:nvSpPr>
            <p:cNvPr id="5" name="Isosceles Triangle 4"/>
            <p:cNvSpPr/>
            <p:nvPr userDrawn="1"/>
          </p:nvSpPr>
          <p:spPr>
            <a:xfrm>
              <a:off x="6400800" y="2052084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6" name="Isosceles Triangle 5"/>
            <p:cNvSpPr/>
            <p:nvPr userDrawn="1"/>
          </p:nvSpPr>
          <p:spPr>
            <a:xfrm rot="10800000">
              <a:off x="7091490" y="2052084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7" name="Isosceles Triangle 6"/>
            <p:cNvSpPr/>
            <p:nvPr userDrawn="1"/>
          </p:nvSpPr>
          <p:spPr>
            <a:xfrm>
              <a:off x="5710110" y="3232297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8" name="Isosceles Triangle 7"/>
            <p:cNvSpPr/>
            <p:nvPr userDrawn="1"/>
          </p:nvSpPr>
          <p:spPr>
            <a:xfrm rot="10800000">
              <a:off x="6400800" y="3232297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9" name="Isosceles Triangle 8"/>
            <p:cNvSpPr/>
            <p:nvPr userDrawn="1"/>
          </p:nvSpPr>
          <p:spPr>
            <a:xfrm>
              <a:off x="7091490" y="3242930"/>
              <a:ext cx="1381381" cy="1190846"/>
            </a:xfrm>
            <a:prstGeom prst="triangle">
              <a:avLst/>
            </a:prstGeom>
            <a:solidFill>
              <a:schemeClr val="bg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0" name="Isosceles Triangle 9"/>
            <p:cNvSpPr/>
            <p:nvPr userDrawn="1"/>
          </p:nvSpPr>
          <p:spPr>
            <a:xfrm>
              <a:off x="7091490" y="861237"/>
              <a:ext cx="1381381" cy="1190846"/>
            </a:xfrm>
            <a:prstGeom prst="triangl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12" name="그림 개체 틀 2">
            <a:extLst>
              <a:ext uri="{FF2B5EF4-FFF2-40B4-BE49-F238E27FC236}">
                <a16:creationId xmlns:a16="http://schemas.microsoft.com/office/drawing/2014/main" id="{C82AD369-D5FC-4070-BC71-064D8FC9F62A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1875633" y="1610063"/>
            <a:ext cx="9593277" cy="2645996"/>
          </a:xfrm>
          <a:custGeom>
            <a:avLst/>
            <a:gdLst>
              <a:gd name="connsiteX0" fmla="*/ 0 w 6913722"/>
              <a:gd name="connsiteY0" fmla="*/ 0 h 1800200"/>
              <a:gd name="connsiteX1" fmla="*/ 6913722 w 6913722"/>
              <a:gd name="connsiteY1" fmla="*/ 0 h 1800200"/>
              <a:gd name="connsiteX2" fmla="*/ 6913722 w 6913722"/>
              <a:gd name="connsiteY2" fmla="*/ 1800200 h 1800200"/>
              <a:gd name="connsiteX3" fmla="*/ 0 w 6913722"/>
              <a:gd name="connsiteY3" fmla="*/ 1800200 h 1800200"/>
              <a:gd name="connsiteX4" fmla="*/ 0 w 6913722"/>
              <a:gd name="connsiteY4" fmla="*/ 0 h 1800200"/>
              <a:gd name="connsiteX0" fmla="*/ 0 w 6913722"/>
              <a:gd name="connsiteY0" fmla="*/ 0 h 1800200"/>
              <a:gd name="connsiteX1" fmla="*/ 6913722 w 6913722"/>
              <a:gd name="connsiteY1" fmla="*/ 0 h 1800200"/>
              <a:gd name="connsiteX2" fmla="*/ 6913722 w 6913722"/>
              <a:gd name="connsiteY2" fmla="*/ 1800200 h 1800200"/>
              <a:gd name="connsiteX3" fmla="*/ 1103257 w 6913722"/>
              <a:gd name="connsiteY3" fmla="*/ 1791789 h 1800200"/>
              <a:gd name="connsiteX4" fmla="*/ 0 w 6913722"/>
              <a:gd name="connsiteY4" fmla="*/ 1800200 h 1800200"/>
              <a:gd name="connsiteX5" fmla="*/ 0 w 6913722"/>
              <a:gd name="connsiteY5" fmla="*/ 0 h 1800200"/>
              <a:gd name="connsiteX0" fmla="*/ 0 w 6913722"/>
              <a:gd name="connsiteY0" fmla="*/ 0 h 1800200"/>
              <a:gd name="connsiteX1" fmla="*/ 6913722 w 6913722"/>
              <a:gd name="connsiteY1" fmla="*/ 0 h 1800200"/>
              <a:gd name="connsiteX2" fmla="*/ 6913722 w 6913722"/>
              <a:gd name="connsiteY2" fmla="*/ 1800200 h 1800200"/>
              <a:gd name="connsiteX3" fmla="*/ 1489151 w 6913722"/>
              <a:gd name="connsiteY3" fmla="*/ 1800178 h 1800200"/>
              <a:gd name="connsiteX4" fmla="*/ 1103257 w 6913722"/>
              <a:gd name="connsiteY4" fmla="*/ 1791789 h 1800200"/>
              <a:gd name="connsiteX5" fmla="*/ 0 w 6913722"/>
              <a:gd name="connsiteY5" fmla="*/ 1800200 h 1800200"/>
              <a:gd name="connsiteX6" fmla="*/ 0 w 6913722"/>
              <a:gd name="connsiteY6" fmla="*/ 0 h 1800200"/>
              <a:gd name="connsiteX0" fmla="*/ 0 w 6913722"/>
              <a:gd name="connsiteY0" fmla="*/ 0 h 1800200"/>
              <a:gd name="connsiteX1" fmla="*/ 6913722 w 6913722"/>
              <a:gd name="connsiteY1" fmla="*/ 0 h 1800200"/>
              <a:gd name="connsiteX2" fmla="*/ 6913722 w 6913722"/>
              <a:gd name="connsiteY2" fmla="*/ 1800200 h 1800200"/>
              <a:gd name="connsiteX3" fmla="*/ 1489151 w 6913722"/>
              <a:gd name="connsiteY3" fmla="*/ 1800178 h 1800200"/>
              <a:gd name="connsiteX4" fmla="*/ 1287815 w 6913722"/>
              <a:gd name="connsiteY4" fmla="*/ 1791789 h 1800200"/>
              <a:gd name="connsiteX5" fmla="*/ 1103257 w 6913722"/>
              <a:gd name="connsiteY5" fmla="*/ 1791789 h 1800200"/>
              <a:gd name="connsiteX6" fmla="*/ 0 w 6913722"/>
              <a:gd name="connsiteY6" fmla="*/ 1800200 h 1800200"/>
              <a:gd name="connsiteX7" fmla="*/ 0 w 6913722"/>
              <a:gd name="connsiteY7" fmla="*/ 0 h 1800200"/>
              <a:gd name="connsiteX0" fmla="*/ 0 w 6913722"/>
              <a:gd name="connsiteY0" fmla="*/ 0 h 1951179"/>
              <a:gd name="connsiteX1" fmla="*/ 6913722 w 6913722"/>
              <a:gd name="connsiteY1" fmla="*/ 0 h 1951179"/>
              <a:gd name="connsiteX2" fmla="*/ 6913722 w 6913722"/>
              <a:gd name="connsiteY2" fmla="*/ 1800200 h 1951179"/>
              <a:gd name="connsiteX3" fmla="*/ 1489151 w 6913722"/>
              <a:gd name="connsiteY3" fmla="*/ 1800178 h 1951179"/>
              <a:gd name="connsiteX4" fmla="*/ 1296204 w 6913722"/>
              <a:gd name="connsiteY4" fmla="*/ 1951179 h 1951179"/>
              <a:gd name="connsiteX5" fmla="*/ 1103257 w 6913722"/>
              <a:gd name="connsiteY5" fmla="*/ 1791789 h 1951179"/>
              <a:gd name="connsiteX6" fmla="*/ 0 w 6913722"/>
              <a:gd name="connsiteY6" fmla="*/ 1800200 h 1951179"/>
              <a:gd name="connsiteX7" fmla="*/ 0 w 6913722"/>
              <a:gd name="connsiteY7" fmla="*/ 0 h 1951179"/>
              <a:gd name="connsiteX0" fmla="*/ 0 w 6913722"/>
              <a:gd name="connsiteY0" fmla="*/ 0 h 2002718"/>
              <a:gd name="connsiteX1" fmla="*/ 6913722 w 6913722"/>
              <a:gd name="connsiteY1" fmla="*/ 0 h 2002718"/>
              <a:gd name="connsiteX2" fmla="*/ 6913722 w 6913722"/>
              <a:gd name="connsiteY2" fmla="*/ 1800200 h 2002718"/>
              <a:gd name="connsiteX3" fmla="*/ 1489151 w 6913722"/>
              <a:gd name="connsiteY3" fmla="*/ 1800178 h 2002718"/>
              <a:gd name="connsiteX4" fmla="*/ 1303214 w 6913722"/>
              <a:gd name="connsiteY4" fmla="*/ 2002718 h 2002718"/>
              <a:gd name="connsiteX5" fmla="*/ 1103257 w 6913722"/>
              <a:gd name="connsiteY5" fmla="*/ 1791789 h 2002718"/>
              <a:gd name="connsiteX6" fmla="*/ 0 w 6913722"/>
              <a:gd name="connsiteY6" fmla="*/ 1800200 h 2002718"/>
              <a:gd name="connsiteX7" fmla="*/ 0 w 6913722"/>
              <a:gd name="connsiteY7" fmla="*/ 0 h 2002718"/>
              <a:gd name="connsiteX0" fmla="*/ 0 w 6913722"/>
              <a:gd name="connsiteY0" fmla="*/ 0 h 2002718"/>
              <a:gd name="connsiteX1" fmla="*/ 6913722 w 6913722"/>
              <a:gd name="connsiteY1" fmla="*/ 0 h 2002718"/>
              <a:gd name="connsiteX2" fmla="*/ 6913722 w 6913722"/>
              <a:gd name="connsiteY2" fmla="*/ 1800200 h 2002718"/>
              <a:gd name="connsiteX3" fmla="*/ 1489151 w 6913722"/>
              <a:gd name="connsiteY3" fmla="*/ 1800178 h 2002718"/>
              <a:gd name="connsiteX4" fmla="*/ 1289193 w 6913722"/>
              <a:gd name="connsiteY4" fmla="*/ 2002718 h 2002718"/>
              <a:gd name="connsiteX5" fmla="*/ 1103257 w 6913722"/>
              <a:gd name="connsiteY5" fmla="*/ 1791789 h 2002718"/>
              <a:gd name="connsiteX6" fmla="*/ 0 w 6913722"/>
              <a:gd name="connsiteY6" fmla="*/ 1800200 h 2002718"/>
              <a:gd name="connsiteX7" fmla="*/ 0 w 6913722"/>
              <a:gd name="connsiteY7" fmla="*/ 0 h 2002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13722" h="2002718">
                <a:moveTo>
                  <a:pt x="0" y="0"/>
                </a:moveTo>
                <a:lnTo>
                  <a:pt x="6913722" y="0"/>
                </a:lnTo>
                <a:lnTo>
                  <a:pt x="6913722" y="1800200"/>
                </a:lnTo>
                <a:lnTo>
                  <a:pt x="1489151" y="1800178"/>
                </a:lnTo>
                <a:lnTo>
                  <a:pt x="1289193" y="2002718"/>
                </a:lnTo>
                <a:lnTo>
                  <a:pt x="1103257" y="1791789"/>
                </a:lnTo>
                <a:lnTo>
                  <a:pt x="0" y="18002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BBD87E43-19A7-48AA-87E3-677FC5FEE8E9}"/>
              </a:ext>
            </a:extLst>
          </p:cNvPr>
          <p:cNvSpPr/>
          <p:nvPr userDrawn="1"/>
        </p:nvSpPr>
        <p:spPr>
          <a:xfrm>
            <a:off x="-1" y="1610063"/>
            <a:ext cx="1875635" cy="2389975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>
              <a:latin typeface="Meiryo UI" panose="020B0604030504040204" pitchFamily="50" charset="-128"/>
            </a:endParaRPr>
          </a:p>
        </p:txBody>
      </p:sp>
      <p:sp>
        <p:nvSpPr>
          <p:cNvPr id="14" name="그림 개체 틀 2">
            <a:extLst>
              <a:ext uri="{FF2B5EF4-FFF2-40B4-BE49-F238E27FC236}">
                <a16:creationId xmlns:a16="http://schemas.microsoft.com/office/drawing/2014/main" id="{C3DE683D-324F-4A44-B9B4-483B8FD1C70A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9615413" y="4187965"/>
            <a:ext cx="1853497" cy="16704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5" name="그림 개체 틀 2">
            <a:extLst>
              <a:ext uri="{FF2B5EF4-FFF2-40B4-BE49-F238E27FC236}">
                <a16:creationId xmlns:a16="http://schemas.microsoft.com/office/drawing/2014/main" id="{3702F1BA-10D8-4331-BD4C-2706D1D94949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7570712" y="4187965"/>
            <a:ext cx="1853497" cy="16704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9202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bg>
      <p:bgPr>
        <a:blipFill dpi="0"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87254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3" name="Group 2"/>
          <p:cNvGrpSpPr/>
          <p:nvPr userDrawn="1"/>
        </p:nvGrpSpPr>
        <p:grpSpPr>
          <a:xfrm rot="16200000" flipV="1">
            <a:off x="393382" y="3780378"/>
            <a:ext cx="2684240" cy="3471003"/>
            <a:chOff x="5710110" y="861237"/>
            <a:chExt cx="2762761" cy="3572539"/>
          </a:xfrm>
        </p:grpSpPr>
        <p:sp>
          <p:nvSpPr>
            <p:cNvPr id="4" name="Isosceles Triangle 3"/>
            <p:cNvSpPr/>
            <p:nvPr userDrawn="1"/>
          </p:nvSpPr>
          <p:spPr>
            <a:xfrm>
              <a:off x="6400800" y="2052084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5" name="Isosceles Triangle 4"/>
            <p:cNvSpPr/>
            <p:nvPr userDrawn="1"/>
          </p:nvSpPr>
          <p:spPr>
            <a:xfrm rot="10800000">
              <a:off x="7091490" y="2052084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6" name="Isosceles Triangle 5"/>
            <p:cNvSpPr/>
            <p:nvPr userDrawn="1"/>
          </p:nvSpPr>
          <p:spPr>
            <a:xfrm>
              <a:off x="5710110" y="3232297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7" name="Isosceles Triangle 6"/>
            <p:cNvSpPr/>
            <p:nvPr userDrawn="1"/>
          </p:nvSpPr>
          <p:spPr>
            <a:xfrm rot="10800000">
              <a:off x="6400800" y="3232297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8" name="Isosceles Triangle 7"/>
            <p:cNvSpPr/>
            <p:nvPr userDrawn="1"/>
          </p:nvSpPr>
          <p:spPr>
            <a:xfrm>
              <a:off x="7091490" y="3242930"/>
              <a:ext cx="1381381" cy="1190846"/>
            </a:xfrm>
            <a:prstGeom prst="triangle">
              <a:avLst/>
            </a:prstGeom>
            <a:solidFill>
              <a:schemeClr val="bg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9" name="Isosceles Triangle 8"/>
            <p:cNvSpPr/>
            <p:nvPr userDrawn="1"/>
          </p:nvSpPr>
          <p:spPr>
            <a:xfrm>
              <a:off x="7091490" y="861237"/>
              <a:ext cx="1381381" cy="1190846"/>
            </a:xfrm>
            <a:prstGeom prst="triangl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</p:grpSp>
      <p:grpSp>
        <p:nvGrpSpPr>
          <p:cNvPr id="10" name="Group 9"/>
          <p:cNvGrpSpPr/>
          <p:nvPr userDrawn="1"/>
        </p:nvGrpSpPr>
        <p:grpSpPr>
          <a:xfrm rot="16200000" flipH="1">
            <a:off x="9114379" y="3780379"/>
            <a:ext cx="2684240" cy="3471003"/>
            <a:chOff x="5710110" y="861237"/>
            <a:chExt cx="2762761" cy="3572539"/>
          </a:xfrm>
        </p:grpSpPr>
        <p:sp>
          <p:nvSpPr>
            <p:cNvPr id="11" name="Isosceles Triangle 10"/>
            <p:cNvSpPr/>
            <p:nvPr userDrawn="1"/>
          </p:nvSpPr>
          <p:spPr>
            <a:xfrm>
              <a:off x="6400800" y="2052084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2" name="Isosceles Triangle 11"/>
            <p:cNvSpPr/>
            <p:nvPr userDrawn="1"/>
          </p:nvSpPr>
          <p:spPr>
            <a:xfrm rot="10800000">
              <a:off x="7091490" y="2052084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3" name="Isosceles Triangle 12"/>
            <p:cNvSpPr/>
            <p:nvPr userDrawn="1"/>
          </p:nvSpPr>
          <p:spPr>
            <a:xfrm>
              <a:off x="5710110" y="3232297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4" name="Isosceles Triangle 13"/>
            <p:cNvSpPr/>
            <p:nvPr userDrawn="1"/>
          </p:nvSpPr>
          <p:spPr>
            <a:xfrm rot="10800000">
              <a:off x="6400800" y="3232297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5" name="Isosceles Triangle 14"/>
            <p:cNvSpPr/>
            <p:nvPr userDrawn="1"/>
          </p:nvSpPr>
          <p:spPr>
            <a:xfrm>
              <a:off x="7091490" y="3242930"/>
              <a:ext cx="1381381" cy="1190846"/>
            </a:xfrm>
            <a:prstGeom prst="triangle">
              <a:avLst/>
            </a:prstGeom>
            <a:solidFill>
              <a:schemeClr val="bg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16" name="Isosceles Triangle 15"/>
            <p:cNvSpPr/>
            <p:nvPr userDrawn="1"/>
          </p:nvSpPr>
          <p:spPr>
            <a:xfrm>
              <a:off x="7091490" y="861237"/>
              <a:ext cx="1381381" cy="1190846"/>
            </a:xfrm>
            <a:prstGeom prst="triangl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17" name="그림 개체 틀 2">
            <a:extLst>
              <a:ext uri="{FF2B5EF4-FFF2-40B4-BE49-F238E27FC236}">
                <a16:creationId xmlns:a16="http://schemas.microsoft.com/office/drawing/2014/main" id="{F2E4E9C1-347B-453B-9635-0B93ABEC793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29560" y="3446715"/>
            <a:ext cx="5364000" cy="212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8" name="그림 개체 틀 2">
            <a:extLst>
              <a:ext uri="{FF2B5EF4-FFF2-40B4-BE49-F238E27FC236}">
                <a16:creationId xmlns:a16="http://schemas.microsoft.com/office/drawing/2014/main" id="{7F09AA59-EBC5-49D4-86FA-BA501F3B0031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6090555" y="3446715"/>
            <a:ext cx="5364000" cy="212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9" name="그림 개체 틀 2">
            <a:extLst>
              <a:ext uri="{FF2B5EF4-FFF2-40B4-BE49-F238E27FC236}">
                <a16:creationId xmlns:a16="http://schemas.microsoft.com/office/drawing/2014/main" id="{5AF75764-4E6E-43FC-A352-09023C4EA8F0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729560" y="1328666"/>
            <a:ext cx="5364000" cy="212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0" name="그림 개체 틀 2">
            <a:extLst>
              <a:ext uri="{FF2B5EF4-FFF2-40B4-BE49-F238E27FC236}">
                <a16:creationId xmlns:a16="http://schemas.microsoft.com/office/drawing/2014/main" id="{BA331AD9-76BB-4CB2-B996-5FD497783666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6090555" y="1328666"/>
            <a:ext cx="5364000" cy="212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21083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bg>
      <p:bgPr>
        <a:blipFill dpi="0" rotWithShape="1">
          <a:blip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7FA69F2D-A6E0-414B-9364-1D41FF7D3B78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134225" y="117446"/>
            <a:ext cx="11914438" cy="51878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제목 1">
            <a:extLst>
              <a:ext uri="{FF2B5EF4-FFF2-40B4-BE49-F238E27FC236}">
                <a16:creationId xmlns:a16="http://schemas.microsoft.com/office/drawing/2014/main" id="{05FB4E29-9C56-45B9-A73A-BC7E2986D3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97011"/>
            <a:ext cx="12192000" cy="71087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IMAGES AND 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57568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layout">
    <p:bg>
      <p:bgPr>
        <a:blipFill dpi="0"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53833" y="287254"/>
            <a:ext cx="9142892" cy="72424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3" name="Group 2"/>
          <p:cNvGrpSpPr/>
          <p:nvPr userDrawn="1"/>
        </p:nvGrpSpPr>
        <p:grpSpPr>
          <a:xfrm rot="16200000" flipV="1">
            <a:off x="393382" y="3780378"/>
            <a:ext cx="2684240" cy="3471003"/>
            <a:chOff x="5710110" y="861237"/>
            <a:chExt cx="2762761" cy="3572539"/>
          </a:xfrm>
        </p:grpSpPr>
        <p:sp>
          <p:nvSpPr>
            <p:cNvPr id="4" name="Isosceles Triangle 3"/>
            <p:cNvSpPr/>
            <p:nvPr userDrawn="1"/>
          </p:nvSpPr>
          <p:spPr>
            <a:xfrm>
              <a:off x="6400800" y="2052084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5" name="Isosceles Triangle 4"/>
            <p:cNvSpPr/>
            <p:nvPr userDrawn="1"/>
          </p:nvSpPr>
          <p:spPr>
            <a:xfrm rot="10800000">
              <a:off x="7091490" y="2052084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6" name="Isosceles Triangle 5"/>
            <p:cNvSpPr/>
            <p:nvPr userDrawn="1"/>
          </p:nvSpPr>
          <p:spPr>
            <a:xfrm>
              <a:off x="5710110" y="3232297"/>
              <a:ext cx="1381381" cy="1190846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7" name="Isosceles Triangle 6"/>
            <p:cNvSpPr/>
            <p:nvPr userDrawn="1"/>
          </p:nvSpPr>
          <p:spPr>
            <a:xfrm rot="10800000">
              <a:off x="6400800" y="3232297"/>
              <a:ext cx="1381381" cy="1190846"/>
            </a:xfrm>
            <a:prstGeom prst="triangle">
              <a:avLst/>
            </a:prstGeom>
            <a:solidFill>
              <a:schemeClr val="bg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8" name="Isosceles Triangle 7"/>
            <p:cNvSpPr/>
            <p:nvPr userDrawn="1"/>
          </p:nvSpPr>
          <p:spPr>
            <a:xfrm>
              <a:off x="7091490" y="3242930"/>
              <a:ext cx="1381381" cy="1190846"/>
            </a:xfrm>
            <a:prstGeom prst="triangle">
              <a:avLst/>
            </a:prstGeom>
            <a:solidFill>
              <a:schemeClr val="bg1">
                <a:alpha val="2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  <p:sp>
          <p:nvSpPr>
            <p:cNvPr id="9" name="Isosceles Triangle 8"/>
            <p:cNvSpPr/>
            <p:nvPr userDrawn="1"/>
          </p:nvSpPr>
          <p:spPr>
            <a:xfrm>
              <a:off x="7091490" y="861237"/>
              <a:ext cx="1381381" cy="1190846"/>
            </a:xfrm>
            <a:prstGeom prst="triangl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DA131F02-8560-4936-8196-7B5B3CDB11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6366227" y="1787518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Meiryo UI" panose="020B0604030504040204" pitchFamily="50" charset="-128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FC4D0155-DE74-4ED9-B57D-FCD563766CBF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9119434" y="1787518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Meiryo UI" panose="020B0604030504040204" pitchFamily="50" charset="-128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EFA1E3D6-DD27-4B94-BD57-3429E799CFE1}"/>
              </a:ext>
            </a:extLst>
          </p:cNvPr>
          <p:cNvSpPr>
            <a:spLocks noGrp="1"/>
          </p:cNvSpPr>
          <p:nvPr>
            <p:ph type="pic" idx="18" hasCustomPrompt="1"/>
          </p:nvPr>
        </p:nvSpPr>
        <p:spPr>
          <a:xfrm>
            <a:off x="3613020" y="1787518"/>
            <a:ext cx="2124000" cy="20950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Meiryo UI" panose="020B0604030504040204" pitchFamily="50" charset="-128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5" name="Rectangle 1">
            <a:extLst>
              <a:ext uri="{FF2B5EF4-FFF2-40B4-BE49-F238E27FC236}">
                <a16:creationId xmlns:a16="http://schemas.microsoft.com/office/drawing/2014/main" id="{1CBE543A-EEDF-47EE-9E4B-8EEFE00C1C2B}"/>
              </a:ext>
            </a:extLst>
          </p:cNvPr>
          <p:cNvSpPr/>
          <p:nvPr userDrawn="1"/>
        </p:nvSpPr>
        <p:spPr>
          <a:xfrm>
            <a:off x="3613020" y="3887674"/>
            <a:ext cx="2124000" cy="504000"/>
          </a:xfrm>
          <a:prstGeom prst="rect">
            <a:avLst/>
          </a:prstGeom>
          <a:solidFill>
            <a:schemeClr val="accent3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Meiryo UI" panose="020B0604030504040204" pitchFamily="50" charset="-128"/>
            </a:endParaRPr>
          </a:p>
        </p:txBody>
      </p:sp>
      <p:sp>
        <p:nvSpPr>
          <p:cNvPr id="26" name="Rectangle 10">
            <a:extLst>
              <a:ext uri="{FF2B5EF4-FFF2-40B4-BE49-F238E27FC236}">
                <a16:creationId xmlns:a16="http://schemas.microsoft.com/office/drawing/2014/main" id="{0180C7D7-E731-42FC-A240-C204839E739E}"/>
              </a:ext>
            </a:extLst>
          </p:cNvPr>
          <p:cNvSpPr/>
          <p:nvPr userDrawn="1"/>
        </p:nvSpPr>
        <p:spPr>
          <a:xfrm>
            <a:off x="6366227" y="3887674"/>
            <a:ext cx="2124000" cy="50400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Meiryo UI" panose="020B0604030504040204" pitchFamily="50" charset="-128"/>
            </a:endParaRPr>
          </a:p>
        </p:txBody>
      </p:sp>
      <p:sp>
        <p:nvSpPr>
          <p:cNvPr id="27" name="Rectangle 11">
            <a:extLst>
              <a:ext uri="{FF2B5EF4-FFF2-40B4-BE49-F238E27FC236}">
                <a16:creationId xmlns:a16="http://schemas.microsoft.com/office/drawing/2014/main" id="{8F8CA96E-58DA-4D5C-9F73-719A9E293C0D}"/>
              </a:ext>
            </a:extLst>
          </p:cNvPr>
          <p:cNvSpPr/>
          <p:nvPr userDrawn="1"/>
        </p:nvSpPr>
        <p:spPr>
          <a:xfrm>
            <a:off x="9119434" y="3887674"/>
            <a:ext cx="2124000" cy="504000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Meiryo UI" panose="020B0604030504040204" pitchFamily="50" charset="-128"/>
            </a:endParaRPr>
          </a:p>
        </p:txBody>
      </p:sp>
      <p:sp>
        <p:nvSpPr>
          <p:cNvPr id="28" name="Rectangle 8">
            <a:extLst>
              <a:ext uri="{FF2B5EF4-FFF2-40B4-BE49-F238E27FC236}">
                <a16:creationId xmlns:a16="http://schemas.microsoft.com/office/drawing/2014/main" id="{1CC12A8B-343C-49CF-8E36-97ED170F977E}"/>
              </a:ext>
            </a:extLst>
          </p:cNvPr>
          <p:cNvSpPr/>
          <p:nvPr userDrawn="1"/>
        </p:nvSpPr>
        <p:spPr>
          <a:xfrm>
            <a:off x="3613020" y="4394066"/>
            <a:ext cx="2124000" cy="1512000"/>
          </a:xfrm>
          <a:custGeom>
            <a:avLst/>
            <a:gdLst>
              <a:gd name="connsiteX0" fmla="*/ 0 w 1944000"/>
              <a:gd name="connsiteY0" fmla="*/ 0 h 1584176"/>
              <a:gd name="connsiteX1" fmla="*/ 1944000 w 1944000"/>
              <a:gd name="connsiteY1" fmla="*/ 0 h 1584176"/>
              <a:gd name="connsiteX2" fmla="*/ 1944000 w 1944000"/>
              <a:gd name="connsiteY2" fmla="*/ 1584176 h 1584176"/>
              <a:gd name="connsiteX3" fmla="*/ 1260000 w 1944000"/>
              <a:gd name="connsiteY3" fmla="*/ 1584176 h 1584176"/>
              <a:gd name="connsiteX4" fmla="*/ 684000 w 1944000"/>
              <a:gd name="connsiteY4" fmla="*/ 1290771 h 1584176"/>
              <a:gd name="connsiteX5" fmla="*/ 684000 w 1944000"/>
              <a:gd name="connsiteY5" fmla="*/ 1584176 h 1584176"/>
              <a:gd name="connsiteX6" fmla="*/ 0 w 1944000"/>
              <a:gd name="connsiteY6" fmla="*/ 1584176 h 1584176"/>
              <a:gd name="connsiteX7" fmla="*/ 0 w 1944000"/>
              <a:gd name="connsiteY7" fmla="*/ 0 h 1584176"/>
              <a:gd name="connsiteX0" fmla="*/ 0 w 1944000"/>
              <a:gd name="connsiteY0" fmla="*/ 0 h 1584176"/>
              <a:gd name="connsiteX1" fmla="*/ 1944000 w 1944000"/>
              <a:gd name="connsiteY1" fmla="*/ 0 h 1584176"/>
              <a:gd name="connsiteX2" fmla="*/ 1944000 w 1944000"/>
              <a:gd name="connsiteY2" fmla="*/ 1584176 h 1584176"/>
              <a:gd name="connsiteX3" fmla="*/ 1260000 w 1944000"/>
              <a:gd name="connsiteY3" fmla="*/ 1584176 h 1584176"/>
              <a:gd name="connsiteX4" fmla="*/ 684000 w 1944000"/>
              <a:gd name="connsiteY4" fmla="*/ 1584176 h 1584176"/>
              <a:gd name="connsiteX5" fmla="*/ 0 w 1944000"/>
              <a:gd name="connsiteY5" fmla="*/ 1584176 h 1584176"/>
              <a:gd name="connsiteX6" fmla="*/ 0 w 1944000"/>
              <a:gd name="connsiteY6" fmla="*/ 0 h 1584176"/>
              <a:gd name="connsiteX0" fmla="*/ 0 w 1944000"/>
              <a:gd name="connsiteY0" fmla="*/ 0 h 1584176"/>
              <a:gd name="connsiteX1" fmla="*/ 1944000 w 1944000"/>
              <a:gd name="connsiteY1" fmla="*/ 0 h 1584176"/>
              <a:gd name="connsiteX2" fmla="*/ 1944000 w 1944000"/>
              <a:gd name="connsiteY2" fmla="*/ 1584176 h 1584176"/>
              <a:gd name="connsiteX3" fmla="*/ 1260000 w 1944000"/>
              <a:gd name="connsiteY3" fmla="*/ 1584176 h 1584176"/>
              <a:gd name="connsiteX4" fmla="*/ 0 w 1944000"/>
              <a:gd name="connsiteY4" fmla="*/ 1584176 h 1584176"/>
              <a:gd name="connsiteX5" fmla="*/ 0 w 1944000"/>
              <a:gd name="connsiteY5" fmla="*/ 0 h 1584176"/>
              <a:gd name="connsiteX0" fmla="*/ 0 w 1944000"/>
              <a:gd name="connsiteY0" fmla="*/ 0 h 1584176"/>
              <a:gd name="connsiteX1" fmla="*/ 1944000 w 1944000"/>
              <a:gd name="connsiteY1" fmla="*/ 0 h 1584176"/>
              <a:gd name="connsiteX2" fmla="*/ 1944000 w 1944000"/>
              <a:gd name="connsiteY2" fmla="*/ 1584176 h 1584176"/>
              <a:gd name="connsiteX3" fmla="*/ 0 w 1944000"/>
              <a:gd name="connsiteY3" fmla="*/ 1584176 h 1584176"/>
              <a:gd name="connsiteX4" fmla="*/ 0 w 1944000"/>
              <a:gd name="connsiteY4" fmla="*/ 0 h 1584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4000" h="1584176">
                <a:moveTo>
                  <a:pt x="0" y="0"/>
                </a:moveTo>
                <a:lnTo>
                  <a:pt x="1944000" y="0"/>
                </a:lnTo>
                <a:lnTo>
                  <a:pt x="1944000" y="1584176"/>
                </a:lnTo>
                <a:lnTo>
                  <a:pt x="0" y="158417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Meiryo UI" panose="020B0604030504040204" pitchFamily="50" charset="-128"/>
            </a:endParaRPr>
          </a:p>
        </p:txBody>
      </p:sp>
      <p:sp>
        <p:nvSpPr>
          <p:cNvPr id="29" name="Rectangle 8">
            <a:extLst>
              <a:ext uri="{FF2B5EF4-FFF2-40B4-BE49-F238E27FC236}">
                <a16:creationId xmlns:a16="http://schemas.microsoft.com/office/drawing/2014/main" id="{077046BC-04C7-4CFE-9D6B-78D51C62B0B1}"/>
              </a:ext>
            </a:extLst>
          </p:cNvPr>
          <p:cNvSpPr/>
          <p:nvPr userDrawn="1"/>
        </p:nvSpPr>
        <p:spPr>
          <a:xfrm>
            <a:off x="6366227" y="4394066"/>
            <a:ext cx="2124000" cy="1512000"/>
          </a:xfrm>
          <a:custGeom>
            <a:avLst/>
            <a:gdLst>
              <a:gd name="connsiteX0" fmla="*/ 0 w 1944000"/>
              <a:gd name="connsiteY0" fmla="*/ 0 h 1584176"/>
              <a:gd name="connsiteX1" fmla="*/ 1944000 w 1944000"/>
              <a:gd name="connsiteY1" fmla="*/ 0 h 1584176"/>
              <a:gd name="connsiteX2" fmla="*/ 1944000 w 1944000"/>
              <a:gd name="connsiteY2" fmla="*/ 1584176 h 1584176"/>
              <a:gd name="connsiteX3" fmla="*/ 1260000 w 1944000"/>
              <a:gd name="connsiteY3" fmla="*/ 1584176 h 1584176"/>
              <a:gd name="connsiteX4" fmla="*/ 684000 w 1944000"/>
              <a:gd name="connsiteY4" fmla="*/ 1290771 h 1584176"/>
              <a:gd name="connsiteX5" fmla="*/ 684000 w 1944000"/>
              <a:gd name="connsiteY5" fmla="*/ 1584176 h 1584176"/>
              <a:gd name="connsiteX6" fmla="*/ 0 w 1944000"/>
              <a:gd name="connsiteY6" fmla="*/ 1584176 h 1584176"/>
              <a:gd name="connsiteX7" fmla="*/ 0 w 1944000"/>
              <a:gd name="connsiteY7" fmla="*/ 0 h 1584176"/>
              <a:gd name="connsiteX0" fmla="*/ 0 w 1944000"/>
              <a:gd name="connsiteY0" fmla="*/ 0 h 1584176"/>
              <a:gd name="connsiteX1" fmla="*/ 1944000 w 1944000"/>
              <a:gd name="connsiteY1" fmla="*/ 0 h 1584176"/>
              <a:gd name="connsiteX2" fmla="*/ 1944000 w 1944000"/>
              <a:gd name="connsiteY2" fmla="*/ 1584176 h 1584176"/>
              <a:gd name="connsiteX3" fmla="*/ 1260000 w 1944000"/>
              <a:gd name="connsiteY3" fmla="*/ 1584176 h 1584176"/>
              <a:gd name="connsiteX4" fmla="*/ 684000 w 1944000"/>
              <a:gd name="connsiteY4" fmla="*/ 1584176 h 1584176"/>
              <a:gd name="connsiteX5" fmla="*/ 0 w 1944000"/>
              <a:gd name="connsiteY5" fmla="*/ 1584176 h 1584176"/>
              <a:gd name="connsiteX6" fmla="*/ 0 w 1944000"/>
              <a:gd name="connsiteY6" fmla="*/ 0 h 1584176"/>
              <a:gd name="connsiteX0" fmla="*/ 0 w 1944000"/>
              <a:gd name="connsiteY0" fmla="*/ 0 h 1584176"/>
              <a:gd name="connsiteX1" fmla="*/ 1944000 w 1944000"/>
              <a:gd name="connsiteY1" fmla="*/ 0 h 1584176"/>
              <a:gd name="connsiteX2" fmla="*/ 1944000 w 1944000"/>
              <a:gd name="connsiteY2" fmla="*/ 1584176 h 1584176"/>
              <a:gd name="connsiteX3" fmla="*/ 1260000 w 1944000"/>
              <a:gd name="connsiteY3" fmla="*/ 1584176 h 1584176"/>
              <a:gd name="connsiteX4" fmla="*/ 0 w 1944000"/>
              <a:gd name="connsiteY4" fmla="*/ 1584176 h 1584176"/>
              <a:gd name="connsiteX5" fmla="*/ 0 w 1944000"/>
              <a:gd name="connsiteY5" fmla="*/ 0 h 1584176"/>
              <a:gd name="connsiteX0" fmla="*/ 0 w 1944000"/>
              <a:gd name="connsiteY0" fmla="*/ 0 h 1584176"/>
              <a:gd name="connsiteX1" fmla="*/ 1944000 w 1944000"/>
              <a:gd name="connsiteY1" fmla="*/ 0 h 1584176"/>
              <a:gd name="connsiteX2" fmla="*/ 1944000 w 1944000"/>
              <a:gd name="connsiteY2" fmla="*/ 1584176 h 1584176"/>
              <a:gd name="connsiteX3" fmla="*/ 0 w 1944000"/>
              <a:gd name="connsiteY3" fmla="*/ 1584176 h 1584176"/>
              <a:gd name="connsiteX4" fmla="*/ 0 w 1944000"/>
              <a:gd name="connsiteY4" fmla="*/ 0 h 1584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4000" h="1584176">
                <a:moveTo>
                  <a:pt x="0" y="0"/>
                </a:moveTo>
                <a:lnTo>
                  <a:pt x="1944000" y="0"/>
                </a:lnTo>
                <a:lnTo>
                  <a:pt x="1944000" y="1584176"/>
                </a:lnTo>
                <a:lnTo>
                  <a:pt x="0" y="158417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Meiryo UI" panose="020B0604030504040204" pitchFamily="50" charset="-128"/>
            </a:endParaRPr>
          </a:p>
        </p:txBody>
      </p:sp>
      <p:sp>
        <p:nvSpPr>
          <p:cNvPr id="30" name="Rectangle 8">
            <a:extLst>
              <a:ext uri="{FF2B5EF4-FFF2-40B4-BE49-F238E27FC236}">
                <a16:creationId xmlns:a16="http://schemas.microsoft.com/office/drawing/2014/main" id="{13B85CA1-601A-4A68-A34B-A70AACBDC3E7}"/>
              </a:ext>
            </a:extLst>
          </p:cNvPr>
          <p:cNvSpPr/>
          <p:nvPr userDrawn="1"/>
        </p:nvSpPr>
        <p:spPr>
          <a:xfrm>
            <a:off x="9119434" y="4394066"/>
            <a:ext cx="2124000" cy="1512000"/>
          </a:xfrm>
          <a:custGeom>
            <a:avLst/>
            <a:gdLst>
              <a:gd name="connsiteX0" fmla="*/ 0 w 1944000"/>
              <a:gd name="connsiteY0" fmla="*/ 0 h 1584176"/>
              <a:gd name="connsiteX1" fmla="*/ 1944000 w 1944000"/>
              <a:gd name="connsiteY1" fmla="*/ 0 h 1584176"/>
              <a:gd name="connsiteX2" fmla="*/ 1944000 w 1944000"/>
              <a:gd name="connsiteY2" fmla="*/ 1584176 h 1584176"/>
              <a:gd name="connsiteX3" fmla="*/ 1260000 w 1944000"/>
              <a:gd name="connsiteY3" fmla="*/ 1584176 h 1584176"/>
              <a:gd name="connsiteX4" fmla="*/ 684000 w 1944000"/>
              <a:gd name="connsiteY4" fmla="*/ 1290771 h 1584176"/>
              <a:gd name="connsiteX5" fmla="*/ 684000 w 1944000"/>
              <a:gd name="connsiteY5" fmla="*/ 1584176 h 1584176"/>
              <a:gd name="connsiteX6" fmla="*/ 0 w 1944000"/>
              <a:gd name="connsiteY6" fmla="*/ 1584176 h 1584176"/>
              <a:gd name="connsiteX7" fmla="*/ 0 w 1944000"/>
              <a:gd name="connsiteY7" fmla="*/ 0 h 1584176"/>
              <a:gd name="connsiteX0" fmla="*/ 0 w 1944000"/>
              <a:gd name="connsiteY0" fmla="*/ 0 h 1584176"/>
              <a:gd name="connsiteX1" fmla="*/ 1944000 w 1944000"/>
              <a:gd name="connsiteY1" fmla="*/ 0 h 1584176"/>
              <a:gd name="connsiteX2" fmla="*/ 1944000 w 1944000"/>
              <a:gd name="connsiteY2" fmla="*/ 1584176 h 1584176"/>
              <a:gd name="connsiteX3" fmla="*/ 1260000 w 1944000"/>
              <a:gd name="connsiteY3" fmla="*/ 1584176 h 1584176"/>
              <a:gd name="connsiteX4" fmla="*/ 684000 w 1944000"/>
              <a:gd name="connsiteY4" fmla="*/ 1584176 h 1584176"/>
              <a:gd name="connsiteX5" fmla="*/ 0 w 1944000"/>
              <a:gd name="connsiteY5" fmla="*/ 1584176 h 1584176"/>
              <a:gd name="connsiteX6" fmla="*/ 0 w 1944000"/>
              <a:gd name="connsiteY6" fmla="*/ 0 h 1584176"/>
              <a:gd name="connsiteX0" fmla="*/ 0 w 1944000"/>
              <a:gd name="connsiteY0" fmla="*/ 0 h 1584176"/>
              <a:gd name="connsiteX1" fmla="*/ 1944000 w 1944000"/>
              <a:gd name="connsiteY1" fmla="*/ 0 h 1584176"/>
              <a:gd name="connsiteX2" fmla="*/ 1944000 w 1944000"/>
              <a:gd name="connsiteY2" fmla="*/ 1584176 h 1584176"/>
              <a:gd name="connsiteX3" fmla="*/ 1260000 w 1944000"/>
              <a:gd name="connsiteY3" fmla="*/ 1584176 h 1584176"/>
              <a:gd name="connsiteX4" fmla="*/ 0 w 1944000"/>
              <a:gd name="connsiteY4" fmla="*/ 1584176 h 1584176"/>
              <a:gd name="connsiteX5" fmla="*/ 0 w 1944000"/>
              <a:gd name="connsiteY5" fmla="*/ 0 h 1584176"/>
              <a:gd name="connsiteX0" fmla="*/ 0 w 1944000"/>
              <a:gd name="connsiteY0" fmla="*/ 0 h 1584176"/>
              <a:gd name="connsiteX1" fmla="*/ 1944000 w 1944000"/>
              <a:gd name="connsiteY1" fmla="*/ 0 h 1584176"/>
              <a:gd name="connsiteX2" fmla="*/ 1944000 w 1944000"/>
              <a:gd name="connsiteY2" fmla="*/ 1584176 h 1584176"/>
              <a:gd name="connsiteX3" fmla="*/ 0 w 1944000"/>
              <a:gd name="connsiteY3" fmla="*/ 1584176 h 1584176"/>
              <a:gd name="connsiteX4" fmla="*/ 0 w 1944000"/>
              <a:gd name="connsiteY4" fmla="*/ 0 h 1584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4000" h="1584176">
                <a:moveTo>
                  <a:pt x="0" y="0"/>
                </a:moveTo>
                <a:lnTo>
                  <a:pt x="1944000" y="0"/>
                </a:lnTo>
                <a:lnTo>
                  <a:pt x="1944000" y="1584176"/>
                </a:lnTo>
                <a:lnTo>
                  <a:pt x="0" y="158417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Meiryo UI" panose="020B0604030504040204" pitchFamily="50" charset="-128"/>
            </a:endParaRPr>
          </a:p>
        </p:txBody>
      </p:sp>
      <p:sp>
        <p:nvSpPr>
          <p:cNvPr id="31" name="Rectangle 16">
            <a:extLst>
              <a:ext uri="{FF2B5EF4-FFF2-40B4-BE49-F238E27FC236}">
                <a16:creationId xmlns:a16="http://schemas.microsoft.com/office/drawing/2014/main" id="{5F117DB7-DDC6-469F-9F54-0F6E4D98DE57}"/>
              </a:ext>
            </a:extLst>
          </p:cNvPr>
          <p:cNvSpPr/>
          <p:nvPr userDrawn="1"/>
        </p:nvSpPr>
        <p:spPr>
          <a:xfrm>
            <a:off x="4423020" y="5632583"/>
            <a:ext cx="504000" cy="504000"/>
          </a:xfrm>
          <a:prstGeom prst="rect">
            <a:avLst/>
          </a:prstGeom>
          <a:solidFill>
            <a:schemeClr val="accent3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Meiryo UI" panose="020B0604030504040204" pitchFamily="50" charset="-128"/>
            </a:endParaRPr>
          </a:p>
        </p:txBody>
      </p:sp>
      <p:sp>
        <p:nvSpPr>
          <p:cNvPr id="32" name="Rectangle 17">
            <a:extLst>
              <a:ext uri="{FF2B5EF4-FFF2-40B4-BE49-F238E27FC236}">
                <a16:creationId xmlns:a16="http://schemas.microsoft.com/office/drawing/2014/main" id="{48FCA12A-1A66-4221-827F-42C19D989A20}"/>
              </a:ext>
            </a:extLst>
          </p:cNvPr>
          <p:cNvSpPr/>
          <p:nvPr userDrawn="1"/>
        </p:nvSpPr>
        <p:spPr>
          <a:xfrm>
            <a:off x="7176227" y="5632583"/>
            <a:ext cx="504000" cy="50400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Meiryo UI" panose="020B0604030504040204" pitchFamily="50" charset="-128"/>
            </a:endParaRPr>
          </a:p>
        </p:txBody>
      </p:sp>
      <p:sp>
        <p:nvSpPr>
          <p:cNvPr id="33" name="Rectangle 18">
            <a:extLst>
              <a:ext uri="{FF2B5EF4-FFF2-40B4-BE49-F238E27FC236}">
                <a16:creationId xmlns:a16="http://schemas.microsoft.com/office/drawing/2014/main" id="{254AA85F-5F94-400B-ADB5-87246B10685F}"/>
              </a:ext>
            </a:extLst>
          </p:cNvPr>
          <p:cNvSpPr/>
          <p:nvPr userDrawn="1"/>
        </p:nvSpPr>
        <p:spPr>
          <a:xfrm>
            <a:off x="9929434" y="5632583"/>
            <a:ext cx="504000" cy="504000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327497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AND CONTENTS LAYOUT_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그림 개체 틀 2"/>
          <p:cNvSpPr>
            <a:spLocks noGrp="1"/>
          </p:cNvSpPr>
          <p:nvPr>
            <p:ph type="pic" sz="quarter" idx="46" hasCustomPrompt="1"/>
          </p:nvPr>
        </p:nvSpPr>
        <p:spPr>
          <a:xfrm>
            <a:off x="1875633" y="1819076"/>
            <a:ext cx="9593277" cy="2645996"/>
          </a:xfrm>
          <a:custGeom>
            <a:avLst/>
            <a:gdLst>
              <a:gd name="connsiteX0" fmla="*/ 0 w 6913722"/>
              <a:gd name="connsiteY0" fmla="*/ 0 h 1800200"/>
              <a:gd name="connsiteX1" fmla="*/ 6913722 w 6913722"/>
              <a:gd name="connsiteY1" fmla="*/ 0 h 1800200"/>
              <a:gd name="connsiteX2" fmla="*/ 6913722 w 6913722"/>
              <a:gd name="connsiteY2" fmla="*/ 1800200 h 1800200"/>
              <a:gd name="connsiteX3" fmla="*/ 0 w 6913722"/>
              <a:gd name="connsiteY3" fmla="*/ 1800200 h 1800200"/>
              <a:gd name="connsiteX4" fmla="*/ 0 w 6913722"/>
              <a:gd name="connsiteY4" fmla="*/ 0 h 1800200"/>
              <a:gd name="connsiteX0" fmla="*/ 0 w 6913722"/>
              <a:gd name="connsiteY0" fmla="*/ 0 h 1800200"/>
              <a:gd name="connsiteX1" fmla="*/ 6913722 w 6913722"/>
              <a:gd name="connsiteY1" fmla="*/ 0 h 1800200"/>
              <a:gd name="connsiteX2" fmla="*/ 6913722 w 6913722"/>
              <a:gd name="connsiteY2" fmla="*/ 1800200 h 1800200"/>
              <a:gd name="connsiteX3" fmla="*/ 1103257 w 6913722"/>
              <a:gd name="connsiteY3" fmla="*/ 1791789 h 1800200"/>
              <a:gd name="connsiteX4" fmla="*/ 0 w 6913722"/>
              <a:gd name="connsiteY4" fmla="*/ 1800200 h 1800200"/>
              <a:gd name="connsiteX5" fmla="*/ 0 w 6913722"/>
              <a:gd name="connsiteY5" fmla="*/ 0 h 1800200"/>
              <a:gd name="connsiteX0" fmla="*/ 0 w 6913722"/>
              <a:gd name="connsiteY0" fmla="*/ 0 h 1800200"/>
              <a:gd name="connsiteX1" fmla="*/ 6913722 w 6913722"/>
              <a:gd name="connsiteY1" fmla="*/ 0 h 1800200"/>
              <a:gd name="connsiteX2" fmla="*/ 6913722 w 6913722"/>
              <a:gd name="connsiteY2" fmla="*/ 1800200 h 1800200"/>
              <a:gd name="connsiteX3" fmla="*/ 1489151 w 6913722"/>
              <a:gd name="connsiteY3" fmla="*/ 1800178 h 1800200"/>
              <a:gd name="connsiteX4" fmla="*/ 1103257 w 6913722"/>
              <a:gd name="connsiteY4" fmla="*/ 1791789 h 1800200"/>
              <a:gd name="connsiteX5" fmla="*/ 0 w 6913722"/>
              <a:gd name="connsiteY5" fmla="*/ 1800200 h 1800200"/>
              <a:gd name="connsiteX6" fmla="*/ 0 w 6913722"/>
              <a:gd name="connsiteY6" fmla="*/ 0 h 1800200"/>
              <a:gd name="connsiteX0" fmla="*/ 0 w 6913722"/>
              <a:gd name="connsiteY0" fmla="*/ 0 h 1800200"/>
              <a:gd name="connsiteX1" fmla="*/ 6913722 w 6913722"/>
              <a:gd name="connsiteY1" fmla="*/ 0 h 1800200"/>
              <a:gd name="connsiteX2" fmla="*/ 6913722 w 6913722"/>
              <a:gd name="connsiteY2" fmla="*/ 1800200 h 1800200"/>
              <a:gd name="connsiteX3" fmla="*/ 1489151 w 6913722"/>
              <a:gd name="connsiteY3" fmla="*/ 1800178 h 1800200"/>
              <a:gd name="connsiteX4" fmla="*/ 1287815 w 6913722"/>
              <a:gd name="connsiteY4" fmla="*/ 1791789 h 1800200"/>
              <a:gd name="connsiteX5" fmla="*/ 1103257 w 6913722"/>
              <a:gd name="connsiteY5" fmla="*/ 1791789 h 1800200"/>
              <a:gd name="connsiteX6" fmla="*/ 0 w 6913722"/>
              <a:gd name="connsiteY6" fmla="*/ 1800200 h 1800200"/>
              <a:gd name="connsiteX7" fmla="*/ 0 w 6913722"/>
              <a:gd name="connsiteY7" fmla="*/ 0 h 1800200"/>
              <a:gd name="connsiteX0" fmla="*/ 0 w 6913722"/>
              <a:gd name="connsiteY0" fmla="*/ 0 h 1951179"/>
              <a:gd name="connsiteX1" fmla="*/ 6913722 w 6913722"/>
              <a:gd name="connsiteY1" fmla="*/ 0 h 1951179"/>
              <a:gd name="connsiteX2" fmla="*/ 6913722 w 6913722"/>
              <a:gd name="connsiteY2" fmla="*/ 1800200 h 1951179"/>
              <a:gd name="connsiteX3" fmla="*/ 1489151 w 6913722"/>
              <a:gd name="connsiteY3" fmla="*/ 1800178 h 1951179"/>
              <a:gd name="connsiteX4" fmla="*/ 1296204 w 6913722"/>
              <a:gd name="connsiteY4" fmla="*/ 1951179 h 1951179"/>
              <a:gd name="connsiteX5" fmla="*/ 1103257 w 6913722"/>
              <a:gd name="connsiteY5" fmla="*/ 1791789 h 1951179"/>
              <a:gd name="connsiteX6" fmla="*/ 0 w 6913722"/>
              <a:gd name="connsiteY6" fmla="*/ 1800200 h 1951179"/>
              <a:gd name="connsiteX7" fmla="*/ 0 w 6913722"/>
              <a:gd name="connsiteY7" fmla="*/ 0 h 1951179"/>
              <a:gd name="connsiteX0" fmla="*/ 0 w 6913722"/>
              <a:gd name="connsiteY0" fmla="*/ 0 h 2002718"/>
              <a:gd name="connsiteX1" fmla="*/ 6913722 w 6913722"/>
              <a:gd name="connsiteY1" fmla="*/ 0 h 2002718"/>
              <a:gd name="connsiteX2" fmla="*/ 6913722 w 6913722"/>
              <a:gd name="connsiteY2" fmla="*/ 1800200 h 2002718"/>
              <a:gd name="connsiteX3" fmla="*/ 1489151 w 6913722"/>
              <a:gd name="connsiteY3" fmla="*/ 1800178 h 2002718"/>
              <a:gd name="connsiteX4" fmla="*/ 1303214 w 6913722"/>
              <a:gd name="connsiteY4" fmla="*/ 2002718 h 2002718"/>
              <a:gd name="connsiteX5" fmla="*/ 1103257 w 6913722"/>
              <a:gd name="connsiteY5" fmla="*/ 1791789 h 2002718"/>
              <a:gd name="connsiteX6" fmla="*/ 0 w 6913722"/>
              <a:gd name="connsiteY6" fmla="*/ 1800200 h 2002718"/>
              <a:gd name="connsiteX7" fmla="*/ 0 w 6913722"/>
              <a:gd name="connsiteY7" fmla="*/ 0 h 2002718"/>
              <a:gd name="connsiteX0" fmla="*/ 0 w 6913722"/>
              <a:gd name="connsiteY0" fmla="*/ 0 h 2002718"/>
              <a:gd name="connsiteX1" fmla="*/ 6913722 w 6913722"/>
              <a:gd name="connsiteY1" fmla="*/ 0 h 2002718"/>
              <a:gd name="connsiteX2" fmla="*/ 6913722 w 6913722"/>
              <a:gd name="connsiteY2" fmla="*/ 1800200 h 2002718"/>
              <a:gd name="connsiteX3" fmla="*/ 1489151 w 6913722"/>
              <a:gd name="connsiteY3" fmla="*/ 1800178 h 2002718"/>
              <a:gd name="connsiteX4" fmla="*/ 1289193 w 6913722"/>
              <a:gd name="connsiteY4" fmla="*/ 2002718 h 2002718"/>
              <a:gd name="connsiteX5" fmla="*/ 1103257 w 6913722"/>
              <a:gd name="connsiteY5" fmla="*/ 1791789 h 2002718"/>
              <a:gd name="connsiteX6" fmla="*/ 0 w 6913722"/>
              <a:gd name="connsiteY6" fmla="*/ 1800200 h 2002718"/>
              <a:gd name="connsiteX7" fmla="*/ 0 w 6913722"/>
              <a:gd name="connsiteY7" fmla="*/ 0 h 2002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13722" h="2002718">
                <a:moveTo>
                  <a:pt x="0" y="0"/>
                </a:moveTo>
                <a:lnTo>
                  <a:pt x="6913722" y="0"/>
                </a:lnTo>
                <a:lnTo>
                  <a:pt x="6913722" y="1800200"/>
                </a:lnTo>
                <a:lnTo>
                  <a:pt x="1489151" y="1800178"/>
                </a:lnTo>
                <a:lnTo>
                  <a:pt x="1289193" y="2002718"/>
                </a:lnTo>
                <a:lnTo>
                  <a:pt x="1103257" y="1791789"/>
                </a:lnTo>
                <a:lnTo>
                  <a:pt x="0" y="18002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-1" y="1819076"/>
            <a:ext cx="1875635" cy="238997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>
              <a:latin typeface="Meiryo UI" panose="020B0604030504040204" pitchFamily="50" charset="-128"/>
            </a:endParaRPr>
          </a:p>
        </p:txBody>
      </p:sp>
      <p:sp>
        <p:nvSpPr>
          <p:cNvPr id="10" name="그림 개체 틀 2"/>
          <p:cNvSpPr>
            <a:spLocks noGrp="1"/>
          </p:cNvSpPr>
          <p:nvPr>
            <p:ph type="pic" sz="quarter" idx="58" hasCustomPrompt="1"/>
          </p:nvPr>
        </p:nvSpPr>
        <p:spPr>
          <a:xfrm>
            <a:off x="9615413" y="4396978"/>
            <a:ext cx="1853497" cy="16704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1" name="그림 개체 틀 2"/>
          <p:cNvSpPr>
            <a:spLocks noGrp="1"/>
          </p:cNvSpPr>
          <p:nvPr>
            <p:ph type="pic" sz="quarter" idx="59" hasCustomPrompt="1"/>
          </p:nvPr>
        </p:nvSpPr>
        <p:spPr>
          <a:xfrm>
            <a:off x="7570712" y="4396978"/>
            <a:ext cx="1853497" cy="16704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78226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BB3987B-D002-4893-8FE3-CD1BE40130F6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330345" y="2251551"/>
            <a:ext cx="11675306" cy="4456611"/>
          </a:xfrm>
          <a:custGeom>
            <a:avLst/>
            <a:gdLst>
              <a:gd name="connsiteX0" fmla="*/ 10618976 w 11675306"/>
              <a:gd name="connsiteY0" fmla="*/ 4156366 h 4456611"/>
              <a:gd name="connsiteX1" fmla="*/ 10623885 w 11675306"/>
              <a:gd name="connsiteY1" fmla="*/ 4160004 h 4456611"/>
              <a:gd name="connsiteX2" fmla="*/ 10618030 w 11675306"/>
              <a:gd name="connsiteY2" fmla="*/ 4159903 h 4456611"/>
              <a:gd name="connsiteX3" fmla="*/ 6143530 w 11675306"/>
              <a:gd name="connsiteY3" fmla="*/ 1722392 h 4456611"/>
              <a:gd name="connsiteX4" fmla="*/ 6138631 w 11675306"/>
              <a:gd name="connsiteY4" fmla="*/ 1747121 h 4456611"/>
              <a:gd name="connsiteX5" fmla="*/ 6143530 w 11675306"/>
              <a:gd name="connsiteY5" fmla="*/ 1771849 h 4456611"/>
              <a:gd name="connsiteX6" fmla="*/ 6156158 w 11675306"/>
              <a:gd name="connsiteY6" fmla="*/ 1747121 h 4456611"/>
              <a:gd name="connsiteX7" fmla="*/ 9857349 w 11675306"/>
              <a:gd name="connsiteY7" fmla="*/ 1710126 h 4456611"/>
              <a:gd name="connsiteX8" fmla="*/ 9834377 w 11675306"/>
              <a:gd name="connsiteY8" fmla="*/ 1732855 h 4456611"/>
              <a:gd name="connsiteX9" fmla="*/ 9829704 w 11675306"/>
              <a:gd name="connsiteY9" fmla="*/ 1747120 h 4456611"/>
              <a:gd name="connsiteX10" fmla="*/ 9834377 w 11675306"/>
              <a:gd name="connsiteY10" fmla="*/ 1761387 h 4456611"/>
              <a:gd name="connsiteX11" fmla="*/ 9857350 w 11675306"/>
              <a:gd name="connsiteY11" fmla="*/ 1784115 h 4456611"/>
              <a:gd name="connsiteX12" fmla="*/ 9859798 w 11675306"/>
              <a:gd name="connsiteY12" fmla="*/ 1747121 h 4456611"/>
              <a:gd name="connsiteX13" fmla="*/ 6226300 w 11675306"/>
              <a:gd name="connsiteY13" fmla="*/ 0 h 4456611"/>
              <a:gd name="connsiteX14" fmla="*/ 6241605 w 11675306"/>
              <a:gd name="connsiteY14" fmla="*/ 129702 h 4456611"/>
              <a:gd name="connsiteX15" fmla="*/ 6286183 w 11675306"/>
              <a:gd name="connsiteY15" fmla="*/ 259915 h 4456611"/>
              <a:gd name="connsiteX16" fmla="*/ 6353971 w 11675306"/>
              <a:gd name="connsiteY16" fmla="*/ 66947 h 4456611"/>
              <a:gd name="connsiteX17" fmla="*/ 6363626 w 11675306"/>
              <a:gd name="connsiteY17" fmla="*/ 184783 h 4456611"/>
              <a:gd name="connsiteX18" fmla="*/ 6438708 w 11675306"/>
              <a:gd name="connsiteY18" fmla="*/ 244928 h 4456611"/>
              <a:gd name="connsiteX19" fmla="*/ 6633551 w 11675306"/>
              <a:gd name="connsiteY19" fmla="*/ 154194 h 4456611"/>
              <a:gd name="connsiteX20" fmla="*/ 6624719 w 11675306"/>
              <a:gd name="connsiteY20" fmla="*/ 324659 h 4456611"/>
              <a:gd name="connsiteX21" fmla="*/ 6616913 w 11675306"/>
              <a:gd name="connsiteY21" fmla="*/ 436307 h 4456611"/>
              <a:gd name="connsiteX22" fmla="*/ 6629957 w 11675306"/>
              <a:gd name="connsiteY22" fmla="*/ 360051 h 4456611"/>
              <a:gd name="connsiteX23" fmla="*/ 6694665 w 11675306"/>
              <a:gd name="connsiteY23" fmla="*/ 343530 h 4456611"/>
              <a:gd name="connsiteX24" fmla="*/ 6783715 w 11675306"/>
              <a:gd name="connsiteY24" fmla="*/ 274483 h 4456611"/>
              <a:gd name="connsiteX25" fmla="*/ 6800354 w 11675306"/>
              <a:gd name="connsiteY25" fmla="*/ 327725 h 4456611"/>
              <a:gd name="connsiteX26" fmla="*/ 6842465 w 11675306"/>
              <a:gd name="connsiteY26" fmla="*/ 263742 h 4456611"/>
              <a:gd name="connsiteX27" fmla="*/ 6854072 w 11675306"/>
              <a:gd name="connsiteY27" fmla="*/ 269827 h 4456611"/>
              <a:gd name="connsiteX28" fmla="*/ 6899265 w 11675306"/>
              <a:gd name="connsiteY28" fmla="*/ 364752 h 4456611"/>
              <a:gd name="connsiteX29" fmla="*/ 6947744 w 11675306"/>
              <a:gd name="connsiteY29" fmla="*/ 271463 h 4456611"/>
              <a:gd name="connsiteX30" fmla="*/ 6991601 w 11675306"/>
              <a:gd name="connsiteY30" fmla="*/ 107493 h 4456611"/>
              <a:gd name="connsiteX31" fmla="*/ 7024879 w 11675306"/>
              <a:gd name="connsiteY31" fmla="*/ 213975 h 4456611"/>
              <a:gd name="connsiteX32" fmla="*/ 7036897 w 11675306"/>
              <a:gd name="connsiteY32" fmla="*/ 196535 h 4456611"/>
              <a:gd name="connsiteX33" fmla="*/ 7168571 w 11675306"/>
              <a:gd name="connsiteY33" fmla="*/ 34098 h 4456611"/>
              <a:gd name="connsiteX34" fmla="*/ 7204006 w 11675306"/>
              <a:gd name="connsiteY34" fmla="*/ 17066 h 4456611"/>
              <a:gd name="connsiteX35" fmla="*/ 7209759 w 11675306"/>
              <a:gd name="connsiteY35" fmla="*/ 23050 h 4456611"/>
              <a:gd name="connsiteX36" fmla="*/ 7206987 w 11675306"/>
              <a:gd name="connsiteY36" fmla="*/ 181853 h 4456611"/>
              <a:gd name="connsiteX37" fmla="*/ 7194661 w 11675306"/>
              <a:gd name="connsiteY37" fmla="*/ 216939 h 4456611"/>
              <a:gd name="connsiteX38" fmla="*/ 7170730 w 11675306"/>
              <a:gd name="connsiteY38" fmla="*/ 245938 h 4456611"/>
              <a:gd name="connsiteX39" fmla="*/ 7205240 w 11675306"/>
              <a:gd name="connsiteY39" fmla="*/ 281841 h 4456611"/>
              <a:gd name="connsiteX40" fmla="*/ 7246530 w 11675306"/>
              <a:gd name="connsiteY40" fmla="*/ 264911 h 4456611"/>
              <a:gd name="connsiteX41" fmla="*/ 7336914 w 11675306"/>
              <a:gd name="connsiteY41" fmla="*/ 119404 h 4456611"/>
              <a:gd name="connsiteX42" fmla="*/ 7335066 w 11675306"/>
              <a:gd name="connsiteY42" fmla="*/ 225273 h 4456611"/>
              <a:gd name="connsiteX43" fmla="*/ 7350783 w 11675306"/>
              <a:gd name="connsiteY43" fmla="*/ 331449 h 4456611"/>
              <a:gd name="connsiteX44" fmla="*/ 7409120 w 11675306"/>
              <a:gd name="connsiteY44" fmla="*/ 8880 h 4456611"/>
              <a:gd name="connsiteX45" fmla="*/ 7458629 w 11675306"/>
              <a:gd name="connsiteY45" fmla="*/ 192130 h 4456611"/>
              <a:gd name="connsiteX46" fmla="*/ 7494474 w 11675306"/>
              <a:gd name="connsiteY46" fmla="*/ 151571 h 4456611"/>
              <a:gd name="connsiteX47" fmla="*/ 7576540 w 11675306"/>
              <a:gd name="connsiteY47" fmla="*/ 147121 h 4456611"/>
              <a:gd name="connsiteX48" fmla="*/ 7657681 w 11675306"/>
              <a:gd name="connsiteY48" fmla="*/ 195604 h 4456611"/>
              <a:gd name="connsiteX49" fmla="*/ 7706469 w 11675306"/>
              <a:gd name="connsiteY49" fmla="*/ 84671 h 4456611"/>
              <a:gd name="connsiteX50" fmla="*/ 7794287 w 11675306"/>
              <a:gd name="connsiteY50" fmla="*/ 86203 h 4456611"/>
              <a:gd name="connsiteX51" fmla="*/ 7824278 w 11675306"/>
              <a:gd name="connsiteY51" fmla="*/ 45544 h 4456611"/>
              <a:gd name="connsiteX52" fmla="*/ 7876661 w 11675306"/>
              <a:gd name="connsiteY52" fmla="*/ 64108 h 4456611"/>
              <a:gd name="connsiteX53" fmla="*/ 7909631 w 11675306"/>
              <a:gd name="connsiteY53" fmla="*/ 188235 h 4456611"/>
              <a:gd name="connsiteX54" fmla="*/ 7975058 w 11675306"/>
              <a:gd name="connsiteY54" fmla="*/ 130543 h 4456611"/>
              <a:gd name="connsiteX55" fmla="*/ 7953902 w 11675306"/>
              <a:gd name="connsiteY55" fmla="*/ 336093 h 4456611"/>
              <a:gd name="connsiteX56" fmla="*/ 8078386 w 11675306"/>
              <a:gd name="connsiteY56" fmla="*/ 250015 h 4456611"/>
              <a:gd name="connsiteX57" fmla="*/ 8096669 w 11675306"/>
              <a:gd name="connsiteY57" fmla="*/ 209149 h 4456611"/>
              <a:gd name="connsiteX58" fmla="*/ 8138472 w 11675306"/>
              <a:gd name="connsiteY58" fmla="*/ 162812 h 4456611"/>
              <a:gd name="connsiteX59" fmla="*/ 8173290 w 11675306"/>
              <a:gd name="connsiteY59" fmla="*/ 181071 h 4456611"/>
              <a:gd name="connsiteX60" fmla="*/ 8171341 w 11675306"/>
              <a:gd name="connsiteY60" fmla="*/ 292820 h 4456611"/>
              <a:gd name="connsiteX61" fmla="*/ 8124299 w 11675306"/>
              <a:gd name="connsiteY61" fmla="*/ 303767 h 4456611"/>
              <a:gd name="connsiteX62" fmla="*/ 8210166 w 11675306"/>
              <a:gd name="connsiteY62" fmla="*/ 417050 h 4456611"/>
              <a:gd name="connsiteX63" fmla="*/ 8218690 w 11675306"/>
              <a:gd name="connsiteY63" fmla="*/ 264230 h 4456611"/>
              <a:gd name="connsiteX64" fmla="*/ 8324276 w 11675306"/>
              <a:gd name="connsiteY64" fmla="*/ 254307 h 4456611"/>
              <a:gd name="connsiteX65" fmla="*/ 8394838 w 11675306"/>
              <a:gd name="connsiteY65" fmla="*/ 237888 h 4456611"/>
              <a:gd name="connsiteX66" fmla="*/ 8448864 w 11675306"/>
              <a:gd name="connsiteY66" fmla="*/ 162347 h 4456611"/>
              <a:gd name="connsiteX67" fmla="*/ 8508745 w 11675306"/>
              <a:gd name="connsiteY67" fmla="*/ 86908 h 4456611"/>
              <a:gd name="connsiteX68" fmla="*/ 8549932 w 11675306"/>
              <a:gd name="connsiteY68" fmla="*/ 75860 h 4456611"/>
              <a:gd name="connsiteX69" fmla="*/ 8694960 w 11675306"/>
              <a:gd name="connsiteY69" fmla="*/ 154876 h 4456611"/>
              <a:gd name="connsiteX70" fmla="*/ 8729780 w 11675306"/>
              <a:gd name="connsiteY70" fmla="*/ 173133 h 4456611"/>
              <a:gd name="connsiteX71" fmla="*/ 8764803 w 11675306"/>
              <a:gd name="connsiteY71" fmla="*/ 179629 h 4456611"/>
              <a:gd name="connsiteX72" fmla="*/ 8897097 w 11675306"/>
              <a:gd name="connsiteY72" fmla="*/ 317256 h 4456611"/>
              <a:gd name="connsiteX73" fmla="*/ 8956154 w 11675306"/>
              <a:gd name="connsiteY73" fmla="*/ 288870 h 4456611"/>
              <a:gd name="connsiteX74" fmla="*/ 8990152 w 11675306"/>
              <a:gd name="connsiteY74" fmla="*/ 354181 h 4456611"/>
              <a:gd name="connsiteX75" fmla="*/ 9036476 w 11675306"/>
              <a:gd name="connsiteY75" fmla="*/ 384406 h 4456611"/>
              <a:gd name="connsiteX76" fmla="*/ 9043357 w 11675306"/>
              <a:gd name="connsiteY76" fmla="*/ 325692 h 4456611"/>
              <a:gd name="connsiteX77" fmla="*/ 9026307 w 11675306"/>
              <a:gd name="connsiteY77" fmla="*/ 295977 h 4456611"/>
              <a:gd name="connsiteX78" fmla="*/ 9083723 w 11675306"/>
              <a:gd name="connsiteY78" fmla="*/ 361697 h 4456611"/>
              <a:gd name="connsiteX79" fmla="*/ 9219197 w 11675306"/>
              <a:gd name="connsiteY79" fmla="*/ 316995 h 4456611"/>
              <a:gd name="connsiteX80" fmla="*/ 9337314 w 11675306"/>
              <a:gd name="connsiteY80" fmla="*/ 260223 h 4456611"/>
              <a:gd name="connsiteX81" fmla="*/ 9466115 w 11675306"/>
              <a:gd name="connsiteY81" fmla="*/ 262471 h 4456611"/>
              <a:gd name="connsiteX82" fmla="*/ 9500832 w 11675306"/>
              <a:gd name="connsiteY82" fmla="*/ 286610 h 4456611"/>
              <a:gd name="connsiteX83" fmla="*/ 9517882 w 11675306"/>
              <a:gd name="connsiteY83" fmla="*/ 316324 h 4456611"/>
              <a:gd name="connsiteX84" fmla="*/ 9521681 w 11675306"/>
              <a:gd name="connsiteY84" fmla="*/ 434060 h 4456611"/>
              <a:gd name="connsiteX85" fmla="*/ 9631788 w 11675306"/>
              <a:gd name="connsiteY85" fmla="*/ 500698 h 4456611"/>
              <a:gd name="connsiteX86" fmla="*/ 9631584 w 11675306"/>
              <a:gd name="connsiteY86" fmla="*/ 512462 h 4456611"/>
              <a:gd name="connsiteX87" fmla="*/ 9637542 w 11675306"/>
              <a:gd name="connsiteY87" fmla="*/ 506683 h 4456611"/>
              <a:gd name="connsiteX88" fmla="*/ 9697935 w 11675306"/>
              <a:gd name="connsiteY88" fmla="*/ 401836 h 4456611"/>
              <a:gd name="connsiteX89" fmla="*/ 9729875 w 11675306"/>
              <a:gd name="connsiteY89" fmla="*/ 249424 h 4456611"/>
              <a:gd name="connsiteX90" fmla="*/ 9814818 w 11675306"/>
              <a:gd name="connsiteY90" fmla="*/ 415643 h 4456611"/>
              <a:gd name="connsiteX91" fmla="*/ 9927595 w 11675306"/>
              <a:gd name="connsiteY91" fmla="*/ 329360 h 4456611"/>
              <a:gd name="connsiteX92" fmla="*/ 9956456 w 11675306"/>
              <a:gd name="connsiteY92" fmla="*/ 353397 h 4456611"/>
              <a:gd name="connsiteX93" fmla="*/ 9943620 w 11675306"/>
              <a:gd name="connsiteY93" fmla="*/ 417891 h 4456611"/>
              <a:gd name="connsiteX94" fmla="*/ 9865456 w 11675306"/>
              <a:gd name="connsiteY94" fmla="*/ 534195 h 4456611"/>
              <a:gd name="connsiteX95" fmla="*/ 9876241 w 11675306"/>
              <a:gd name="connsiteY95" fmla="*/ 587333 h 4456611"/>
              <a:gd name="connsiteX96" fmla="*/ 9923797 w 11675306"/>
              <a:gd name="connsiteY96" fmla="*/ 546980 h 4456611"/>
              <a:gd name="connsiteX97" fmla="*/ 10012025 w 11675306"/>
              <a:gd name="connsiteY97" fmla="*/ 524986 h 4456611"/>
              <a:gd name="connsiteX98" fmla="*/ 10029179 w 11675306"/>
              <a:gd name="connsiteY98" fmla="*/ 548819 h 4456611"/>
              <a:gd name="connsiteX99" fmla="*/ 10075500 w 11675306"/>
              <a:gd name="connsiteY99" fmla="*/ 579044 h 4456611"/>
              <a:gd name="connsiteX100" fmla="*/ 10106930 w 11675306"/>
              <a:gd name="connsiteY100" fmla="*/ 456042 h 4456611"/>
              <a:gd name="connsiteX101" fmla="*/ 10141955 w 11675306"/>
              <a:gd name="connsiteY101" fmla="*/ 462536 h 4456611"/>
              <a:gd name="connsiteX102" fmla="*/ 10212928 w 11675306"/>
              <a:gd name="connsiteY102" fmla="*/ 422592 h 4456611"/>
              <a:gd name="connsiteX103" fmla="*/ 10224740 w 11675306"/>
              <a:gd name="connsiteY103" fmla="*/ 416914 h 4456611"/>
              <a:gd name="connsiteX104" fmla="*/ 10278662 w 11675306"/>
              <a:gd name="connsiteY104" fmla="*/ 347255 h 4456611"/>
              <a:gd name="connsiteX105" fmla="*/ 10319642 w 11675306"/>
              <a:gd name="connsiteY105" fmla="*/ 347970 h 4456611"/>
              <a:gd name="connsiteX106" fmla="*/ 10389999 w 11675306"/>
              <a:gd name="connsiteY106" fmla="*/ 343315 h 4456611"/>
              <a:gd name="connsiteX107" fmla="*/ 10407873 w 11675306"/>
              <a:gd name="connsiteY107" fmla="*/ 325976 h 4456611"/>
              <a:gd name="connsiteX108" fmla="*/ 10435912 w 11675306"/>
              <a:gd name="connsiteY108" fmla="*/ 397067 h 4456611"/>
              <a:gd name="connsiteX109" fmla="*/ 10529688 w 11675306"/>
              <a:gd name="connsiteY109" fmla="*/ 392820 h 4456611"/>
              <a:gd name="connsiteX110" fmla="*/ 10542115 w 11675306"/>
              <a:gd name="connsiteY110" fmla="*/ 351853 h 4456611"/>
              <a:gd name="connsiteX111" fmla="*/ 10548688 w 11675306"/>
              <a:gd name="connsiteY111" fmla="*/ 310784 h 4456611"/>
              <a:gd name="connsiteX112" fmla="*/ 10630856 w 11675306"/>
              <a:gd name="connsiteY112" fmla="*/ 300451 h 4456611"/>
              <a:gd name="connsiteX113" fmla="*/ 10624182 w 11675306"/>
              <a:gd name="connsiteY113" fmla="*/ 347403 h 4456611"/>
              <a:gd name="connsiteX114" fmla="*/ 10638972 w 11675306"/>
              <a:gd name="connsiteY114" fmla="*/ 506512 h 4456611"/>
              <a:gd name="connsiteX115" fmla="*/ 10691560 w 11675306"/>
              <a:gd name="connsiteY115" fmla="*/ 513314 h 4456611"/>
              <a:gd name="connsiteX116" fmla="*/ 10711998 w 11675306"/>
              <a:gd name="connsiteY116" fmla="*/ 348936 h 4456611"/>
              <a:gd name="connsiteX117" fmla="*/ 10936631 w 11675306"/>
              <a:gd name="connsiteY117" fmla="*/ 564659 h 4456611"/>
              <a:gd name="connsiteX118" fmla="*/ 10920504 w 11675306"/>
              <a:gd name="connsiteY118" fmla="*/ 482010 h 4456611"/>
              <a:gd name="connsiteX119" fmla="*/ 10966416 w 11675306"/>
              <a:gd name="connsiteY119" fmla="*/ 535761 h 4456611"/>
              <a:gd name="connsiteX120" fmla="*/ 10973296 w 11675306"/>
              <a:gd name="connsiteY120" fmla="*/ 477048 h 4456611"/>
              <a:gd name="connsiteX121" fmla="*/ 10973708 w 11675306"/>
              <a:gd name="connsiteY121" fmla="*/ 453521 h 4456611"/>
              <a:gd name="connsiteX122" fmla="*/ 11015099 w 11675306"/>
              <a:gd name="connsiteY122" fmla="*/ 430710 h 4456611"/>
              <a:gd name="connsiteX123" fmla="*/ 10998665 w 11675306"/>
              <a:gd name="connsiteY123" fmla="*/ 365705 h 4456611"/>
              <a:gd name="connsiteX124" fmla="*/ 11028041 w 11675306"/>
              <a:gd name="connsiteY124" fmla="*/ 360335 h 4456611"/>
              <a:gd name="connsiteX125" fmla="*/ 11044681 w 11675306"/>
              <a:gd name="connsiteY125" fmla="*/ 413576 h 4456611"/>
              <a:gd name="connsiteX126" fmla="*/ 11101378 w 11675306"/>
              <a:gd name="connsiteY126" fmla="*/ 520467 h 4456611"/>
              <a:gd name="connsiteX127" fmla="*/ 11304643 w 11675306"/>
              <a:gd name="connsiteY127" fmla="*/ 618150 h 4456611"/>
              <a:gd name="connsiteX128" fmla="*/ 11351068 w 11675306"/>
              <a:gd name="connsiteY128" fmla="*/ 642494 h 4456611"/>
              <a:gd name="connsiteX129" fmla="*/ 11415571 w 11675306"/>
              <a:gd name="connsiteY129" fmla="*/ 637736 h 4456611"/>
              <a:gd name="connsiteX130" fmla="*/ 11491681 w 11675306"/>
              <a:gd name="connsiteY130" fmla="*/ 639064 h 4456611"/>
              <a:gd name="connsiteX131" fmla="*/ 11542729 w 11675306"/>
              <a:gd name="connsiteY131" fmla="*/ 734090 h 4456611"/>
              <a:gd name="connsiteX132" fmla="*/ 11594700 w 11675306"/>
              <a:gd name="connsiteY132" fmla="*/ 776181 h 4456611"/>
              <a:gd name="connsiteX133" fmla="*/ 11606102 w 11675306"/>
              <a:gd name="connsiteY133" fmla="*/ 794030 h 4456611"/>
              <a:gd name="connsiteX134" fmla="*/ 11661262 w 11675306"/>
              <a:gd name="connsiteY134" fmla="*/ 1324499 h 4456611"/>
              <a:gd name="connsiteX135" fmla="*/ 11670918 w 11675306"/>
              <a:gd name="connsiteY135" fmla="*/ 1442336 h 4456611"/>
              <a:gd name="connsiteX136" fmla="*/ 11646473 w 11675306"/>
              <a:gd name="connsiteY136" fmla="*/ 1500743 h 4456611"/>
              <a:gd name="connsiteX137" fmla="*/ 11637954 w 11675306"/>
              <a:gd name="connsiteY137" fmla="*/ 1505250 h 4456611"/>
              <a:gd name="connsiteX138" fmla="*/ 11637952 w 11675306"/>
              <a:gd name="connsiteY138" fmla="*/ 1505325 h 4456611"/>
              <a:gd name="connsiteX139" fmla="*/ 11639542 w 11675306"/>
              <a:gd name="connsiteY139" fmla="*/ 1722248 h 4456611"/>
              <a:gd name="connsiteX140" fmla="*/ 11636130 w 11675306"/>
              <a:gd name="connsiteY140" fmla="*/ 1747121 h 4456611"/>
              <a:gd name="connsiteX141" fmla="*/ 11639542 w 11675306"/>
              <a:gd name="connsiteY141" fmla="*/ 1771994 h 4456611"/>
              <a:gd name="connsiteX142" fmla="*/ 11637952 w 11675306"/>
              <a:gd name="connsiteY142" fmla="*/ 1988917 h 4456611"/>
              <a:gd name="connsiteX143" fmla="*/ 11637953 w 11675306"/>
              <a:gd name="connsiteY143" fmla="*/ 1988993 h 4456611"/>
              <a:gd name="connsiteX144" fmla="*/ 11646473 w 11675306"/>
              <a:gd name="connsiteY144" fmla="*/ 1993499 h 4456611"/>
              <a:gd name="connsiteX145" fmla="*/ 11670917 w 11675306"/>
              <a:gd name="connsiteY145" fmla="*/ 2051906 h 4456611"/>
              <a:gd name="connsiteX146" fmla="*/ 11661261 w 11675306"/>
              <a:gd name="connsiteY146" fmla="*/ 2169743 h 4456611"/>
              <a:gd name="connsiteX147" fmla="*/ 11606102 w 11675306"/>
              <a:gd name="connsiteY147" fmla="*/ 2700212 h 4456611"/>
              <a:gd name="connsiteX148" fmla="*/ 11594701 w 11675306"/>
              <a:gd name="connsiteY148" fmla="*/ 2718061 h 4456611"/>
              <a:gd name="connsiteX149" fmla="*/ 11542728 w 11675306"/>
              <a:gd name="connsiteY149" fmla="*/ 2760152 h 4456611"/>
              <a:gd name="connsiteX150" fmla="*/ 11515875 w 11675306"/>
              <a:gd name="connsiteY150" fmla="*/ 2806217 h 4456611"/>
              <a:gd name="connsiteX151" fmla="*/ 11542727 w 11675306"/>
              <a:gd name="connsiteY151" fmla="*/ 2852278 h 4456611"/>
              <a:gd name="connsiteX152" fmla="*/ 11594699 w 11675306"/>
              <a:gd name="connsiteY152" fmla="*/ 2894369 h 4456611"/>
              <a:gd name="connsiteX153" fmla="*/ 11606100 w 11675306"/>
              <a:gd name="connsiteY153" fmla="*/ 2912218 h 4456611"/>
              <a:gd name="connsiteX154" fmla="*/ 11661260 w 11675306"/>
              <a:gd name="connsiteY154" fmla="*/ 3442687 h 4456611"/>
              <a:gd name="connsiteX155" fmla="*/ 11670915 w 11675306"/>
              <a:gd name="connsiteY155" fmla="*/ 3560523 h 4456611"/>
              <a:gd name="connsiteX156" fmla="*/ 11646470 w 11675306"/>
              <a:gd name="connsiteY156" fmla="*/ 3618931 h 4456611"/>
              <a:gd name="connsiteX157" fmla="*/ 11610317 w 11675306"/>
              <a:gd name="connsiteY157" fmla="*/ 3677133 h 4456611"/>
              <a:gd name="connsiteX158" fmla="*/ 11637949 w 11675306"/>
              <a:gd name="connsiteY158" fmla="*/ 4107105 h 4456611"/>
              <a:gd name="connsiteX159" fmla="*/ 11643291 w 11675306"/>
              <a:gd name="connsiteY159" fmla="*/ 4136615 h 4456611"/>
              <a:gd name="connsiteX160" fmla="*/ 11612889 w 11675306"/>
              <a:gd name="connsiteY160" fmla="*/ 4200802 h 4456611"/>
              <a:gd name="connsiteX161" fmla="*/ 11541300 w 11675306"/>
              <a:gd name="connsiteY161" fmla="*/ 4276036 h 4456611"/>
              <a:gd name="connsiteX162" fmla="*/ 11438485 w 11675306"/>
              <a:gd name="connsiteY162" fmla="*/ 4127156 h 4456611"/>
              <a:gd name="connsiteX163" fmla="*/ 11382099 w 11675306"/>
              <a:gd name="connsiteY163" fmla="*/ 4337975 h 4456611"/>
              <a:gd name="connsiteX164" fmla="*/ 11330845 w 11675306"/>
              <a:gd name="connsiteY164" fmla="*/ 4254712 h 4456611"/>
              <a:gd name="connsiteX165" fmla="*/ 11039762 w 11675306"/>
              <a:gd name="connsiteY165" fmla="*/ 4155498 h 4456611"/>
              <a:gd name="connsiteX166" fmla="*/ 10846254 w 11675306"/>
              <a:gd name="connsiteY166" fmla="*/ 4169770 h 4456611"/>
              <a:gd name="connsiteX167" fmla="*/ 10642783 w 11675306"/>
              <a:gd name="connsiteY167" fmla="*/ 4083851 h 4456611"/>
              <a:gd name="connsiteX168" fmla="*/ 10628211 w 11675306"/>
              <a:gd name="connsiteY168" fmla="*/ 4121838 h 4456611"/>
              <a:gd name="connsiteX169" fmla="*/ 10618976 w 11675306"/>
              <a:gd name="connsiteY169" fmla="*/ 4156366 h 4456611"/>
              <a:gd name="connsiteX170" fmla="*/ 10610425 w 11675306"/>
              <a:gd name="connsiteY170" fmla="*/ 4150025 h 4456611"/>
              <a:gd name="connsiteX171" fmla="*/ 10594407 w 11675306"/>
              <a:gd name="connsiteY171" fmla="*/ 4171258 h 4456611"/>
              <a:gd name="connsiteX172" fmla="*/ 10562773 w 11675306"/>
              <a:gd name="connsiteY172" fmla="*/ 4306023 h 4456611"/>
              <a:gd name="connsiteX173" fmla="*/ 10502479 w 11675306"/>
              <a:gd name="connsiteY173" fmla="*/ 4069635 h 4456611"/>
              <a:gd name="connsiteX174" fmla="*/ 10488615 w 11675306"/>
              <a:gd name="connsiteY174" fmla="*/ 4192945 h 4456611"/>
              <a:gd name="connsiteX175" fmla="*/ 10429145 w 11675306"/>
              <a:gd name="connsiteY175" fmla="*/ 4244857 h 4456611"/>
              <a:gd name="connsiteX176" fmla="*/ 10307125 w 11675306"/>
              <a:gd name="connsiteY176" fmla="*/ 4189777 h 4456611"/>
              <a:gd name="connsiteX177" fmla="*/ 10137651 w 11675306"/>
              <a:gd name="connsiteY177" fmla="*/ 4169168 h 4456611"/>
              <a:gd name="connsiteX178" fmla="*/ 10097799 w 11675306"/>
              <a:gd name="connsiteY178" fmla="*/ 4103755 h 4456611"/>
              <a:gd name="connsiteX179" fmla="*/ 9990980 w 11675306"/>
              <a:gd name="connsiteY179" fmla="*/ 4184258 h 4456611"/>
              <a:gd name="connsiteX180" fmla="*/ 9862588 w 11675306"/>
              <a:gd name="connsiteY180" fmla="*/ 3823130 h 4456611"/>
              <a:gd name="connsiteX181" fmla="*/ 9825305 w 11675306"/>
              <a:gd name="connsiteY181" fmla="*/ 3946030 h 4456611"/>
              <a:gd name="connsiteX182" fmla="*/ 9777443 w 11675306"/>
              <a:gd name="connsiteY182" fmla="*/ 4004028 h 4456611"/>
              <a:gd name="connsiteX183" fmla="*/ 9724444 w 11675306"/>
              <a:gd name="connsiteY183" fmla="*/ 4020754 h 4456611"/>
              <a:gd name="connsiteX184" fmla="*/ 9635701 w 11675306"/>
              <a:gd name="connsiteY184" fmla="*/ 4072156 h 4456611"/>
              <a:gd name="connsiteX185" fmla="*/ 9501048 w 11675306"/>
              <a:gd name="connsiteY185" fmla="*/ 4069804 h 4456611"/>
              <a:gd name="connsiteX186" fmla="*/ 9379129 w 11675306"/>
              <a:gd name="connsiteY186" fmla="*/ 4008842 h 4456611"/>
              <a:gd name="connsiteX187" fmla="*/ 9349857 w 11675306"/>
              <a:gd name="connsiteY187" fmla="*/ 4008331 h 4456611"/>
              <a:gd name="connsiteX188" fmla="*/ 9295626 w 11675306"/>
              <a:gd name="connsiteY188" fmla="*/ 4095636 h 4456611"/>
              <a:gd name="connsiteX189" fmla="*/ 9322742 w 11675306"/>
              <a:gd name="connsiteY189" fmla="*/ 4219660 h 4456611"/>
              <a:gd name="connsiteX190" fmla="*/ 9213046 w 11675306"/>
              <a:gd name="connsiteY190" fmla="*/ 4129495 h 4456611"/>
              <a:gd name="connsiteX191" fmla="*/ 9184800 w 11675306"/>
              <a:gd name="connsiteY191" fmla="*/ 4070168 h 4456611"/>
              <a:gd name="connsiteX192" fmla="*/ 9118861 w 11675306"/>
              <a:gd name="connsiteY192" fmla="*/ 4157269 h 4456611"/>
              <a:gd name="connsiteX193" fmla="*/ 9085889 w 11675306"/>
              <a:gd name="connsiteY193" fmla="*/ 4033141 h 4456611"/>
              <a:gd name="connsiteX194" fmla="*/ 9042546 w 11675306"/>
              <a:gd name="connsiteY194" fmla="*/ 4167702 h 4456611"/>
              <a:gd name="connsiteX195" fmla="*/ 8969107 w 11675306"/>
              <a:gd name="connsiteY195" fmla="*/ 4013452 h 4456611"/>
              <a:gd name="connsiteX196" fmla="*/ 8978558 w 11675306"/>
              <a:gd name="connsiteY196" fmla="*/ 4143052 h 4456611"/>
              <a:gd name="connsiteX197" fmla="*/ 8919190 w 11675306"/>
              <a:gd name="connsiteY197" fmla="*/ 4189084 h 4456611"/>
              <a:gd name="connsiteX198" fmla="*/ 8569767 w 11675306"/>
              <a:gd name="connsiteY198" fmla="*/ 4077082 h 4456611"/>
              <a:gd name="connsiteX199" fmla="*/ 8475274 w 11675306"/>
              <a:gd name="connsiteY199" fmla="*/ 4122501 h 4456611"/>
              <a:gd name="connsiteX200" fmla="*/ 8395774 w 11675306"/>
              <a:gd name="connsiteY200" fmla="*/ 3979911 h 4456611"/>
              <a:gd name="connsiteX201" fmla="*/ 8320282 w 11675306"/>
              <a:gd name="connsiteY201" fmla="*/ 3943293 h 4456611"/>
              <a:gd name="connsiteX202" fmla="*/ 8331275 w 11675306"/>
              <a:gd name="connsiteY202" fmla="*/ 4320023 h 4456611"/>
              <a:gd name="connsiteX203" fmla="*/ 8269852 w 11675306"/>
              <a:gd name="connsiteY203" fmla="*/ 4148332 h 4456611"/>
              <a:gd name="connsiteX204" fmla="*/ 8241195 w 11675306"/>
              <a:gd name="connsiteY204" fmla="*/ 4112531 h 4456611"/>
              <a:gd name="connsiteX205" fmla="*/ 8205452 w 11675306"/>
              <a:gd name="connsiteY205" fmla="*/ 4147208 h 4456611"/>
              <a:gd name="connsiteX206" fmla="*/ 8163239 w 11675306"/>
              <a:gd name="connsiteY206" fmla="*/ 4217072 h 4456611"/>
              <a:gd name="connsiteX207" fmla="*/ 8046045 w 11675306"/>
              <a:gd name="connsiteY207" fmla="*/ 4220910 h 4456611"/>
              <a:gd name="connsiteX208" fmla="*/ 7977847 w 11675306"/>
              <a:gd name="connsiteY208" fmla="*/ 4437405 h 4456611"/>
              <a:gd name="connsiteX209" fmla="*/ 7896397 w 11675306"/>
              <a:gd name="connsiteY209" fmla="*/ 4406567 h 4456611"/>
              <a:gd name="connsiteX210" fmla="*/ 7885715 w 11675306"/>
              <a:gd name="connsiteY210" fmla="*/ 4347546 h 4456611"/>
              <a:gd name="connsiteX211" fmla="*/ 7869897 w 11675306"/>
              <a:gd name="connsiteY211" fmla="*/ 4247252 h 4456611"/>
              <a:gd name="connsiteX212" fmla="*/ 7864555 w 11675306"/>
              <a:gd name="connsiteY212" fmla="*/ 4217742 h 4456611"/>
              <a:gd name="connsiteX213" fmla="*/ 7778277 w 11675306"/>
              <a:gd name="connsiteY213" fmla="*/ 4127985 h 4456611"/>
              <a:gd name="connsiteX214" fmla="*/ 7651223 w 11675306"/>
              <a:gd name="connsiteY214" fmla="*/ 4025750 h 4456611"/>
              <a:gd name="connsiteX215" fmla="*/ 7631195 w 11675306"/>
              <a:gd name="connsiteY215" fmla="*/ 4166602 h 4456611"/>
              <a:gd name="connsiteX216" fmla="*/ 7520986 w 11675306"/>
              <a:gd name="connsiteY216" fmla="*/ 4105843 h 4456611"/>
              <a:gd name="connsiteX217" fmla="*/ 7492021 w 11675306"/>
              <a:gd name="connsiteY217" fmla="*/ 4087688 h 4456611"/>
              <a:gd name="connsiteX218" fmla="*/ 7428032 w 11675306"/>
              <a:gd name="connsiteY218" fmla="*/ 4063037 h 4456611"/>
              <a:gd name="connsiteX219" fmla="*/ 7416323 w 11675306"/>
              <a:gd name="connsiteY219" fmla="*/ 4062833 h 4456611"/>
              <a:gd name="connsiteX220" fmla="*/ 7315462 w 11675306"/>
              <a:gd name="connsiteY220" fmla="*/ 4137557 h 4456611"/>
              <a:gd name="connsiteX221" fmla="*/ 7239147 w 11675306"/>
              <a:gd name="connsiteY221" fmla="*/ 4147992 h 4456611"/>
              <a:gd name="connsiteX222" fmla="*/ 7174542 w 11675306"/>
              <a:gd name="connsiteY222" fmla="*/ 4158631 h 4456611"/>
              <a:gd name="connsiteX223" fmla="*/ 7159955 w 11675306"/>
              <a:gd name="connsiteY223" fmla="*/ 3987757 h 4456611"/>
              <a:gd name="connsiteX224" fmla="*/ 7154101 w 11675306"/>
              <a:gd name="connsiteY224" fmla="*/ 3987655 h 4456611"/>
              <a:gd name="connsiteX225" fmla="*/ 7142188 w 11675306"/>
              <a:gd name="connsiteY225" fmla="*/ 3999214 h 4456611"/>
              <a:gd name="connsiteX226" fmla="*/ 7130478 w 11675306"/>
              <a:gd name="connsiteY226" fmla="*/ 3999009 h 4456611"/>
              <a:gd name="connsiteX227" fmla="*/ 7095762 w 11675306"/>
              <a:gd name="connsiteY227" fmla="*/ 3974870 h 4456611"/>
              <a:gd name="connsiteX228" fmla="*/ 7077890 w 11675306"/>
              <a:gd name="connsiteY228" fmla="*/ 3992208 h 4456611"/>
              <a:gd name="connsiteX229" fmla="*/ 6912834 w 11675306"/>
              <a:gd name="connsiteY229" fmla="*/ 4054044 h 4456611"/>
              <a:gd name="connsiteX230" fmla="*/ 6771299 w 11675306"/>
              <a:gd name="connsiteY230" fmla="*/ 4110408 h 4456611"/>
              <a:gd name="connsiteX231" fmla="*/ 6677832 w 11675306"/>
              <a:gd name="connsiteY231" fmla="*/ 4097010 h 4456611"/>
              <a:gd name="connsiteX232" fmla="*/ 6632535 w 11675306"/>
              <a:gd name="connsiteY232" fmla="*/ 4007969 h 4456611"/>
              <a:gd name="connsiteX233" fmla="*/ 6607064 w 11675306"/>
              <a:gd name="connsiteY233" fmla="*/ 4125191 h 4456611"/>
              <a:gd name="connsiteX234" fmla="*/ 6594637 w 11675306"/>
              <a:gd name="connsiteY234" fmla="*/ 4166158 h 4456611"/>
              <a:gd name="connsiteX235" fmla="*/ 6482065 w 11675306"/>
              <a:gd name="connsiteY235" fmla="*/ 4240678 h 4456611"/>
              <a:gd name="connsiteX236" fmla="*/ 6410373 w 11675306"/>
              <a:gd name="connsiteY236" fmla="*/ 4321794 h 4456611"/>
              <a:gd name="connsiteX237" fmla="*/ 6383052 w 11675306"/>
              <a:gd name="connsiteY237" fmla="*/ 4209532 h 4456611"/>
              <a:gd name="connsiteX238" fmla="*/ 6385208 w 11675306"/>
              <a:gd name="connsiteY238" fmla="*/ 4086018 h 4456611"/>
              <a:gd name="connsiteX239" fmla="*/ 6322556 w 11675306"/>
              <a:gd name="connsiteY239" fmla="*/ 4320261 h 4456611"/>
              <a:gd name="connsiteX240" fmla="*/ 6143527 w 11675306"/>
              <a:gd name="connsiteY240" fmla="*/ 3840581 h 4456611"/>
              <a:gd name="connsiteX241" fmla="*/ 6129559 w 11675306"/>
              <a:gd name="connsiteY241" fmla="*/ 3969772 h 4456611"/>
              <a:gd name="connsiteX242" fmla="*/ 6083646 w 11675306"/>
              <a:gd name="connsiteY242" fmla="*/ 3916019 h 4456611"/>
              <a:gd name="connsiteX243" fmla="*/ 5944578 w 11675306"/>
              <a:gd name="connsiteY243" fmla="*/ 4166578 h 4456611"/>
              <a:gd name="connsiteX244" fmla="*/ 5940777 w 11675306"/>
              <a:gd name="connsiteY244" fmla="*/ 4048844 h 4456611"/>
              <a:gd name="connsiteX245" fmla="*/ 5859225 w 11675306"/>
              <a:gd name="connsiteY245" fmla="*/ 4023887 h 4456611"/>
              <a:gd name="connsiteX246" fmla="*/ 5802116 w 11675306"/>
              <a:gd name="connsiteY246" fmla="*/ 3940522 h 4456611"/>
              <a:gd name="connsiteX247" fmla="*/ 5747475 w 11675306"/>
              <a:gd name="connsiteY247" fmla="*/ 4051354 h 4456611"/>
              <a:gd name="connsiteX248" fmla="*/ 5728679 w 11675306"/>
              <a:gd name="connsiteY248" fmla="*/ 4121625 h 4456611"/>
              <a:gd name="connsiteX249" fmla="*/ 5676605 w 11675306"/>
              <a:gd name="connsiteY249" fmla="*/ 4085416 h 4456611"/>
              <a:gd name="connsiteX250" fmla="*/ 5592794 w 11675306"/>
              <a:gd name="connsiteY250" fmla="*/ 4189855 h 4456611"/>
              <a:gd name="connsiteX251" fmla="*/ 5527984 w 11675306"/>
              <a:gd name="connsiteY251" fmla="*/ 4212258 h 4456611"/>
              <a:gd name="connsiteX252" fmla="*/ 5462454 w 11675306"/>
              <a:gd name="connsiteY252" fmla="*/ 4275831 h 4456611"/>
              <a:gd name="connsiteX253" fmla="*/ 5477964 w 11675306"/>
              <a:gd name="connsiteY253" fmla="*/ 4393770 h 4456611"/>
              <a:gd name="connsiteX254" fmla="*/ 5459580 w 11675306"/>
              <a:gd name="connsiteY254" fmla="*/ 4440515 h 4456611"/>
              <a:gd name="connsiteX255" fmla="*/ 5399903 w 11675306"/>
              <a:gd name="connsiteY255" fmla="*/ 4168838 h 4456611"/>
              <a:gd name="connsiteX256" fmla="*/ 5337764 w 11675306"/>
              <a:gd name="connsiteY256" fmla="*/ 4373672 h 4456611"/>
              <a:gd name="connsiteX257" fmla="*/ 5327800 w 11675306"/>
              <a:gd name="connsiteY257" fmla="*/ 4273480 h 4456611"/>
              <a:gd name="connsiteX258" fmla="*/ 5264427 w 11675306"/>
              <a:gd name="connsiteY258" fmla="*/ 4213540 h 4456611"/>
              <a:gd name="connsiteX259" fmla="*/ 5206293 w 11675306"/>
              <a:gd name="connsiteY259" fmla="*/ 4188992 h 4456611"/>
              <a:gd name="connsiteX260" fmla="*/ 5142713 w 11675306"/>
              <a:gd name="connsiteY260" fmla="*/ 4140815 h 4456611"/>
              <a:gd name="connsiteX261" fmla="*/ 5141585 w 11675306"/>
              <a:gd name="connsiteY261" fmla="*/ 4205513 h 4456611"/>
              <a:gd name="connsiteX262" fmla="*/ 5052330 w 11675306"/>
              <a:gd name="connsiteY262" fmla="*/ 4286323 h 4456611"/>
              <a:gd name="connsiteX263" fmla="*/ 5049247 w 11675306"/>
              <a:gd name="connsiteY263" fmla="*/ 4127416 h 4456611"/>
              <a:gd name="connsiteX264" fmla="*/ 5020796 w 11675306"/>
              <a:gd name="connsiteY264" fmla="*/ 4079853 h 4456611"/>
              <a:gd name="connsiteX265" fmla="*/ 4991215 w 11675306"/>
              <a:gd name="connsiteY265" fmla="*/ 4096987 h 4456611"/>
              <a:gd name="connsiteX266" fmla="*/ 4897131 w 11675306"/>
              <a:gd name="connsiteY266" fmla="*/ 4118877 h 4456611"/>
              <a:gd name="connsiteX267" fmla="*/ 4837970 w 11675306"/>
              <a:gd name="connsiteY267" fmla="*/ 4153146 h 4456611"/>
              <a:gd name="connsiteX268" fmla="*/ 4838073 w 11675306"/>
              <a:gd name="connsiteY268" fmla="*/ 4147264 h 4456611"/>
              <a:gd name="connsiteX269" fmla="*/ 4786717 w 11675306"/>
              <a:gd name="connsiteY269" fmla="*/ 4069883 h 4456611"/>
              <a:gd name="connsiteX270" fmla="*/ 4738546 w 11675306"/>
              <a:gd name="connsiteY270" fmla="*/ 4145527 h 4456611"/>
              <a:gd name="connsiteX271" fmla="*/ 4712972 w 11675306"/>
              <a:gd name="connsiteY271" fmla="*/ 4268632 h 4456611"/>
              <a:gd name="connsiteX272" fmla="*/ 4688938 w 11675306"/>
              <a:gd name="connsiteY272" fmla="*/ 4303513 h 4456611"/>
              <a:gd name="connsiteX273" fmla="*/ 4677948 w 11675306"/>
              <a:gd name="connsiteY273" fmla="*/ 4262137 h 4456611"/>
              <a:gd name="connsiteX274" fmla="*/ 4667265 w 11675306"/>
              <a:gd name="connsiteY274" fmla="*/ 4203117 h 4456611"/>
              <a:gd name="connsiteX275" fmla="*/ 4648880 w 11675306"/>
              <a:gd name="connsiteY275" fmla="*/ 4249863 h 4456611"/>
              <a:gd name="connsiteX276" fmla="*/ 4523369 w 11675306"/>
              <a:gd name="connsiteY276" fmla="*/ 4394757 h 4456611"/>
              <a:gd name="connsiteX277" fmla="*/ 4493788 w 11675306"/>
              <a:gd name="connsiteY277" fmla="*/ 4411892 h 4456611"/>
              <a:gd name="connsiteX278" fmla="*/ 4482079 w 11675306"/>
              <a:gd name="connsiteY278" fmla="*/ 4411686 h 4456611"/>
              <a:gd name="connsiteX279" fmla="*/ 4479098 w 11675306"/>
              <a:gd name="connsiteY279" fmla="*/ 4246899 h 4456611"/>
              <a:gd name="connsiteX280" fmla="*/ 4491321 w 11675306"/>
              <a:gd name="connsiteY280" fmla="*/ 4217696 h 4456611"/>
              <a:gd name="connsiteX281" fmla="*/ 4515355 w 11675306"/>
              <a:gd name="connsiteY281" fmla="*/ 4182815 h 4456611"/>
              <a:gd name="connsiteX282" fmla="*/ 4481051 w 11675306"/>
              <a:gd name="connsiteY282" fmla="*/ 4135149 h 4456611"/>
              <a:gd name="connsiteX283" fmla="*/ 4433700 w 11675306"/>
              <a:gd name="connsiteY283" fmla="*/ 4163739 h 4456611"/>
              <a:gd name="connsiteX284" fmla="*/ 4366733 w 11675306"/>
              <a:gd name="connsiteY284" fmla="*/ 4309656 h 4456611"/>
              <a:gd name="connsiteX285" fmla="*/ 4357797 w 11675306"/>
              <a:gd name="connsiteY285" fmla="*/ 4150648 h 4456611"/>
              <a:gd name="connsiteX286" fmla="*/ 4341055 w 11675306"/>
              <a:gd name="connsiteY286" fmla="*/ 4103288 h 4456611"/>
              <a:gd name="connsiteX287" fmla="*/ 4293602 w 11675306"/>
              <a:gd name="connsiteY287" fmla="*/ 4137760 h 4456611"/>
              <a:gd name="connsiteX288" fmla="*/ 4279531 w 11675306"/>
              <a:gd name="connsiteY288" fmla="*/ 4272833 h 4456611"/>
              <a:gd name="connsiteX289" fmla="*/ 4282819 w 11675306"/>
              <a:gd name="connsiteY289" fmla="*/ 4419976 h 4456611"/>
              <a:gd name="connsiteX290" fmla="*/ 4227355 w 11675306"/>
              <a:gd name="connsiteY290" fmla="*/ 4242505 h 4456611"/>
              <a:gd name="connsiteX291" fmla="*/ 4074932 w 11675306"/>
              <a:gd name="connsiteY291" fmla="*/ 4251611 h 4456611"/>
              <a:gd name="connsiteX292" fmla="*/ 4034258 w 11675306"/>
              <a:gd name="connsiteY292" fmla="*/ 4233252 h 4456611"/>
              <a:gd name="connsiteX293" fmla="*/ 3974481 w 11675306"/>
              <a:gd name="connsiteY293" fmla="*/ 4302809 h 4456611"/>
              <a:gd name="connsiteX294" fmla="*/ 3972838 w 11675306"/>
              <a:gd name="connsiteY294" fmla="*/ 4396915 h 4456611"/>
              <a:gd name="connsiteX295" fmla="*/ 3933602 w 11675306"/>
              <a:gd name="connsiteY295" fmla="*/ 4296212 h 4456611"/>
              <a:gd name="connsiteX296" fmla="*/ 3867765 w 11675306"/>
              <a:gd name="connsiteY296" fmla="*/ 4377430 h 4456611"/>
              <a:gd name="connsiteX297" fmla="*/ 3832227 w 11675306"/>
              <a:gd name="connsiteY297" fmla="*/ 4400344 h 4456611"/>
              <a:gd name="connsiteX298" fmla="*/ 3815280 w 11675306"/>
              <a:gd name="connsiteY298" fmla="*/ 4364747 h 4456611"/>
              <a:gd name="connsiteX299" fmla="*/ 3782308 w 11675306"/>
              <a:gd name="connsiteY299" fmla="*/ 4240621 h 4456611"/>
              <a:gd name="connsiteX300" fmla="*/ 3717292 w 11675306"/>
              <a:gd name="connsiteY300" fmla="*/ 4274786 h 4456611"/>
              <a:gd name="connsiteX301" fmla="*/ 3724995 w 11675306"/>
              <a:gd name="connsiteY301" fmla="*/ 4169019 h 4456611"/>
              <a:gd name="connsiteX302" fmla="*/ 3582844 w 11675306"/>
              <a:gd name="connsiteY302" fmla="*/ 4260673 h 4456611"/>
              <a:gd name="connsiteX303" fmla="*/ 3524298 w 11675306"/>
              <a:gd name="connsiteY303" fmla="*/ 4259651 h 4456611"/>
              <a:gd name="connsiteX304" fmla="*/ 3507864 w 11675306"/>
              <a:gd name="connsiteY304" fmla="*/ 4194646 h 4456611"/>
              <a:gd name="connsiteX305" fmla="*/ 3474688 w 11675306"/>
              <a:gd name="connsiteY305" fmla="*/ 4082283 h 4456611"/>
              <a:gd name="connsiteX306" fmla="*/ 3473250 w 11675306"/>
              <a:gd name="connsiteY306" fmla="*/ 4164625 h 4456611"/>
              <a:gd name="connsiteX307" fmla="*/ 3444183 w 11675306"/>
              <a:gd name="connsiteY307" fmla="*/ 4152351 h 4456611"/>
              <a:gd name="connsiteX308" fmla="*/ 3397141 w 11675306"/>
              <a:gd name="connsiteY308" fmla="*/ 4163297 h 4456611"/>
              <a:gd name="connsiteX309" fmla="*/ 3289809 w 11675306"/>
              <a:gd name="connsiteY309" fmla="*/ 4273207 h 4456611"/>
              <a:gd name="connsiteX310" fmla="*/ 3241741 w 11675306"/>
              <a:gd name="connsiteY310" fmla="*/ 4342969 h 4456611"/>
              <a:gd name="connsiteX311" fmla="*/ 3175801 w 11675306"/>
              <a:gd name="connsiteY311" fmla="*/ 4430069 h 4456611"/>
              <a:gd name="connsiteX312" fmla="*/ 3110991 w 11675306"/>
              <a:gd name="connsiteY312" fmla="*/ 4452472 h 4456611"/>
              <a:gd name="connsiteX313" fmla="*/ 3029336 w 11675306"/>
              <a:gd name="connsiteY313" fmla="*/ 4433397 h 4456611"/>
              <a:gd name="connsiteX314" fmla="*/ 2902281 w 11675306"/>
              <a:gd name="connsiteY314" fmla="*/ 4331161 h 4456611"/>
              <a:gd name="connsiteX315" fmla="*/ 2856369 w 11675306"/>
              <a:gd name="connsiteY315" fmla="*/ 4277408 h 4456611"/>
              <a:gd name="connsiteX316" fmla="*/ 2751706 w 11675306"/>
              <a:gd name="connsiteY316" fmla="*/ 4234398 h 4456611"/>
              <a:gd name="connsiteX317" fmla="*/ 2740099 w 11675306"/>
              <a:gd name="connsiteY317" fmla="*/ 4228312 h 4456611"/>
              <a:gd name="connsiteX318" fmla="*/ 2547414 w 11675306"/>
              <a:gd name="connsiteY318" fmla="*/ 4195532 h 4456611"/>
              <a:gd name="connsiteX319" fmla="*/ 2453330 w 11675306"/>
              <a:gd name="connsiteY319" fmla="*/ 4217423 h 4456611"/>
              <a:gd name="connsiteX320" fmla="*/ 2352469 w 11675306"/>
              <a:gd name="connsiteY320" fmla="*/ 4292146 h 4456611"/>
              <a:gd name="connsiteX321" fmla="*/ 2223567 w 11675306"/>
              <a:gd name="connsiteY321" fmla="*/ 4295780 h 4456611"/>
              <a:gd name="connsiteX322" fmla="*/ 2179194 w 11675306"/>
              <a:gd name="connsiteY322" fmla="*/ 4153804 h 4456611"/>
              <a:gd name="connsiteX323" fmla="*/ 2173751 w 11675306"/>
              <a:gd name="connsiteY323" fmla="*/ 4130176 h 4456611"/>
              <a:gd name="connsiteX324" fmla="*/ 2145812 w 11675306"/>
              <a:gd name="connsiteY324" fmla="*/ 4053203 h 4456611"/>
              <a:gd name="connsiteX325" fmla="*/ 2046388 w 11675306"/>
              <a:gd name="connsiteY325" fmla="*/ 4045585 h 4456611"/>
              <a:gd name="connsiteX326" fmla="*/ 1997909 w 11675306"/>
              <a:gd name="connsiteY326" fmla="*/ 4138873 h 4456611"/>
              <a:gd name="connsiteX327" fmla="*/ 1965352 w 11675306"/>
              <a:gd name="connsiteY327" fmla="*/ 4326573 h 4456611"/>
              <a:gd name="connsiteX328" fmla="*/ 1874143 w 11675306"/>
              <a:gd name="connsiteY328" fmla="*/ 4183780 h 4456611"/>
              <a:gd name="connsiteX329" fmla="*/ 1767324 w 11675306"/>
              <a:gd name="connsiteY329" fmla="*/ 4264283 h 4456611"/>
              <a:gd name="connsiteX330" fmla="*/ 1769377 w 11675306"/>
              <a:gd name="connsiteY330" fmla="*/ 4146651 h 4456611"/>
              <a:gd name="connsiteX331" fmla="*/ 1814671 w 11675306"/>
              <a:gd name="connsiteY331" fmla="*/ 3900339 h 4456611"/>
              <a:gd name="connsiteX332" fmla="*/ 1656086 w 11675306"/>
              <a:gd name="connsiteY332" fmla="*/ 3926987 h 4456611"/>
              <a:gd name="connsiteX333" fmla="*/ 1603703 w 11675306"/>
              <a:gd name="connsiteY333" fmla="*/ 3908422 h 4456611"/>
              <a:gd name="connsiteX334" fmla="*/ 1585318 w 11675306"/>
              <a:gd name="connsiteY334" fmla="*/ 3955168 h 4456611"/>
              <a:gd name="connsiteX335" fmla="*/ 1570324 w 11675306"/>
              <a:gd name="connsiteY335" fmla="*/ 4143176 h 4456611"/>
              <a:gd name="connsiteX336" fmla="*/ 1554814 w 11675306"/>
              <a:gd name="connsiteY336" fmla="*/ 4025238 h 4456611"/>
              <a:gd name="connsiteX337" fmla="*/ 1400337 w 11675306"/>
              <a:gd name="connsiteY337" fmla="*/ 4151976 h 4456611"/>
              <a:gd name="connsiteX338" fmla="*/ 1382774 w 11675306"/>
              <a:gd name="connsiteY338" fmla="*/ 4151669 h 4456611"/>
              <a:gd name="connsiteX339" fmla="*/ 1319195 w 11675306"/>
              <a:gd name="connsiteY339" fmla="*/ 4103492 h 4456611"/>
              <a:gd name="connsiteX340" fmla="*/ 1201592 w 11675306"/>
              <a:gd name="connsiteY340" fmla="*/ 4130856 h 4456611"/>
              <a:gd name="connsiteX341" fmla="*/ 1165540 w 11675306"/>
              <a:gd name="connsiteY341" fmla="*/ 4183178 h 4456611"/>
              <a:gd name="connsiteX342" fmla="*/ 1147566 w 11675306"/>
              <a:gd name="connsiteY342" fmla="*/ 4206397 h 4456611"/>
              <a:gd name="connsiteX343" fmla="*/ 1104839 w 11675306"/>
              <a:gd name="connsiteY343" fmla="*/ 4305669 h 4456611"/>
              <a:gd name="connsiteX344" fmla="*/ 1068272 w 11675306"/>
              <a:gd name="connsiteY344" fmla="*/ 4052045 h 4456611"/>
              <a:gd name="connsiteX345" fmla="*/ 1039820 w 11675306"/>
              <a:gd name="connsiteY345" fmla="*/ 4004481 h 4456611"/>
              <a:gd name="connsiteX346" fmla="*/ 1021743 w 11675306"/>
              <a:gd name="connsiteY346" fmla="*/ 4033583 h 4456611"/>
              <a:gd name="connsiteX347" fmla="*/ 991341 w 11675306"/>
              <a:gd name="connsiteY347" fmla="*/ 4097770 h 4456611"/>
              <a:gd name="connsiteX348" fmla="*/ 972648 w 11675306"/>
              <a:gd name="connsiteY348" fmla="*/ 4162160 h 4456611"/>
              <a:gd name="connsiteX349" fmla="*/ 961863 w 11675306"/>
              <a:gd name="connsiteY349" fmla="*/ 4109022 h 4456611"/>
              <a:gd name="connsiteX350" fmla="*/ 852372 w 11675306"/>
              <a:gd name="connsiteY350" fmla="*/ 4007093 h 4456611"/>
              <a:gd name="connsiteX351" fmla="*/ 719669 w 11675306"/>
              <a:gd name="connsiteY351" fmla="*/ 3892992 h 4456611"/>
              <a:gd name="connsiteX352" fmla="*/ 753051 w 11675306"/>
              <a:gd name="connsiteY352" fmla="*/ 3993592 h 4456611"/>
              <a:gd name="connsiteX353" fmla="*/ 775134 w 11675306"/>
              <a:gd name="connsiteY353" fmla="*/ 4070462 h 4456611"/>
              <a:gd name="connsiteX354" fmla="*/ 729120 w 11675306"/>
              <a:gd name="connsiteY354" fmla="*/ 4022592 h 4456611"/>
              <a:gd name="connsiteX355" fmla="*/ 723368 w 11675306"/>
              <a:gd name="connsiteY355" fmla="*/ 4016608 h 4456611"/>
              <a:gd name="connsiteX356" fmla="*/ 723265 w 11675306"/>
              <a:gd name="connsiteY356" fmla="*/ 4022490 h 4456611"/>
              <a:gd name="connsiteX357" fmla="*/ 729120 w 11675306"/>
              <a:gd name="connsiteY357" fmla="*/ 4022592 h 4456611"/>
              <a:gd name="connsiteX358" fmla="*/ 721417 w 11675306"/>
              <a:gd name="connsiteY358" fmla="*/ 4128359 h 4456611"/>
              <a:gd name="connsiteX359" fmla="*/ 348063 w 11675306"/>
              <a:gd name="connsiteY359" fmla="*/ 4045357 h 4456611"/>
              <a:gd name="connsiteX360" fmla="*/ 337791 w 11675306"/>
              <a:gd name="connsiteY360" fmla="*/ 3962810 h 4456611"/>
              <a:gd name="connsiteX361" fmla="*/ 307800 w 11675306"/>
              <a:gd name="connsiteY361" fmla="*/ 4003471 h 4456611"/>
              <a:gd name="connsiteX362" fmla="*/ 302868 w 11675306"/>
              <a:gd name="connsiteY362" fmla="*/ 3950434 h 4456611"/>
              <a:gd name="connsiteX363" fmla="*/ 284894 w 11675306"/>
              <a:gd name="connsiteY363" fmla="*/ 3973654 h 4456611"/>
              <a:gd name="connsiteX364" fmla="*/ 202828 w 11675306"/>
              <a:gd name="connsiteY364" fmla="*/ 3978104 h 4456611"/>
              <a:gd name="connsiteX365" fmla="*/ 163078 w 11675306"/>
              <a:gd name="connsiteY365" fmla="*/ 3906811 h 4456611"/>
              <a:gd name="connsiteX366" fmla="*/ 105252 w 11675306"/>
              <a:gd name="connsiteY366" fmla="*/ 3864617 h 4456611"/>
              <a:gd name="connsiteX367" fmla="*/ 87997 w 11675306"/>
              <a:gd name="connsiteY367" fmla="*/ 3846665 h 4456611"/>
              <a:gd name="connsiteX368" fmla="*/ 21948 w 11675306"/>
              <a:gd name="connsiteY368" fmla="*/ 3268939 h 4456611"/>
              <a:gd name="connsiteX369" fmla="*/ 16710 w 11675306"/>
              <a:gd name="connsiteY369" fmla="*/ 3233547 h 4456611"/>
              <a:gd name="connsiteX370" fmla="*/ 41566 w 11675306"/>
              <a:gd name="connsiteY370" fmla="*/ 3151614 h 4456611"/>
              <a:gd name="connsiteX371" fmla="*/ 77924 w 11675306"/>
              <a:gd name="connsiteY371" fmla="*/ 3081648 h 4456611"/>
              <a:gd name="connsiteX372" fmla="*/ 67479 w 11675306"/>
              <a:gd name="connsiteY372" fmla="*/ 3046684 h 4456611"/>
              <a:gd name="connsiteX373" fmla="*/ 57585 w 11675306"/>
              <a:gd name="connsiteY373" fmla="*/ 3042993 h 4456611"/>
              <a:gd name="connsiteX374" fmla="*/ 15474 w 11675306"/>
              <a:gd name="connsiteY374" fmla="*/ 2979011 h 4456611"/>
              <a:gd name="connsiteX375" fmla="*/ 31908 w 11675306"/>
              <a:gd name="connsiteY375" fmla="*/ 2914006 h 4456611"/>
              <a:gd name="connsiteX376" fmla="*/ 28597 w 11675306"/>
              <a:gd name="connsiteY376" fmla="*/ 2808163 h 4456611"/>
              <a:gd name="connsiteX377" fmla="*/ 28697 w 11675306"/>
              <a:gd name="connsiteY377" fmla="*/ 2806232 h 4456611"/>
              <a:gd name="connsiteX378" fmla="*/ 28595 w 11675306"/>
              <a:gd name="connsiteY378" fmla="*/ 2804267 h 4456611"/>
              <a:gd name="connsiteX379" fmla="*/ 31907 w 11675306"/>
              <a:gd name="connsiteY379" fmla="*/ 2698423 h 4456611"/>
              <a:gd name="connsiteX380" fmla="*/ 15473 w 11675306"/>
              <a:gd name="connsiteY380" fmla="*/ 2633418 h 4456611"/>
              <a:gd name="connsiteX381" fmla="*/ 57584 w 11675306"/>
              <a:gd name="connsiteY381" fmla="*/ 2569437 h 4456611"/>
              <a:gd name="connsiteX382" fmla="*/ 67482 w 11675306"/>
              <a:gd name="connsiteY382" fmla="*/ 2565744 h 4456611"/>
              <a:gd name="connsiteX383" fmla="*/ 77926 w 11675306"/>
              <a:gd name="connsiteY383" fmla="*/ 2530782 h 4456611"/>
              <a:gd name="connsiteX384" fmla="*/ 41567 w 11675306"/>
              <a:gd name="connsiteY384" fmla="*/ 2460816 h 4456611"/>
              <a:gd name="connsiteX385" fmla="*/ 16712 w 11675306"/>
              <a:gd name="connsiteY385" fmla="*/ 2378882 h 4456611"/>
              <a:gd name="connsiteX386" fmla="*/ 21951 w 11675306"/>
              <a:gd name="connsiteY386" fmla="*/ 2343490 h 4456611"/>
              <a:gd name="connsiteX387" fmla="*/ 87998 w 11675306"/>
              <a:gd name="connsiteY387" fmla="*/ 1765764 h 4456611"/>
              <a:gd name="connsiteX388" fmla="*/ 105253 w 11675306"/>
              <a:gd name="connsiteY388" fmla="*/ 1747812 h 4456611"/>
              <a:gd name="connsiteX389" fmla="*/ 130148 w 11675306"/>
              <a:gd name="connsiteY389" fmla="*/ 1753354 h 4456611"/>
              <a:gd name="connsiteX390" fmla="*/ 138502 w 11675306"/>
              <a:gd name="connsiteY390" fmla="*/ 1747121 h 4456611"/>
              <a:gd name="connsiteX391" fmla="*/ 130148 w 11675306"/>
              <a:gd name="connsiteY391" fmla="*/ 1740888 h 4456611"/>
              <a:gd name="connsiteX392" fmla="*/ 105253 w 11675306"/>
              <a:gd name="connsiteY392" fmla="*/ 1746429 h 4456611"/>
              <a:gd name="connsiteX393" fmla="*/ 87998 w 11675306"/>
              <a:gd name="connsiteY393" fmla="*/ 1728477 h 4456611"/>
              <a:gd name="connsiteX394" fmla="*/ 21951 w 11675306"/>
              <a:gd name="connsiteY394" fmla="*/ 1150752 h 4456611"/>
              <a:gd name="connsiteX395" fmla="*/ 16712 w 11675306"/>
              <a:gd name="connsiteY395" fmla="*/ 1115360 h 4456611"/>
              <a:gd name="connsiteX396" fmla="*/ 41567 w 11675306"/>
              <a:gd name="connsiteY396" fmla="*/ 1033426 h 4456611"/>
              <a:gd name="connsiteX397" fmla="*/ 77927 w 11675306"/>
              <a:gd name="connsiteY397" fmla="*/ 963459 h 4456611"/>
              <a:gd name="connsiteX398" fmla="*/ 34067 w 11675306"/>
              <a:gd name="connsiteY398" fmla="*/ 792076 h 4456611"/>
              <a:gd name="connsiteX399" fmla="*/ 31909 w 11675306"/>
              <a:gd name="connsiteY399" fmla="*/ 580235 h 4456611"/>
              <a:gd name="connsiteX400" fmla="*/ 15474 w 11675306"/>
              <a:gd name="connsiteY400" fmla="*/ 515231 h 4456611"/>
              <a:gd name="connsiteX401" fmla="*/ 57585 w 11675306"/>
              <a:gd name="connsiteY401" fmla="*/ 451248 h 4456611"/>
              <a:gd name="connsiteX402" fmla="*/ 135337 w 11675306"/>
              <a:gd name="connsiteY402" fmla="*/ 358471 h 4456611"/>
              <a:gd name="connsiteX403" fmla="*/ 238152 w 11675306"/>
              <a:gd name="connsiteY403" fmla="*/ 507351 h 4456611"/>
              <a:gd name="connsiteX404" fmla="*/ 288992 w 11675306"/>
              <a:gd name="connsiteY404" fmla="*/ 278786 h 4456611"/>
              <a:gd name="connsiteX405" fmla="*/ 731883 w 11675306"/>
              <a:gd name="connsiteY405" fmla="*/ 404184 h 4456611"/>
              <a:gd name="connsiteX406" fmla="*/ 1041557 w 11675306"/>
              <a:gd name="connsiteY406" fmla="*/ 444890 h 4456611"/>
              <a:gd name="connsiteX407" fmla="*/ 1054293 w 11675306"/>
              <a:gd name="connsiteY407" fmla="*/ 386278 h 4456611"/>
              <a:gd name="connsiteX408" fmla="*/ 1090344 w 11675306"/>
              <a:gd name="connsiteY408" fmla="*/ 333957 h 4456611"/>
              <a:gd name="connsiteX409" fmla="*/ 1109652 w 11675306"/>
              <a:gd name="connsiteY409" fmla="*/ 234276 h 4456611"/>
              <a:gd name="connsiteX410" fmla="*/ 1154641 w 11675306"/>
              <a:gd name="connsiteY410" fmla="*/ 340963 h 4456611"/>
              <a:gd name="connsiteX411" fmla="*/ 1193671 w 11675306"/>
              <a:gd name="connsiteY411" fmla="*/ 453429 h 4456611"/>
              <a:gd name="connsiteX412" fmla="*/ 1196136 w 11675306"/>
              <a:gd name="connsiteY412" fmla="*/ 312271 h 4456611"/>
              <a:gd name="connsiteX413" fmla="*/ 1243793 w 11675306"/>
              <a:gd name="connsiteY413" fmla="*/ 266035 h 4456611"/>
              <a:gd name="connsiteX414" fmla="*/ 1377627 w 11675306"/>
              <a:gd name="connsiteY414" fmla="*/ 315438 h 4456611"/>
              <a:gd name="connsiteX415" fmla="*/ 1553365 w 11675306"/>
              <a:gd name="connsiteY415" fmla="*/ 312622 h 4456611"/>
              <a:gd name="connsiteX416" fmla="*/ 1700035 w 11675306"/>
              <a:gd name="connsiteY416" fmla="*/ 297532 h 4456611"/>
              <a:gd name="connsiteX417" fmla="*/ 1808499 w 11675306"/>
              <a:gd name="connsiteY417" fmla="*/ 458277 h 4456611"/>
              <a:gd name="connsiteX418" fmla="*/ 1822676 w 11675306"/>
              <a:gd name="connsiteY418" fmla="*/ 652677 h 4456611"/>
              <a:gd name="connsiteX419" fmla="*/ 1859445 w 11675306"/>
              <a:gd name="connsiteY419" fmla="*/ 559184 h 4456611"/>
              <a:gd name="connsiteX420" fmla="*/ 1925488 w 11675306"/>
              <a:gd name="connsiteY420" fmla="*/ 466203 h 4456611"/>
              <a:gd name="connsiteX421" fmla="*/ 1978692 w 11675306"/>
              <a:gd name="connsiteY421" fmla="*/ 437714 h 4456611"/>
              <a:gd name="connsiteX422" fmla="*/ 2032409 w 11675306"/>
              <a:gd name="connsiteY422" fmla="*/ 379818 h 4456611"/>
              <a:gd name="connsiteX423" fmla="*/ 2312092 w 11675306"/>
              <a:gd name="connsiteY423" fmla="*/ 461184 h 4456611"/>
              <a:gd name="connsiteX424" fmla="*/ 2363137 w 11675306"/>
              <a:gd name="connsiteY424" fmla="*/ 220855 h 4456611"/>
              <a:gd name="connsiteX425" fmla="*/ 2478277 w 11675306"/>
              <a:gd name="connsiteY425" fmla="*/ 334650 h 4456611"/>
              <a:gd name="connsiteX426" fmla="*/ 2506934 w 11675306"/>
              <a:gd name="connsiteY426" fmla="*/ 370451 h 4456611"/>
              <a:gd name="connsiteX427" fmla="*/ 2542472 w 11675306"/>
              <a:gd name="connsiteY427" fmla="*/ 347537 h 4456611"/>
              <a:gd name="connsiteX428" fmla="*/ 2560856 w 11675306"/>
              <a:gd name="connsiteY428" fmla="*/ 300791 h 4456611"/>
              <a:gd name="connsiteX429" fmla="*/ 2566712 w 11675306"/>
              <a:gd name="connsiteY429" fmla="*/ 300893 h 4456611"/>
              <a:gd name="connsiteX430" fmla="*/ 2572566 w 11675306"/>
              <a:gd name="connsiteY430" fmla="*/ 300996 h 4456611"/>
              <a:gd name="connsiteX431" fmla="*/ 2588486 w 11675306"/>
              <a:gd name="connsiteY431" fmla="*/ 395408 h 4456611"/>
              <a:gd name="connsiteX432" fmla="*/ 2624743 w 11675306"/>
              <a:gd name="connsiteY432" fmla="*/ 331323 h 4456611"/>
              <a:gd name="connsiteX433" fmla="*/ 2648161 w 11675306"/>
              <a:gd name="connsiteY433" fmla="*/ 331732 h 4456611"/>
              <a:gd name="connsiteX434" fmla="*/ 2652784 w 11675306"/>
              <a:gd name="connsiteY434" fmla="*/ 402413 h 4456611"/>
              <a:gd name="connsiteX435" fmla="*/ 2699004 w 11675306"/>
              <a:gd name="connsiteY435" fmla="*/ 438520 h 4456611"/>
              <a:gd name="connsiteX436" fmla="*/ 2717286 w 11675306"/>
              <a:gd name="connsiteY436" fmla="*/ 397656 h 4456611"/>
              <a:gd name="connsiteX437" fmla="*/ 2712561 w 11675306"/>
              <a:gd name="connsiteY437" fmla="*/ 332856 h 4456611"/>
              <a:gd name="connsiteX438" fmla="*/ 2795756 w 11675306"/>
              <a:gd name="connsiteY438" fmla="*/ 263707 h 4456611"/>
              <a:gd name="connsiteX439" fmla="*/ 3162846 w 11675306"/>
              <a:gd name="connsiteY439" fmla="*/ 370133 h 4456611"/>
              <a:gd name="connsiteX440" fmla="*/ 3221288 w 11675306"/>
              <a:gd name="connsiteY440" fmla="*/ 377036 h 4456611"/>
              <a:gd name="connsiteX441" fmla="*/ 3284765 w 11675306"/>
              <a:gd name="connsiteY441" fmla="*/ 431095 h 4456611"/>
              <a:gd name="connsiteX442" fmla="*/ 3365702 w 11675306"/>
              <a:gd name="connsiteY442" fmla="*/ 491342 h 4456611"/>
              <a:gd name="connsiteX443" fmla="*/ 3359023 w 11675306"/>
              <a:gd name="connsiteY443" fmla="*/ 202938 h 4456611"/>
              <a:gd name="connsiteX444" fmla="*/ 3420651 w 11675306"/>
              <a:gd name="connsiteY444" fmla="*/ 362866 h 4456611"/>
              <a:gd name="connsiteX445" fmla="*/ 3479299 w 11675306"/>
              <a:gd name="connsiteY445" fmla="*/ 358006 h 4456611"/>
              <a:gd name="connsiteX446" fmla="*/ 3515863 w 11675306"/>
              <a:gd name="connsiteY446" fmla="*/ 276277 h 4456611"/>
              <a:gd name="connsiteX447" fmla="*/ 3663253 w 11675306"/>
              <a:gd name="connsiteY447" fmla="*/ 220016 h 4456611"/>
              <a:gd name="connsiteX448" fmla="*/ 3712964 w 11675306"/>
              <a:gd name="connsiteY448" fmla="*/ 56148 h 4456611"/>
              <a:gd name="connsiteX449" fmla="*/ 3823276 w 11675306"/>
              <a:gd name="connsiteY449" fmla="*/ 111024 h 4456611"/>
              <a:gd name="connsiteX450" fmla="*/ 3786096 w 11675306"/>
              <a:gd name="connsiteY450" fmla="*/ 228043 h 4456611"/>
              <a:gd name="connsiteX451" fmla="*/ 3937183 w 11675306"/>
              <a:gd name="connsiteY451" fmla="*/ 295398 h 4456611"/>
              <a:gd name="connsiteX452" fmla="*/ 3975083 w 11675306"/>
              <a:gd name="connsiteY452" fmla="*/ 137207 h 4456611"/>
              <a:gd name="connsiteX453" fmla="*/ 3998397 w 11675306"/>
              <a:gd name="connsiteY453" fmla="*/ 143498 h 4456611"/>
              <a:gd name="connsiteX454" fmla="*/ 3989874 w 11675306"/>
              <a:gd name="connsiteY454" fmla="*/ 296318 h 4456611"/>
              <a:gd name="connsiteX455" fmla="*/ 4052528 w 11675306"/>
              <a:gd name="connsiteY455" fmla="*/ 397429 h 4456611"/>
              <a:gd name="connsiteX456" fmla="*/ 4065674 w 11675306"/>
              <a:gd name="connsiteY456" fmla="*/ 315291 h 4456611"/>
              <a:gd name="connsiteX457" fmla="*/ 4310333 w 11675306"/>
              <a:gd name="connsiteY457" fmla="*/ 390163 h 4456611"/>
              <a:gd name="connsiteX458" fmla="*/ 4417254 w 11675306"/>
              <a:gd name="connsiteY458" fmla="*/ 303777 h 4456611"/>
              <a:gd name="connsiteX459" fmla="*/ 4516166 w 11675306"/>
              <a:gd name="connsiteY459" fmla="*/ 340804 h 4456611"/>
              <a:gd name="connsiteX460" fmla="*/ 4531778 w 11675306"/>
              <a:gd name="connsiteY460" fmla="*/ 452862 h 4456611"/>
              <a:gd name="connsiteX461" fmla="*/ 4568035 w 11675306"/>
              <a:gd name="connsiteY461" fmla="*/ 388777 h 4456611"/>
              <a:gd name="connsiteX462" fmla="*/ 4566700 w 11675306"/>
              <a:gd name="connsiteY462" fmla="*/ 465238 h 4456611"/>
              <a:gd name="connsiteX463" fmla="*/ 4655956 w 11675306"/>
              <a:gd name="connsiteY463" fmla="*/ 384429 h 4456611"/>
              <a:gd name="connsiteX464" fmla="*/ 4726106 w 11675306"/>
              <a:gd name="connsiteY464" fmla="*/ 391536 h 4456611"/>
              <a:gd name="connsiteX465" fmla="*/ 4819779 w 11675306"/>
              <a:gd name="connsiteY465" fmla="*/ 393171 h 4456611"/>
              <a:gd name="connsiteX466" fmla="*/ 4891060 w 11675306"/>
              <a:gd name="connsiteY466" fmla="*/ 335581 h 4456611"/>
              <a:gd name="connsiteX467" fmla="*/ 5008049 w 11675306"/>
              <a:gd name="connsiteY467" fmla="*/ 343507 h 4456611"/>
              <a:gd name="connsiteX468" fmla="*/ 5065463 w 11675306"/>
              <a:gd name="connsiteY468" fmla="*/ 409226 h 4456611"/>
              <a:gd name="connsiteX469" fmla="*/ 5078097 w 11675306"/>
              <a:gd name="connsiteY469" fmla="*/ 356497 h 4456611"/>
              <a:gd name="connsiteX470" fmla="*/ 5144139 w 11675306"/>
              <a:gd name="connsiteY470" fmla="*/ 263515 h 4456611"/>
              <a:gd name="connsiteX471" fmla="*/ 5185840 w 11675306"/>
              <a:gd name="connsiteY471" fmla="*/ 223059 h 4456611"/>
              <a:gd name="connsiteX472" fmla="*/ 5275916 w 11675306"/>
              <a:gd name="connsiteY472" fmla="*/ 95196 h 4456611"/>
              <a:gd name="connsiteX473" fmla="*/ 5308990 w 11675306"/>
              <a:gd name="connsiteY473" fmla="*/ 213442 h 4456611"/>
              <a:gd name="connsiteX474" fmla="*/ 5312586 w 11675306"/>
              <a:gd name="connsiteY474" fmla="*/ 342939 h 4456611"/>
              <a:gd name="connsiteX475" fmla="*/ 5351615 w 11675306"/>
              <a:gd name="connsiteY475" fmla="*/ 120051 h 4456611"/>
              <a:gd name="connsiteX476" fmla="*/ 5386125 w 11675306"/>
              <a:gd name="connsiteY476" fmla="*/ 155954 h 4456611"/>
              <a:gd name="connsiteX477" fmla="*/ 5452069 w 11675306"/>
              <a:gd name="connsiteY477" fmla="*/ 404208 h 4456611"/>
              <a:gd name="connsiteX478" fmla="*/ 5457614 w 11675306"/>
              <a:gd name="connsiteY478" fmla="*/ 421955 h 4456611"/>
              <a:gd name="connsiteX479" fmla="*/ 5548310 w 11675306"/>
              <a:gd name="connsiteY479" fmla="*/ 594156 h 4456611"/>
              <a:gd name="connsiteX480" fmla="*/ 5556115 w 11675306"/>
              <a:gd name="connsiteY480" fmla="*/ 482508 h 4456611"/>
              <a:gd name="connsiteX481" fmla="*/ 5607779 w 11675306"/>
              <a:gd name="connsiteY481" fmla="*/ 542244 h 4456611"/>
              <a:gd name="connsiteX482" fmla="*/ 5747258 w 11675306"/>
              <a:gd name="connsiteY482" fmla="*/ 268159 h 4456611"/>
              <a:gd name="connsiteX483" fmla="*/ 5744897 w 11675306"/>
              <a:gd name="connsiteY483" fmla="*/ 403436 h 4456611"/>
              <a:gd name="connsiteX484" fmla="*/ 5832510 w 11675306"/>
              <a:gd name="connsiteY484" fmla="*/ 416732 h 4456611"/>
              <a:gd name="connsiteX485" fmla="*/ 5854901 w 11675306"/>
              <a:gd name="connsiteY485" fmla="*/ 475957 h 4456611"/>
              <a:gd name="connsiteX486" fmla="*/ 5889413 w 11675306"/>
              <a:gd name="connsiteY486" fmla="*/ 511860 h 4456611"/>
              <a:gd name="connsiteX487" fmla="*/ 5925258 w 11675306"/>
              <a:gd name="connsiteY487" fmla="*/ 471301 h 4456611"/>
              <a:gd name="connsiteX488" fmla="*/ 5944875 w 11675306"/>
              <a:gd name="connsiteY488" fmla="*/ 353976 h 4456611"/>
              <a:gd name="connsiteX489" fmla="*/ 5992225 w 11675306"/>
              <a:gd name="connsiteY489" fmla="*/ 325386 h 4456611"/>
              <a:gd name="connsiteX490" fmla="*/ 6051180 w 11675306"/>
              <a:gd name="connsiteY490" fmla="*/ 302881 h 4456611"/>
              <a:gd name="connsiteX491" fmla="*/ 6105001 w 11675306"/>
              <a:gd name="connsiteY491" fmla="*/ 239103 h 4456611"/>
              <a:gd name="connsiteX492" fmla="*/ 6152145 w 11675306"/>
              <a:gd name="connsiteY492" fmla="*/ 222275 h 4456611"/>
              <a:gd name="connsiteX493" fmla="*/ 6223528 w 11675306"/>
              <a:gd name="connsiteY493" fmla="*/ 158804 h 4456611"/>
              <a:gd name="connsiteX494" fmla="*/ 6207813 w 11675306"/>
              <a:gd name="connsiteY494" fmla="*/ 52629 h 4456611"/>
              <a:gd name="connsiteX495" fmla="*/ 6226300 w 11675306"/>
              <a:gd name="connsiteY495" fmla="*/ 0 h 4456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</a:cxnLst>
            <a:rect l="l" t="t" r="r" b="b"/>
            <a:pathLst>
              <a:path w="11675306" h="4456611">
                <a:moveTo>
                  <a:pt x="10618976" y="4156366"/>
                </a:moveTo>
                <a:lnTo>
                  <a:pt x="10623885" y="4160004"/>
                </a:lnTo>
                <a:cubicBezTo>
                  <a:pt x="10623885" y="4160004"/>
                  <a:pt x="10623885" y="4160004"/>
                  <a:pt x="10618030" y="4159903"/>
                </a:cubicBezTo>
                <a:close/>
                <a:moveTo>
                  <a:pt x="6143530" y="1722392"/>
                </a:moveTo>
                <a:lnTo>
                  <a:pt x="6138631" y="1747121"/>
                </a:lnTo>
                <a:lnTo>
                  <a:pt x="6143530" y="1771849"/>
                </a:lnTo>
                <a:lnTo>
                  <a:pt x="6156158" y="1747121"/>
                </a:lnTo>
                <a:close/>
                <a:moveTo>
                  <a:pt x="9857349" y="1710126"/>
                </a:moveTo>
                <a:lnTo>
                  <a:pt x="9834377" y="1732855"/>
                </a:lnTo>
                <a:lnTo>
                  <a:pt x="9829704" y="1747120"/>
                </a:lnTo>
                <a:lnTo>
                  <a:pt x="9834377" y="1761387"/>
                </a:lnTo>
                <a:lnTo>
                  <a:pt x="9857350" y="1784115"/>
                </a:lnTo>
                <a:lnTo>
                  <a:pt x="9859798" y="1747121"/>
                </a:lnTo>
                <a:close/>
                <a:moveTo>
                  <a:pt x="6226300" y="0"/>
                </a:moveTo>
                <a:cubicBezTo>
                  <a:pt x="6231333" y="47155"/>
                  <a:pt x="6236469" y="88429"/>
                  <a:pt x="6241605" y="129702"/>
                </a:cubicBezTo>
                <a:cubicBezTo>
                  <a:pt x="6246639" y="176857"/>
                  <a:pt x="6251671" y="224012"/>
                  <a:pt x="6286183" y="259915"/>
                </a:cubicBezTo>
                <a:cubicBezTo>
                  <a:pt x="6328191" y="201814"/>
                  <a:pt x="6306108" y="124945"/>
                  <a:pt x="6353971" y="66947"/>
                </a:cubicBezTo>
                <a:cubicBezTo>
                  <a:pt x="6364961" y="108322"/>
                  <a:pt x="6376054" y="143816"/>
                  <a:pt x="6363626" y="184783"/>
                </a:cubicBezTo>
                <a:cubicBezTo>
                  <a:pt x="6351097" y="231632"/>
                  <a:pt x="6415496" y="232756"/>
                  <a:pt x="6438708" y="244928"/>
                </a:cubicBezTo>
                <a:cubicBezTo>
                  <a:pt x="6537620" y="281955"/>
                  <a:pt x="6549432" y="276278"/>
                  <a:pt x="6633551" y="154194"/>
                </a:cubicBezTo>
                <a:cubicBezTo>
                  <a:pt x="6655839" y="219300"/>
                  <a:pt x="6672582" y="266660"/>
                  <a:pt x="6624719" y="324659"/>
                </a:cubicBezTo>
                <a:cubicBezTo>
                  <a:pt x="6600787" y="353658"/>
                  <a:pt x="6582505" y="394523"/>
                  <a:pt x="6616913" y="436307"/>
                </a:cubicBezTo>
                <a:cubicBezTo>
                  <a:pt x="6640742" y="413189"/>
                  <a:pt x="6629444" y="389459"/>
                  <a:pt x="6629957" y="360051"/>
                </a:cubicBezTo>
                <a:cubicBezTo>
                  <a:pt x="6653170" y="372223"/>
                  <a:pt x="6687784" y="402243"/>
                  <a:pt x="6694665" y="343530"/>
                </a:cubicBezTo>
                <a:cubicBezTo>
                  <a:pt x="6695589" y="290596"/>
                  <a:pt x="6731025" y="273564"/>
                  <a:pt x="6783715" y="274483"/>
                </a:cubicBezTo>
                <a:cubicBezTo>
                  <a:pt x="6801074" y="286553"/>
                  <a:pt x="6777245" y="309671"/>
                  <a:pt x="6800354" y="327725"/>
                </a:cubicBezTo>
                <a:cubicBezTo>
                  <a:pt x="6812474" y="304403"/>
                  <a:pt x="6830346" y="287064"/>
                  <a:pt x="6842465" y="263742"/>
                </a:cubicBezTo>
                <a:cubicBezTo>
                  <a:pt x="6848218" y="269726"/>
                  <a:pt x="6854072" y="269827"/>
                  <a:pt x="6854072" y="269827"/>
                </a:cubicBezTo>
                <a:cubicBezTo>
                  <a:pt x="6865165" y="305321"/>
                  <a:pt x="6858284" y="364036"/>
                  <a:pt x="6899265" y="364752"/>
                </a:cubicBezTo>
                <a:cubicBezTo>
                  <a:pt x="6951957" y="365671"/>
                  <a:pt x="6941274" y="306651"/>
                  <a:pt x="6947744" y="271463"/>
                </a:cubicBezTo>
                <a:cubicBezTo>
                  <a:pt x="6966232" y="218835"/>
                  <a:pt x="6967258" y="160019"/>
                  <a:pt x="6991601" y="107493"/>
                </a:cubicBezTo>
                <a:cubicBezTo>
                  <a:pt x="7043880" y="131939"/>
                  <a:pt x="6978454" y="189631"/>
                  <a:pt x="7024879" y="213975"/>
                </a:cubicBezTo>
                <a:cubicBezTo>
                  <a:pt x="7036589" y="214179"/>
                  <a:pt x="7036794" y="202416"/>
                  <a:pt x="7036897" y="196535"/>
                </a:cubicBezTo>
                <a:cubicBezTo>
                  <a:pt x="7038437" y="108310"/>
                  <a:pt x="7068838" y="44124"/>
                  <a:pt x="7168571" y="34098"/>
                </a:cubicBezTo>
                <a:cubicBezTo>
                  <a:pt x="7180280" y="34303"/>
                  <a:pt x="7192194" y="22744"/>
                  <a:pt x="7204006" y="17066"/>
                </a:cubicBezTo>
                <a:cubicBezTo>
                  <a:pt x="7203904" y="22948"/>
                  <a:pt x="7203904" y="22948"/>
                  <a:pt x="7209759" y="23050"/>
                </a:cubicBezTo>
                <a:cubicBezTo>
                  <a:pt x="7173707" y="75371"/>
                  <a:pt x="7178637" y="128408"/>
                  <a:pt x="7206987" y="181853"/>
                </a:cubicBezTo>
                <a:cubicBezTo>
                  <a:pt x="7218387" y="199703"/>
                  <a:pt x="7223933" y="217449"/>
                  <a:pt x="7194661" y="216939"/>
                </a:cubicBezTo>
                <a:cubicBezTo>
                  <a:pt x="7177097" y="216632"/>
                  <a:pt x="7165286" y="222310"/>
                  <a:pt x="7170730" y="245938"/>
                </a:cubicBezTo>
                <a:cubicBezTo>
                  <a:pt x="7176276" y="263685"/>
                  <a:pt x="7187780" y="275653"/>
                  <a:pt x="7205240" y="281841"/>
                </a:cubicBezTo>
                <a:cubicBezTo>
                  <a:pt x="7222702" y="288029"/>
                  <a:pt x="7234617" y="276470"/>
                  <a:pt x="7246530" y="264911"/>
                </a:cubicBezTo>
                <a:cubicBezTo>
                  <a:pt x="7282376" y="224353"/>
                  <a:pt x="7300966" y="165844"/>
                  <a:pt x="7336914" y="119404"/>
                </a:cubicBezTo>
                <a:cubicBezTo>
                  <a:pt x="7336298" y="154694"/>
                  <a:pt x="7335682" y="189983"/>
                  <a:pt x="7335066" y="225273"/>
                </a:cubicBezTo>
                <a:cubicBezTo>
                  <a:pt x="7334450" y="260563"/>
                  <a:pt x="7327980" y="295750"/>
                  <a:pt x="7350783" y="331449"/>
                </a:cubicBezTo>
                <a:cubicBezTo>
                  <a:pt x="7469413" y="245268"/>
                  <a:pt x="7377897" y="120120"/>
                  <a:pt x="7409120" y="8880"/>
                </a:cubicBezTo>
                <a:cubicBezTo>
                  <a:pt x="7443118" y="74191"/>
                  <a:pt x="7442091" y="133007"/>
                  <a:pt x="7458629" y="192130"/>
                </a:cubicBezTo>
                <a:cubicBezTo>
                  <a:pt x="7470645" y="174689"/>
                  <a:pt x="7482559" y="163130"/>
                  <a:pt x="7494474" y="151571"/>
                </a:cubicBezTo>
                <a:cubicBezTo>
                  <a:pt x="7518611" y="110809"/>
                  <a:pt x="7547780" y="117201"/>
                  <a:pt x="7576540" y="147121"/>
                </a:cubicBezTo>
                <a:cubicBezTo>
                  <a:pt x="7599547" y="171056"/>
                  <a:pt x="7628101" y="212738"/>
                  <a:pt x="7657681" y="195604"/>
                </a:cubicBezTo>
                <a:cubicBezTo>
                  <a:pt x="7687262" y="178470"/>
                  <a:pt x="7746219" y="155965"/>
                  <a:pt x="7706469" y="84671"/>
                </a:cubicBezTo>
                <a:cubicBezTo>
                  <a:pt x="7746424" y="144202"/>
                  <a:pt x="7770149" y="126966"/>
                  <a:pt x="7794287" y="86203"/>
                </a:cubicBezTo>
                <a:cubicBezTo>
                  <a:pt x="7800346" y="74542"/>
                  <a:pt x="7812364" y="57103"/>
                  <a:pt x="7824278" y="45544"/>
                </a:cubicBezTo>
                <a:cubicBezTo>
                  <a:pt x="7848107" y="22426"/>
                  <a:pt x="7871730" y="11072"/>
                  <a:pt x="7876661" y="64108"/>
                </a:cubicBezTo>
                <a:cubicBezTo>
                  <a:pt x="7881797" y="105382"/>
                  <a:pt x="7898642" y="146859"/>
                  <a:pt x="7909631" y="188235"/>
                </a:cubicBezTo>
                <a:cubicBezTo>
                  <a:pt x="7944862" y="182966"/>
                  <a:pt x="7939726" y="141693"/>
                  <a:pt x="7975058" y="130543"/>
                </a:cubicBezTo>
                <a:cubicBezTo>
                  <a:pt x="7967972" y="201020"/>
                  <a:pt x="7960885" y="271497"/>
                  <a:pt x="7953902" y="336093"/>
                </a:cubicBezTo>
                <a:cubicBezTo>
                  <a:pt x="7983893" y="295433"/>
                  <a:pt x="8019635" y="260756"/>
                  <a:pt x="8078386" y="250015"/>
                </a:cubicBezTo>
                <a:cubicBezTo>
                  <a:pt x="8090199" y="244337"/>
                  <a:pt x="8108069" y="226999"/>
                  <a:pt x="8096669" y="209149"/>
                </a:cubicBezTo>
                <a:cubicBezTo>
                  <a:pt x="8079927" y="161790"/>
                  <a:pt x="8120703" y="174269"/>
                  <a:pt x="8138472" y="162812"/>
                </a:cubicBezTo>
                <a:cubicBezTo>
                  <a:pt x="8150489" y="145372"/>
                  <a:pt x="8167642" y="169205"/>
                  <a:pt x="8173290" y="181071"/>
                </a:cubicBezTo>
                <a:cubicBezTo>
                  <a:pt x="8207802" y="216973"/>
                  <a:pt x="8177811" y="257633"/>
                  <a:pt x="8171341" y="292820"/>
                </a:cubicBezTo>
                <a:cubicBezTo>
                  <a:pt x="8153982" y="280751"/>
                  <a:pt x="8136726" y="262800"/>
                  <a:pt x="8124299" y="303767"/>
                </a:cubicBezTo>
                <a:cubicBezTo>
                  <a:pt x="8105502" y="374040"/>
                  <a:pt x="8169902" y="375164"/>
                  <a:pt x="8210166" y="417050"/>
                </a:cubicBezTo>
                <a:cubicBezTo>
                  <a:pt x="8211192" y="358234"/>
                  <a:pt x="8211911" y="317063"/>
                  <a:pt x="8218690" y="264230"/>
                </a:cubicBezTo>
                <a:cubicBezTo>
                  <a:pt x="8253509" y="282488"/>
                  <a:pt x="8294080" y="306731"/>
                  <a:pt x="8324276" y="254307"/>
                </a:cubicBezTo>
                <a:cubicBezTo>
                  <a:pt x="8324276" y="254307"/>
                  <a:pt x="8371421" y="237479"/>
                  <a:pt x="8394838" y="237888"/>
                </a:cubicBezTo>
                <a:cubicBezTo>
                  <a:pt x="8441881" y="226942"/>
                  <a:pt x="8454000" y="203620"/>
                  <a:pt x="8448864" y="162347"/>
                </a:cubicBezTo>
                <a:cubicBezTo>
                  <a:pt x="8443729" y="121073"/>
                  <a:pt x="8456054" y="85988"/>
                  <a:pt x="8508745" y="86908"/>
                </a:cubicBezTo>
                <a:cubicBezTo>
                  <a:pt x="8520453" y="87112"/>
                  <a:pt x="8538120" y="81537"/>
                  <a:pt x="8549932" y="75860"/>
                </a:cubicBezTo>
                <a:cubicBezTo>
                  <a:pt x="8638263" y="47985"/>
                  <a:pt x="8673080" y="66242"/>
                  <a:pt x="8694960" y="154876"/>
                </a:cubicBezTo>
                <a:cubicBezTo>
                  <a:pt x="8700301" y="184386"/>
                  <a:pt x="8700094" y="196149"/>
                  <a:pt x="8729780" y="173133"/>
                </a:cubicBezTo>
                <a:cubicBezTo>
                  <a:pt x="8735634" y="173235"/>
                  <a:pt x="8753093" y="179424"/>
                  <a:pt x="8764803" y="179629"/>
                </a:cubicBezTo>
                <a:cubicBezTo>
                  <a:pt x="8811433" y="192209"/>
                  <a:pt x="8891959" y="275982"/>
                  <a:pt x="8897097" y="317256"/>
                </a:cubicBezTo>
                <a:cubicBezTo>
                  <a:pt x="8920411" y="323546"/>
                  <a:pt x="8932634" y="294342"/>
                  <a:pt x="8956154" y="288870"/>
                </a:cubicBezTo>
                <a:cubicBezTo>
                  <a:pt x="8967454" y="312601"/>
                  <a:pt x="8972896" y="336229"/>
                  <a:pt x="8990152" y="354181"/>
                </a:cubicBezTo>
                <a:cubicBezTo>
                  <a:pt x="9001554" y="372030"/>
                  <a:pt x="9012955" y="389879"/>
                  <a:pt x="9036476" y="384406"/>
                </a:cubicBezTo>
                <a:cubicBezTo>
                  <a:pt x="9060099" y="373052"/>
                  <a:pt x="9048904" y="343440"/>
                  <a:pt x="9043357" y="325692"/>
                </a:cubicBezTo>
                <a:cubicBezTo>
                  <a:pt x="9037708" y="313827"/>
                  <a:pt x="9031956" y="307842"/>
                  <a:pt x="9026307" y="295977"/>
                </a:cubicBezTo>
                <a:cubicBezTo>
                  <a:pt x="9079099" y="291016"/>
                  <a:pt x="9072527" y="332084"/>
                  <a:pt x="9083723" y="361697"/>
                </a:cubicBezTo>
                <a:cubicBezTo>
                  <a:pt x="9114123" y="297510"/>
                  <a:pt x="9184172" y="310499"/>
                  <a:pt x="9219197" y="316995"/>
                </a:cubicBezTo>
                <a:cubicBezTo>
                  <a:pt x="9277641" y="323899"/>
                  <a:pt x="9307528" y="289119"/>
                  <a:pt x="9337314" y="260223"/>
                </a:cubicBezTo>
                <a:cubicBezTo>
                  <a:pt x="9396887" y="202428"/>
                  <a:pt x="9408595" y="202633"/>
                  <a:pt x="9466115" y="262471"/>
                </a:cubicBezTo>
                <a:cubicBezTo>
                  <a:pt x="9477617" y="274438"/>
                  <a:pt x="9483266" y="286304"/>
                  <a:pt x="9500832" y="286610"/>
                </a:cubicBezTo>
                <a:cubicBezTo>
                  <a:pt x="9518395" y="286917"/>
                  <a:pt x="9524145" y="292900"/>
                  <a:pt x="9517882" y="316324"/>
                </a:cubicBezTo>
                <a:cubicBezTo>
                  <a:pt x="9499393" y="368953"/>
                  <a:pt x="9505146" y="374937"/>
                  <a:pt x="9521681" y="434060"/>
                </a:cubicBezTo>
                <a:cubicBezTo>
                  <a:pt x="9598304" y="405980"/>
                  <a:pt x="9627270" y="424136"/>
                  <a:pt x="9631788" y="500698"/>
                </a:cubicBezTo>
                <a:cubicBezTo>
                  <a:pt x="9631686" y="506580"/>
                  <a:pt x="9625730" y="512360"/>
                  <a:pt x="9631584" y="512462"/>
                </a:cubicBezTo>
                <a:cubicBezTo>
                  <a:pt x="9637335" y="518446"/>
                  <a:pt x="9637439" y="512564"/>
                  <a:pt x="9637542" y="506683"/>
                </a:cubicBezTo>
                <a:cubicBezTo>
                  <a:pt x="9678934" y="483872"/>
                  <a:pt x="9697112" y="448889"/>
                  <a:pt x="9697935" y="401836"/>
                </a:cubicBezTo>
                <a:cubicBezTo>
                  <a:pt x="9693004" y="348799"/>
                  <a:pt x="9647297" y="283283"/>
                  <a:pt x="9729875" y="249424"/>
                </a:cubicBezTo>
                <a:cubicBezTo>
                  <a:pt x="9746617" y="296784"/>
                  <a:pt x="9804548" y="333096"/>
                  <a:pt x="9814818" y="415643"/>
                </a:cubicBezTo>
                <a:cubicBezTo>
                  <a:pt x="9833717" y="339488"/>
                  <a:pt x="9897707" y="364139"/>
                  <a:pt x="9927595" y="329360"/>
                </a:cubicBezTo>
                <a:cubicBezTo>
                  <a:pt x="9933656" y="317699"/>
                  <a:pt x="9956663" y="341634"/>
                  <a:pt x="9956456" y="353397"/>
                </a:cubicBezTo>
                <a:cubicBezTo>
                  <a:pt x="9950294" y="370940"/>
                  <a:pt x="9984909" y="400961"/>
                  <a:pt x="9943620" y="417891"/>
                </a:cubicBezTo>
                <a:cubicBezTo>
                  <a:pt x="9896475" y="434718"/>
                  <a:pt x="9866380" y="481260"/>
                  <a:pt x="9865456" y="534195"/>
                </a:cubicBezTo>
                <a:cubicBezTo>
                  <a:pt x="9865148" y="551839"/>
                  <a:pt x="9847072" y="580941"/>
                  <a:pt x="9876241" y="587333"/>
                </a:cubicBezTo>
                <a:cubicBezTo>
                  <a:pt x="9899557" y="593624"/>
                  <a:pt x="9917531" y="570404"/>
                  <a:pt x="9923797" y="546980"/>
                </a:cubicBezTo>
                <a:cubicBezTo>
                  <a:pt x="9942284" y="494352"/>
                  <a:pt x="9977206" y="506728"/>
                  <a:pt x="10012025" y="524986"/>
                </a:cubicBezTo>
                <a:cubicBezTo>
                  <a:pt x="10017778" y="530970"/>
                  <a:pt x="10023425" y="542835"/>
                  <a:pt x="10029179" y="548819"/>
                </a:cubicBezTo>
                <a:cubicBezTo>
                  <a:pt x="10034828" y="560685"/>
                  <a:pt x="10046229" y="578533"/>
                  <a:pt x="10075500" y="579044"/>
                </a:cubicBezTo>
                <a:cubicBezTo>
                  <a:pt x="10058758" y="531685"/>
                  <a:pt x="10100356" y="497110"/>
                  <a:pt x="10106930" y="456042"/>
                </a:cubicBezTo>
                <a:cubicBezTo>
                  <a:pt x="10119151" y="426838"/>
                  <a:pt x="10124083" y="479875"/>
                  <a:pt x="10141955" y="462536"/>
                </a:cubicBezTo>
                <a:cubicBezTo>
                  <a:pt x="10165679" y="445301"/>
                  <a:pt x="10183553" y="427962"/>
                  <a:pt x="10212928" y="422592"/>
                </a:cubicBezTo>
                <a:cubicBezTo>
                  <a:pt x="10218782" y="422694"/>
                  <a:pt x="10224637" y="422796"/>
                  <a:pt x="10224740" y="416914"/>
                </a:cubicBezTo>
                <a:cubicBezTo>
                  <a:pt x="10225356" y="381624"/>
                  <a:pt x="10254935" y="364490"/>
                  <a:pt x="10278662" y="347255"/>
                </a:cubicBezTo>
                <a:cubicBezTo>
                  <a:pt x="10296430" y="335798"/>
                  <a:pt x="10313995" y="336104"/>
                  <a:pt x="10319642" y="347970"/>
                </a:cubicBezTo>
                <a:cubicBezTo>
                  <a:pt x="10347580" y="424942"/>
                  <a:pt x="10366070" y="372314"/>
                  <a:pt x="10389999" y="343315"/>
                </a:cubicBezTo>
                <a:cubicBezTo>
                  <a:pt x="10395957" y="337535"/>
                  <a:pt x="10401915" y="331755"/>
                  <a:pt x="10407873" y="325976"/>
                </a:cubicBezTo>
                <a:cubicBezTo>
                  <a:pt x="10442690" y="344234"/>
                  <a:pt x="10400887" y="390572"/>
                  <a:pt x="10435912" y="397067"/>
                </a:cubicBezTo>
                <a:cubicBezTo>
                  <a:pt x="10465082" y="403460"/>
                  <a:pt x="10500311" y="398191"/>
                  <a:pt x="10529688" y="392820"/>
                </a:cubicBezTo>
                <a:cubicBezTo>
                  <a:pt x="10553310" y="381466"/>
                  <a:pt x="10559371" y="369804"/>
                  <a:pt x="10542115" y="351853"/>
                </a:cubicBezTo>
                <a:cubicBezTo>
                  <a:pt x="10530612" y="339886"/>
                  <a:pt x="10513254" y="327816"/>
                  <a:pt x="10548688" y="310784"/>
                </a:cubicBezTo>
                <a:cubicBezTo>
                  <a:pt x="10572312" y="299429"/>
                  <a:pt x="10596140" y="276311"/>
                  <a:pt x="10630856" y="300451"/>
                </a:cubicBezTo>
                <a:cubicBezTo>
                  <a:pt x="10653967" y="318505"/>
                  <a:pt x="10630344" y="329860"/>
                  <a:pt x="10624182" y="347403"/>
                </a:cubicBezTo>
                <a:cubicBezTo>
                  <a:pt x="10599838" y="399928"/>
                  <a:pt x="10622435" y="447390"/>
                  <a:pt x="10638972" y="506512"/>
                </a:cubicBezTo>
                <a:cubicBezTo>
                  <a:pt x="10669271" y="448207"/>
                  <a:pt x="10686529" y="466159"/>
                  <a:pt x="10691560" y="513314"/>
                </a:cubicBezTo>
                <a:cubicBezTo>
                  <a:pt x="10733466" y="461095"/>
                  <a:pt x="10664341" y="395171"/>
                  <a:pt x="10711998" y="348936"/>
                </a:cubicBezTo>
                <a:cubicBezTo>
                  <a:pt x="10755962" y="514438"/>
                  <a:pt x="10819437" y="568496"/>
                  <a:pt x="10936631" y="564659"/>
                </a:cubicBezTo>
                <a:cubicBezTo>
                  <a:pt x="10901914" y="540519"/>
                  <a:pt x="10919989" y="511417"/>
                  <a:pt x="10920504" y="482010"/>
                </a:cubicBezTo>
                <a:cubicBezTo>
                  <a:pt x="10949673" y="488402"/>
                  <a:pt x="10943202" y="523589"/>
                  <a:pt x="10966416" y="535761"/>
                </a:cubicBezTo>
                <a:cubicBezTo>
                  <a:pt x="10978434" y="518322"/>
                  <a:pt x="10967134" y="494590"/>
                  <a:pt x="10973296" y="477048"/>
                </a:cubicBezTo>
                <a:cubicBezTo>
                  <a:pt x="10973400" y="471166"/>
                  <a:pt x="10973604" y="459403"/>
                  <a:pt x="10973708" y="453521"/>
                </a:cubicBezTo>
                <a:cubicBezTo>
                  <a:pt x="10968571" y="412248"/>
                  <a:pt x="11020236" y="471984"/>
                  <a:pt x="11015099" y="430710"/>
                </a:cubicBezTo>
                <a:cubicBezTo>
                  <a:pt x="11009657" y="407081"/>
                  <a:pt x="10998256" y="389233"/>
                  <a:pt x="10998665" y="365705"/>
                </a:cubicBezTo>
                <a:cubicBezTo>
                  <a:pt x="10998973" y="348061"/>
                  <a:pt x="11016435" y="354249"/>
                  <a:pt x="11028041" y="360335"/>
                </a:cubicBezTo>
                <a:cubicBezTo>
                  <a:pt x="11045399" y="372405"/>
                  <a:pt x="11044989" y="395931"/>
                  <a:pt x="11044681" y="413576"/>
                </a:cubicBezTo>
                <a:cubicBezTo>
                  <a:pt x="11026091" y="472086"/>
                  <a:pt x="11066765" y="490446"/>
                  <a:pt x="11101378" y="520467"/>
                </a:cubicBezTo>
                <a:cubicBezTo>
                  <a:pt x="11164853" y="574525"/>
                  <a:pt x="11222681" y="616719"/>
                  <a:pt x="11304643" y="618150"/>
                </a:cubicBezTo>
                <a:cubicBezTo>
                  <a:pt x="11322206" y="618456"/>
                  <a:pt x="11363908" y="578000"/>
                  <a:pt x="11351068" y="642494"/>
                </a:cubicBezTo>
                <a:cubicBezTo>
                  <a:pt x="11374488" y="642902"/>
                  <a:pt x="11397393" y="672719"/>
                  <a:pt x="11415571" y="637736"/>
                </a:cubicBezTo>
                <a:cubicBezTo>
                  <a:pt x="11439812" y="591092"/>
                  <a:pt x="11468878" y="603366"/>
                  <a:pt x="11491681" y="639064"/>
                </a:cubicBezTo>
                <a:cubicBezTo>
                  <a:pt x="11508732" y="668779"/>
                  <a:pt x="11519824" y="704273"/>
                  <a:pt x="11542729" y="734090"/>
                </a:cubicBezTo>
                <a:cubicBezTo>
                  <a:pt x="11554027" y="757820"/>
                  <a:pt x="11547351" y="804772"/>
                  <a:pt x="11594700" y="776181"/>
                </a:cubicBezTo>
                <a:cubicBezTo>
                  <a:pt x="11606512" y="770503"/>
                  <a:pt x="11606204" y="788148"/>
                  <a:pt x="11606102" y="794030"/>
                </a:cubicBezTo>
                <a:cubicBezTo>
                  <a:pt x="11608877" y="970581"/>
                  <a:pt x="11652633" y="1147847"/>
                  <a:pt x="11661262" y="1324499"/>
                </a:cubicBezTo>
                <a:cubicBezTo>
                  <a:pt x="11660646" y="1359789"/>
                  <a:pt x="11624801" y="1400347"/>
                  <a:pt x="11670918" y="1442336"/>
                </a:cubicBezTo>
                <a:cubicBezTo>
                  <a:pt x="11682523" y="1448422"/>
                  <a:pt x="11669994" y="1495270"/>
                  <a:pt x="11646473" y="1500743"/>
                </a:cubicBezTo>
                <a:lnTo>
                  <a:pt x="11637954" y="1505250"/>
                </a:lnTo>
                <a:lnTo>
                  <a:pt x="11637952" y="1505325"/>
                </a:lnTo>
                <a:cubicBezTo>
                  <a:pt x="11650944" y="1578641"/>
                  <a:pt x="11647811" y="1650767"/>
                  <a:pt x="11639542" y="1722248"/>
                </a:cubicBezTo>
                <a:lnTo>
                  <a:pt x="11636130" y="1747121"/>
                </a:lnTo>
                <a:lnTo>
                  <a:pt x="11639542" y="1771994"/>
                </a:lnTo>
                <a:cubicBezTo>
                  <a:pt x="11647811" y="1843474"/>
                  <a:pt x="11650943" y="1915601"/>
                  <a:pt x="11637952" y="1988917"/>
                </a:cubicBezTo>
                <a:lnTo>
                  <a:pt x="11637953" y="1988993"/>
                </a:lnTo>
                <a:lnTo>
                  <a:pt x="11646473" y="1993499"/>
                </a:lnTo>
                <a:cubicBezTo>
                  <a:pt x="11669993" y="1998971"/>
                  <a:pt x="11682523" y="2045820"/>
                  <a:pt x="11670917" y="2051906"/>
                </a:cubicBezTo>
                <a:cubicBezTo>
                  <a:pt x="11624801" y="2093895"/>
                  <a:pt x="11660645" y="2134453"/>
                  <a:pt x="11661261" y="2169743"/>
                </a:cubicBezTo>
                <a:cubicBezTo>
                  <a:pt x="11652632" y="2346395"/>
                  <a:pt x="11608877" y="2523661"/>
                  <a:pt x="11606102" y="2700212"/>
                </a:cubicBezTo>
                <a:cubicBezTo>
                  <a:pt x="11606204" y="2706093"/>
                  <a:pt x="11606513" y="2723738"/>
                  <a:pt x="11594701" y="2718061"/>
                </a:cubicBezTo>
                <a:cubicBezTo>
                  <a:pt x="11547352" y="2689470"/>
                  <a:pt x="11554026" y="2736421"/>
                  <a:pt x="11542728" y="2760152"/>
                </a:cubicBezTo>
                <a:lnTo>
                  <a:pt x="11515875" y="2806217"/>
                </a:lnTo>
                <a:lnTo>
                  <a:pt x="11542727" y="2852278"/>
                </a:lnTo>
                <a:cubicBezTo>
                  <a:pt x="11554025" y="2876009"/>
                  <a:pt x="11547350" y="2922960"/>
                  <a:pt x="11594699" y="2894369"/>
                </a:cubicBezTo>
                <a:cubicBezTo>
                  <a:pt x="11606511" y="2888692"/>
                  <a:pt x="11606203" y="2906336"/>
                  <a:pt x="11606100" y="2912218"/>
                </a:cubicBezTo>
                <a:cubicBezTo>
                  <a:pt x="11608874" y="3088769"/>
                  <a:pt x="11652630" y="3266034"/>
                  <a:pt x="11661260" y="3442687"/>
                </a:cubicBezTo>
                <a:cubicBezTo>
                  <a:pt x="11660644" y="3477976"/>
                  <a:pt x="11624798" y="3518535"/>
                  <a:pt x="11670915" y="3560523"/>
                </a:cubicBezTo>
                <a:cubicBezTo>
                  <a:pt x="11682522" y="3566610"/>
                  <a:pt x="11669991" y="3613458"/>
                  <a:pt x="11646470" y="3618931"/>
                </a:cubicBezTo>
                <a:cubicBezTo>
                  <a:pt x="11599532" y="3623995"/>
                  <a:pt x="11604976" y="3647624"/>
                  <a:pt x="11610317" y="3677133"/>
                </a:cubicBezTo>
                <a:cubicBezTo>
                  <a:pt x="11625416" y="3818599"/>
                  <a:pt x="11663934" y="3960473"/>
                  <a:pt x="11637949" y="4107105"/>
                </a:cubicBezTo>
                <a:cubicBezTo>
                  <a:pt x="11637744" y="4118867"/>
                  <a:pt x="11637641" y="4124749"/>
                  <a:pt x="11643291" y="4136615"/>
                </a:cubicBezTo>
                <a:cubicBezTo>
                  <a:pt x="11665991" y="4178194"/>
                  <a:pt x="11659828" y="4195737"/>
                  <a:pt x="11612889" y="4200802"/>
                </a:cubicBezTo>
                <a:cubicBezTo>
                  <a:pt x="11566052" y="4199984"/>
                  <a:pt x="11542224" y="4223102"/>
                  <a:pt x="11541300" y="4276036"/>
                </a:cubicBezTo>
                <a:cubicBezTo>
                  <a:pt x="11495285" y="4228166"/>
                  <a:pt x="11478645" y="4174925"/>
                  <a:pt x="11438485" y="4127156"/>
                </a:cubicBezTo>
                <a:cubicBezTo>
                  <a:pt x="11413836" y="4197328"/>
                  <a:pt x="11441671" y="4280181"/>
                  <a:pt x="11382099" y="4337975"/>
                </a:cubicBezTo>
                <a:cubicBezTo>
                  <a:pt x="11353134" y="4319819"/>
                  <a:pt x="11353852" y="4278648"/>
                  <a:pt x="11330845" y="4254712"/>
                </a:cubicBezTo>
                <a:cubicBezTo>
                  <a:pt x="11250319" y="4170940"/>
                  <a:pt x="11151203" y="4145676"/>
                  <a:pt x="11039762" y="4155498"/>
                </a:cubicBezTo>
                <a:cubicBezTo>
                  <a:pt x="10975259" y="4160255"/>
                  <a:pt x="10910654" y="4170894"/>
                  <a:pt x="10846254" y="4169770"/>
                </a:cubicBezTo>
                <a:cubicBezTo>
                  <a:pt x="10764291" y="4168339"/>
                  <a:pt x="10694344" y="4149467"/>
                  <a:pt x="10642783" y="4083851"/>
                </a:cubicBezTo>
                <a:cubicBezTo>
                  <a:pt x="10630869" y="4095409"/>
                  <a:pt x="10629173" y="4108618"/>
                  <a:pt x="10628211" y="4121838"/>
                </a:cubicBezTo>
                <a:lnTo>
                  <a:pt x="10618976" y="4156366"/>
                </a:lnTo>
                <a:lnTo>
                  <a:pt x="10610425" y="4150025"/>
                </a:lnTo>
                <a:cubicBezTo>
                  <a:pt x="10600318" y="4147091"/>
                  <a:pt x="10598952" y="4162512"/>
                  <a:pt x="10594407" y="4171258"/>
                </a:cubicBezTo>
                <a:cubicBezTo>
                  <a:pt x="10587834" y="4212326"/>
                  <a:pt x="10575406" y="4253293"/>
                  <a:pt x="10562773" y="4306023"/>
                </a:cubicBezTo>
                <a:cubicBezTo>
                  <a:pt x="10540792" y="4223272"/>
                  <a:pt x="10524460" y="4152386"/>
                  <a:pt x="10502479" y="4069635"/>
                </a:cubicBezTo>
                <a:cubicBezTo>
                  <a:pt x="10478241" y="4116279"/>
                  <a:pt x="10477522" y="4157450"/>
                  <a:pt x="10488615" y="4192945"/>
                </a:cubicBezTo>
                <a:cubicBezTo>
                  <a:pt x="10493545" y="4245981"/>
                  <a:pt x="10469921" y="4257335"/>
                  <a:pt x="10429145" y="4244857"/>
                </a:cubicBezTo>
                <a:cubicBezTo>
                  <a:pt x="10382412" y="4238158"/>
                  <a:pt x="10347798" y="4208136"/>
                  <a:pt x="10307125" y="4189777"/>
                </a:cubicBezTo>
                <a:cubicBezTo>
                  <a:pt x="10254947" y="4159448"/>
                  <a:pt x="10208521" y="4135104"/>
                  <a:pt x="10137651" y="4169168"/>
                </a:cubicBezTo>
                <a:cubicBezTo>
                  <a:pt x="10108070" y="4186302"/>
                  <a:pt x="10114849" y="4133469"/>
                  <a:pt x="10097799" y="4103755"/>
                </a:cubicBezTo>
                <a:cubicBezTo>
                  <a:pt x="10067807" y="4144415"/>
                  <a:pt x="10009262" y="4143393"/>
                  <a:pt x="9990980" y="4184258"/>
                </a:cubicBezTo>
                <a:cubicBezTo>
                  <a:pt x="9910762" y="4082840"/>
                  <a:pt x="9824689" y="3981319"/>
                  <a:pt x="9862588" y="3823130"/>
                </a:cubicBezTo>
                <a:cubicBezTo>
                  <a:pt x="9809282" y="3857499"/>
                  <a:pt x="9826024" y="3904859"/>
                  <a:pt x="9825305" y="3946030"/>
                </a:cubicBezTo>
                <a:cubicBezTo>
                  <a:pt x="9830441" y="3987304"/>
                  <a:pt x="9829927" y="4016711"/>
                  <a:pt x="9777443" y="4004028"/>
                </a:cubicBezTo>
                <a:cubicBezTo>
                  <a:pt x="9759879" y="4003722"/>
                  <a:pt x="9742007" y="4021060"/>
                  <a:pt x="9724444" y="4020754"/>
                </a:cubicBezTo>
                <a:cubicBezTo>
                  <a:pt x="9683462" y="4020038"/>
                  <a:pt x="9711092" y="4114655"/>
                  <a:pt x="9635701" y="4072156"/>
                </a:cubicBezTo>
                <a:cubicBezTo>
                  <a:pt x="9600883" y="4053897"/>
                  <a:pt x="9547884" y="4070622"/>
                  <a:pt x="9501048" y="4069804"/>
                </a:cubicBezTo>
                <a:cubicBezTo>
                  <a:pt x="9448357" y="4068886"/>
                  <a:pt x="9407683" y="4050525"/>
                  <a:pt x="9379129" y="4008842"/>
                </a:cubicBezTo>
                <a:cubicBezTo>
                  <a:pt x="9367523" y="4002757"/>
                  <a:pt x="9356019" y="3990789"/>
                  <a:pt x="9349857" y="4008331"/>
                </a:cubicBezTo>
                <a:cubicBezTo>
                  <a:pt x="9343387" y="4043520"/>
                  <a:pt x="9284738" y="4048379"/>
                  <a:pt x="9295626" y="4095636"/>
                </a:cubicBezTo>
                <a:cubicBezTo>
                  <a:pt x="9306616" y="4137011"/>
                  <a:pt x="9311752" y="4178285"/>
                  <a:pt x="9322742" y="4219660"/>
                </a:cubicBezTo>
                <a:cubicBezTo>
                  <a:pt x="9252488" y="4218435"/>
                  <a:pt x="9199798" y="4217514"/>
                  <a:pt x="9213046" y="4129495"/>
                </a:cubicBezTo>
                <a:cubicBezTo>
                  <a:pt x="9213457" y="4105969"/>
                  <a:pt x="9196202" y="4088017"/>
                  <a:pt x="9184800" y="4070168"/>
                </a:cubicBezTo>
                <a:cubicBezTo>
                  <a:pt x="9149263" y="4093081"/>
                  <a:pt x="9136938" y="4128167"/>
                  <a:pt x="9118861" y="4157269"/>
                </a:cubicBezTo>
                <a:cubicBezTo>
                  <a:pt x="9113725" y="4115995"/>
                  <a:pt x="9120401" y="4069044"/>
                  <a:pt x="9085889" y="4033141"/>
                </a:cubicBezTo>
                <a:cubicBezTo>
                  <a:pt x="9073359" y="4079990"/>
                  <a:pt x="9072640" y="4121160"/>
                  <a:pt x="9042546" y="4167702"/>
                </a:cubicBezTo>
                <a:cubicBezTo>
                  <a:pt x="9026112" y="4102699"/>
                  <a:pt x="9074386" y="4021174"/>
                  <a:pt x="8969107" y="4013452"/>
                </a:cubicBezTo>
                <a:cubicBezTo>
                  <a:pt x="8968389" y="4054624"/>
                  <a:pt x="8967567" y="4101677"/>
                  <a:pt x="8978558" y="4143052"/>
                </a:cubicBezTo>
                <a:cubicBezTo>
                  <a:pt x="8989239" y="4202073"/>
                  <a:pt x="8965719" y="4207546"/>
                  <a:pt x="8919190" y="4189084"/>
                </a:cubicBezTo>
                <a:cubicBezTo>
                  <a:pt x="8802614" y="4157631"/>
                  <a:pt x="8686242" y="4114416"/>
                  <a:pt x="8569767" y="4077082"/>
                </a:cubicBezTo>
                <a:cubicBezTo>
                  <a:pt x="8505676" y="4058314"/>
                  <a:pt x="8505676" y="4058314"/>
                  <a:pt x="8475274" y="4122501"/>
                </a:cubicBezTo>
                <a:cubicBezTo>
                  <a:pt x="8482257" y="4057905"/>
                  <a:pt x="8400499" y="4044711"/>
                  <a:pt x="8395774" y="3979911"/>
                </a:cubicBezTo>
                <a:cubicBezTo>
                  <a:pt x="8396185" y="3956385"/>
                  <a:pt x="8349452" y="3949686"/>
                  <a:pt x="8320282" y="3943293"/>
                </a:cubicBezTo>
                <a:cubicBezTo>
                  <a:pt x="8312373" y="4060824"/>
                  <a:pt x="8321927" y="4184541"/>
                  <a:pt x="8331275" y="4320023"/>
                </a:cubicBezTo>
                <a:cubicBezTo>
                  <a:pt x="8291421" y="4254610"/>
                  <a:pt x="8298303" y="4195896"/>
                  <a:pt x="8269852" y="4148332"/>
                </a:cubicBezTo>
                <a:cubicBezTo>
                  <a:pt x="8258348" y="4136364"/>
                  <a:pt x="8258656" y="4118720"/>
                  <a:pt x="8241195" y="4112531"/>
                </a:cubicBezTo>
                <a:cubicBezTo>
                  <a:pt x="8217778" y="4112123"/>
                  <a:pt x="8211512" y="4135547"/>
                  <a:pt x="8205452" y="4147208"/>
                </a:cubicBezTo>
                <a:cubicBezTo>
                  <a:pt x="8193333" y="4170530"/>
                  <a:pt x="8181213" y="4193852"/>
                  <a:pt x="8163239" y="4217072"/>
                </a:cubicBezTo>
                <a:cubicBezTo>
                  <a:pt x="8127085" y="4275275"/>
                  <a:pt x="8097812" y="4274764"/>
                  <a:pt x="8046045" y="4220910"/>
                </a:cubicBezTo>
                <a:cubicBezTo>
                  <a:pt x="8009687" y="4290876"/>
                  <a:pt x="7967575" y="4354858"/>
                  <a:pt x="7977847" y="4437405"/>
                </a:cubicBezTo>
                <a:cubicBezTo>
                  <a:pt x="7942720" y="4436793"/>
                  <a:pt x="7919508" y="4424620"/>
                  <a:pt x="7896397" y="4406567"/>
                </a:cubicBezTo>
                <a:cubicBezTo>
                  <a:pt x="7878937" y="4400378"/>
                  <a:pt x="7855826" y="4382325"/>
                  <a:pt x="7885715" y="4347546"/>
                </a:cubicBezTo>
                <a:cubicBezTo>
                  <a:pt x="7903689" y="4324326"/>
                  <a:pt x="7927928" y="4277682"/>
                  <a:pt x="7869897" y="4247252"/>
                </a:cubicBezTo>
                <a:cubicBezTo>
                  <a:pt x="7864042" y="4247150"/>
                  <a:pt x="7864350" y="4229505"/>
                  <a:pt x="7864555" y="4217742"/>
                </a:cubicBezTo>
                <a:cubicBezTo>
                  <a:pt x="7853667" y="4170485"/>
                  <a:pt x="7842575" y="4134991"/>
                  <a:pt x="7778277" y="4127985"/>
                </a:cubicBezTo>
                <a:cubicBezTo>
                  <a:pt x="7725586" y="4127065"/>
                  <a:pt x="7691280" y="4079399"/>
                  <a:pt x="7651223" y="4025750"/>
                </a:cubicBezTo>
                <a:cubicBezTo>
                  <a:pt x="7656051" y="4084667"/>
                  <a:pt x="7567925" y="4100779"/>
                  <a:pt x="7631195" y="4166602"/>
                </a:cubicBezTo>
                <a:cubicBezTo>
                  <a:pt x="7572651" y="4165580"/>
                  <a:pt x="7519651" y="4182304"/>
                  <a:pt x="7520986" y="4105843"/>
                </a:cubicBezTo>
                <a:cubicBezTo>
                  <a:pt x="7521293" y="4088199"/>
                  <a:pt x="7509585" y="4087994"/>
                  <a:pt x="7492021" y="4087688"/>
                </a:cubicBezTo>
                <a:cubicBezTo>
                  <a:pt x="7468603" y="4087279"/>
                  <a:pt x="7439126" y="4098531"/>
                  <a:pt x="7428032" y="4063037"/>
                </a:cubicBezTo>
                <a:cubicBezTo>
                  <a:pt x="7428032" y="4063037"/>
                  <a:pt x="7422280" y="4057054"/>
                  <a:pt x="7416323" y="4062833"/>
                </a:cubicBezTo>
                <a:cubicBezTo>
                  <a:pt x="7386640" y="4085848"/>
                  <a:pt x="7333949" y="4084929"/>
                  <a:pt x="7315462" y="4137557"/>
                </a:cubicBezTo>
                <a:cubicBezTo>
                  <a:pt x="7296973" y="4190184"/>
                  <a:pt x="7279307" y="4195759"/>
                  <a:pt x="7239147" y="4147992"/>
                </a:cubicBezTo>
                <a:cubicBezTo>
                  <a:pt x="7210389" y="4118072"/>
                  <a:pt x="7210389" y="4118072"/>
                  <a:pt x="7174542" y="4158631"/>
                </a:cubicBezTo>
                <a:cubicBezTo>
                  <a:pt x="7169612" y="4105594"/>
                  <a:pt x="7164784" y="4046675"/>
                  <a:pt x="7159955" y="3987757"/>
                </a:cubicBezTo>
                <a:cubicBezTo>
                  <a:pt x="7159955" y="3987757"/>
                  <a:pt x="7154101" y="3987655"/>
                  <a:pt x="7154101" y="3987655"/>
                </a:cubicBezTo>
                <a:cubicBezTo>
                  <a:pt x="7148144" y="3993434"/>
                  <a:pt x="7148144" y="3993434"/>
                  <a:pt x="7142188" y="3999214"/>
                </a:cubicBezTo>
                <a:cubicBezTo>
                  <a:pt x="7136333" y="3999112"/>
                  <a:pt x="7136333" y="3999112"/>
                  <a:pt x="7130478" y="3999009"/>
                </a:cubicBezTo>
                <a:cubicBezTo>
                  <a:pt x="7118975" y="3987042"/>
                  <a:pt x="7143213" y="3940398"/>
                  <a:pt x="7095762" y="3974870"/>
                </a:cubicBezTo>
                <a:cubicBezTo>
                  <a:pt x="7089805" y="3980649"/>
                  <a:pt x="7083847" y="3986429"/>
                  <a:pt x="7077890" y="3992208"/>
                </a:cubicBezTo>
                <a:cubicBezTo>
                  <a:pt x="7041531" y="4062175"/>
                  <a:pt x="6982780" y="4072915"/>
                  <a:pt x="6912834" y="4054044"/>
                </a:cubicBezTo>
                <a:cubicBezTo>
                  <a:pt x="6848845" y="4029394"/>
                  <a:pt x="6812691" y="4087597"/>
                  <a:pt x="6771299" y="4110408"/>
                </a:cubicBezTo>
                <a:cubicBezTo>
                  <a:pt x="6729906" y="4133219"/>
                  <a:pt x="6700531" y="4138590"/>
                  <a:pt x="6677832" y="4097010"/>
                </a:cubicBezTo>
                <a:cubicBezTo>
                  <a:pt x="6666636" y="4067398"/>
                  <a:pt x="6649483" y="4043565"/>
                  <a:pt x="6632535" y="4007969"/>
                </a:cubicBezTo>
                <a:cubicBezTo>
                  <a:pt x="6608398" y="4048730"/>
                  <a:pt x="6607680" y="4089902"/>
                  <a:pt x="6607064" y="4125191"/>
                </a:cubicBezTo>
                <a:cubicBezTo>
                  <a:pt x="6606756" y="4142836"/>
                  <a:pt x="6612096" y="4172346"/>
                  <a:pt x="6594637" y="4166158"/>
                </a:cubicBezTo>
                <a:cubicBezTo>
                  <a:pt x="6519041" y="4135422"/>
                  <a:pt x="6511954" y="4205899"/>
                  <a:pt x="6482065" y="4240678"/>
                </a:cubicBezTo>
                <a:cubicBezTo>
                  <a:pt x="6458134" y="4269677"/>
                  <a:pt x="6451150" y="4334273"/>
                  <a:pt x="6410373" y="4321794"/>
                </a:cubicBezTo>
                <a:cubicBezTo>
                  <a:pt x="6363743" y="4309213"/>
                  <a:pt x="6382333" y="4250704"/>
                  <a:pt x="6383052" y="4209532"/>
                </a:cubicBezTo>
                <a:cubicBezTo>
                  <a:pt x="6377916" y="4168259"/>
                  <a:pt x="6384387" y="4133072"/>
                  <a:pt x="6385208" y="4086018"/>
                </a:cubicBezTo>
                <a:cubicBezTo>
                  <a:pt x="6325328" y="4161457"/>
                  <a:pt x="6359018" y="4244413"/>
                  <a:pt x="6322556" y="4320261"/>
                </a:cubicBezTo>
                <a:cubicBezTo>
                  <a:pt x="6337448" y="4138135"/>
                  <a:pt x="6216761" y="4006594"/>
                  <a:pt x="6143527" y="3840581"/>
                </a:cubicBezTo>
                <a:cubicBezTo>
                  <a:pt x="6125039" y="3893208"/>
                  <a:pt x="6130278" y="3928600"/>
                  <a:pt x="6129559" y="3969772"/>
                </a:cubicBezTo>
                <a:cubicBezTo>
                  <a:pt x="6106347" y="3957600"/>
                  <a:pt x="6106860" y="3928192"/>
                  <a:pt x="6083646" y="3916019"/>
                </a:cubicBezTo>
                <a:cubicBezTo>
                  <a:pt x="6041227" y="3997647"/>
                  <a:pt x="6016167" y="4091344"/>
                  <a:pt x="5944578" y="4166578"/>
                </a:cubicBezTo>
                <a:cubicBezTo>
                  <a:pt x="5927734" y="4125100"/>
                  <a:pt x="5951768" y="4090219"/>
                  <a:pt x="5940777" y="4048844"/>
                </a:cubicBezTo>
                <a:cubicBezTo>
                  <a:pt x="5898872" y="4101063"/>
                  <a:pt x="5876069" y="4065364"/>
                  <a:pt x="5859225" y="4023887"/>
                </a:cubicBezTo>
                <a:cubicBezTo>
                  <a:pt x="5842175" y="3994173"/>
                  <a:pt x="5837346" y="3935253"/>
                  <a:pt x="5802116" y="3940522"/>
                </a:cubicBezTo>
                <a:cubicBezTo>
                  <a:pt x="5749323" y="3945484"/>
                  <a:pt x="5754151" y="4004403"/>
                  <a:pt x="5747475" y="4051354"/>
                </a:cubicBezTo>
                <a:cubicBezTo>
                  <a:pt x="5741210" y="4074777"/>
                  <a:pt x="5752508" y="4098509"/>
                  <a:pt x="5728679" y="4121625"/>
                </a:cubicBezTo>
                <a:cubicBezTo>
                  <a:pt x="5693039" y="4150421"/>
                  <a:pt x="5687800" y="4115029"/>
                  <a:pt x="5676605" y="4085416"/>
                </a:cubicBezTo>
                <a:cubicBezTo>
                  <a:pt x="5646613" y="4126077"/>
                  <a:pt x="5616827" y="4154973"/>
                  <a:pt x="5592794" y="4189855"/>
                </a:cubicBezTo>
                <a:cubicBezTo>
                  <a:pt x="5574820" y="4213075"/>
                  <a:pt x="5551196" y="4224429"/>
                  <a:pt x="5527984" y="4212258"/>
                </a:cubicBezTo>
                <a:cubicBezTo>
                  <a:pt x="5452388" y="4181521"/>
                  <a:pt x="5463071" y="4240541"/>
                  <a:pt x="5462454" y="4275831"/>
                </a:cubicBezTo>
                <a:cubicBezTo>
                  <a:pt x="5461736" y="4317002"/>
                  <a:pt x="5472828" y="4352496"/>
                  <a:pt x="5477964" y="4393770"/>
                </a:cubicBezTo>
                <a:cubicBezTo>
                  <a:pt x="5483510" y="4411517"/>
                  <a:pt x="5483306" y="4423280"/>
                  <a:pt x="5459580" y="4440515"/>
                </a:cubicBezTo>
                <a:cubicBezTo>
                  <a:pt x="5437701" y="4351883"/>
                  <a:pt x="5457011" y="4252202"/>
                  <a:pt x="5399903" y="4168838"/>
                </a:cubicBezTo>
                <a:cubicBezTo>
                  <a:pt x="5369500" y="4233025"/>
                  <a:pt x="5368166" y="4309485"/>
                  <a:pt x="5337764" y="4373672"/>
                </a:cubicBezTo>
                <a:cubicBezTo>
                  <a:pt x="5320815" y="4338076"/>
                  <a:pt x="5321330" y="4308668"/>
                  <a:pt x="5327800" y="4273480"/>
                </a:cubicBezTo>
                <a:cubicBezTo>
                  <a:pt x="5340330" y="4226632"/>
                  <a:pt x="5287742" y="4219831"/>
                  <a:pt x="5264427" y="4213540"/>
                </a:cubicBezTo>
                <a:cubicBezTo>
                  <a:pt x="5247068" y="4201470"/>
                  <a:pt x="5223651" y="4201061"/>
                  <a:pt x="5206293" y="4188992"/>
                </a:cubicBezTo>
                <a:cubicBezTo>
                  <a:pt x="5207010" y="4147821"/>
                  <a:pt x="5147952" y="4176207"/>
                  <a:pt x="5142713" y="4140815"/>
                </a:cubicBezTo>
                <a:cubicBezTo>
                  <a:pt x="5142406" y="4158460"/>
                  <a:pt x="5141995" y="4181986"/>
                  <a:pt x="5141585" y="4205513"/>
                </a:cubicBezTo>
                <a:cubicBezTo>
                  <a:pt x="5094850" y="4198813"/>
                  <a:pt x="5088175" y="4245764"/>
                  <a:pt x="5052330" y="4286323"/>
                </a:cubicBezTo>
                <a:cubicBezTo>
                  <a:pt x="5041647" y="4227302"/>
                  <a:pt x="5013195" y="4179738"/>
                  <a:pt x="5049247" y="4127416"/>
                </a:cubicBezTo>
                <a:cubicBezTo>
                  <a:pt x="5067325" y="4098316"/>
                  <a:pt x="5038256" y="4086040"/>
                  <a:pt x="5020796" y="4079853"/>
                </a:cubicBezTo>
                <a:cubicBezTo>
                  <a:pt x="4997685" y="4061799"/>
                  <a:pt x="4997274" y="4085326"/>
                  <a:pt x="4991215" y="4096987"/>
                </a:cubicBezTo>
                <a:cubicBezTo>
                  <a:pt x="4966872" y="4149512"/>
                  <a:pt x="4943454" y="4149103"/>
                  <a:pt x="4897131" y="4118877"/>
                </a:cubicBezTo>
                <a:cubicBezTo>
                  <a:pt x="4862414" y="4094738"/>
                  <a:pt x="4867346" y="4147775"/>
                  <a:pt x="4837970" y="4153146"/>
                </a:cubicBezTo>
                <a:cubicBezTo>
                  <a:pt x="4837970" y="4153146"/>
                  <a:pt x="4837970" y="4153146"/>
                  <a:pt x="4838073" y="4147264"/>
                </a:cubicBezTo>
                <a:cubicBezTo>
                  <a:pt x="4826877" y="4117652"/>
                  <a:pt x="4827802" y="4064717"/>
                  <a:pt x="4786717" y="4069883"/>
                </a:cubicBezTo>
                <a:cubicBezTo>
                  <a:pt x="4745736" y="4069169"/>
                  <a:pt x="4744914" y="4116221"/>
                  <a:pt x="4738546" y="4145527"/>
                </a:cubicBezTo>
                <a:cubicBezTo>
                  <a:pt x="4731972" y="4186596"/>
                  <a:pt x="4725400" y="4227665"/>
                  <a:pt x="4712972" y="4268632"/>
                </a:cubicBezTo>
                <a:cubicBezTo>
                  <a:pt x="4712664" y="4286277"/>
                  <a:pt x="4712253" y="4309803"/>
                  <a:pt x="4688938" y="4303513"/>
                </a:cubicBezTo>
                <a:cubicBezTo>
                  <a:pt x="4671374" y="4303206"/>
                  <a:pt x="4671785" y="4279680"/>
                  <a:pt x="4677948" y="4262137"/>
                </a:cubicBezTo>
                <a:cubicBezTo>
                  <a:pt x="4689964" y="4244697"/>
                  <a:pt x="4672606" y="4232627"/>
                  <a:pt x="4667265" y="4203117"/>
                </a:cubicBezTo>
                <a:cubicBezTo>
                  <a:pt x="4655145" y="4226439"/>
                  <a:pt x="4654940" y="4238202"/>
                  <a:pt x="4648880" y="4249863"/>
                </a:cubicBezTo>
                <a:cubicBezTo>
                  <a:pt x="4641691" y="4326222"/>
                  <a:pt x="4617143" y="4390510"/>
                  <a:pt x="4523369" y="4394757"/>
                </a:cubicBezTo>
                <a:cubicBezTo>
                  <a:pt x="4511659" y="4394553"/>
                  <a:pt x="4505599" y="4406214"/>
                  <a:pt x="4493788" y="4411892"/>
                </a:cubicBezTo>
                <a:cubicBezTo>
                  <a:pt x="4487933" y="4411789"/>
                  <a:pt x="4487933" y="4411789"/>
                  <a:pt x="4482079" y="4411686"/>
                </a:cubicBezTo>
                <a:cubicBezTo>
                  <a:pt x="4506523" y="4353279"/>
                  <a:pt x="4525012" y="4300652"/>
                  <a:pt x="4479098" y="4246899"/>
                </a:cubicBezTo>
                <a:cubicBezTo>
                  <a:pt x="4473450" y="4235034"/>
                  <a:pt x="4467903" y="4217287"/>
                  <a:pt x="4491321" y="4217696"/>
                </a:cubicBezTo>
                <a:cubicBezTo>
                  <a:pt x="4514739" y="4218105"/>
                  <a:pt x="4520800" y="4206444"/>
                  <a:pt x="4515355" y="4182815"/>
                </a:cubicBezTo>
                <a:cubicBezTo>
                  <a:pt x="4509911" y="4159187"/>
                  <a:pt x="4504365" y="4141439"/>
                  <a:pt x="4481051" y="4135149"/>
                </a:cubicBezTo>
                <a:cubicBezTo>
                  <a:pt x="4457734" y="4128858"/>
                  <a:pt x="4445717" y="4146298"/>
                  <a:pt x="4433700" y="4163739"/>
                </a:cubicBezTo>
                <a:cubicBezTo>
                  <a:pt x="4415315" y="4210486"/>
                  <a:pt x="4391075" y="4257130"/>
                  <a:pt x="4366733" y="4309656"/>
                </a:cubicBezTo>
                <a:cubicBezTo>
                  <a:pt x="4344342" y="4250431"/>
                  <a:pt x="4362727" y="4203685"/>
                  <a:pt x="4357797" y="4150648"/>
                </a:cubicBezTo>
                <a:cubicBezTo>
                  <a:pt x="4352250" y="4132901"/>
                  <a:pt x="4358514" y="4109476"/>
                  <a:pt x="4341055" y="4103288"/>
                </a:cubicBezTo>
                <a:cubicBezTo>
                  <a:pt x="4317738" y="4096998"/>
                  <a:pt x="4299764" y="4120218"/>
                  <a:pt x="4293602" y="4137760"/>
                </a:cubicBezTo>
                <a:cubicBezTo>
                  <a:pt x="4269466" y="4178523"/>
                  <a:pt x="4268644" y="4225576"/>
                  <a:pt x="4279531" y="4272833"/>
                </a:cubicBezTo>
                <a:cubicBezTo>
                  <a:pt x="4284565" y="4319988"/>
                  <a:pt x="4289598" y="4367143"/>
                  <a:pt x="4282819" y="4419976"/>
                </a:cubicBezTo>
                <a:cubicBezTo>
                  <a:pt x="4242762" y="4366326"/>
                  <a:pt x="4255601" y="4301832"/>
                  <a:pt x="4227355" y="4242505"/>
                </a:cubicBezTo>
                <a:cubicBezTo>
                  <a:pt x="4179081" y="4324030"/>
                  <a:pt x="4126801" y="4299584"/>
                  <a:pt x="4074932" y="4251611"/>
                </a:cubicBezTo>
                <a:cubicBezTo>
                  <a:pt x="4063428" y="4239644"/>
                  <a:pt x="4040420" y="4215708"/>
                  <a:pt x="4034258" y="4233252"/>
                </a:cubicBezTo>
                <a:cubicBezTo>
                  <a:pt x="4022035" y="4262455"/>
                  <a:pt x="3963593" y="4255552"/>
                  <a:pt x="3974481" y="4302809"/>
                </a:cubicBezTo>
                <a:cubicBezTo>
                  <a:pt x="3979822" y="4332319"/>
                  <a:pt x="3973455" y="4361625"/>
                  <a:pt x="3972838" y="4396915"/>
                </a:cubicBezTo>
                <a:cubicBezTo>
                  <a:pt x="3943976" y="4372877"/>
                  <a:pt x="3956506" y="4326029"/>
                  <a:pt x="3933602" y="4296212"/>
                </a:cubicBezTo>
                <a:cubicBezTo>
                  <a:pt x="3898167" y="4313244"/>
                  <a:pt x="3897345" y="4360297"/>
                  <a:pt x="3867765" y="4377430"/>
                </a:cubicBezTo>
                <a:cubicBezTo>
                  <a:pt x="3855850" y="4388990"/>
                  <a:pt x="3849688" y="4406532"/>
                  <a:pt x="3832227" y="4400344"/>
                </a:cubicBezTo>
                <a:cubicBezTo>
                  <a:pt x="3808809" y="4399934"/>
                  <a:pt x="3820929" y="4376612"/>
                  <a:pt x="3815280" y="4364747"/>
                </a:cubicBezTo>
                <a:cubicBezTo>
                  <a:pt x="3804289" y="4323372"/>
                  <a:pt x="3793299" y="4281996"/>
                  <a:pt x="3782308" y="4240621"/>
                </a:cubicBezTo>
                <a:cubicBezTo>
                  <a:pt x="3752933" y="4245991"/>
                  <a:pt x="3752214" y="4287162"/>
                  <a:pt x="3717292" y="4274786"/>
                </a:cubicBezTo>
                <a:cubicBezTo>
                  <a:pt x="3723660" y="4245480"/>
                  <a:pt x="3730131" y="4210292"/>
                  <a:pt x="3724995" y="4169019"/>
                </a:cubicBezTo>
                <a:cubicBezTo>
                  <a:pt x="3683192" y="4215357"/>
                  <a:pt x="3641594" y="4249931"/>
                  <a:pt x="3582844" y="4260673"/>
                </a:cubicBezTo>
                <a:cubicBezTo>
                  <a:pt x="3565178" y="4266247"/>
                  <a:pt x="3541554" y="4277602"/>
                  <a:pt x="3524298" y="4259651"/>
                </a:cubicBezTo>
                <a:cubicBezTo>
                  <a:pt x="3501188" y="4241597"/>
                  <a:pt x="3501496" y="4223952"/>
                  <a:pt x="3507864" y="4194646"/>
                </a:cubicBezTo>
                <a:cubicBezTo>
                  <a:pt x="3514335" y="4159458"/>
                  <a:pt x="3538573" y="4112814"/>
                  <a:pt x="3474688" y="4082283"/>
                </a:cubicBezTo>
                <a:cubicBezTo>
                  <a:pt x="3474174" y="4111690"/>
                  <a:pt x="3473661" y="4141098"/>
                  <a:pt x="3473250" y="4164625"/>
                </a:cubicBezTo>
                <a:cubicBezTo>
                  <a:pt x="3455584" y="4170200"/>
                  <a:pt x="3449934" y="4158334"/>
                  <a:pt x="3444183" y="4152351"/>
                </a:cubicBezTo>
                <a:cubicBezTo>
                  <a:pt x="3421175" y="4128415"/>
                  <a:pt x="3397859" y="4122125"/>
                  <a:pt x="3397141" y="4163297"/>
                </a:cubicBezTo>
                <a:cubicBezTo>
                  <a:pt x="3395910" y="4233876"/>
                  <a:pt x="3336953" y="4256380"/>
                  <a:pt x="3289809" y="4273207"/>
                </a:cubicBezTo>
                <a:cubicBezTo>
                  <a:pt x="3248520" y="4290137"/>
                  <a:pt x="3242357" y="4307679"/>
                  <a:pt x="3241741" y="4342969"/>
                </a:cubicBezTo>
                <a:cubicBezTo>
                  <a:pt x="3252527" y="4396108"/>
                  <a:pt x="3234449" y="4425210"/>
                  <a:pt x="3175801" y="4430069"/>
                </a:cubicBezTo>
                <a:cubicBezTo>
                  <a:pt x="3152384" y="4429661"/>
                  <a:pt x="3134512" y="4446998"/>
                  <a:pt x="3110991" y="4452472"/>
                </a:cubicBezTo>
                <a:cubicBezTo>
                  <a:pt x="3081615" y="4457842"/>
                  <a:pt x="3040531" y="4463009"/>
                  <a:pt x="3029336" y="4433397"/>
                </a:cubicBezTo>
                <a:cubicBezTo>
                  <a:pt x="3012902" y="4368392"/>
                  <a:pt x="2960518" y="4349827"/>
                  <a:pt x="2902281" y="4331161"/>
                </a:cubicBezTo>
                <a:cubicBezTo>
                  <a:pt x="2879069" y="4318989"/>
                  <a:pt x="2861607" y="4312800"/>
                  <a:pt x="2856369" y="4277408"/>
                </a:cubicBezTo>
                <a:cubicBezTo>
                  <a:pt x="2846200" y="4188980"/>
                  <a:pt x="2828739" y="4182792"/>
                  <a:pt x="2751706" y="4234398"/>
                </a:cubicBezTo>
                <a:cubicBezTo>
                  <a:pt x="2745852" y="4234296"/>
                  <a:pt x="2739997" y="4234194"/>
                  <a:pt x="2740099" y="4228312"/>
                </a:cubicBezTo>
                <a:cubicBezTo>
                  <a:pt x="2665531" y="4138760"/>
                  <a:pt x="2647967" y="4138453"/>
                  <a:pt x="2547414" y="4195532"/>
                </a:cubicBezTo>
                <a:cubicBezTo>
                  <a:pt x="2517832" y="4212665"/>
                  <a:pt x="2494004" y="4235783"/>
                  <a:pt x="2453330" y="4217423"/>
                </a:cubicBezTo>
                <a:cubicBezTo>
                  <a:pt x="2424263" y="4205149"/>
                  <a:pt x="2376605" y="4251384"/>
                  <a:pt x="2352469" y="4292146"/>
                </a:cubicBezTo>
                <a:cubicBezTo>
                  <a:pt x="2298546" y="4361806"/>
                  <a:pt x="2287145" y="4343957"/>
                  <a:pt x="2223567" y="4295780"/>
                </a:cubicBezTo>
                <a:cubicBezTo>
                  <a:pt x="2165843" y="4247705"/>
                  <a:pt x="2190083" y="4201061"/>
                  <a:pt x="2179194" y="4153804"/>
                </a:cubicBezTo>
                <a:cubicBezTo>
                  <a:pt x="2179298" y="4147922"/>
                  <a:pt x="2179502" y="4136159"/>
                  <a:pt x="2173751" y="4130176"/>
                </a:cubicBezTo>
                <a:cubicBezTo>
                  <a:pt x="2162555" y="4100563"/>
                  <a:pt x="2163684" y="4035866"/>
                  <a:pt x="2145812" y="4053203"/>
                </a:cubicBezTo>
                <a:cubicBezTo>
                  <a:pt x="2098463" y="4081794"/>
                  <a:pt x="2082439" y="3993263"/>
                  <a:pt x="2046388" y="4045585"/>
                </a:cubicBezTo>
                <a:cubicBezTo>
                  <a:pt x="2022457" y="4074584"/>
                  <a:pt x="1998525" y="4103583"/>
                  <a:pt x="1997909" y="4138873"/>
                </a:cubicBezTo>
                <a:cubicBezTo>
                  <a:pt x="1990926" y="4203468"/>
                  <a:pt x="2042385" y="4274967"/>
                  <a:pt x="1965352" y="4326573"/>
                </a:cubicBezTo>
                <a:cubicBezTo>
                  <a:pt x="1954567" y="4273434"/>
                  <a:pt x="1902492" y="4237225"/>
                  <a:pt x="1874143" y="4183780"/>
                </a:cubicBezTo>
                <a:cubicBezTo>
                  <a:pt x="1855656" y="4236407"/>
                  <a:pt x="1768761" y="4181940"/>
                  <a:pt x="1767324" y="4264283"/>
                </a:cubicBezTo>
                <a:cubicBezTo>
                  <a:pt x="1733019" y="4216617"/>
                  <a:pt x="1715865" y="4192784"/>
                  <a:pt x="1769377" y="4146651"/>
                </a:cubicBezTo>
                <a:cubicBezTo>
                  <a:pt x="1840658" y="4089061"/>
                  <a:pt x="1859967" y="3989380"/>
                  <a:pt x="1814671" y="3900339"/>
                </a:cubicBezTo>
                <a:cubicBezTo>
                  <a:pt x="1777902" y="3993830"/>
                  <a:pt x="1730860" y="4004777"/>
                  <a:pt x="1656086" y="3926987"/>
                </a:cubicBezTo>
                <a:cubicBezTo>
                  <a:pt x="1638830" y="3909036"/>
                  <a:pt x="1627326" y="3897068"/>
                  <a:pt x="1603703" y="3908422"/>
                </a:cubicBezTo>
                <a:cubicBezTo>
                  <a:pt x="1580079" y="3919777"/>
                  <a:pt x="1573917" y="3937320"/>
                  <a:pt x="1585318" y="3955168"/>
                </a:cubicBezTo>
                <a:cubicBezTo>
                  <a:pt x="1642734" y="4020888"/>
                  <a:pt x="1594871" y="4078887"/>
                  <a:pt x="1570324" y="4143176"/>
                </a:cubicBezTo>
                <a:cubicBezTo>
                  <a:pt x="1565084" y="4107784"/>
                  <a:pt x="1559846" y="4072393"/>
                  <a:pt x="1554814" y="4025238"/>
                </a:cubicBezTo>
                <a:cubicBezTo>
                  <a:pt x="1512702" y="4089219"/>
                  <a:pt x="1407834" y="4057973"/>
                  <a:pt x="1400337" y="4151976"/>
                </a:cubicBezTo>
                <a:cubicBezTo>
                  <a:pt x="1394482" y="4151874"/>
                  <a:pt x="1388628" y="4151772"/>
                  <a:pt x="1382774" y="4151669"/>
                </a:cubicBezTo>
                <a:cubicBezTo>
                  <a:pt x="1383594" y="4104617"/>
                  <a:pt x="1360279" y="4098326"/>
                  <a:pt x="1319195" y="4103492"/>
                </a:cubicBezTo>
                <a:cubicBezTo>
                  <a:pt x="1278110" y="4108658"/>
                  <a:pt x="1242675" y="4125690"/>
                  <a:pt x="1201592" y="4130856"/>
                </a:cubicBezTo>
                <a:cubicBezTo>
                  <a:pt x="1189882" y="4130652"/>
                  <a:pt x="1119833" y="4117662"/>
                  <a:pt x="1165540" y="4183178"/>
                </a:cubicBezTo>
                <a:cubicBezTo>
                  <a:pt x="1171292" y="4189161"/>
                  <a:pt x="1159378" y="4200720"/>
                  <a:pt x="1147566" y="4206397"/>
                </a:cubicBezTo>
                <a:cubicBezTo>
                  <a:pt x="1112130" y="4223429"/>
                  <a:pt x="1082550" y="4240563"/>
                  <a:pt x="1104839" y="4305669"/>
                </a:cubicBezTo>
                <a:cubicBezTo>
                  <a:pt x="1041979" y="4216322"/>
                  <a:pt x="1096210" y="4129017"/>
                  <a:pt x="1068272" y="4052045"/>
                </a:cubicBezTo>
                <a:cubicBezTo>
                  <a:pt x="1062726" y="4034298"/>
                  <a:pt x="1057281" y="4010669"/>
                  <a:pt x="1039820" y="4004481"/>
                </a:cubicBezTo>
                <a:cubicBezTo>
                  <a:pt x="1016607" y="3992309"/>
                  <a:pt x="1027803" y="4021922"/>
                  <a:pt x="1021743" y="4033583"/>
                </a:cubicBezTo>
                <a:cubicBezTo>
                  <a:pt x="991854" y="4068361"/>
                  <a:pt x="991958" y="4062480"/>
                  <a:pt x="991341" y="4097770"/>
                </a:cubicBezTo>
                <a:cubicBezTo>
                  <a:pt x="990931" y="4121296"/>
                  <a:pt x="1002332" y="4139145"/>
                  <a:pt x="972648" y="4162160"/>
                </a:cubicBezTo>
                <a:cubicBezTo>
                  <a:pt x="972956" y="4144516"/>
                  <a:pt x="967410" y="4126769"/>
                  <a:pt x="961863" y="4109022"/>
                </a:cubicBezTo>
                <a:cubicBezTo>
                  <a:pt x="957138" y="4044222"/>
                  <a:pt x="916875" y="4002335"/>
                  <a:pt x="852372" y="4007093"/>
                </a:cubicBezTo>
                <a:cubicBezTo>
                  <a:pt x="776264" y="4005764"/>
                  <a:pt x="729941" y="3975538"/>
                  <a:pt x="719669" y="3892992"/>
                </a:cubicBezTo>
                <a:cubicBezTo>
                  <a:pt x="712993" y="3939942"/>
                  <a:pt x="700669" y="3975027"/>
                  <a:pt x="753051" y="3993592"/>
                </a:cubicBezTo>
                <a:cubicBezTo>
                  <a:pt x="799682" y="4006173"/>
                  <a:pt x="781502" y="4041156"/>
                  <a:pt x="775134" y="4070462"/>
                </a:cubicBezTo>
                <a:cubicBezTo>
                  <a:pt x="745965" y="4064069"/>
                  <a:pt x="758393" y="4023103"/>
                  <a:pt x="729120" y="4022592"/>
                </a:cubicBezTo>
                <a:cubicBezTo>
                  <a:pt x="729120" y="4022592"/>
                  <a:pt x="723368" y="4016608"/>
                  <a:pt x="723368" y="4016608"/>
                </a:cubicBezTo>
                <a:cubicBezTo>
                  <a:pt x="723368" y="4016608"/>
                  <a:pt x="717513" y="4016505"/>
                  <a:pt x="723265" y="4022490"/>
                </a:cubicBezTo>
                <a:cubicBezTo>
                  <a:pt x="723162" y="4028371"/>
                  <a:pt x="723162" y="4028371"/>
                  <a:pt x="729120" y="4022592"/>
                </a:cubicBezTo>
                <a:cubicBezTo>
                  <a:pt x="710940" y="4057575"/>
                  <a:pt x="739596" y="4093376"/>
                  <a:pt x="721417" y="4128359"/>
                </a:cubicBezTo>
                <a:cubicBezTo>
                  <a:pt x="599190" y="4085041"/>
                  <a:pt x="508701" y="3901076"/>
                  <a:pt x="348063" y="4045357"/>
                </a:cubicBezTo>
                <a:cubicBezTo>
                  <a:pt x="331012" y="4015643"/>
                  <a:pt x="349089" y="3986541"/>
                  <a:pt x="337791" y="3962810"/>
                </a:cubicBezTo>
                <a:cubicBezTo>
                  <a:pt x="320226" y="3962504"/>
                  <a:pt x="319816" y="3986030"/>
                  <a:pt x="307800" y="4003471"/>
                </a:cubicBezTo>
                <a:cubicBezTo>
                  <a:pt x="290543" y="3985519"/>
                  <a:pt x="320125" y="3968386"/>
                  <a:pt x="302868" y="3950434"/>
                </a:cubicBezTo>
                <a:cubicBezTo>
                  <a:pt x="285202" y="3956008"/>
                  <a:pt x="290851" y="3967875"/>
                  <a:pt x="284894" y="3973654"/>
                </a:cubicBezTo>
                <a:cubicBezTo>
                  <a:pt x="254698" y="4026078"/>
                  <a:pt x="237032" y="4031652"/>
                  <a:pt x="202828" y="3978104"/>
                </a:cubicBezTo>
                <a:cubicBezTo>
                  <a:pt x="185675" y="3954271"/>
                  <a:pt x="174377" y="3930540"/>
                  <a:pt x="163078" y="3906811"/>
                </a:cubicBezTo>
                <a:cubicBezTo>
                  <a:pt x="151677" y="3888961"/>
                  <a:pt x="146644" y="3841806"/>
                  <a:pt x="105252" y="3864617"/>
                </a:cubicBezTo>
                <a:cubicBezTo>
                  <a:pt x="81731" y="3870090"/>
                  <a:pt x="87894" y="3852547"/>
                  <a:pt x="87997" y="3846665"/>
                </a:cubicBezTo>
                <a:cubicBezTo>
                  <a:pt x="79675" y="3652368"/>
                  <a:pt x="12706" y="3462931"/>
                  <a:pt x="21948" y="3268939"/>
                </a:cubicBezTo>
                <a:cubicBezTo>
                  <a:pt x="22154" y="3257176"/>
                  <a:pt x="28214" y="3245515"/>
                  <a:pt x="16710" y="3233547"/>
                </a:cubicBezTo>
                <a:cubicBezTo>
                  <a:pt x="-17699" y="3191763"/>
                  <a:pt x="6233" y="3162764"/>
                  <a:pt x="41566" y="3151614"/>
                </a:cubicBezTo>
                <a:cubicBezTo>
                  <a:pt x="88607" y="3140668"/>
                  <a:pt x="83164" y="3117040"/>
                  <a:pt x="77924" y="3081648"/>
                </a:cubicBezTo>
                <a:lnTo>
                  <a:pt x="67479" y="3046684"/>
                </a:lnTo>
                <a:lnTo>
                  <a:pt x="57585" y="3042993"/>
                </a:lnTo>
                <a:cubicBezTo>
                  <a:pt x="22253" y="3031844"/>
                  <a:pt x="-1884" y="2991081"/>
                  <a:pt x="15474" y="2979011"/>
                </a:cubicBezTo>
                <a:cubicBezTo>
                  <a:pt x="44336" y="2954973"/>
                  <a:pt x="32217" y="2931651"/>
                  <a:pt x="31908" y="2914006"/>
                </a:cubicBezTo>
                <a:cubicBezTo>
                  <a:pt x="25438" y="2878819"/>
                  <a:pt x="26286" y="2843504"/>
                  <a:pt x="28597" y="2808163"/>
                </a:cubicBezTo>
                <a:lnTo>
                  <a:pt x="28697" y="2806232"/>
                </a:lnTo>
                <a:lnTo>
                  <a:pt x="28595" y="2804267"/>
                </a:lnTo>
                <a:cubicBezTo>
                  <a:pt x="26284" y="2768926"/>
                  <a:pt x="25437" y="2733611"/>
                  <a:pt x="31907" y="2698423"/>
                </a:cubicBezTo>
                <a:cubicBezTo>
                  <a:pt x="32215" y="2680778"/>
                  <a:pt x="44335" y="2657456"/>
                  <a:pt x="15473" y="2633418"/>
                </a:cubicBezTo>
                <a:cubicBezTo>
                  <a:pt x="-1885" y="2621349"/>
                  <a:pt x="22251" y="2580587"/>
                  <a:pt x="57584" y="2569437"/>
                </a:cubicBezTo>
                <a:lnTo>
                  <a:pt x="67482" y="2565744"/>
                </a:lnTo>
                <a:lnTo>
                  <a:pt x="77926" y="2530782"/>
                </a:lnTo>
                <a:cubicBezTo>
                  <a:pt x="83165" y="2495391"/>
                  <a:pt x="88609" y="2471762"/>
                  <a:pt x="41567" y="2460816"/>
                </a:cubicBezTo>
                <a:cubicBezTo>
                  <a:pt x="6235" y="2449666"/>
                  <a:pt x="-17696" y="2420667"/>
                  <a:pt x="16712" y="2378882"/>
                </a:cubicBezTo>
                <a:cubicBezTo>
                  <a:pt x="28216" y="2366915"/>
                  <a:pt x="22155" y="2355254"/>
                  <a:pt x="21951" y="2343490"/>
                </a:cubicBezTo>
                <a:cubicBezTo>
                  <a:pt x="12708" y="2149500"/>
                  <a:pt x="79677" y="1960061"/>
                  <a:pt x="87998" y="1765764"/>
                </a:cubicBezTo>
                <a:cubicBezTo>
                  <a:pt x="87895" y="1759882"/>
                  <a:pt x="81733" y="1742340"/>
                  <a:pt x="105253" y="1747812"/>
                </a:cubicBezTo>
                <a:cubicBezTo>
                  <a:pt x="115601" y="1753516"/>
                  <a:pt x="123677" y="1754845"/>
                  <a:pt x="130148" y="1753354"/>
                </a:cubicBezTo>
                <a:lnTo>
                  <a:pt x="138502" y="1747121"/>
                </a:lnTo>
                <a:lnTo>
                  <a:pt x="130148" y="1740888"/>
                </a:lnTo>
                <a:cubicBezTo>
                  <a:pt x="123678" y="1739396"/>
                  <a:pt x="115602" y="1740726"/>
                  <a:pt x="105253" y="1746429"/>
                </a:cubicBezTo>
                <a:cubicBezTo>
                  <a:pt x="81733" y="1751902"/>
                  <a:pt x="87895" y="1734359"/>
                  <a:pt x="87998" y="1728477"/>
                </a:cubicBezTo>
                <a:cubicBezTo>
                  <a:pt x="79677" y="1534179"/>
                  <a:pt x="12708" y="1344742"/>
                  <a:pt x="21951" y="1150752"/>
                </a:cubicBezTo>
                <a:cubicBezTo>
                  <a:pt x="22156" y="1138987"/>
                  <a:pt x="28216" y="1127327"/>
                  <a:pt x="16712" y="1115360"/>
                </a:cubicBezTo>
                <a:cubicBezTo>
                  <a:pt x="-17696" y="1073575"/>
                  <a:pt x="6235" y="1044575"/>
                  <a:pt x="41567" y="1033426"/>
                </a:cubicBezTo>
                <a:cubicBezTo>
                  <a:pt x="88609" y="1022479"/>
                  <a:pt x="83165" y="998851"/>
                  <a:pt x="77927" y="963459"/>
                </a:cubicBezTo>
                <a:cubicBezTo>
                  <a:pt x="61389" y="904336"/>
                  <a:pt x="38999" y="845112"/>
                  <a:pt x="34067" y="792076"/>
                </a:cubicBezTo>
                <a:cubicBezTo>
                  <a:pt x="35299" y="721496"/>
                  <a:pt x="18968" y="650609"/>
                  <a:pt x="31909" y="580235"/>
                </a:cubicBezTo>
                <a:cubicBezTo>
                  <a:pt x="32217" y="562590"/>
                  <a:pt x="44337" y="539268"/>
                  <a:pt x="15474" y="515231"/>
                </a:cubicBezTo>
                <a:cubicBezTo>
                  <a:pt x="-1884" y="503161"/>
                  <a:pt x="22253" y="462398"/>
                  <a:pt x="57585" y="451248"/>
                </a:cubicBezTo>
                <a:cubicBezTo>
                  <a:pt x="122396" y="428846"/>
                  <a:pt x="122396" y="428846"/>
                  <a:pt x="135337" y="358471"/>
                </a:cubicBezTo>
                <a:cubicBezTo>
                  <a:pt x="169642" y="406137"/>
                  <a:pt x="203949" y="453803"/>
                  <a:pt x="238152" y="507351"/>
                </a:cubicBezTo>
                <a:cubicBezTo>
                  <a:pt x="257153" y="425315"/>
                  <a:pt x="229318" y="342462"/>
                  <a:pt x="288992" y="278786"/>
                </a:cubicBezTo>
                <a:cubicBezTo>
                  <a:pt x="391293" y="457073"/>
                  <a:pt x="555528" y="442290"/>
                  <a:pt x="731883" y="404184"/>
                </a:cubicBezTo>
                <a:cubicBezTo>
                  <a:pt x="878862" y="371449"/>
                  <a:pt x="925493" y="384030"/>
                  <a:pt x="1041557" y="444890"/>
                </a:cubicBezTo>
                <a:cubicBezTo>
                  <a:pt x="1059428" y="427552"/>
                  <a:pt x="1042584" y="386074"/>
                  <a:pt x="1054293" y="386278"/>
                </a:cubicBezTo>
                <a:cubicBezTo>
                  <a:pt x="1083771" y="375026"/>
                  <a:pt x="1084079" y="357382"/>
                  <a:pt x="1090344" y="333957"/>
                </a:cubicBezTo>
                <a:cubicBezTo>
                  <a:pt x="1096711" y="304651"/>
                  <a:pt x="1103079" y="275346"/>
                  <a:pt x="1109652" y="234276"/>
                </a:cubicBezTo>
                <a:cubicBezTo>
                  <a:pt x="1138309" y="270077"/>
                  <a:pt x="1137590" y="311249"/>
                  <a:pt x="1154641" y="340963"/>
                </a:cubicBezTo>
                <a:cubicBezTo>
                  <a:pt x="1165836" y="370575"/>
                  <a:pt x="1159263" y="411644"/>
                  <a:pt x="1193671" y="453429"/>
                </a:cubicBezTo>
                <a:cubicBezTo>
                  <a:pt x="1194698" y="394613"/>
                  <a:pt x="1201272" y="353543"/>
                  <a:pt x="1196136" y="312271"/>
                </a:cubicBezTo>
                <a:cubicBezTo>
                  <a:pt x="1191000" y="270996"/>
                  <a:pt x="1208768" y="259540"/>
                  <a:pt x="1243793" y="266035"/>
                </a:cubicBezTo>
                <a:cubicBezTo>
                  <a:pt x="1296484" y="266955"/>
                  <a:pt x="1336953" y="297078"/>
                  <a:pt x="1377627" y="315438"/>
                </a:cubicBezTo>
                <a:cubicBezTo>
                  <a:pt x="1441512" y="345970"/>
                  <a:pt x="1499647" y="370518"/>
                  <a:pt x="1553365" y="312622"/>
                </a:cubicBezTo>
                <a:cubicBezTo>
                  <a:pt x="1581200" y="395475"/>
                  <a:pt x="1616430" y="390207"/>
                  <a:pt x="1700035" y="297532"/>
                </a:cubicBezTo>
                <a:cubicBezTo>
                  <a:pt x="1716470" y="362536"/>
                  <a:pt x="1780253" y="398950"/>
                  <a:pt x="1808499" y="458277"/>
                </a:cubicBezTo>
                <a:cubicBezTo>
                  <a:pt x="1836746" y="517604"/>
                  <a:pt x="1818053" y="581995"/>
                  <a:pt x="1822676" y="652677"/>
                </a:cubicBezTo>
                <a:cubicBezTo>
                  <a:pt x="1875674" y="635951"/>
                  <a:pt x="1858932" y="588592"/>
                  <a:pt x="1859445" y="559184"/>
                </a:cubicBezTo>
                <a:cubicBezTo>
                  <a:pt x="1860369" y="506249"/>
                  <a:pt x="1849482" y="458992"/>
                  <a:pt x="1925488" y="466203"/>
                </a:cubicBezTo>
                <a:cubicBezTo>
                  <a:pt x="1948803" y="472493"/>
                  <a:pt x="1960923" y="449171"/>
                  <a:pt x="1978692" y="437714"/>
                </a:cubicBezTo>
                <a:cubicBezTo>
                  <a:pt x="2002316" y="426359"/>
                  <a:pt x="1985778" y="367237"/>
                  <a:pt x="2032409" y="379818"/>
                </a:cubicBezTo>
                <a:cubicBezTo>
                  <a:pt x="2125671" y="404979"/>
                  <a:pt x="2255805" y="330767"/>
                  <a:pt x="2312092" y="461184"/>
                </a:cubicBezTo>
                <a:cubicBezTo>
                  <a:pt x="2436063" y="404514"/>
                  <a:pt x="2367452" y="309182"/>
                  <a:pt x="2363137" y="220855"/>
                </a:cubicBezTo>
                <a:cubicBezTo>
                  <a:pt x="2427230" y="239625"/>
                  <a:pt x="2491526" y="246630"/>
                  <a:pt x="2478277" y="334650"/>
                </a:cubicBezTo>
                <a:cubicBezTo>
                  <a:pt x="2472218" y="346311"/>
                  <a:pt x="2483516" y="370042"/>
                  <a:pt x="2506934" y="370451"/>
                </a:cubicBezTo>
                <a:cubicBezTo>
                  <a:pt x="2524498" y="370757"/>
                  <a:pt x="2536412" y="359198"/>
                  <a:pt x="2542472" y="347537"/>
                </a:cubicBezTo>
                <a:cubicBezTo>
                  <a:pt x="2548634" y="329994"/>
                  <a:pt x="2554694" y="318333"/>
                  <a:pt x="2560856" y="300791"/>
                </a:cubicBezTo>
                <a:cubicBezTo>
                  <a:pt x="2566712" y="300893"/>
                  <a:pt x="2566712" y="300893"/>
                  <a:pt x="2566712" y="300893"/>
                </a:cubicBezTo>
                <a:cubicBezTo>
                  <a:pt x="2572566" y="300996"/>
                  <a:pt x="2572566" y="300996"/>
                  <a:pt x="2572566" y="300996"/>
                </a:cubicBezTo>
                <a:cubicBezTo>
                  <a:pt x="2572052" y="330403"/>
                  <a:pt x="2565581" y="365591"/>
                  <a:pt x="2588486" y="395408"/>
                </a:cubicBezTo>
                <a:cubicBezTo>
                  <a:pt x="2617964" y="384156"/>
                  <a:pt x="2612726" y="348764"/>
                  <a:pt x="2624743" y="331323"/>
                </a:cubicBezTo>
                <a:cubicBezTo>
                  <a:pt x="2630597" y="331425"/>
                  <a:pt x="2642307" y="331630"/>
                  <a:pt x="2648161" y="331732"/>
                </a:cubicBezTo>
                <a:cubicBezTo>
                  <a:pt x="2647750" y="355258"/>
                  <a:pt x="2653194" y="378887"/>
                  <a:pt x="2652784" y="402413"/>
                </a:cubicBezTo>
                <a:cubicBezTo>
                  <a:pt x="2652168" y="437703"/>
                  <a:pt x="2675585" y="438111"/>
                  <a:pt x="2699004" y="438520"/>
                </a:cubicBezTo>
                <a:cubicBezTo>
                  <a:pt x="2728276" y="439031"/>
                  <a:pt x="2716978" y="415300"/>
                  <a:pt x="2717286" y="397656"/>
                </a:cubicBezTo>
                <a:cubicBezTo>
                  <a:pt x="2717594" y="380011"/>
                  <a:pt x="2718004" y="356484"/>
                  <a:pt x="2712561" y="332856"/>
                </a:cubicBezTo>
                <a:cubicBezTo>
                  <a:pt x="2702392" y="244428"/>
                  <a:pt x="2702392" y="244428"/>
                  <a:pt x="2795756" y="263707"/>
                </a:cubicBezTo>
                <a:cubicBezTo>
                  <a:pt x="2918291" y="289380"/>
                  <a:pt x="3034355" y="350240"/>
                  <a:pt x="3162846" y="370133"/>
                </a:cubicBezTo>
                <a:cubicBezTo>
                  <a:pt x="3180307" y="376321"/>
                  <a:pt x="3203622" y="382611"/>
                  <a:pt x="3221288" y="377036"/>
                </a:cubicBezTo>
                <a:cubicBezTo>
                  <a:pt x="3262270" y="377751"/>
                  <a:pt x="3279731" y="383940"/>
                  <a:pt x="3284765" y="431095"/>
                </a:cubicBezTo>
                <a:cubicBezTo>
                  <a:pt x="3283943" y="478148"/>
                  <a:pt x="3324720" y="490627"/>
                  <a:pt x="3365702" y="491342"/>
                </a:cubicBezTo>
                <a:cubicBezTo>
                  <a:pt x="3373198" y="397338"/>
                  <a:pt x="3351423" y="302824"/>
                  <a:pt x="3359023" y="202938"/>
                </a:cubicBezTo>
                <a:cubicBezTo>
                  <a:pt x="3387371" y="256384"/>
                  <a:pt x="3392302" y="309420"/>
                  <a:pt x="3420651" y="362866"/>
                </a:cubicBezTo>
                <a:cubicBezTo>
                  <a:pt x="3443350" y="404446"/>
                  <a:pt x="3461017" y="398871"/>
                  <a:pt x="3479299" y="358006"/>
                </a:cubicBezTo>
                <a:cubicBezTo>
                  <a:pt x="3491419" y="334684"/>
                  <a:pt x="3509495" y="305583"/>
                  <a:pt x="3515863" y="276277"/>
                </a:cubicBezTo>
                <a:cubicBezTo>
                  <a:pt x="3547291" y="153274"/>
                  <a:pt x="3559103" y="147597"/>
                  <a:pt x="3663253" y="220016"/>
                </a:cubicBezTo>
                <a:cubicBezTo>
                  <a:pt x="3699304" y="167694"/>
                  <a:pt x="3705261" y="161915"/>
                  <a:pt x="3712964" y="56148"/>
                </a:cubicBezTo>
                <a:cubicBezTo>
                  <a:pt x="3759799" y="56965"/>
                  <a:pt x="3782397" y="104427"/>
                  <a:pt x="3823276" y="111024"/>
                </a:cubicBezTo>
                <a:cubicBezTo>
                  <a:pt x="3793387" y="145802"/>
                  <a:pt x="3769250" y="186565"/>
                  <a:pt x="3786096" y="228043"/>
                </a:cubicBezTo>
                <a:cubicBezTo>
                  <a:pt x="3820298" y="281591"/>
                  <a:pt x="3872476" y="311919"/>
                  <a:pt x="3937183" y="295398"/>
                </a:cubicBezTo>
                <a:cubicBezTo>
                  <a:pt x="3914792" y="236173"/>
                  <a:pt x="3974159" y="190142"/>
                  <a:pt x="3975083" y="137207"/>
                </a:cubicBezTo>
                <a:cubicBezTo>
                  <a:pt x="3975391" y="119563"/>
                  <a:pt x="3998706" y="125852"/>
                  <a:pt x="3998397" y="143498"/>
                </a:cubicBezTo>
                <a:cubicBezTo>
                  <a:pt x="4003328" y="196534"/>
                  <a:pt x="4014217" y="243791"/>
                  <a:pt x="3989874" y="296318"/>
                </a:cubicBezTo>
                <a:cubicBezTo>
                  <a:pt x="3977549" y="331403"/>
                  <a:pt x="4011547" y="396714"/>
                  <a:pt x="4052528" y="397429"/>
                </a:cubicBezTo>
                <a:cubicBezTo>
                  <a:pt x="4117134" y="386790"/>
                  <a:pt x="4065059" y="350581"/>
                  <a:pt x="4065674" y="315291"/>
                </a:cubicBezTo>
                <a:cubicBezTo>
                  <a:pt x="4153493" y="316824"/>
                  <a:pt x="4234841" y="353544"/>
                  <a:pt x="4310333" y="390163"/>
                </a:cubicBezTo>
                <a:cubicBezTo>
                  <a:pt x="4328718" y="343416"/>
                  <a:pt x="4358812" y="296874"/>
                  <a:pt x="4417254" y="303777"/>
                </a:cubicBezTo>
                <a:cubicBezTo>
                  <a:pt x="4446528" y="304288"/>
                  <a:pt x="4474979" y="351852"/>
                  <a:pt x="4516166" y="340804"/>
                </a:cubicBezTo>
                <a:cubicBezTo>
                  <a:pt x="4521404" y="376196"/>
                  <a:pt x="4526642" y="411588"/>
                  <a:pt x="4531778" y="452862"/>
                </a:cubicBezTo>
                <a:cubicBezTo>
                  <a:pt x="4561255" y="441610"/>
                  <a:pt x="4550061" y="411996"/>
                  <a:pt x="4568035" y="388777"/>
                </a:cubicBezTo>
                <a:cubicBezTo>
                  <a:pt x="4567521" y="418185"/>
                  <a:pt x="4567111" y="441712"/>
                  <a:pt x="4566700" y="465238"/>
                </a:cubicBezTo>
                <a:cubicBezTo>
                  <a:pt x="4596486" y="436340"/>
                  <a:pt x="4626273" y="407444"/>
                  <a:pt x="4655956" y="384429"/>
                </a:cubicBezTo>
                <a:cubicBezTo>
                  <a:pt x="4679681" y="367192"/>
                  <a:pt x="4703304" y="355837"/>
                  <a:pt x="4726106" y="391536"/>
                </a:cubicBezTo>
                <a:cubicBezTo>
                  <a:pt x="4754763" y="427336"/>
                  <a:pt x="4790096" y="416186"/>
                  <a:pt x="4819779" y="393171"/>
                </a:cubicBezTo>
                <a:cubicBezTo>
                  <a:pt x="4843506" y="375936"/>
                  <a:pt x="4867231" y="358699"/>
                  <a:pt x="4891060" y="335581"/>
                </a:cubicBezTo>
                <a:cubicBezTo>
                  <a:pt x="4956385" y="283771"/>
                  <a:pt x="4956385" y="283771"/>
                  <a:pt x="5008049" y="343507"/>
                </a:cubicBezTo>
                <a:cubicBezTo>
                  <a:pt x="5025201" y="367340"/>
                  <a:pt x="5036397" y="396952"/>
                  <a:pt x="5065463" y="409226"/>
                </a:cubicBezTo>
                <a:cubicBezTo>
                  <a:pt x="5083233" y="397769"/>
                  <a:pt x="5071935" y="374039"/>
                  <a:pt x="5078097" y="356497"/>
                </a:cubicBezTo>
                <a:cubicBezTo>
                  <a:pt x="5084670" y="315427"/>
                  <a:pt x="5068134" y="256304"/>
                  <a:pt x="5144139" y="263515"/>
                </a:cubicBezTo>
                <a:cubicBezTo>
                  <a:pt x="5155849" y="263719"/>
                  <a:pt x="5173823" y="240500"/>
                  <a:pt x="5185840" y="223059"/>
                </a:cubicBezTo>
                <a:cubicBezTo>
                  <a:pt x="5215831" y="182398"/>
                  <a:pt x="5245823" y="141738"/>
                  <a:pt x="5275916" y="95196"/>
                </a:cubicBezTo>
                <a:cubicBezTo>
                  <a:pt x="5310428" y="131099"/>
                  <a:pt x="5309709" y="172270"/>
                  <a:pt x="5308990" y="213442"/>
                </a:cubicBezTo>
                <a:cubicBezTo>
                  <a:pt x="5308169" y="260494"/>
                  <a:pt x="5307450" y="301666"/>
                  <a:pt x="5312586" y="342939"/>
                </a:cubicBezTo>
                <a:cubicBezTo>
                  <a:pt x="5360655" y="273177"/>
                  <a:pt x="5332818" y="190324"/>
                  <a:pt x="5351615" y="120051"/>
                </a:cubicBezTo>
                <a:cubicBezTo>
                  <a:pt x="5375033" y="120460"/>
                  <a:pt x="5392288" y="138411"/>
                  <a:pt x="5386125" y="155954"/>
                </a:cubicBezTo>
                <a:cubicBezTo>
                  <a:pt x="5372774" y="249855"/>
                  <a:pt x="5388901" y="332504"/>
                  <a:pt x="5452069" y="404208"/>
                </a:cubicBezTo>
                <a:cubicBezTo>
                  <a:pt x="5457820" y="410192"/>
                  <a:pt x="5457718" y="416073"/>
                  <a:pt x="5457614" y="421955"/>
                </a:cubicBezTo>
                <a:cubicBezTo>
                  <a:pt x="5456382" y="492534"/>
                  <a:pt x="5508355" y="534625"/>
                  <a:pt x="5548310" y="594156"/>
                </a:cubicBezTo>
                <a:cubicBezTo>
                  <a:pt x="5560737" y="553190"/>
                  <a:pt x="5555500" y="517798"/>
                  <a:pt x="5556115" y="482508"/>
                </a:cubicBezTo>
                <a:cubicBezTo>
                  <a:pt x="5585182" y="494782"/>
                  <a:pt x="5584669" y="524190"/>
                  <a:pt x="5607779" y="542244"/>
                </a:cubicBezTo>
                <a:cubicBezTo>
                  <a:pt x="5638797" y="442767"/>
                  <a:pt x="5681319" y="355259"/>
                  <a:pt x="5747258" y="268159"/>
                </a:cubicBezTo>
                <a:cubicBezTo>
                  <a:pt x="5746437" y="315212"/>
                  <a:pt x="5745718" y="356383"/>
                  <a:pt x="5744897" y="403436"/>
                </a:cubicBezTo>
                <a:cubicBezTo>
                  <a:pt x="5792862" y="339556"/>
                  <a:pt x="5809708" y="381034"/>
                  <a:pt x="5832510" y="416732"/>
                </a:cubicBezTo>
                <a:cubicBezTo>
                  <a:pt x="5843910" y="434581"/>
                  <a:pt x="5843501" y="458107"/>
                  <a:pt x="5854901" y="475957"/>
                </a:cubicBezTo>
                <a:cubicBezTo>
                  <a:pt x="5860551" y="487822"/>
                  <a:pt x="5865994" y="511451"/>
                  <a:pt x="5889413" y="511860"/>
                </a:cubicBezTo>
                <a:cubicBezTo>
                  <a:pt x="5907079" y="506284"/>
                  <a:pt x="5919096" y="488844"/>
                  <a:pt x="5925258" y="471301"/>
                </a:cubicBezTo>
                <a:cubicBezTo>
                  <a:pt x="5937583" y="436216"/>
                  <a:pt x="5950011" y="395249"/>
                  <a:pt x="5944875" y="353976"/>
                </a:cubicBezTo>
                <a:cubicBezTo>
                  <a:pt x="5945491" y="318686"/>
                  <a:pt x="5980721" y="313418"/>
                  <a:pt x="5992225" y="325386"/>
                </a:cubicBezTo>
                <a:cubicBezTo>
                  <a:pt x="6032282" y="379035"/>
                  <a:pt x="6045017" y="320423"/>
                  <a:pt x="6051180" y="302881"/>
                </a:cubicBezTo>
                <a:cubicBezTo>
                  <a:pt x="6063300" y="279558"/>
                  <a:pt x="6081274" y="256338"/>
                  <a:pt x="6105001" y="239103"/>
                </a:cubicBezTo>
                <a:cubicBezTo>
                  <a:pt x="6116915" y="227544"/>
                  <a:pt x="6134581" y="221969"/>
                  <a:pt x="6152145" y="222275"/>
                </a:cubicBezTo>
                <a:cubicBezTo>
                  <a:pt x="6216338" y="235163"/>
                  <a:pt x="6228253" y="223603"/>
                  <a:pt x="6223528" y="158804"/>
                </a:cubicBezTo>
                <a:cubicBezTo>
                  <a:pt x="6218290" y="123412"/>
                  <a:pt x="6213051" y="88020"/>
                  <a:pt x="6207813" y="52629"/>
                </a:cubicBezTo>
                <a:cubicBezTo>
                  <a:pt x="6208121" y="34983"/>
                  <a:pt x="6196720" y="17135"/>
                  <a:pt x="622630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08852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9A663179-03F3-4CAD-BFA5-2FB426A8335F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574923" y="207829"/>
            <a:ext cx="11235156" cy="5333466"/>
          </a:xfrm>
          <a:custGeom>
            <a:avLst/>
            <a:gdLst>
              <a:gd name="connsiteX0" fmla="*/ 8425507 w 11235156"/>
              <a:gd name="connsiteY0" fmla="*/ 142 h 5333466"/>
              <a:gd name="connsiteX1" fmla="*/ 8435746 w 11235156"/>
              <a:gd name="connsiteY1" fmla="*/ 4441 h 5333466"/>
              <a:gd name="connsiteX2" fmla="*/ 8568476 w 11235156"/>
              <a:gd name="connsiteY2" fmla="*/ 24314 h 5333466"/>
              <a:gd name="connsiteX3" fmla="*/ 8706011 w 11235156"/>
              <a:gd name="connsiteY3" fmla="*/ 14135 h 5333466"/>
              <a:gd name="connsiteX4" fmla="*/ 8940296 w 11235156"/>
              <a:gd name="connsiteY4" fmla="*/ 21827 h 5333466"/>
              <a:gd name="connsiteX5" fmla="*/ 9035969 w 11235156"/>
              <a:gd name="connsiteY5" fmla="*/ 48250 h 5333466"/>
              <a:gd name="connsiteX6" fmla="*/ 9059016 w 11235156"/>
              <a:gd name="connsiteY6" fmla="*/ 47592 h 5333466"/>
              <a:gd name="connsiteX7" fmla="*/ 9112902 w 11235156"/>
              <a:gd name="connsiteY7" fmla="*/ 41130 h 5333466"/>
              <a:gd name="connsiteX8" fmla="*/ 9192076 w 11235156"/>
              <a:gd name="connsiteY8" fmla="*/ 52688 h 5333466"/>
              <a:gd name="connsiteX9" fmla="*/ 9314443 w 11235156"/>
              <a:gd name="connsiteY9" fmla="*/ 73803 h 5333466"/>
              <a:gd name="connsiteX10" fmla="*/ 9386403 w 11235156"/>
              <a:gd name="connsiteY10" fmla="*/ 77806 h 5333466"/>
              <a:gd name="connsiteX11" fmla="*/ 9488456 w 11235156"/>
              <a:gd name="connsiteY11" fmla="*/ 69776 h 5333466"/>
              <a:gd name="connsiteX12" fmla="*/ 9545909 w 11235156"/>
              <a:gd name="connsiteY12" fmla="*/ 75519 h 5333466"/>
              <a:gd name="connsiteX13" fmla="*/ 9561661 w 11235156"/>
              <a:gd name="connsiteY13" fmla="*/ 84156 h 5333466"/>
              <a:gd name="connsiteX14" fmla="*/ 9563404 w 11235156"/>
              <a:gd name="connsiteY14" fmla="*/ 98685 h 5333466"/>
              <a:gd name="connsiteX15" fmla="*/ 9583550 w 11235156"/>
              <a:gd name="connsiteY15" fmla="*/ 108901 h 5333466"/>
              <a:gd name="connsiteX16" fmla="*/ 9644812 w 11235156"/>
              <a:gd name="connsiteY16" fmla="*/ 76289 h 5333466"/>
              <a:gd name="connsiteX17" fmla="*/ 9667859 w 11235156"/>
              <a:gd name="connsiteY17" fmla="*/ 75630 h 5333466"/>
              <a:gd name="connsiteX18" fmla="*/ 9668276 w 11235156"/>
              <a:gd name="connsiteY18" fmla="*/ 96634 h 5333466"/>
              <a:gd name="connsiteX19" fmla="*/ 9683947 w 11235156"/>
              <a:gd name="connsiteY19" fmla="*/ 122125 h 5333466"/>
              <a:gd name="connsiteX20" fmla="*/ 9703347 w 11235156"/>
              <a:gd name="connsiteY20" fmla="*/ 126114 h 5333466"/>
              <a:gd name="connsiteX21" fmla="*/ 9713878 w 11235156"/>
              <a:gd name="connsiteY21" fmla="*/ 143801 h 5333466"/>
              <a:gd name="connsiteX22" fmla="*/ 9713548 w 11235156"/>
              <a:gd name="connsiteY22" fmla="*/ 158577 h 5333466"/>
              <a:gd name="connsiteX23" fmla="*/ 9730377 w 11235156"/>
              <a:gd name="connsiteY23" fmla="*/ 158665 h 5333466"/>
              <a:gd name="connsiteX24" fmla="*/ 9782191 w 11235156"/>
              <a:gd name="connsiteY24" fmla="*/ 152451 h 5333466"/>
              <a:gd name="connsiteX25" fmla="*/ 9932323 w 11235156"/>
              <a:gd name="connsiteY25" fmla="*/ 107075 h 5333466"/>
              <a:gd name="connsiteX26" fmla="*/ 9953130 w 11235156"/>
              <a:gd name="connsiteY26" fmla="*/ 87735 h 5333466"/>
              <a:gd name="connsiteX27" fmla="*/ 9950397 w 11235156"/>
              <a:gd name="connsiteY27" fmla="*/ 117539 h 5333466"/>
              <a:gd name="connsiteX28" fmla="*/ 9977676 w 11235156"/>
              <a:gd name="connsiteY28" fmla="*/ 152165 h 5333466"/>
              <a:gd name="connsiteX29" fmla="*/ 10169433 w 11235156"/>
              <a:gd name="connsiteY29" fmla="*/ 173380 h 5333466"/>
              <a:gd name="connsiteX30" fmla="*/ 10239072 w 11235156"/>
              <a:gd name="connsiteY30" fmla="*/ 175554 h 5333466"/>
              <a:gd name="connsiteX31" fmla="*/ 10261459 w 11235156"/>
              <a:gd name="connsiteY31" fmla="*/ 204451 h 5333466"/>
              <a:gd name="connsiteX32" fmla="*/ 10299679 w 11235156"/>
              <a:gd name="connsiteY32" fmla="*/ 225132 h 5333466"/>
              <a:gd name="connsiteX33" fmla="*/ 10343452 w 11235156"/>
              <a:gd name="connsiteY33" fmla="*/ 221988 h 5333466"/>
              <a:gd name="connsiteX34" fmla="*/ 10370395 w 11235156"/>
              <a:gd name="connsiteY34" fmla="*/ 218757 h 5333466"/>
              <a:gd name="connsiteX35" fmla="*/ 10404882 w 11235156"/>
              <a:gd name="connsiteY35" fmla="*/ 208304 h 5333466"/>
              <a:gd name="connsiteX36" fmla="*/ 10432820 w 11235156"/>
              <a:gd name="connsiteY36" fmla="*/ 213375 h 5333466"/>
              <a:gd name="connsiteX37" fmla="*/ 10453465 w 11235156"/>
              <a:gd name="connsiteY37" fmla="*/ 227742 h 5333466"/>
              <a:gd name="connsiteX38" fmla="*/ 10485798 w 11235156"/>
              <a:gd name="connsiteY38" fmla="*/ 234392 h 5333466"/>
              <a:gd name="connsiteX39" fmla="*/ 10522438 w 11235156"/>
              <a:gd name="connsiteY39" fmla="*/ 206837 h 5333466"/>
              <a:gd name="connsiteX40" fmla="*/ 10525008 w 11235156"/>
              <a:gd name="connsiteY40" fmla="*/ 210740 h 5333466"/>
              <a:gd name="connsiteX41" fmla="*/ 10529657 w 11235156"/>
              <a:gd name="connsiteY41" fmla="*/ 267028 h 5333466"/>
              <a:gd name="connsiteX42" fmla="*/ 10537119 w 11235156"/>
              <a:gd name="connsiteY42" fmla="*/ 276660 h 5333466"/>
              <a:gd name="connsiteX43" fmla="*/ 10616791 w 11235156"/>
              <a:gd name="connsiteY43" fmla="*/ 292370 h 5333466"/>
              <a:gd name="connsiteX44" fmla="*/ 10651943 w 11235156"/>
              <a:gd name="connsiteY44" fmla="*/ 304998 h 5333466"/>
              <a:gd name="connsiteX45" fmla="*/ 10655677 w 11235156"/>
              <a:gd name="connsiteY45" fmla="*/ 336130 h 5333466"/>
              <a:gd name="connsiteX46" fmla="*/ 10604031 w 11235156"/>
              <a:gd name="connsiteY46" fmla="*/ 361274 h 5333466"/>
              <a:gd name="connsiteX47" fmla="*/ 10549230 w 11235156"/>
              <a:gd name="connsiteY47" fmla="*/ 342581 h 5333466"/>
              <a:gd name="connsiteX48" fmla="*/ 10498823 w 11235156"/>
              <a:gd name="connsiteY48" fmla="*/ 325468 h 5333466"/>
              <a:gd name="connsiteX49" fmla="*/ 10446263 w 11235156"/>
              <a:gd name="connsiteY49" fmla="*/ 325455 h 5333466"/>
              <a:gd name="connsiteX50" fmla="*/ 10395943 w 11235156"/>
              <a:gd name="connsiteY50" fmla="*/ 344122 h 5333466"/>
              <a:gd name="connsiteX51" fmla="*/ 10284436 w 11235156"/>
              <a:gd name="connsiteY51" fmla="*/ 325915 h 5333466"/>
              <a:gd name="connsiteX52" fmla="*/ 10196561 w 11235156"/>
              <a:gd name="connsiteY52" fmla="*/ 346981 h 5333466"/>
              <a:gd name="connsiteX53" fmla="*/ 10160830 w 11235156"/>
              <a:gd name="connsiteY53" fmla="*/ 347056 h 5333466"/>
              <a:gd name="connsiteX54" fmla="*/ 9949424 w 11235156"/>
              <a:gd name="connsiteY54" fmla="*/ 319776 h 5333466"/>
              <a:gd name="connsiteX55" fmla="*/ 9916014 w 11235156"/>
              <a:gd name="connsiteY55" fmla="*/ 321677 h 5333466"/>
              <a:gd name="connsiteX56" fmla="*/ 9892469 w 11235156"/>
              <a:gd name="connsiteY56" fmla="*/ 318184 h 5333466"/>
              <a:gd name="connsiteX57" fmla="*/ 9895457 w 11235156"/>
              <a:gd name="connsiteY57" fmla="*/ 343091 h 5333466"/>
              <a:gd name="connsiteX58" fmla="*/ 9885013 w 11235156"/>
              <a:gd name="connsiteY58" fmla="*/ 361187 h 5333466"/>
              <a:gd name="connsiteX59" fmla="*/ 9846960 w 11235156"/>
              <a:gd name="connsiteY59" fmla="*/ 359435 h 5333466"/>
              <a:gd name="connsiteX60" fmla="*/ 9766710 w 11235156"/>
              <a:gd name="connsiteY60" fmla="*/ 356427 h 5333466"/>
              <a:gd name="connsiteX61" fmla="*/ 9757424 w 11235156"/>
              <a:gd name="connsiteY61" fmla="*/ 349119 h 5333466"/>
              <a:gd name="connsiteX62" fmla="*/ 9717380 w 11235156"/>
              <a:gd name="connsiteY62" fmla="*/ 330763 h 5333466"/>
              <a:gd name="connsiteX63" fmla="*/ 9529438 w 11235156"/>
              <a:gd name="connsiteY63" fmla="*/ 323827 h 5333466"/>
              <a:gd name="connsiteX64" fmla="*/ 9512857 w 11235156"/>
              <a:gd name="connsiteY64" fmla="*/ 325816 h 5333466"/>
              <a:gd name="connsiteX65" fmla="*/ 9469415 w 11235156"/>
              <a:gd name="connsiteY65" fmla="*/ 314182 h 5333466"/>
              <a:gd name="connsiteX66" fmla="*/ 9427217 w 11235156"/>
              <a:gd name="connsiteY66" fmla="*/ 312927 h 5333466"/>
              <a:gd name="connsiteX67" fmla="*/ 9406909 w 11235156"/>
              <a:gd name="connsiteY67" fmla="*/ 336417 h 5333466"/>
              <a:gd name="connsiteX68" fmla="*/ 9372833 w 11235156"/>
              <a:gd name="connsiteY68" fmla="*/ 315239 h 5333466"/>
              <a:gd name="connsiteX69" fmla="*/ 9324915 w 11235156"/>
              <a:gd name="connsiteY69" fmla="*/ 318881 h 5333466"/>
              <a:gd name="connsiteX70" fmla="*/ 9260672 w 11235156"/>
              <a:gd name="connsiteY70" fmla="*/ 379222 h 5333466"/>
              <a:gd name="connsiteX71" fmla="*/ 9258848 w 11235156"/>
              <a:gd name="connsiteY71" fmla="*/ 381546 h 5333466"/>
              <a:gd name="connsiteX72" fmla="*/ 9226104 w 11235156"/>
              <a:gd name="connsiteY72" fmla="*/ 406526 h 5333466"/>
              <a:gd name="connsiteX73" fmla="*/ 8944979 w 11235156"/>
              <a:gd name="connsiteY73" fmla="*/ 393924 h 5333466"/>
              <a:gd name="connsiteX74" fmla="*/ 8766323 w 11235156"/>
              <a:gd name="connsiteY74" fmla="*/ 394297 h 5333466"/>
              <a:gd name="connsiteX75" fmla="*/ 8555415 w 11235156"/>
              <a:gd name="connsiteY75" fmla="*/ 371168 h 5333466"/>
              <a:gd name="connsiteX76" fmla="*/ 8401797 w 11235156"/>
              <a:gd name="connsiteY76" fmla="*/ 387487 h 5333466"/>
              <a:gd name="connsiteX77" fmla="*/ 8340946 w 11235156"/>
              <a:gd name="connsiteY77" fmla="*/ 388469 h 5333466"/>
              <a:gd name="connsiteX78" fmla="*/ 8209461 w 11235156"/>
              <a:gd name="connsiteY78" fmla="*/ 378973 h 5333466"/>
              <a:gd name="connsiteX79" fmla="*/ 8088257 w 11235156"/>
              <a:gd name="connsiteY79" fmla="*/ 385088 h 5333466"/>
              <a:gd name="connsiteX80" fmla="*/ 7903633 w 11235156"/>
              <a:gd name="connsiteY80" fmla="*/ 388283 h 5333466"/>
              <a:gd name="connsiteX81" fmla="*/ 7788647 w 11235156"/>
              <a:gd name="connsiteY81" fmla="*/ 393652 h 5333466"/>
              <a:gd name="connsiteX82" fmla="*/ 7539524 w 11235156"/>
              <a:gd name="connsiteY82" fmla="*/ 402476 h 5333466"/>
              <a:gd name="connsiteX83" fmla="*/ 7292144 w 11235156"/>
              <a:gd name="connsiteY83" fmla="*/ 425829 h 5333466"/>
              <a:gd name="connsiteX84" fmla="*/ 7123023 w 11235156"/>
              <a:gd name="connsiteY84" fmla="*/ 435586 h 5333466"/>
              <a:gd name="connsiteX85" fmla="*/ 6859809 w 11235156"/>
              <a:gd name="connsiteY85" fmla="*/ 467155 h 5333466"/>
              <a:gd name="connsiteX86" fmla="*/ 6726169 w 11235156"/>
              <a:gd name="connsiteY86" fmla="*/ 474761 h 5333466"/>
              <a:gd name="connsiteX87" fmla="*/ 6569652 w 11235156"/>
              <a:gd name="connsiteY87" fmla="*/ 501955 h 5333466"/>
              <a:gd name="connsiteX88" fmla="*/ 6472242 w 11235156"/>
              <a:gd name="connsiteY88" fmla="*/ 513638 h 5333466"/>
              <a:gd name="connsiteX89" fmla="*/ 6368116 w 11235156"/>
              <a:gd name="connsiteY89" fmla="*/ 521914 h 5333466"/>
              <a:gd name="connsiteX90" fmla="*/ 6241610 w 11235156"/>
              <a:gd name="connsiteY90" fmla="*/ 553931 h 5333466"/>
              <a:gd name="connsiteX91" fmla="*/ 6066688 w 11235156"/>
              <a:gd name="connsiteY91" fmla="*/ 585437 h 5333466"/>
              <a:gd name="connsiteX92" fmla="*/ 5832657 w 11235156"/>
              <a:gd name="connsiteY92" fmla="*/ 632454 h 5333466"/>
              <a:gd name="connsiteX93" fmla="*/ 5695041 w 11235156"/>
              <a:gd name="connsiteY93" fmla="*/ 659486 h 5333466"/>
              <a:gd name="connsiteX94" fmla="*/ 5479994 w 11235156"/>
              <a:gd name="connsiteY94" fmla="*/ 689488 h 5333466"/>
              <a:gd name="connsiteX95" fmla="*/ 5466979 w 11235156"/>
              <a:gd name="connsiteY95" fmla="*/ 703682 h 5333466"/>
              <a:gd name="connsiteX96" fmla="*/ 5490444 w 11235156"/>
              <a:gd name="connsiteY96" fmla="*/ 724028 h 5333466"/>
              <a:gd name="connsiteX97" fmla="*/ 5533718 w 11235156"/>
              <a:gd name="connsiteY97" fmla="*/ 716731 h 5333466"/>
              <a:gd name="connsiteX98" fmla="*/ 6465451 w 11235156"/>
              <a:gd name="connsiteY98" fmla="*/ 579719 h 5333466"/>
              <a:gd name="connsiteX99" fmla="*/ 7324731 w 11235156"/>
              <a:gd name="connsiteY99" fmla="*/ 487189 h 5333466"/>
              <a:gd name="connsiteX100" fmla="*/ 7878437 w 11235156"/>
              <a:gd name="connsiteY100" fmla="*/ 458677 h 5333466"/>
              <a:gd name="connsiteX101" fmla="*/ 8363420 w 11235156"/>
              <a:gd name="connsiteY101" fmla="*/ 453146 h 5333466"/>
              <a:gd name="connsiteX102" fmla="*/ 8960574 w 11235156"/>
              <a:gd name="connsiteY102" fmla="*/ 488902 h 5333466"/>
              <a:gd name="connsiteX103" fmla="*/ 9150589 w 11235156"/>
              <a:gd name="connsiteY103" fmla="*/ 495589 h 5333466"/>
              <a:gd name="connsiteX104" fmla="*/ 9351383 w 11235156"/>
              <a:gd name="connsiteY104" fmla="*/ 522036 h 5333466"/>
              <a:gd name="connsiteX105" fmla="*/ 9433457 w 11235156"/>
              <a:gd name="connsiteY105" fmla="*/ 522720 h 5333466"/>
              <a:gd name="connsiteX106" fmla="*/ 9491489 w 11235156"/>
              <a:gd name="connsiteY106" fmla="*/ 515760 h 5333466"/>
              <a:gd name="connsiteX107" fmla="*/ 9588070 w 11235156"/>
              <a:gd name="connsiteY107" fmla="*/ 514704 h 5333466"/>
              <a:gd name="connsiteX108" fmla="*/ 9659452 w 11235156"/>
              <a:gd name="connsiteY108" fmla="*/ 531408 h 5333466"/>
              <a:gd name="connsiteX109" fmla="*/ 9685069 w 11235156"/>
              <a:gd name="connsiteY109" fmla="*/ 534652 h 5333466"/>
              <a:gd name="connsiteX110" fmla="*/ 9732489 w 11235156"/>
              <a:gd name="connsiteY110" fmla="*/ 526859 h 5333466"/>
              <a:gd name="connsiteX111" fmla="*/ 9892909 w 11235156"/>
              <a:gd name="connsiteY111" fmla="*/ 549727 h 5333466"/>
              <a:gd name="connsiteX112" fmla="*/ 9942899 w 11235156"/>
              <a:gd name="connsiteY112" fmla="*/ 545838 h 5333466"/>
              <a:gd name="connsiteX113" fmla="*/ 10013534 w 11235156"/>
              <a:gd name="connsiteY113" fmla="*/ 556314 h 5333466"/>
              <a:gd name="connsiteX114" fmla="*/ 10047111 w 11235156"/>
              <a:gd name="connsiteY114" fmla="*/ 573341 h 5333466"/>
              <a:gd name="connsiteX115" fmla="*/ 10173126 w 11235156"/>
              <a:gd name="connsiteY115" fmla="*/ 589809 h 5333466"/>
              <a:gd name="connsiteX116" fmla="*/ 10282890 w 11235156"/>
              <a:gd name="connsiteY116" fmla="*/ 593488 h 5333466"/>
              <a:gd name="connsiteX117" fmla="*/ 10313399 w 11235156"/>
              <a:gd name="connsiteY117" fmla="*/ 602461 h 5333466"/>
              <a:gd name="connsiteX118" fmla="*/ 10351371 w 11235156"/>
              <a:gd name="connsiteY118" fmla="*/ 621066 h 5333466"/>
              <a:gd name="connsiteX119" fmla="*/ 10444224 w 11235156"/>
              <a:gd name="connsiteY119" fmla="*/ 641511 h 5333466"/>
              <a:gd name="connsiteX120" fmla="*/ 10580851 w 11235156"/>
              <a:gd name="connsiteY120" fmla="*/ 658812 h 5333466"/>
              <a:gd name="connsiteX121" fmla="*/ 10607961 w 11235156"/>
              <a:gd name="connsiteY121" fmla="*/ 674508 h 5333466"/>
              <a:gd name="connsiteX122" fmla="*/ 10612026 w 11235156"/>
              <a:gd name="connsiteY122" fmla="*/ 690865 h 5333466"/>
              <a:gd name="connsiteX123" fmla="*/ 10733321 w 11235156"/>
              <a:gd name="connsiteY123" fmla="*/ 773166 h 5333466"/>
              <a:gd name="connsiteX124" fmla="*/ 10741530 w 11235156"/>
              <a:gd name="connsiteY124" fmla="*/ 789025 h 5333466"/>
              <a:gd name="connsiteX125" fmla="*/ 10732661 w 11235156"/>
              <a:gd name="connsiteY125" fmla="*/ 802721 h 5333466"/>
              <a:gd name="connsiteX126" fmla="*/ 10727607 w 11235156"/>
              <a:gd name="connsiteY126" fmla="*/ 830697 h 5333466"/>
              <a:gd name="connsiteX127" fmla="*/ 10754799 w 11235156"/>
              <a:gd name="connsiteY127" fmla="*/ 829542 h 5333466"/>
              <a:gd name="connsiteX128" fmla="*/ 10814903 w 11235156"/>
              <a:gd name="connsiteY128" fmla="*/ 822333 h 5333466"/>
              <a:gd name="connsiteX129" fmla="*/ 10859504 w 11235156"/>
              <a:gd name="connsiteY129" fmla="*/ 808562 h 5333466"/>
              <a:gd name="connsiteX130" fmla="*/ 10872767 w 11235156"/>
              <a:gd name="connsiteY130" fmla="*/ 796445 h 5333466"/>
              <a:gd name="connsiteX131" fmla="*/ 10893492 w 11235156"/>
              <a:gd name="connsiteY131" fmla="*/ 793959 h 5333466"/>
              <a:gd name="connsiteX132" fmla="*/ 10895982 w 11235156"/>
              <a:gd name="connsiteY132" fmla="*/ 814714 h 5333466"/>
              <a:gd name="connsiteX133" fmla="*/ 10882139 w 11235156"/>
              <a:gd name="connsiteY133" fmla="*/ 839534 h 5333466"/>
              <a:gd name="connsiteX134" fmla="*/ 10877166 w 11235156"/>
              <a:gd name="connsiteY134" fmla="*/ 850658 h 5333466"/>
              <a:gd name="connsiteX135" fmla="*/ 10889851 w 11235156"/>
              <a:gd name="connsiteY135" fmla="*/ 851241 h 5333466"/>
              <a:gd name="connsiteX136" fmla="*/ 10903861 w 11235156"/>
              <a:gd name="connsiteY136" fmla="*/ 845350 h 5333466"/>
              <a:gd name="connsiteX137" fmla="*/ 10916296 w 11235156"/>
              <a:gd name="connsiteY137" fmla="*/ 843859 h 5333466"/>
              <a:gd name="connsiteX138" fmla="*/ 11000859 w 11235156"/>
              <a:gd name="connsiteY138" fmla="*/ 865298 h 5333466"/>
              <a:gd name="connsiteX139" fmla="*/ 11044383 w 11235156"/>
              <a:gd name="connsiteY139" fmla="*/ 860078 h 5333466"/>
              <a:gd name="connsiteX140" fmla="*/ 11070498 w 11235156"/>
              <a:gd name="connsiteY140" fmla="*/ 867473 h 5333466"/>
              <a:gd name="connsiteX141" fmla="*/ 11058480 w 11235156"/>
              <a:gd name="connsiteY141" fmla="*/ 889969 h 5333466"/>
              <a:gd name="connsiteX142" fmla="*/ 11047289 w 11235156"/>
              <a:gd name="connsiteY142" fmla="*/ 901838 h 5333466"/>
              <a:gd name="connsiteX143" fmla="*/ 11038918 w 11235156"/>
              <a:gd name="connsiteY143" fmla="*/ 919685 h 5333466"/>
              <a:gd name="connsiteX144" fmla="*/ 11060390 w 11235156"/>
              <a:gd name="connsiteY144" fmla="*/ 923426 h 5333466"/>
              <a:gd name="connsiteX145" fmla="*/ 11113697 w 11235156"/>
              <a:gd name="connsiteY145" fmla="*/ 929665 h 5333466"/>
              <a:gd name="connsiteX146" fmla="*/ 11190793 w 11235156"/>
              <a:gd name="connsiteY146" fmla="*/ 888837 h 5333466"/>
              <a:gd name="connsiteX147" fmla="*/ 11221215 w 11235156"/>
              <a:gd name="connsiteY147" fmla="*/ 862029 h 5333466"/>
              <a:gd name="connsiteX148" fmla="*/ 11235156 w 11235156"/>
              <a:gd name="connsiteY148" fmla="*/ 978261 h 5333466"/>
              <a:gd name="connsiteX149" fmla="*/ 11211946 w 11235156"/>
              <a:gd name="connsiteY149" fmla="*/ 1012626 h 5333466"/>
              <a:gd name="connsiteX150" fmla="*/ 11220155 w 11235156"/>
              <a:gd name="connsiteY150" fmla="*/ 1028484 h 5333466"/>
              <a:gd name="connsiteX151" fmla="*/ 11199679 w 11235156"/>
              <a:gd name="connsiteY151" fmla="*/ 1033045 h 5333466"/>
              <a:gd name="connsiteX152" fmla="*/ 11184673 w 11235156"/>
              <a:gd name="connsiteY152" fmla="*/ 1030635 h 5333466"/>
              <a:gd name="connsiteX153" fmla="*/ 11165441 w 11235156"/>
              <a:gd name="connsiteY153" fmla="*/ 1045573 h 5333466"/>
              <a:gd name="connsiteX154" fmla="*/ 11148531 w 11235156"/>
              <a:gd name="connsiteY154" fmla="*/ 1062340 h 5333466"/>
              <a:gd name="connsiteX155" fmla="*/ 11104012 w 11235156"/>
              <a:gd name="connsiteY155" fmla="*/ 1059257 h 5333466"/>
              <a:gd name="connsiteX156" fmla="*/ 11062312 w 11235156"/>
              <a:gd name="connsiteY156" fmla="*/ 1062152 h 5333466"/>
              <a:gd name="connsiteX157" fmla="*/ 11049216 w 11235156"/>
              <a:gd name="connsiteY157" fmla="*/ 1093200 h 5333466"/>
              <a:gd name="connsiteX158" fmla="*/ 11042420 w 11235156"/>
              <a:gd name="connsiteY158" fmla="*/ 1106647 h 5333466"/>
              <a:gd name="connsiteX159" fmla="*/ 10994166 w 11235156"/>
              <a:gd name="connsiteY159" fmla="*/ 1072431 h 5333466"/>
              <a:gd name="connsiteX160" fmla="*/ 10981065 w 11235156"/>
              <a:gd name="connsiteY160" fmla="*/ 1050843 h 5333466"/>
              <a:gd name="connsiteX161" fmla="*/ 10934723 w 11235156"/>
              <a:gd name="connsiteY161" fmla="*/ 1050085 h 5333466"/>
              <a:gd name="connsiteX162" fmla="*/ 10932071 w 11235156"/>
              <a:gd name="connsiteY162" fmla="*/ 1063035 h 5333466"/>
              <a:gd name="connsiteX163" fmla="*/ 10930166 w 11235156"/>
              <a:gd name="connsiteY163" fmla="*/ 1082213 h 5333466"/>
              <a:gd name="connsiteX164" fmla="*/ 10910437 w 11235156"/>
              <a:gd name="connsiteY164" fmla="*/ 1093000 h 5333466"/>
              <a:gd name="connsiteX165" fmla="*/ 10847594 w 11235156"/>
              <a:gd name="connsiteY165" fmla="*/ 1077378 h 5333466"/>
              <a:gd name="connsiteX166" fmla="*/ 10810619 w 11235156"/>
              <a:gd name="connsiteY166" fmla="*/ 1067075 h 5333466"/>
              <a:gd name="connsiteX167" fmla="*/ 10712381 w 11235156"/>
              <a:gd name="connsiteY167" fmla="*/ 1089384 h 5333466"/>
              <a:gd name="connsiteX168" fmla="*/ 10683863 w 11235156"/>
              <a:gd name="connsiteY168" fmla="*/ 1097015 h 5333466"/>
              <a:gd name="connsiteX169" fmla="*/ 10590511 w 11235156"/>
              <a:gd name="connsiteY169" fmla="*/ 1072419 h 5333466"/>
              <a:gd name="connsiteX170" fmla="*/ 10538449 w 11235156"/>
              <a:gd name="connsiteY170" fmla="*/ 1076558 h 5333466"/>
              <a:gd name="connsiteX171" fmla="*/ 10471965 w 11235156"/>
              <a:gd name="connsiteY171" fmla="*/ 1118218 h 5333466"/>
              <a:gd name="connsiteX172" fmla="*/ 10463339 w 11235156"/>
              <a:gd name="connsiteY172" fmla="*/ 1081355 h 5333466"/>
              <a:gd name="connsiteX173" fmla="*/ 10425367 w 11235156"/>
              <a:gd name="connsiteY173" fmla="*/ 1062750 h 5333466"/>
              <a:gd name="connsiteX174" fmla="*/ 10420064 w 11235156"/>
              <a:gd name="connsiteY174" fmla="*/ 1088651 h 5333466"/>
              <a:gd name="connsiteX175" fmla="*/ 10399009 w 11235156"/>
              <a:gd name="connsiteY175" fmla="*/ 1105915 h 5333466"/>
              <a:gd name="connsiteX176" fmla="*/ 10348521 w 11235156"/>
              <a:gd name="connsiteY176" fmla="*/ 1105653 h 5333466"/>
              <a:gd name="connsiteX177" fmla="*/ 10280955 w 11235156"/>
              <a:gd name="connsiteY177" fmla="*/ 1103230 h 5333466"/>
              <a:gd name="connsiteX178" fmla="*/ 10245970 w 11235156"/>
              <a:gd name="connsiteY178" fmla="*/ 1109531 h 5333466"/>
              <a:gd name="connsiteX179" fmla="*/ 10231381 w 11235156"/>
              <a:gd name="connsiteY179" fmla="*/ 1128124 h 5333466"/>
              <a:gd name="connsiteX180" fmla="*/ 10204606 w 11235156"/>
              <a:gd name="connsiteY180" fmla="*/ 1150284 h 5333466"/>
              <a:gd name="connsiteX181" fmla="*/ 10190758 w 11235156"/>
              <a:gd name="connsiteY181" fmla="*/ 1122469 h 5333466"/>
              <a:gd name="connsiteX182" fmla="*/ 10175255 w 11235156"/>
              <a:gd name="connsiteY182" fmla="*/ 1115907 h 5333466"/>
              <a:gd name="connsiteX183" fmla="*/ 10165888 w 11235156"/>
              <a:gd name="connsiteY183" fmla="*/ 1125452 h 5333466"/>
              <a:gd name="connsiteX184" fmla="*/ 10142678 w 11235156"/>
              <a:gd name="connsiteY184" fmla="*/ 1159817 h 5333466"/>
              <a:gd name="connsiteX185" fmla="*/ 10137375 w 11235156"/>
              <a:gd name="connsiteY185" fmla="*/ 1185718 h 5333466"/>
              <a:gd name="connsiteX186" fmla="*/ 10152879 w 11235156"/>
              <a:gd name="connsiteY186" fmla="*/ 1192280 h 5333466"/>
              <a:gd name="connsiteX187" fmla="*/ 10330128 w 11235156"/>
              <a:gd name="connsiteY187" fmla="*/ 1215236 h 5333466"/>
              <a:gd name="connsiteX188" fmla="*/ 10466424 w 11235156"/>
              <a:gd name="connsiteY188" fmla="*/ 1247313 h 5333466"/>
              <a:gd name="connsiteX189" fmla="*/ 10528774 w 11235156"/>
              <a:gd name="connsiteY189" fmla="*/ 1311419 h 5333466"/>
              <a:gd name="connsiteX190" fmla="*/ 10573624 w 11235156"/>
              <a:gd name="connsiteY190" fmla="*/ 1299724 h 5333466"/>
              <a:gd name="connsiteX191" fmla="*/ 10585150 w 11235156"/>
              <a:gd name="connsiteY191" fmla="*/ 1325712 h 5333466"/>
              <a:gd name="connsiteX192" fmla="*/ 10615329 w 11235156"/>
              <a:gd name="connsiteY192" fmla="*/ 1349463 h 5333466"/>
              <a:gd name="connsiteX193" fmla="*/ 10640281 w 11235156"/>
              <a:gd name="connsiteY193" fmla="*/ 1329627 h 5333466"/>
              <a:gd name="connsiteX194" fmla="*/ 10652629 w 11235156"/>
              <a:gd name="connsiteY194" fmla="*/ 1292354 h 5333466"/>
              <a:gd name="connsiteX195" fmla="*/ 10679659 w 11235156"/>
              <a:gd name="connsiteY195" fmla="*/ 1324905 h 5333466"/>
              <a:gd name="connsiteX196" fmla="*/ 10711663 w 11235156"/>
              <a:gd name="connsiteY196" fmla="*/ 1346331 h 5333466"/>
              <a:gd name="connsiteX197" fmla="*/ 10698654 w 11235156"/>
              <a:gd name="connsiteY197" fmla="*/ 1413159 h 5333466"/>
              <a:gd name="connsiteX198" fmla="*/ 10668810 w 11235156"/>
              <a:gd name="connsiteY198" fmla="*/ 1427265 h 5333466"/>
              <a:gd name="connsiteX199" fmla="*/ 10653885 w 11235156"/>
              <a:gd name="connsiteY199" fmla="*/ 1408001 h 5333466"/>
              <a:gd name="connsiteX200" fmla="*/ 10639956 w 11235156"/>
              <a:gd name="connsiteY200" fmla="*/ 1397039 h 5333466"/>
              <a:gd name="connsiteX201" fmla="*/ 10583083 w 11235156"/>
              <a:gd name="connsiteY201" fmla="*/ 1378595 h 5333466"/>
              <a:gd name="connsiteX202" fmla="*/ 10537238 w 11235156"/>
              <a:gd name="connsiteY202" fmla="*/ 1381988 h 5333466"/>
              <a:gd name="connsiteX203" fmla="*/ 10524056 w 11235156"/>
              <a:gd name="connsiteY203" fmla="*/ 1377253 h 5333466"/>
              <a:gd name="connsiteX204" fmla="*/ 10509878 w 11235156"/>
              <a:gd name="connsiteY204" fmla="*/ 1364215 h 5333466"/>
              <a:gd name="connsiteX205" fmla="*/ 10402105 w 11235156"/>
              <a:gd name="connsiteY205" fmla="*/ 1377141 h 5333466"/>
              <a:gd name="connsiteX206" fmla="*/ 10346644 w 11235156"/>
              <a:gd name="connsiteY206" fmla="*/ 1388004 h 5333466"/>
              <a:gd name="connsiteX207" fmla="*/ 10300134 w 11235156"/>
              <a:gd name="connsiteY207" fmla="*/ 1368317 h 5333466"/>
              <a:gd name="connsiteX208" fmla="*/ 10278413 w 11235156"/>
              <a:gd name="connsiteY208" fmla="*/ 1362501 h 5333466"/>
              <a:gd name="connsiteX209" fmla="*/ 10273109 w 11235156"/>
              <a:gd name="connsiteY209" fmla="*/ 1388401 h 5333466"/>
              <a:gd name="connsiteX210" fmla="*/ 10279993 w 11235156"/>
              <a:gd name="connsiteY210" fmla="*/ 1410735 h 5333466"/>
              <a:gd name="connsiteX211" fmla="*/ 10315562 w 11235156"/>
              <a:gd name="connsiteY211" fmla="*/ 1444367 h 5333466"/>
              <a:gd name="connsiteX212" fmla="*/ 10424996 w 11235156"/>
              <a:gd name="connsiteY212" fmla="*/ 1462823 h 5333466"/>
              <a:gd name="connsiteX213" fmla="*/ 10437767 w 11235156"/>
              <a:gd name="connsiteY213" fmla="*/ 1499188 h 5333466"/>
              <a:gd name="connsiteX214" fmla="*/ 10436192 w 11235156"/>
              <a:gd name="connsiteY214" fmla="*/ 1503588 h 5333466"/>
              <a:gd name="connsiteX215" fmla="*/ 10408259 w 11235156"/>
              <a:gd name="connsiteY215" fmla="*/ 1551153 h 5333466"/>
              <a:gd name="connsiteX216" fmla="*/ 10391181 w 11235156"/>
              <a:gd name="connsiteY216" fmla="*/ 1548989 h 5333466"/>
              <a:gd name="connsiteX217" fmla="*/ 10410494 w 11235156"/>
              <a:gd name="connsiteY217" fmla="*/ 1517197 h 5333466"/>
              <a:gd name="connsiteX218" fmla="*/ 10387528 w 11235156"/>
              <a:gd name="connsiteY218" fmla="*/ 1501003 h 5333466"/>
              <a:gd name="connsiteX219" fmla="*/ 10378908 w 11235156"/>
              <a:gd name="connsiteY219" fmla="*/ 1516775 h 5333466"/>
              <a:gd name="connsiteX220" fmla="*/ 10335471 w 11235156"/>
              <a:gd name="connsiteY220" fmla="*/ 1557777 h 5333466"/>
              <a:gd name="connsiteX221" fmla="*/ 10246351 w 11235156"/>
              <a:gd name="connsiteY221" fmla="*/ 1568465 h 5333466"/>
              <a:gd name="connsiteX222" fmla="*/ 10199921 w 11235156"/>
              <a:gd name="connsiteY222" fmla="*/ 1531926 h 5333466"/>
              <a:gd name="connsiteX223" fmla="*/ 10199175 w 11235156"/>
              <a:gd name="connsiteY223" fmla="*/ 1525699 h 5333466"/>
              <a:gd name="connsiteX224" fmla="*/ 10194862 w 11235156"/>
              <a:gd name="connsiteY224" fmla="*/ 1507268 h 5333466"/>
              <a:gd name="connsiteX225" fmla="*/ 10168665 w 11235156"/>
              <a:gd name="connsiteY225" fmla="*/ 1516726 h 5333466"/>
              <a:gd name="connsiteX226" fmla="*/ 10161042 w 11235156"/>
              <a:gd name="connsiteY226" fmla="*/ 1540800 h 5333466"/>
              <a:gd name="connsiteX227" fmla="*/ 10132772 w 11235156"/>
              <a:gd name="connsiteY227" fmla="*/ 1550506 h 5333466"/>
              <a:gd name="connsiteX228" fmla="*/ 10127712 w 11235156"/>
              <a:gd name="connsiteY228" fmla="*/ 1525848 h 5333466"/>
              <a:gd name="connsiteX229" fmla="*/ 10132685 w 11235156"/>
              <a:gd name="connsiteY229" fmla="*/ 1514724 h 5333466"/>
              <a:gd name="connsiteX230" fmla="*/ 10130943 w 11235156"/>
              <a:gd name="connsiteY230" fmla="*/ 1500196 h 5333466"/>
              <a:gd name="connsiteX231" fmla="*/ 10119005 w 11235156"/>
              <a:gd name="connsiteY231" fmla="*/ 1505838 h 5333466"/>
              <a:gd name="connsiteX232" fmla="*/ 10103339 w 11235156"/>
              <a:gd name="connsiteY232" fmla="*/ 1532982 h 5333466"/>
              <a:gd name="connsiteX233" fmla="*/ 10051445 w 11235156"/>
              <a:gd name="connsiteY233" fmla="*/ 1556050 h 5333466"/>
              <a:gd name="connsiteX234" fmla="*/ 10011649 w 11235156"/>
              <a:gd name="connsiteY234" fmla="*/ 1539768 h 5333466"/>
              <a:gd name="connsiteX235" fmla="*/ 9985204 w 11235156"/>
              <a:gd name="connsiteY235" fmla="*/ 1547151 h 5333466"/>
              <a:gd name="connsiteX236" fmla="*/ 9950885 w 11235156"/>
              <a:gd name="connsiteY236" fmla="*/ 1576531 h 5333466"/>
              <a:gd name="connsiteX237" fmla="*/ 9919050 w 11235156"/>
              <a:gd name="connsiteY237" fmla="*/ 1574034 h 5333466"/>
              <a:gd name="connsiteX238" fmla="*/ 9739977 w 11235156"/>
              <a:gd name="connsiteY238" fmla="*/ 1553402 h 5333466"/>
              <a:gd name="connsiteX239" fmla="*/ 9712288 w 11235156"/>
              <a:gd name="connsiteY239" fmla="*/ 1550406 h 5333466"/>
              <a:gd name="connsiteX240" fmla="*/ 9643974 w 11235156"/>
              <a:gd name="connsiteY240" fmla="*/ 1541757 h 5333466"/>
              <a:gd name="connsiteX241" fmla="*/ 9550797 w 11235156"/>
              <a:gd name="connsiteY241" fmla="*/ 1588724 h 5333466"/>
              <a:gd name="connsiteX242" fmla="*/ 9506944 w 11235156"/>
              <a:gd name="connsiteY242" fmla="*/ 1608722 h 5333466"/>
              <a:gd name="connsiteX243" fmla="*/ 9340554 w 11235156"/>
              <a:gd name="connsiteY243" fmla="*/ 1588675 h 5333466"/>
              <a:gd name="connsiteX244" fmla="*/ 9312036 w 11235156"/>
              <a:gd name="connsiteY244" fmla="*/ 1596306 h 5333466"/>
              <a:gd name="connsiteX245" fmla="*/ 9300846 w 11235156"/>
              <a:gd name="connsiteY245" fmla="*/ 1608175 h 5333466"/>
              <a:gd name="connsiteX246" fmla="*/ 9296122 w 11235156"/>
              <a:gd name="connsiteY246" fmla="*/ 1621374 h 5333466"/>
              <a:gd name="connsiteX247" fmla="*/ 9323233 w 11235156"/>
              <a:gd name="connsiteY247" fmla="*/ 1637071 h 5333466"/>
              <a:gd name="connsiteX248" fmla="*/ 9344873 w 11235156"/>
              <a:gd name="connsiteY248" fmla="*/ 1659740 h 5333466"/>
              <a:gd name="connsiteX249" fmla="*/ 9322573 w 11235156"/>
              <a:gd name="connsiteY249" fmla="*/ 1666626 h 5333466"/>
              <a:gd name="connsiteX250" fmla="*/ 9282610 w 11235156"/>
              <a:gd name="connsiteY250" fmla="*/ 1631417 h 5333466"/>
              <a:gd name="connsiteX251" fmla="*/ 9140096 w 11235156"/>
              <a:gd name="connsiteY251" fmla="*/ 1600084 h 5333466"/>
              <a:gd name="connsiteX252" fmla="*/ 9097568 w 11235156"/>
              <a:gd name="connsiteY252" fmla="*/ 1613607 h 5333466"/>
              <a:gd name="connsiteX253" fmla="*/ 9081567 w 11235156"/>
              <a:gd name="connsiteY253" fmla="*/ 1602893 h 5333466"/>
              <a:gd name="connsiteX254" fmla="*/ 9052383 w 11235156"/>
              <a:gd name="connsiteY254" fmla="*/ 1587444 h 5333466"/>
              <a:gd name="connsiteX255" fmla="*/ 8950000 w 11235156"/>
              <a:gd name="connsiteY255" fmla="*/ 1610251 h 5333466"/>
              <a:gd name="connsiteX256" fmla="*/ 8804927 w 11235156"/>
              <a:gd name="connsiteY256" fmla="*/ 1680285 h 5333466"/>
              <a:gd name="connsiteX257" fmla="*/ 8802357 w 11235156"/>
              <a:gd name="connsiteY257" fmla="*/ 1676383 h 5333466"/>
              <a:gd name="connsiteX258" fmla="*/ 8808158 w 11235156"/>
              <a:gd name="connsiteY258" fmla="*/ 1654633 h 5333466"/>
              <a:gd name="connsiteX259" fmla="*/ 8785771 w 11235156"/>
              <a:gd name="connsiteY259" fmla="*/ 1625737 h 5333466"/>
              <a:gd name="connsiteX260" fmla="*/ 8757421 w 11235156"/>
              <a:gd name="connsiteY260" fmla="*/ 1652297 h 5333466"/>
              <a:gd name="connsiteX261" fmla="*/ 8751371 w 11235156"/>
              <a:gd name="connsiteY261" fmla="*/ 1671971 h 5333466"/>
              <a:gd name="connsiteX262" fmla="*/ 8724839 w 11235156"/>
              <a:gd name="connsiteY262" fmla="*/ 1643572 h 5333466"/>
              <a:gd name="connsiteX263" fmla="*/ 8714059 w 11235156"/>
              <a:gd name="connsiteY263" fmla="*/ 1623810 h 5333466"/>
              <a:gd name="connsiteX264" fmla="*/ 8630574 w 11235156"/>
              <a:gd name="connsiteY264" fmla="*/ 1593821 h 5333466"/>
              <a:gd name="connsiteX265" fmla="*/ 8564251 w 11235156"/>
              <a:gd name="connsiteY265" fmla="*/ 1601775 h 5333466"/>
              <a:gd name="connsiteX266" fmla="*/ 8540376 w 11235156"/>
              <a:gd name="connsiteY266" fmla="*/ 1613060 h 5333466"/>
              <a:gd name="connsiteX267" fmla="*/ 8489889 w 11235156"/>
              <a:gd name="connsiteY267" fmla="*/ 1612799 h 5333466"/>
              <a:gd name="connsiteX268" fmla="*/ 8460456 w 11235156"/>
              <a:gd name="connsiteY268" fmla="*/ 1595275 h 5333466"/>
              <a:gd name="connsiteX269" fmla="*/ 8436164 w 11235156"/>
              <a:gd name="connsiteY269" fmla="*/ 1585556 h 5333466"/>
              <a:gd name="connsiteX270" fmla="*/ 8403750 w 11235156"/>
              <a:gd name="connsiteY270" fmla="*/ 1595760 h 5333466"/>
              <a:gd name="connsiteX271" fmla="*/ 8365703 w 11235156"/>
              <a:gd name="connsiteY271" fmla="*/ 1646641 h 5333466"/>
              <a:gd name="connsiteX272" fmla="*/ 8364545 w 11235156"/>
              <a:gd name="connsiteY272" fmla="*/ 1672045 h 5333466"/>
              <a:gd name="connsiteX273" fmla="*/ 8255356 w 11235156"/>
              <a:gd name="connsiteY273" fmla="*/ 1603030 h 5333466"/>
              <a:gd name="connsiteX274" fmla="*/ 8221366 w 11235156"/>
              <a:gd name="connsiteY274" fmla="*/ 1617634 h 5333466"/>
              <a:gd name="connsiteX275" fmla="*/ 8214737 w 11235156"/>
              <a:gd name="connsiteY275" fmla="*/ 1650010 h 5333466"/>
              <a:gd name="connsiteX276" fmla="*/ 8238033 w 11235156"/>
              <a:gd name="connsiteY276" fmla="*/ 1651427 h 5333466"/>
              <a:gd name="connsiteX277" fmla="*/ 8257682 w 11235156"/>
              <a:gd name="connsiteY277" fmla="*/ 1657493 h 5333466"/>
              <a:gd name="connsiteX278" fmla="*/ 8250057 w 11235156"/>
              <a:gd name="connsiteY278" fmla="*/ 1681566 h 5333466"/>
              <a:gd name="connsiteX279" fmla="*/ 8223861 w 11235156"/>
              <a:gd name="connsiteY279" fmla="*/ 1691024 h 5333466"/>
              <a:gd name="connsiteX280" fmla="*/ 8197913 w 11235156"/>
              <a:gd name="connsiteY280" fmla="*/ 1702558 h 5333466"/>
              <a:gd name="connsiteX281" fmla="*/ 8241854 w 11235156"/>
              <a:gd name="connsiteY281" fmla="*/ 1718342 h 5333466"/>
              <a:gd name="connsiteX282" fmla="*/ 8368117 w 11235156"/>
              <a:gd name="connsiteY282" fmla="*/ 1736885 h 5333466"/>
              <a:gd name="connsiteX283" fmla="*/ 8448200 w 11235156"/>
              <a:gd name="connsiteY283" fmla="*/ 1720964 h 5333466"/>
              <a:gd name="connsiteX284" fmla="*/ 8473568 w 11235156"/>
              <a:gd name="connsiteY284" fmla="*/ 1722133 h 5333466"/>
              <a:gd name="connsiteX285" fmla="*/ 8529863 w 11235156"/>
              <a:gd name="connsiteY285" fmla="*/ 1753278 h 5333466"/>
              <a:gd name="connsiteX286" fmla="*/ 8560702 w 11235156"/>
              <a:gd name="connsiteY286" fmla="*/ 1747474 h 5333466"/>
              <a:gd name="connsiteX287" fmla="*/ 8625779 w 11235156"/>
              <a:gd name="connsiteY287" fmla="*/ 1729142 h 5333466"/>
              <a:gd name="connsiteX288" fmla="*/ 8688123 w 11235156"/>
              <a:gd name="connsiteY288" fmla="*/ 1740614 h 5333466"/>
              <a:gd name="connsiteX289" fmla="*/ 8711500 w 11235156"/>
              <a:gd name="connsiteY289" fmla="*/ 1725178 h 5333466"/>
              <a:gd name="connsiteX290" fmla="*/ 8726089 w 11235156"/>
              <a:gd name="connsiteY290" fmla="*/ 1706584 h 5333466"/>
              <a:gd name="connsiteX291" fmla="*/ 8752373 w 11235156"/>
              <a:gd name="connsiteY291" fmla="*/ 1732908 h 5333466"/>
              <a:gd name="connsiteX292" fmla="*/ 8783549 w 11235156"/>
              <a:gd name="connsiteY292" fmla="*/ 1764961 h 5333466"/>
              <a:gd name="connsiteX293" fmla="*/ 8836936 w 11235156"/>
              <a:gd name="connsiteY293" fmla="*/ 1754347 h 5333466"/>
              <a:gd name="connsiteX294" fmla="*/ 8914367 w 11235156"/>
              <a:gd name="connsiteY294" fmla="*/ 1751376 h 5333466"/>
              <a:gd name="connsiteX295" fmla="*/ 8938826 w 11235156"/>
              <a:gd name="connsiteY295" fmla="*/ 1780024 h 5333466"/>
              <a:gd name="connsiteX296" fmla="*/ 8962788 w 11235156"/>
              <a:gd name="connsiteY296" fmla="*/ 1804520 h 5333466"/>
              <a:gd name="connsiteX297" fmla="*/ 9110773 w 11235156"/>
              <a:gd name="connsiteY297" fmla="*/ 1828881 h 5333466"/>
              <a:gd name="connsiteX298" fmla="*/ 9187289 w 11235156"/>
              <a:gd name="connsiteY298" fmla="*/ 1800755 h 5333466"/>
              <a:gd name="connsiteX299" fmla="*/ 9191435 w 11235156"/>
              <a:gd name="connsiteY299" fmla="*/ 1800257 h 5333466"/>
              <a:gd name="connsiteX300" fmla="*/ 9204784 w 11235156"/>
              <a:gd name="connsiteY300" fmla="*/ 1823921 h 5333466"/>
              <a:gd name="connsiteX301" fmla="*/ 9226917 w 11235156"/>
              <a:gd name="connsiteY301" fmla="*/ 1798107 h 5333466"/>
              <a:gd name="connsiteX302" fmla="*/ 9232139 w 11235156"/>
              <a:gd name="connsiteY302" fmla="*/ 1789059 h 5333466"/>
              <a:gd name="connsiteX303" fmla="*/ 9245564 w 11235156"/>
              <a:gd name="connsiteY303" fmla="*/ 1743235 h 5333466"/>
              <a:gd name="connsiteX304" fmla="*/ 9267366 w 11235156"/>
              <a:gd name="connsiteY304" fmla="*/ 1732199 h 5333466"/>
              <a:gd name="connsiteX305" fmla="*/ 9279969 w 11235156"/>
              <a:gd name="connsiteY305" fmla="*/ 1749636 h 5333466"/>
              <a:gd name="connsiteX306" fmla="*/ 9289180 w 11235156"/>
              <a:gd name="connsiteY306" fmla="*/ 1826431 h 5333466"/>
              <a:gd name="connsiteX307" fmla="*/ 9310901 w 11235156"/>
              <a:gd name="connsiteY307" fmla="*/ 1832248 h 5333466"/>
              <a:gd name="connsiteX308" fmla="*/ 9376557 w 11235156"/>
              <a:gd name="connsiteY308" fmla="*/ 1801214 h 5333466"/>
              <a:gd name="connsiteX309" fmla="*/ 9393635 w 11235156"/>
              <a:gd name="connsiteY309" fmla="*/ 1803376 h 5333466"/>
              <a:gd name="connsiteX310" fmla="*/ 9455650 w 11235156"/>
              <a:gd name="connsiteY310" fmla="*/ 1829626 h 5333466"/>
              <a:gd name="connsiteX311" fmla="*/ 9510948 w 11235156"/>
              <a:gd name="connsiteY311" fmla="*/ 1852469 h 5333466"/>
              <a:gd name="connsiteX312" fmla="*/ 9530597 w 11235156"/>
              <a:gd name="connsiteY312" fmla="*/ 1858535 h 5333466"/>
              <a:gd name="connsiteX313" fmla="*/ 9635718 w 11235156"/>
              <a:gd name="connsiteY313" fmla="*/ 1858559 h 5333466"/>
              <a:gd name="connsiteX314" fmla="*/ 9669128 w 11235156"/>
              <a:gd name="connsiteY314" fmla="*/ 1856657 h 5333466"/>
              <a:gd name="connsiteX315" fmla="*/ 9750704 w 11235156"/>
              <a:gd name="connsiteY315" fmla="*/ 1853190 h 5333466"/>
              <a:gd name="connsiteX316" fmla="*/ 9771929 w 11235156"/>
              <a:gd name="connsiteY316" fmla="*/ 1854856 h 5333466"/>
              <a:gd name="connsiteX317" fmla="*/ 9890647 w 11235156"/>
              <a:gd name="connsiteY317" fmla="*/ 1880619 h 5333466"/>
              <a:gd name="connsiteX318" fmla="*/ 9945113 w 11235156"/>
              <a:gd name="connsiteY318" fmla="*/ 1861454 h 5333466"/>
              <a:gd name="connsiteX319" fmla="*/ 10031830 w 11235156"/>
              <a:gd name="connsiteY319" fmla="*/ 1865793 h 5333466"/>
              <a:gd name="connsiteX320" fmla="*/ 10111588 w 11235156"/>
              <a:gd name="connsiteY320" fmla="*/ 1917283 h 5333466"/>
              <a:gd name="connsiteX321" fmla="*/ 10114905 w 11235156"/>
              <a:gd name="connsiteY321" fmla="*/ 1927412 h 5333466"/>
              <a:gd name="connsiteX322" fmla="*/ 10138450 w 11235156"/>
              <a:gd name="connsiteY322" fmla="*/ 1930905 h 5333466"/>
              <a:gd name="connsiteX323" fmla="*/ 10162406 w 11235156"/>
              <a:gd name="connsiteY323" fmla="*/ 1902766 h 5333466"/>
              <a:gd name="connsiteX324" fmla="*/ 10266699 w 11235156"/>
              <a:gd name="connsiteY324" fmla="*/ 1913418 h 5333466"/>
              <a:gd name="connsiteX325" fmla="*/ 10311803 w 11235156"/>
              <a:gd name="connsiteY325" fmla="*/ 1956433 h 5333466"/>
              <a:gd name="connsiteX326" fmla="*/ 10360554 w 11235156"/>
              <a:gd name="connsiteY326" fmla="*/ 1994800 h 5333466"/>
              <a:gd name="connsiteX327" fmla="*/ 10365024 w 11235156"/>
              <a:gd name="connsiteY327" fmla="*/ 1926890 h 5333466"/>
              <a:gd name="connsiteX328" fmla="*/ 10414186 w 11235156"/>
              <a:gd name="connsiteY328" fmla="*/ 1933626 h 5333466"/>
              <a:gd name="connsiteX329" fmla="*/ 10447347 w 11235156"/>
              <a:gd name="connsiteY329" fmla="*/ 1929650 h 5333466"/>
              <a:gd name="connsiteX330" fmla="*/ 10551061 w 11235156"/>
              <a:gd name="connsiteY330" fmla="*/ 1953003 h 5333466"/>
              <a:gd name="connsiteX331" fmla="*/ 10866928 w 11235156"/>
              <a:gd name="connsiteY331" fmla="*/ 2009862 h 5333466"/>
              <a:gd name="connsiteX332" fmla="*/ 10889147 w 11235156"/>
              <a:gd name="connsiteY332" fmla="*/ 2019830 h 5333466"/>
              <a:gd name="connsiteX333" fmla="*/ 10877128 w 11235156"/>
              <a:gd name="connsiteY333" fmla="*/ 2042325 h 5333466"/>
              <a:gd name="connsiteX334" fmla="*/ 10868757 w 11235156"/>
              <a:gd name="connsiteY334" fmla="*/ 2060174 h 5333466"/>
              <a:gd name="connsiteX335" fmla="*/ 10889402 w 11235156"/>
              <a:gd name="connsiteY335" fmla="*/ 2074541 h 5333466"/>
              <a:gd name="connsiteX336" fmla="*/ 10908054 w 11235156"/>
              <a:gd name="connsiteY336" fmla="*/ 2072303 h 5333466"/>
              <a:gd name="connsiteX337" fmla="*/ 10959376 w 11235156"/>
              <a:gd name="connsiteY337" fmla="*/ 2114572 h 5333466"/>
              <a:gd name="connsiteX338" fmla="*/ 10958965 w 11235156"/>
              <a:gd name="connsiteY338" fmla="*/ 2146203 h 5333466"/>
              <a:gd name="connsiteX339" fmla="*/ 10979360 w 11235156"/>
              <a:gd name="connsiteY339" fmla="*/ 2158495 h 5333466"/>
              <a:gd name="connsiteX340" fmla="*/ 11004225 w 11235156"/>
              <a:gd name="connsiteY340" fmla="*/ 2102877 h 5333466"/>
              <a:gd name="connsiteX341" fmla="*/ 11041039 w 11235156"/>
              <a:gd name="connsiteY341" fmla="*/ 2146887 h 5333466"/>
              <a:gd name="connsiteX342" fmla="*/ 11034497 w 11235156"/>
              <a:gd name="connsiteY342" fmla="*/ 2215044 h 5333466"/>
              <a:gd name="connsiteX343" fmla="*/ 10982185 w 11235156"/>
              <a:gd name="connsiteY343" fmla="*/ 2217108 h 5333466"/>
              <a:gd name="connsiteX344" fmla="*/ 10911302 w 11235156"/>
              <a:gd name="connsiteY344" fmla="*/ 2204555 h 5333466"/>
              <a:gd name="connsiteX345" fmla="*/ 10863633 w 11235156"/>
              <a:gd name="connsiteY345" fmla="*/ 2210272 h 5333466"/>
              <a:gd name="connsiteX346" fmla="*/ 10667812 w 11235156"/>
              <a:gd name="connsiteY346" fmla="*/ 2172700 h 5333466"/>
              <a:gd name="connsiteX347" fmla="*/ 10625782 w 11235156"/>
              <a:gd name="connsiteY347" fmla="*/ 2190374 h 5333466"/>
              <a:gd name="connsiteX348" fmla="*/ 10623131 w 11235156"/>
              <a:gd name="connsiteY348" fmla="*/ 2203325 h 5333466"/>
              <a:gd name="connsiteX349" fmla="*/ 10609700 w 11235156"/>
              <a:gd name="connsiteY349" fmla="*/ 2196513 h 5333466"/>
              <a:gd name="connsiteX350" fmla="*/ 10602237 w 11235156"/>
              <a:gd name="connsiteY350" fmla="*/ 2186881 h 5333466"/>
              <a:gd name="connsiteX351" fmla="*/ 10576371 w 11235156"/>
              <a:gd name="connsiteY351" fmla="*/ 2181562 h 5333466"/>
              <a:gd name="connsiteX352" fmla="*/ 10586902 w 11235156"/>
              <a:gd name="connsiteY352" fmla="*/ 2199248 h 5333466"/>
              <a:gd name="connsiteX353" fmla="*/ 10589472 w 11235156"/>
              <a:gd name="connsiteY353" fmla="*/ 2203150 h 5333466"/>
              <a:gd name="connsiteX354" fmla="*/ 10593287 w 11235156"/>
              <a:gd name="connsiteY354" fmla="*/ 2217431 h 5333466"/>
              <a:gd name="connsiteX355" fmla="*/ 10579028 w 11235156"/>
              <a:gd name="connsiteY355" fmla="*/ 2221246 h 5333466"/>
              <a:gd name="connsiteX356" fmla="*/ 10517020 w 11235156"/>
              <a:gd name="connsiteY356" fmla="*/ 2247632 h 5333466"/>
              <a:gd name="connsiteX357" fmla="*/ 10506327 w 11235156"/>
              <a:gd name="connsiteY357" fmla="*/ 2263652 h 5333466"/>
              <a:gd name="connsiteX358" fmla="*/ 10554829 w 11235156"/>
              <a:gd name="connsiteY358" fmla="*/ 2299943 h 5333466"/>
              <a:gd name="connsiteX359" fmla="*/ 10677028 w 11235156"/>
              <a:gd name="connsiteY359" fmla="*/ 2302131 h 5333466"/>
              <a:gd name="connsiteX360" fmla="*/ 10718230 w 11235156"/>
              <a:gd name="connsiteY360" fmla="*/ 2295085 h 5333466"/>
              <a:gd name="connsiteX361" fmla="*/ 10735807 w 11235156"/>
              <a:gd name="connsiteY361" fmla="*/ 2301397 h 5333466"/>
              <a:gd name="connsiteX362" fmla="*/ 10768556 w 11235156"/>
              <a:gd name="connsiteY362" fmla="*/ 2329051 h 5333466"/>
              <a:gd name="connsiteX363" fmla="*/ 10824683 w 11235156"/>
              <a:gd name="connsiteY363" fmla="*/ 2341268 h 5333466"/>
              <a:gd name="connsiteX364" fmla="*/ 10849391 w 11235156"/>
              <a:gd name="connsiteY364" fmla="*/ 2371991 h 5333466"/>
              <a:gd name="connsiteX365" fmla="*/ 10848563 w 11235156"/>
              <a:gd name="connsiteY365" fmla="*/ 2382618 h 5333466"/>
              <a:gd name="connsiteX366" fmla="*/ 10867384 w 11235156"/>
              <a:gd name="connsiteY366" fmla="*/ 2399309 h 5333466"/>
              <a:gd name="connsiteX367" fmla="*/ 10873683 w 11235156"/>
              <a:gd name="connsiteY367" fmla="*/ 2381711 h 5333466"/>
              <a:gd name="connsiteX368" fmla="*/ 10885950 w 11235156"/>
              <a:gd name="connsiteY368" fmla="*/ 2361290 h 5333466"/>
              <a:gd name="connsiteX369" fmla="*/ 10921768 w 11235156"/>
              <a:gd name="connsiteY369" fmla="*/ 2396998 h 5333466"/>
              <a:gd name="connsiteX370" fmla="*/ 10923760 w 11235156"/>
              <a:gd name="connsiteY370" fmla="*/ 2413602 h 5333466"/>
              <a:gd name="connsiteX371" fmla="*/ 10933127 w 11235156"/>
              <a:gd name="connsiteY371" fmla="*/ 2404057 h 5333466"/>
              <a:gd name="connsiteX372" fmla="*/ 10960320 w 11235156"/>
              <a:gd name="connsiteY372" fmla="*/ 2402901 h 5333466"/>
              <a:gd name="connsiteX373" fmla="*/ 11010315 w 11235156"/>
              <a:gd name="connsiteY373" fmla="*/ 2451646 h 5333466"/>
              <a:gd name="connsiteX374" fmla="*/ 11055835 w 11235156"/>
              <a:gd name="connsiteY374" fmla="*/ 2515665 h 5333466"/>
              <a:gd name="connsiteX375" fmla="*/ 11075652 w 11235156"/>
              <a:gd name="connsiteY375" fmla="*/ 2540658 h 5333466"/>
              <a:gd name="connsiteX376" fmla="*/ 11180367 w 11235156"/>
              <a:gd name="connsiteY376" fmla="*/ 2624948 h 5333466"/>
              <a:gd name="connsiteX377" fmla="*/ 11187998 w 11235156"/>
              <a:gd name="connsiteY377" fmla="*/ 2653510 h 5333466"/>
              <a:gd name="connsiteX378" fmla="*/ 11164951 w 11235156"/>
              <a:gd name="connsiteY378" fmla="*/ 2654168 h 5333466"/>
              <a:gd name="connsiteX379" fmla="*/ 11127645 w 11235156"/>
              <a:gd name="connsiteY379" fmla="*/ 2658641 h 5333466"/>
              <a:gd name="connsiteX380" fmla="*/ 11079646 w 11235156"/>
              <a:gd name="connsiteY380" fmla="*/ 2679137 h 5333466"/>
              <a:gd name="connsiteX381" fmla="*/ 11033795 w 11235156"/>
              <a:gd name="connsiteY381" fmla="*/ 2629895 h 5333466"/>
              <a:gd name="connsiteX382" fmla="*/ 11035452 w 11235156"/>
              <a:gd name="connsiteY382" fmla="*/ 2608643 h 5333466"/>
              <a:gd name="connsiteX383" fmla="*/ 11037025 w 11235156"/>
              <a:gd name="connsiteY383" fmla="*/ 2604242 h 5333466"/>
              <a:gd name="connsiteX384" fmla="*/ 11033130 w 11235156"/>
              <a:gd name="connsiteY384" fmla="*/ 2606815 h 5333466"/>
              <a:gd name="connsiteX385" fmla="*/ 11010084 w 11235156"/>
              <a:gd name="connsiteY385" fmla="*/ 2607474 h 5333466"/>
              <a:gd name="connsiteX386" fmla="*/ 10950065 w 11235156"/>
              <a:gd name="connsiteY386" fmla="*/ 2650464 h 5333466"/>
              <a:gd name="connsiteX387" fmla="*/ 10917073 w 11235156"/>
              <a:gd name="connsiteY387" fmla="*/ 2673370 h 5333466"/>
              <a:gd name="connsiteX388" fmla="*/ 10882997 w 11235156"/>
              <a:gd name="connsiteY388" fmla="*/ 2652192 h 5333466"/>
              <a:gd name="connsiteX389" fmla="*/ 10767838 w 11235156"/>
              <a:gd name="connsiteY389" fmla="*/ 2585998 h 5333466"/>
              <a:gd name="connsiteX390" fmla="*/ 10740234 w 11235156"/>
              <a:gd name="connsiteY390" fmla="*/ 2618784 h 5333466"/>
              <a:gd name="connsiteX391" fmla="*/ 10726560 w 11235156"/>
              <a:gd name="connsiteY391" fmla="*/ 2662532 h 5333466"/>
              <a:gd name="connsiteX392" fmla="*/ 10678307 w 11235156"/>
              <a:gd name="connsiteY392" fmla="*/ 2628317 h 5333466"/>
              <a:gd name="connsiteX393" fmla="*/ 10618533 w 11235156"/>
              <a:gd name="connsiteY393" fmla="*/ 2620748 h 5333466"/>
              <a:gd name="connsiteX394" fmla="*/ 10614139 w 11235156"/>
              <a:gd name="connsiteY394" fmla="*/ 2619169 h 5333466"/>
              <a:gd name="connsiteX395" fmla="*/ 10581233 w 11235156"/>
              <a:gd name="connsiteY395" fmla="*/ 2677857 h 5333466"/>
              <a:gd name="connsiteX396" fmla="*/ 10568884 w 11235156"/>
              <a:gd name="connsiteY396" fmla="*/ 2715129 h 5333466"/>
              <a:gd name="connsiteX397" fmla="*/ 10560594 w 11235156"/>
              <a:gd name="connsiteY397" fmla="*/ 2716124 h 5333466"/>
              <a:gd name="connsiteX398" fmla="*/ 10528591 w 11235156"/>
              <a:gd name="connsiteY398" fmla="*/ 2694698 h 5333466"/>
              <a:gd name="connsiteX399" fmla="*/ 10503883 w 11235156"/>
              <a:gd name="connsiteY399" fmla="*/ 2663975 h 5333466"/>
              <a:gd name="connsiteX400" fmla="*/ 10476106 w 11235156"/>
              <a:gd name="connsiteY400" fmla="*/ 2625198 h 5333466"/>
              <a:gd name="connsiteX401" fmla="*/ 10433329 w 11235156"/>
              <a:gd name="connsiteY401" fmla="*/ 2636644 h 5333466"/>
              <a:gd name="connsiteX402" fmla="*/ 10415753 w 11235156"/>
              <a:gd name="connsiteY402" fmla="*/ 2630331 h 5333466"/>
              <a:gd name="connsiteX403" fmla="*/ 10386321 w 11235156"/>
              <a:gd name="connsiteY403" fmla="*/ 2612806 h 5333466"/>
              <a:gd name="connsiteX404" fmla="*/ 10374134 w 11235156"/>
              <a:gd name="connsiteY404" fmla="*/ 2616373 h 5333466"/>
              <a:gd name="connsiteX405" fmla="*/ 10330443 w 11235156"/>
              <a:gd name="connsiteY405" fmla="*/ 2602664 h 5333466"/>
              <a:gd name="connsiteX406" fmla="*/ 10279040 w 11235156"/>
              <a:gd name="connsiteY406" fmla="*/ 2577249 h 5333466"/>
              <a:gd name="connsiteX407" fmla="*/ 10254337 w 11235156"/>
              <a:gd name="connsiteY407" fmla="*/ 2599160 h 5333466"/>
              <a:gd name="connsiteX408" fmla="*/ 10252682 w 11235156"/>
              <a:gd name="connsiteY408" fmla="*/ 2620413 h 5333466"/>
              <a:gd name="connsiteX409" fmla="*/ 10259734 w 11235156"/>
              <a:gd name="connsiteY409" fmla="*/ 2661675 h 5333466"/>
              <a:gd name="connsiteX410" fmla="*/ 10290665 w 11235156"/>
              <a:gd name="connsiteY410" fmla="*/ 2744287 h 5333466"/>
              <a:gd name="connsiteX411" fmla="*/ 10243077 w 11235156"/>
              <a:gd name="connsiteY411" fmla="*/ 2733151 h 5333466"/>
              <a:gd name="connsiteX412" fmla="*/ 10185127 w 11235156"/>
              <a:gd name="connsiteY412" fmla="*/ 2723259 h 5333466"/>
              <a:gd name="connsiteX413" fmla="*/ 10134222 w 11235156"/>
              <a:gd name="connsiteY413" fmla="*/ 2701993 h 5333466"/>
              <a:gd name="connsiteX414" fmla="*/ 9980762 w 11235156"/>
              <a:gd name="connsiteY414" fmla="*/ 2631971 h 5333466"/>
              <a:gd name="connsiteX415" fmla="*/ 9960782 w 11235156"/>
              <a:gd name="connsiteY415" fmla="*/ 2640683 h 5333466"/>
              <a:gd name="connsiteX416" fmla="*/ 9949592 w 11235156"/>
              <a:gd name="connsiteY416" fmla="*/ 2652553 h 5333466"/>
              <a:gd name="connsiteX417" fmla="*/ 9941631 w 11235156"/>
              <a:gd name="connsiteY417" fmla="*/ 2638770 h 5333466"/>
              <a:gd name="connsiteX418" fmla="*/ 9926707 w 11235156"/>
              <a:gd name="connsiteY418" fmla="*/ 2619506 h 5333466"/>
              <a:gd name="connsiteX419" fmla="*/ 9896197 w 11235156"/>
              <a:gd name="connsiteY419" fmla="*/ 2610532 h 5333466"/>
              <a:gd name="connsiteX420" fmla="*/ 9882847 w 11235156"/>
              <a:gd name="connsiteY420" fmla="*/ 2586868 h 5333466"/>
              <a:gd name="connsiteX421" fmla="*/ 9864605 w 11235156"/>
              <a:gd name="connsiteY421" fmla="*/ 2557474 h 5333466"/>
              <a:gd name="connsiteX422" fmla="*/ 9845623 w 11235156"/>
              <a:gd name="connsiteY422" fmla="*/ 2574490 h 5333466"/>
              <a:gd name="connsiteX423" fmla="*/ 9838328 w 11235156"/>
              <a:gd name="connsiteY423" fmla="*/ 2583786 h 5333466"/>
              <a:gd name="connsiteX424" fmla="*/ 9821910 w 11235156"/>
              <a:gd name="connsiteY424" fmla="*/ 2552068 h 5333466"/>
              <a:gd name="connsiteX425" fmla="*/ 9801514 w 11235156"/>
              <a:gd name="connsiteY425" fmla="*/ 2539777 h 5333466"/>
              <a:gd name="connsiteX426" fmla="*/ 9791071 w 11235156"/>
              <a:gd name="connsiteY426" fmla="*/ 2557872 h 5333466"/>
              <a:gd name="connsiteX427" fmla="*/ 9712401 w 11235156"/>
              <a:gd name="connsiteY427" fmla="*/ 2603100 h 5333466"/>
              <a:gd name="connsiteX428" fmla="*/ 9688109 w 11235156"/>
              <a:gd name="connsiteY428" fmla="*/ 2593381 h 5333466"/>
              <a:gd name="connsiteX429" fmla="*/ 9594016 w 11235156"/>
              <a:gd name="connsiteY429" fmla="*/ 2615193 h 5333466"/>
              <a:gd name="connsiteX430" fmla="*/ 9592193 w 11235156"/>
              <a:gd name="connsiteY430" fmla="*/ 2617517 h 5333466"/>
              <a:gd name="connsiteX431" fmla="*/ 9563177 w 11235156"/>
              <a:gd name="connsiteY431" fmla="*/ 2620997 h 5333466"/>
              <a:gd name="connsiteX432" fmla="*/ 9555466 w 11235156"/>
              <a:gd name="connsiteY432" fmla="*/ 2609289 h 5333466"/>
              <a:gd name="connsiteX433" fmla="*/ 9574449 w 11235156"/>
              <a:gd name="connsiteY433" fmla="*/ 2592275 h 5333466"/>
              <a:gd name="connsiteX434" fmla="*/ 9587961 w 11235156"/>
              <a:gd name="connsiteY434" fmla="*/ 2582233 h 5333466"/>
              <a:gd name="connsiteX435" fmla="*/ 9574282 w 11235156"/>
              <a:gd name="connsiteY435" fmla="*/ 2573347 h 5333466"/>
              <a:gd name="connsiteX436" fmla="*/ 9541948 w 11235156"/>
              <a:gd name="connsiteY436" fmla="*/ 2566697 h 5333466"/>
              <a:gd name="connsiteX437" fmla="*/ 9503976 w 11235156"/>
              <a:gd name="connsiteY437" fmla="*/ 2548091 h 5333466"/>
              <a:gd name="connsiteX438" fmla="*/ 9480680 w 11235156"/>
              <a:gd name="connsiteY438" fmla="*/ 2546675 h 5333466"/>
              <a:gd name="connsiteX439" fmla="*/ 9411869 w 11235156"/>
              <a:gd name="connsiteY439" fmla="*/ 2533873 h 5333466"/>
              <a:gd name="connsiteX440" fmla="*/ 9382020 w 11235156"/>
              <a:gd name="connsiteY440" fmla="*/ 2495345 h 5333466"/>
              <a:gd name="connsiteX441" fmla="*/ 9334514 w 11235156"/>
              <a:gd name="connsiteY441" fmla="*/ 2467356 h 5333466"/>
              <a:gd name="connsiteX442" fmla="*/ 9295552 w 11235156"/>
              <a:gd name="connsiteY442" fmla="*/ 2493083 h 5333466"/>
              <a:gd name="connsiteX443" fmla="*/ 9249377 w 11235156"/>
              <a:gd name="connsiteY443" fmla="*/ 2511254 h 5333466"/>
              <a:gd name="connsiteX444" fmla="*/ 9225832 w 11235156"/>
              <a:gd name="connsiteY444" fmla="*/ 2507761 h 5333466"/>
              <a:gd name="connsiteX445" fmla="*/ 9198721 w 11235156"/>
              <a:gd name="connsiteY445" fmla="*/ 2492064 h 5333466"/>
              <a:gd name="connsiteX446" fmla="*/ 9197476 w 11235156"/>
              <a:gd name="connsiteY446" fmla="*/ 2481687 h 5333466"/>
              <a:gd name="connsiteX447" fmla="*/ 9170614 w 11235156"/>
              <a:gd name="connsiteY447" fmla="*/ 2468065 h 5333466"/>
              <a:gd name="connsiteX448" fmla="*/ 9135051 w 11235156"/>
              <a:gd name="connsiteY448" fmla="*/ 2487067 h 5333466"/>
              <a:gd name="connsiteX449" fmla="*/ 9005055 w 11235156"/>
              <a:gd name="connsiteY449" fmla="*/ 2437391 h 5333466"/>
              <a:gd name="connsiteX450" fmla="*/ 9002727 w 11235156"/>
              <a:gd name="connsiteY450" fmla="*/ 2382930 h 5333466"/>
              <a:gd name="connsiteX451" fmla="*/ 8963841 w 11235156"/>
              <a:gd name="connsiteY451" fmla="*/ 2339169 h 5333466"/>
              <a:gd name="connsiteX452" fmla="*/ 8925290 w 11235156"/>
              <a:gd name="connsiteY452" fmla="*/ 2333266 h 5333466"/>
              <a:gd name="connsiteX453" fmla="*/ 8878038 w 11235156"/>
              <a:gd name="connsiteY453" fmla="*/ 2359987 h 5333466"/>
              <a:gd name="connsiteX454" fmla="*/ 8853416 w 11235156"/>
              <a:gd name="connsiteY454" fmla="*/ 2365045 h 5333466"/>
              <a:gd name="connsiteX455" fmla="*/ 8803096 w 11235156"/>
              <a:gd name="connsiteY455" fmla="*/ 2383713 h 5333466"/>
              <a:gd name="connsiteX456" fmla="*/ 8811803 w 11235156"/>
              <a:gd name="connsiteY456" fmla="*/ 2403723 h 5333466"/>
              <a:gd name="connsiteX457" fmla="*/ 8824817 w 11235156"/>
              <a:gd name="connsiteY457" fmla="*/ 2389529 h 5333466"/>
              <a:gd name="connsiteX458" fmla="*/ 8836008 w 11235156"/>
              <a:gd name="connsiteY458" fmla="*/ 2377660 h 5333466"/>
              <a:gd name="connsiteX459" fmla="*/ 8850186 w 11235156"/>
              <a:gd name="connsiteY459" fmla="*/ 2390698 h 5333466"/>
              <a:gd name="connsiteX460" fmla="*/ 8856577 w 11235156"/>
              <a:gd name="connsiteY460" fmla="*/ 2461516 h 5333466"/>
              <a:gd name="connsiteX461" fmla="*/ 8844721 w 11235156"/>
              <a:gd name="connsiteY461" fmla="*/ 2450305 h 5333466"/>
              <a:gd name="connsiteX462" fmla="*/ 8799206 w 11235156"/>
              <a:gd name="connsiteY462" fmla="*/ 2438921 h 5333466"/>
              <a:gd name="connsiteX463" fmla="*/ 8784368 w 11235156"/>
              <a:gd name="connsiteY463" fmla="*/ 2455438 h 5333466"/>
              <a:gd name="connsiteX464" fmla="*/ 8749881 w 11235156"/>
              <a:gd name="connsiteY464" fmla="*/ 2465890 h 5333466"/>
              <a:gd name="connsiteX465" fmla="*/ 8707683 w 11235156"/>
              <a:gd name="connsiteY465" fmla="*/ 2464635 h 5333466"/>
              <a:gd name="connsiteX466" fmla="*/ 8724351 w 11235156"/>
              <a:gd name="connsiteY466" fmla="*/ 2498428 h 5333466"/>
              <a:gd name="connsiteX467" fmla="*/ 8688289 w 11235156"/>
              <a:gd name="connsiteY467" fmla="*/ 2513280 h 5333466"/>
              <a:gd name="connsiteX468" fmla="*/ 8684642 w 11235156"/>
              <a:gd name="connsiteY468" fmla="*/ 2517928 h 5333466"/>
              <a:gd name="connsiteX469" fmla="*/ 8695670 w 11235156"/>
              <a:gd name="connsiteY469" fmla="*/ 2539765 h 5333466"/>
              <a:gd name="connsiteX470" fmla="*/ 8741434 w 11235156"/>
              <a:gd name="connsiteY470" fmla="*/ 2553225 h 5333466"/>
              <a:gd name="connsiteX471" fmla="*/ 8779817 w 11235156"/>
              <a:gd name="connsiteY471" fmla="*/ 2540200 h 5333466"/>
              <a:gd name="connsiteX472" fmla="*/ 8804439 w 11235156"/>
              <a:gd name="connsiteY472" fmla="*/ 2535141 h 5333466"/>
              <a:gd name="connsiteX473" fmla="*/ 8858082 w 11235156"/>
              <a:gd name="connsiteY473" fmla="*/ 2579238 h 5333466"/>
              <a:gd name="connsiteX474" fmla="*/ 8889668 w 11235156"/>
              <a:gd name="connsiteY474" fmla="*/ 2579660 h 5333466"/>
              <a:gd name="connsiteX475" fmla="*/ 8919511 w 11235156"/>
              <a:gd name="connsiteY475" fmla="*/ 2565554 h 5333466"/>
              <a:gd name="connsiteX476" fmla="*/ 8942975 w 11235156"/>
              <a:gd name="connsiteY476" fmla="*/ 2585899 h 5333466"/>
              <a:gd name="connsiteX477" fmla="*/ 8985752 w 11235156"/>
              <a:gd name="connsiteY477" fmla="*/ 2574453 h 5333466"/>
              <a:gd name="connsiteX478" fmla="*/ 9021732 w 11235156"/>
              <a:gd name="connsiteY478" fmla="*/ 2576454 h 5333466"/>
              <a:gd name="connsiteX479" fmla="*/ 9077859 w 11235156"/>
              <a:gd name="connsiteY479" fmla="*/ 2588671 h 5333466"/>
              <a:gd name="connsiteX480" fmla="*/ 9109283 w 11235156"/>
              <a:gd name="connsiteY480" fmla="*/ 2622799 h 5333466"/>
              <a:gd name="connsiteX481" fmla="*/ 9167563 w 11235156"/>
              <a:gd name="connsiteY481" fmla="*/ 2617915 h 5333466"/>
              <a:gd name="connsiteX482" fmla="*/ 9183478 w 11235156"/>
              <a:gd name="connsiteY482" fmla="*/ 2592847 h 5333466"/>
              <a:gd name="connsiteX483" fmla="*/ 9201390 w 11235156"/>
              <a:gd name="connsiteY483" fmla="*/ 2637017 h 5333466"/>
              <a:gd name="connsiteX484" fmla="*/ 9206612 w 11235156"/>
              <a:gd name="connsiteY484" fmla="*/ 2627970 h 5333466"/>
              <a:gd name="connsiteX485" fmla="*/ 9268290 w 11235156"/>
              <a:gd name="connsiteY485" fmla="*/ 2616361 h 5333466"/>
              <a:gd name="connsiteX486" fmla="*/ 9283215 w 11235156"/>
              <a:gd name="connsiteY486" fmla="*/ 2635626 h 5333466"/>
              <a:gd name="connsiteX487" fmla="*/ 9284957 w 11235156"/>
              <a:gd name="connsiteY487" fmla="*/ 2650154 h 5333466"/>
              <a:gd name="connsiteX488" fmla="*/ 9295407 w 11235156"/>
              <a:gd name="connsiteY488" fmla="*/ 2684693 h 5333466"/>
              <a:gd name="connsiteX489" fmla="*/ 9406583 w 11235156"/>
              <a:gd name="connsiteY489" fmla="*/ 2717678 h 5333466"/>
              <a:gd name="connsiteX490" fmla="*/ 9588395 w 11235156"/>
              <a:gd name="connsiteY490" fmla="*/ 2761140 h 5333466"/>
              <a:gd name="connsiteX491" fmla="*/ 9646096 w 11235156"/>
              <a:gd name="connsiteY491" fmla="*/ 2768959 h 5333466"/>
              <a:gd name="connsiteX492" fmla="*/ 9689289 w 11235156"/>
              <a:gd name="connsiteY492" fmla="*/ 2778516 h 5333466"/>
              <a:gd name="connsiteX493" fmla="*/ 9763739 w 11235156"/>
              <a:gd name="connsiteY493" fmla="*/ 2803274 h 5333466"/>
              <a:gd name="connsiteX494" fmla="*/ 9841089 w 11235156"/>
              <a:gd name="connsiteY494" fmla="*/ 2817156 h 5333466"/>
              <a:gd name="connsiteX495" fmla="*/ 9905089 w 11235156"/>
              <a:gd name="connsiteY495" fmla="*/ 2807375 h 5333466"/>
              <a:gd name="connsiteX496" fmla="*/ 9959560 w 11235156"/>
              <a:gd name="connsiteY496" fmla="*/ 2840844 h 5333466"/>
              <a:gd name="connsiteX497" fmla="*/ 10013365 w 11235156"/>
              <a:gd name="connsiteY497" fmla="*/ 2851234 h 5333466"/>
              <a:gd name="connsiteX498" fmla="*/ 10091132 w 11235156"/>
              <a:gd name="connsiteY498" fmla="*/ 2886121 h 5333466"/>
              <a:gd name="connsiteX499" fmla="*/ 10238787 w 11235156"/>
              <a:gd name="connsiteY499" fmla="*/ 2925259 h 5333466"/>
              <a:gd name="connsiteX500" fmla="*/ 10357507 w 11235156"/>
              <a:gd name="connsiteY500" fmla="*/ 2951022 h 5333466"/>
              <a:gd name="connsiteX501" fmla="*/ 10384618 w 11235156"/>
              <a:gd name="connsiteY501" fmla="*/ 2966720 h 5333466"/>
              <a:gd name="connsiteX502" fmla="*/ 10451275 w 11235156"/>
              <a:gd name="connsiteY502" fmla="*/ 2996623 h 5333466"/>
              <a:gd name="connsiteX503" fmla="*/ 10465783 w 11235156"/>
              <a:gd name="connsiteY503" fmla="*/ 2994883 h 5333466"/>
              <a:gd name="connsiteX504" fmla="*/ 10451362 w 11235156"/>
              <a:gd name="connsiteY504" fmla="*/ 3032404 h 5333466"/>
              <a:gd name="connsiteX505" fmla="*/ 10409002 w 11235156"/>
              <a:gd name="connsiteY505" fmla="*/ 3064855 h 5333466"/>
              <a:gd name="connsiteX506" fmla="*/ 10373519 w 11235156"/>
              <a:gd name="connsiteY506" fmla="*/ 3067005 h 5333466"/>
              <a:gd name="connsiteX507" fmla="*/ 10339942 w 11235156"/>
              <a:gd name="connsiteY507" fmla="*/ 3049978 h 5333466"/>
              <a:gd name="connsiteX508" fmla="*/ 10336955 w 11235156"/>
              <a:gd name="connsiteY508" fmla="*/ 3025071 h 5333466"/>
              <a:gd name="connsiteX509" fmla="*/ 10320704 w 11235156"/>
              <a:gd name="connsiteY509" fmla="*/ 3012283 h 5333466"/>
              <a:gd name="connsiteX510" fmla="*/ 10269556 w 11235156"/>
              <a:gd name="connsiteY510" fmla="*/ 3041576 h 5333466"/>
              <a:gd name="connsiteX511" fmla="*/ 10257868 w 11235156"/>
              <a:gd name="connsiteY511" fmla="*/ 3049295 h 5333466"/>
              <a:gd name="connsiteX512" fmla="*/ 10250156 w 11235156"/>
              <a:gd name="connsiteY512" fmla="*/ 3037587 h 5333466"/>
              <a:gd name="connsiteX513" fmla="*/ 10248912 w 11235156"/>
              <a:gd name="connsiteY513" fmla="*/ 3027209 h 5333466"/>
              <a:gd name="connsiteX514" fmla="*/ 10228516 w 11235156"/>
              <a:gd name="connsiteY514" fmla="*/ 3014918 h 5333466"/>
              <a:gd name="connsiteX515" fmla="*/ 10202401 w 11235156"/>
              <a:gd name="connsiteY515" fmla="*/ 3007523 h 5333466"/>
              <a:gd name="connsiteX516" fmla="*/ 10201735 w 11235156"/>
              <a:gd name="connsiteY516" fmla="*/ 2984443 h 5333466"/>
              <a:gd name="connsiteX517" fmla="*/ 10226855 w 11235156"/>
              <a:gd name="connsiteY517" fmla="*/ 2983536 h 5333466"/>
              <a:gd name="connsiteX518" fmla="*/ 10243186 w 11235156"/>
              <a:gd name="connsiteY518" fmla="*/ 2979471 h 5333466"/>
              <a:gd name="connsiteX519" fmla="*/ 10238873 w 11235156"/>
              <a:gd name="connsiteY519" fmla="*/ 2961040 h 5333466"/>
              <a:gd name="connsiteX520" fmla="*/ 10188802 w 11235156"/>
              <a:gd name="connsiteY520" fmla="*/ 2981783 h 5333466"/>
              <a:gd name="connsiteX521" fmla="*/ 10145446 w 11235156"/>
              <a:gd name="connsiteY521" fmla="*/ 3005932 h 5333466"/>
              <a:gd name="connsiteX522" fmla="*/ 10027224 w 11235156"/>
              <a:gd name="connsiteY522" fmla="*/ 2984318 h 5333466"/>
              <a:gd name="connsiteX523" fmla="*/ 10018517 w 11235156"/>
              <a:gd name="connsiteY523" fmla="*/ 2964309 h 5333466"/>
              <a:gd name="connsiteX524" fmla="*/ 10024898 w 11235156"/>
              <a:gd name="connsiteY524" fmla="*/ 2929857 h 5333466"/>
              <a:gd name="connsiteX525" fmla="*/ 10005827 w 11235156"/>
              <a:gd name="connsiteY525" fmla="*/ 2911090 h 5333466"/>
              <a:gd name="connsiteX526" fmla="*/ 9994388 w 11235156"/>
              <a:gd name="connsiteY526" fmla="*/ 2920883 h 5333466"/>
              <a:gd name="connsiteX527" fmla="*/ 9966455 w 11235156"/>
              <a:gd name="connsiteY527" fmla="*/ 2968448 h 5333466"/>
              <a:gd name="connsiteX528" fmla="*/ 9963386 w 11235156"/>
              <a:gd name="connsiteY528" fmla="*/ 2960394 h 5333466"/>
              <a:gd name="connsiteX529" fmla="*/ 9937023 w 11235156"/>
              <a:gd name="connsiteY529" fmla="*/ 2950924 h 5333466"/>
              <a:gd name="connsiteX530" fmla="*/ 9924089 w 11235156"/>
              <a:gd name="connsiteY530" fmla="*/ 2948263 h 5333466"/>
              <a:gd name="connsiteX531" fmla="*/ 9888688 w 11235156"/>
              <a:gd name="connsiteY531" fmla="*/ 2933561 h 5333466"/>
              <a:gd name="connsiteX532" fmla="*/ 9821289 w 11235156"/>
              <a:gd name="connsiteY532" fmla="*/ 2950066 h 5333466"/>
              <a:gd name="connsiteX533" fmla="*/ 9812669 w 11235156"/>
              <a:gd name="connsiteY533" fmla="*/ 2965837 h 5333466"/>
              <a:gd name="connsiteX534" fmla="*/ 9805792 w 11235156"/>
              <a:gd name="connsiteY534" fmla="*/ 2996138 h 5333466"/>
              <a:gd name="connsiteX535" fmla="*/ 9861918 w 11235156"/>
              <a:gd name="connsiteY535" fmla="*/ 3008356 h 5333466"/>
              <a:gd name="connsiteX536" fmla="*/ 9910999 w 11235156"/>
              <a:gd name="connsiteY536" fmla="*/ 3031944 h 5333466"/>
              <a:gd name="connsiteX537" fmla="*/ 9843184 w 11235156"/>
              <a:gd name="connsiteY537" fmla="*/ 3027445 h 5333466"/>
              <a:gd name="connsiteX538" fmla="*/ 9792366 w 11235156"/>
              <a:gd name="connsiteY538" fmla="*/ 3041962 h 5333466"/>
              <a:gd name="connsiteX539" fmla="*/ 9765174 w 11235156"/>
              <a:gd name="connsiteY539" fmla="*/ 3043118 h 5333466"/>
              <a:gd name="connsiteX540" fmla="*/ 9762355 w 11235156"/>
              <a:gd name="connsiteY540" fmla="*/ 3037140 h 5333466"/>
              <a:gd name="connsiteX541" fmla="*/ 9663700 w 11235156"/>
              <a:gd name="connsiteY541" fmla="*/ 3038445 h 5333466"/>
              <a:gd name="connsiteX542" fmla="*/ 9609901 w 11235156"/>
              <a:gd name="connsiteY542" fmla="*/ 3080689 h 5333466"/>
              <a:gd name="connsiteX543" fmla="*/ 9539764 w 11235156"/>
              <a:gd name="connsiteY543" fmla="*/ 3074363 h 5333466"/>
              <a:gd name="connsiteX544" fmla="*/ 9451304 w 11235156"/>
              <a:gd name="connsiteY544" fmla="*/ 3055497 h 5333466"/>
              <a:gd name="connsiteX545" fmla="*/ 9384815 w 11235156"/>
              <a:gd name="connsiteY545" fmla="*/ 3044523 h 5333466"/>
              <a:gd name="connsiteX546" fmla="*/ 9333829 w 11235156"/>
              <a:gd name="connsiteY546" fmla="*/ 3040111 h 5333466"/>
              <a:gd name="connsiteX547" fmla="*/ 9290387 w 11235156"/>
              <a:gd name="connsiteY547" fmla="*/ 3028477 h 5333466"/>
              <a:gd name="connsiteX548" fmla="*/ 9250169 w 11235156"/>
              <a:gd name="connsiteY548" fmla="*/ 2938558 h 5333466"/>
              <a:gd name="connsiteX549" fmla="*/ 9235244 w 11235156"/>
              <a:gd name="connsiteY549" fmla="*/ 2919293 h 5333466"/>
              <a:gd name="connsiteX550" fmla="*/ 9213691 w 11235156"/>
              <a:gd name="connsiteY550" fmla="*/ 2932405 h 5333466"/>
              <a:gd name="connsiteX551" fmla="*/ 9203247 w 11235156"/>
              <a:gd name="connsiteY551" fmla="*/ 2950502 h 5333466"/>
              <a:gd name="connsiteX552" fmla="*/ 9144058 w 11235156"/>
              <a:gd name="connsiteY552" fmla="*/ 2982865 h 5333466"/>
              <a:gd name="connsiteX553" fmla="*/ 9113878 w 11235156"/>
              <a:gd name="connsiteY553" fmla="*/ 2959115 h 5333466"/>
              <a:gd name="connsiteX554" fmla="*/ 9071021 w 11235156"/>
              <a:gd name="connsiteY554" fmla="*/ 2987414 h 5333466"/>
              <a:gd name="connsiteX555" fmla="*/ 9002378 w 11235156"/>
              <a:gd name="connsiteY555" fmla="*/ 2993542 h 5333466"/>
              <a:gd name="connsiteX556" fmla="*/ 8868403 w 11235156"/>
              <a:gd name="connsiteY556" fmla="*/ 2963290 h 5333466"/>
              <a:gd name="connsiteX557" fmla="*/ 8846682 w 11235156"/>
              <a:gd name="connsiteY557" fmla="*/ 2957474 h 5333466"/>
              <a:gd name="connsiteX558" fmla="*/ 8797687 w 11235156"/>
              <a:gd name="connsiteY558" fmla="*/ 2969667 h 5333466"/>
              <a:gd name="connsiteX559" fmla="*/ 8784175 w 11235156"/>
              <a:gd name="connsiteY559" fmla="*/ 2979708 h 5333466"/>
              <a:gd name="connsiteX560" fmla="*/ 8763948 w 11235156"/>
              <a:gd name="connsiteY560" fmla="*/ 2986345 h 5333466"/>
              <a:gd name="connsiteX561" fmla="*/ 8734764 w 11235156"/>
              <a:gd name="connsiteY561" fmla="*/ 2970896 h 5333466"/>
              <a:gd name="connsiteX562" fmla="*/ 8708730 w 11235156"/>
              <a:gd name="connsiteY562" fmla="*/ 2946649 h 5333466"/>
              <a:gd name="connsiteX563" fmla="*/ 8680293 w 11235156"/>
              <a:gd name="connsiteY563" fmla="*/ 2937427 h 5333466"/>
              <a:gd name="connsiteX564" fmla="*/ 8639172 w 11235156"/>
              <a:gd name="connsiteY564" fmla="*/ 2927621 h 5333466"/>
              <a:gd name="connsiteX565" fmla="*/ 8620519 w 11235156"/>
              <a:gd name="connsiteY565" fmla="*/ 2929859 h 5333466"/>
              <a:gd name="connsiteX566" fmla="*/ 8532725 w 11235156"/>
              <a:gd name="connsiteY566" fmla="*/ 2934071 h 5333466"/>
              <a:gd name="connsiteX567" fmla="*/ 8500809 w 11235156"/>
              <a:gd name="connsiteY567" fmla="*/ 2948426 h 5333466"/>
              <a:gd name="connsiteX568" fmla="*/ 8526594 w 11235156"/>
              <a:gd name="connsiteY568" fmla="*/ 2970599 h 5333466"/>
              <a:gd name="connsiteX569" fmla="*/ 8533310 w 11235156"/>
              <a:gd name="connsiteY569" fmla="*/ 2974004 h 5333466"/>
              <a:gd name="connsiteX570" fmla="*/ 8552883 w 11235156"/>
              <a:gd name="connsiteY570" fmla="*/ 3049557 h 5333466"/>
              <a:gd name="connsiteX571" fmla="*/ 8517065 w 11235156"/>
              <a:gd name="connsiteY571" fmla="*/ 3013850 h 5333466"/>
              <a:gd name="connsiteX572" fmla="*/ 8468569 w 11235156"/>
              <a:gd name="connsiteY572" fmla="*/ 3030193 h 5333466"/>
              <a:gd name="connsiteX573" fmla="*/ 8457210 w 11235156"/>
              <a:gd name="connsiteY573" fmla="*/ 3023134 h 5333466"/>
              <a:gd name="connsiteX574" fmla="*/ 8459862 w 11235156"/>
              <a:gd name="connsiteY574" fmla="*/ 3010184 h 5333466"/>
              <a:gd name="connsiteX575" fmla="*/ 8457621 w 11235156"/>
              <a:gd name="connsiteY575" fmla="*/ 2991504 h 5333466"/>
              <a:gd name="connsiteX576" fmla="*/ 8445435 w 11235156"/>
              <a:gd name="connsiteY576" fmla="*/ 2995071 h 5333466"/>
              <a:gd name="connsiteX577" fmla="*/ 8427361 w 11235156"/>
              <a:gd name="connsiteY577" fmla="*/ 2984605 h 5333466"/>
              <a:gd name="connsiteX578" fmla="*/ 8423795 w 11235156"/>
              <a:gd name="connsiteY578" fmla="*/ 2972401 h 5333466"/>
              <a:gd name="connsiteX579" fmla="*/ 8319009 w 11235156"/>
              <a:gd name="connsiteY579" fmla="*/ 3010234 h 5333466"/>
              <a:gd name="connsiteX580" fmla="*/ 8314614 w 11235156"/>
              <a:gd name="connsiteY580" fmla="*/ 3008655 h 5333466"/>
              <a:gd name="connsiteX581" fmla="*/ 8174591 w 11235156"/>
              <a:gd name="connsiteY581" fmla="*/ 2998078 h 5333466"/>
              <a:gd name="connsiteX582" fmla="*/ 8139439 w 11235156"/>
              <a:gd name="connsiteY582" fmla="*/ 2985451 h 5333466"/>
              <a:gd name="connsiteX583" fmla="*/ 8099146 w 11235156"/>
              <a:gd name="connsiteY583" fmla="*/ 2965018 h 5333466"/>
              <a:gd name="connsiteX584" fmla="*/ 8019144 w 11235156"/>
              <a:gd name="connsiteY584" fmla="*/ 2964087 h 5333466"/>
              <a:gd name="connsiteX585" fmla="*/ 8003976 w 11235156"/>
              <a:gd name="connsiteY585" fmla="*/ 2995382 h 5333466"/>
              <a:gd name="connsiteX586" fmla="*/ 8008040 w 11235156"/>
              <a:gd name="connsiteY586" fmla="*/ 3011737 h 5333466"/>
              <a:gd name="connsiteX587" fmla="*/ 8003733 w 11235156"/>
              <a:gd name="connsiteY587" fmla="*/ 3045940 h 5333466"/>
              <a:gd name="connsiteX588" fmla="*/ 7999507 w 11235156"/>
              <a:gd name="connsiteY588" fmla="*/ 3063291 h 5333466"/>
              <a:gd name="connsiteX589" fmla="*/ 7983505 w 11235156"/>
              <a:gd name="connsiteY589" fmla="*/ 3052577 h 5333466"/>
              <a:gd name="connsiteX590" fmla="*/ 7959376 w 11235156"/>
              <a:gd name="connsiteY590" fmla="*/ 3009153 h 5333466"/>
              <a:gd name="connsiteX591" fmla="*/ 7874893 w 11235156"/>
              <a:gd name="connsiteY591" fmla="*/ 2970861 h 5333466"/>
              <a:gd name="connsiteX592" fmla="*/ 7819184 w 11235156"/>
              <a:gd name="connsiteY592" fmla="*/ 2979647 h 5333466"/>
              <a:gd name="connsiteX593" fmla="*/ 7774248 w 11235156"/>
              <a:gd name="connsiteY593" fmla="*/ 2955561 h 5333466"/>
              <a:gd name="connsiteX594" fmla="*/ 7766537 w 11235156"/>
              <a:gd name="connsiteY594" fmla="*/ 2943853 h 5333466"/>
              <a:gd name="connsiteX595" fmla="*/ 7745319 w 11235156"/>
              <a:gd name="connsiteY595" fmla="*/ 2994823 h 5333466"/>
              <a:gd name="connsiteX596" fmla="*/ 7722521 w 11235156"/>
              <a:gd name="connsiteY596" fmla="*/ 2997557 h 5333466"/>
              <a:gd name="connsiteX597" fmla="*/ 7686292 w 11235156"/>
              <a:gd name="connsiteY597" fmla="*/ 2993480 h 5333466"/>
              <a:gd name="connsiteX598" fmla="*/ 7637547 w 11235156"/>
              <a:gd name="connsiteY598" fmla="*/ 3007749 h 5333466"/>
              <a:gd name="connsiteX599" fmla="*/ 7557377 w 11235156"/>
              <a:gd name="connsiteY599" fmla="*/ 2987887 h 5333466"/>
              <a:gd name="connsiteX600" fmla="*/ 7504487 w 11235156"/>
              <a:gd name="connsiteY600" fmla="*/ 3002653 h 5333466"/>
              <a:gd name="connsiteX601" fmla="*/ 7445708 w 11235156"/>
              <a:gd name="connsiteY601" fmla="*/ 3003386 h 5333466"/>
              <a:gd name="connsiteX602" fmla="*/ 7412298 w 11235156"/>
              <a:gd name="connsiteY602" fmla="*/ 3005287 h 5333466"/>
              <a:gd name="connsiteX603" fmla="*/ 7408403 w 11235156"/>
              <a:gd name="connsiteY603" fmla="*/ 3007860 h 5333466"/>
              <a:gd name="connsiteX604" fmla="*/ 7385106 w 11235156"/>
              <a:gd name="connsiteY604" fmla="*/ 3006443 h 5333466"/>
              <a:gd name="connsiteX605" fmla="*/ 7376648 w 11235156"/>
              <a:gd name="connsiteY605" fmla="*/ 2988509 h 5333466"/>
              <a:gd name="connsiteX606" fmla="*/ 7330138 w 11235156"/>
              <a:gd name="connsiteY606" fmla="*/ 2968822 h 5333466"/>
              <a:gd name="connsiteX607" fmla="*/ 7279040 w 11235156"/>
              <a:gd name="connsiteY607" fmla="*/ 2987583 h 5333466"/>
              <a:gd name="connsiteX608" fmla="*/ 7276910 w 11235156"/>
              <a:gd name="connsiteY608" fmla="*/ 2988666 h 5333466"/>
              <a:gd name="connsiteX609" fmla="*/ 7279854 w 11235156"/>
              <a:gd name="connsiteY609" fmla="*/ 3007526 h 5333466"/>
              <a:gd name="connsiteX610" fmla="*/ 7265230 w 11235156"/>
              <a:gd name="connsiteY610" fmla="*/ 3030931 h 5333466"/>
              <a:gd name="connsiteX611" fmla="*/ 7271065 w 11235156"/>
              <a:gd name="connsiteY611" fmla="*/ 3041285 h 5333466"/>
              <a:gd name="connsiteX612" fmla="*/ 7257553 w 11235156"/>
              <a:gd name="connsiteY612" fmla="*/ 3044803 h 5333466"/>
              <a:gd name="connsiteX613" fmla="*/ 7247516 w 11235156"/>
              <a:gd name="connsiteY613" fmla="*/ 3043554 h 5333466"/>
              <a:gd name="connsiteX614" fmla="*/ 7235077 w 11235156"/>
              <a:gd name="connsiteY614" fmla="*/ 3053945 h 5333466"/>
              <a:gd name="connsiteX615" fmla="*/ 7224226 w 11235156"/>
              <a:gd name="connsiteY615" fmla="*/ 3065495 h 5333466"/>
              <a:gd name="connsiteX616" fmla="*/ 7194543 w 11235156"/>
              <a:gd name="connsiteY616" fmla="*/ 3064498 h 5333466"/>
              <a:gd name="connsiteX617" fmla="*/ 7166876 w 11235156"/>
              <a:gd name="connsiteY617" fmla="*/ 3067410 h 5333466"/>
              <a:gd name="connsiteX618" fmla="*/ 7158900 w 11235156"/>
              <a:gd name="connsiteY618" fmla="*/ 3088369 h 5333466"/>
              <a:gd name="connsiteX619" fmla="*/ 7154697 w 11235156"/>
              <a:gd name="connsiteY619" fmla="*/ 3097473 h 5333466"/>
              <a:gd name="connsiteX620" fmla="*/ 7121795 w 11235156"/>
              <a:gd name="connsiteY620" fmla="*/ 3075857 h 5333466"/>
              <a:gd name="connsiteX621" fmla="*/ 7112570 w 11235156"/>
              <a:gd name="connsiteY621" fmla="*/ 3061808 h 5333466"/>
              <a:gd name="connsiteX622" fmla="*/ 7097262 w 11235156"/>
              <a:gd name="connsiteY622" fmla="*/ 3059446 h 5333466"/>
              <a:gd name="connsiteX623" fmla="*/ 7088766 w 11235156"/>
              <a:gd name="connsiteY623" fmla="*/ 3061061 h 5333466"/>
              <a:gd name="connsiteX624" fmla="*/ 7087097 w 11235156"/>
              <a:gd name="connsiteY624" fmla="*/ 3065608 h 5333466"/>
              <a:gd name="connsiteX625" fmla="*/ 7079589 w 11235156"/>
              <a:gd name="connsiteY625" fmla="*/ 3067494 h 5333466"/>
              <a:gd name="connsiteX626" fmla="*/ 7080271 w 11235156"/>
              <a:gd name="connsiteY626" fmla="*/ 3071075 h 5333466"/>
              <a:gd name="connsiteX627" fmla="*/ 7079458 w 11235156"/>
              <a:gd name="connsiteY627" fmla="*/ 3083876 h 5333466"/>
              <a:gd name="connsiteX628" fmla="*/ 7066591 w 11235156"/>
              <a:gd name="connsiteY628" fmla="*/ 3091517 h 5333466"/>
              <a:gd name="connsiteX629" fmla="*/ 7046166 w 11235156"/>
              <a:gd name="connsiteY629" fmla="*/ 3081153 h 5333466"/>
              <a:gd name="connsiteX630" fmla="*/ 7027259 w 11235156"/>
              <a:gd name="connsiteY630" fmla="*/ 3082421 h 5333466"/>
              <a:gd name="connsiteX631" fmla="*/ 7023450 w 11235156"/>
              <a:gd name="connsiteY631" fmla="*/ 3095875 h 5333466"/>
              <a:gd name="connsiteX632" fmla="*/ 7022583 w 11235156"/>
              <a:gd name="connsiteY632" fmla="*/ 3121506 h 5333466"/>
              <a:gd name="connsiteX633" fmla="*/ 7005169 w 11235156"/>
              <a:gd name="connsiteY633" fmla="*/ 3081487 h 5333466"/>
              <a:gd name="connsiteX634" fmla="*/ 7005789 w 11235156"/>
              <a:gd name="connsiteY634" fmla="*/ 3079236 h 5333466"/>
              <a:gd name="connsiteX635" fmla="*/ 6999586 w 11235156"/>
              <a:gd name="connsiteY635" fmla="*/ 3076633 h 5333466"/>
              <a:gd name="connsiteX636" fmla="*/ 6978865 w 11235156"/>
              <a:gd name="connsiteY636" fmla="*/ 3065919 h 5333466"/>
              <a:gd name="connsiteX637" fmla="*/ 6966128 w 11235156"/>
              <a:gd name="connsiteY637" fmla="*/ 3065246 h 5333466"/>
              <a:gd name="connsiteX638" fmla="*/ 6963800 w 11235156"/>
              <a:gd name="connsiteY638" fmla="*/ 3069605 h 5333466"/>
              <a:gd name="connsiteX639" fmla="*/ 6926580 w 11235156"/>
              <a:gd name="connsiteY639" fmla="*/ 3109861 h 5333466"/>
              <a:gd name="connsiteX640" fmla="*/ 6918209 w 11235156"/>
              <a:gd name="connsiteY640" fmla="*/ 3127708 h 5333466"/>
              <a:gd name="connsiteX641" fmla="*/ 6908680 w 11235156"/>
              <a:gd name="connsiteY641" fmla="*/ 3170960 h 5333466"/>
              <a:gd name="connsiteX642" fmla="*/ 6900471 w 11235156"/>
              <a:gd name="connsiteY642" fmla="*/ 3155101 h 5333466"/>
              <a:gd name="connsiteX643" fmla="*/ 6853381 w 11235156"/>
              <a:gd name="connsiteY643" fmla="*/ 3148116 h 5333466"/>
              <a:gd name="connsiteX644" fmla="*/ 6794522 w 11235156"/>
              <a:gd name="connsiteY644" fmla="*/ 3165702 h 5333466"/>
              <a:gd name="connsiteX645" fmla="*/ 6747681 w 11235156"/>
              <a:gd name="connsiteY645" fmla="*/ 3160793 h 5333466"/>
              <a:gd name="connsiteX646" fmla="*/ 6677627 w 11235156"/>
              <a:gd name="connsiteY646" fmla="*/ 3150773 h 5333466"/>
              <a:gd name="connsiteX647" fmla="*/ 6614638 w 11235156"/>
              <a:gd name="connsiteY647" fmla="*/ 3132511 h 5333466"/>
              <a:gd name="connsiteX648" fmla="*/ 6608124 w 11235156"/>
              <a:gd name="connsiteY648" fmla="*/ 3141627 h 5333466"/>
              <a:gd name="connsiteX649" fmla="*/ 6598484 w 11235156"/>
              <a:gd name="connsiteY649" fmla="*/ 3146300 h 5333466"/>
              <a:gd name="connsiteX650" fmla="*/ 6588616 w 11235156"/>
              <a:gd name="connsiteY650" fmla="*/ 3128128 h 5333466"/>
              <a:gd name="connsiteX651" fmla="*/ 6578150 w 11235156"/>
              <a:gd name="connsiteY651" fmla="*/ 3124130 h 5333466"/>
              <a:gd name="connsiteX652" fmla="*/ 6572144 w 11235156"/>
              <a:gd name="connsiteY652" fmla="*/ 3130700 h 5333466"/>
              <a:gd name="connsiteX653" fmla="*/ 6557520 w 11235156"/>
              <a:gd name="connsiteY653" fmla="*/ 3154105 h 5333466"/>
              <a:gd name="connsiteX654" fmla="*/ 6554605 w 11235156"/>
              <a:gd name="connsiteY654" fmla="*/ 3171458 h 5333466"/>
              <a:gd name="connsiteX655" fmla="*/ 6565072 w 11235156"/>
              <a:gd name="connsiteY655" fmla="*/ 3175456 h 5333466"/>
              <a:gd name="connsiteX656" fmla="*/ 6683506 w 11235156"/>
              <a:gd name="connsiteY656" fmla="*/ 3186534 h 5333466"/>
              <a:gd name="connsiteX657" fmla="*/ 6774918 w 11235156"/>
              <a:gd name="connsiteY657" fmla="*/ 3204648 h 5333466"/>
              <a:gd name="connsiteX658" fmla="*/ 6817903 w 11235156"/>
              <a:gd name="connsiteY658" fmla="*/ 3245812 h 5333466"/>
              <a:gd name="connsiteX659" fmla="*/ 6847457 w 11235156"/>
              <a:gd name="connsiteY659" fmla="*/ 3236973 h 5333466"/>
              <a:gd name="connsiteX660" fmla="*/ 6855736 w 11235156"/>
              <a:gd name="connsiteY660" fmla="*/ 3253986 h 5333466"/>
              <a:gd name="connsiteX661" fmla="*/ 6876370 w 11235156"/>
              <a:gd name="connsiteY661" fmla="*/ 3269070 h 5333466"/>
              <a:gd name="connsiteX662" fmla="*/ 6892498 w 11235156"/>
              <a:gd name="connsiteY662" fmla="*/ 3255287 h 5333466"/>
              <a:gd name="connsiteX663" fmla="*/ 6899830 w 11235156"/>
              <a:gd name="connsiteY663" fmla="*/ 3230204 h 5333466"/>
              <a:gd name="connsiteX664" fmla="*/ 6918578 w 11235156"/>
              <a:gd name="connsiteY664" fmla="*/ 3251215 h 5333466"/>
              <a:gd name="connsiteX665" fmla="*/ 6940370 w 11235156"/>
              <a:gd name="connsiteY665" fmla="*/ 3264710 h 5333466"/>
              <a:gd name="connsiteX666" fmla="*/ 6933298 w 11235156"/>
              <a:gd name="connsiteY666" fmla="*/ 3309465 h 5333466"/>
              <a:gd name="connsiteX667" fmla="*/ 6913780 w 11235156"/>
              <a:gd name="connsiteY667" fmla="*/ 3319554 h 5333466"/>
              <a:gd name="connsiteX668" fmla="*/ 6903399 w 11235156"/>
              <a:gd name="connsiteY668" fmla="*/ 3307093 h 5333466"/>
              <a:gd name="connsiteX669" fmla="*/ 6893876 w 11235156"/>
              <a:gd name="connsiteY669" fmla="*/ 3300131 h 5333466"/>
              <a:gd name="connsiteX670" fmla="*/ 6855613 w 11235156"/>
              <a:gd name="connsiteY670" fmla="*/ 3289208 h 5333466"/>
              <a:gd name="connsiteX671" fmla="*/ 6825200 w 11235156"/>
              <a:gd name="connsiteY671" fmla="*/ 3292549 h 5333466"/>
              <a:gd name="connsiteX672" fmla="*/ 6816320 w 11235156"/>
              <a:gd name="connsiteY672" fmla="*/ 3289711 h 5333466"/>
              <a:gd name="connsiteX673" fmla="*/ 6806582 w 11235156"/>
              <a:gd name="connsiteY673" fmla="*/ 3281375 h 5333466"/>
              <a:gd name="connsiteX674" fmla="*/ 6735206 w 11235156"/>
              <a:gd name="connsiteY674" fmla="*/ 3292520 h 5333466"/>
              <a:gd name="connsiteX675" fmla="*/ 6698574 w 11235156"/>
              <a:gd name="connsiteY675" fmla="*/ 3301055 h 5333466"/>
              <a:gd name="connsiteX676" fmla="*/ 6667175 w 11235156"/>
              <a:gd name="connsiteY676" fmla="*/ 3289061 h 5333466"/>
              <a:gd name="connsiteX677" fmla="*/ 6652590 w 11235156"/>
              <a:gd name="connsiteY677" fmla="*/ 3285705 h 5333466"/>
              <a:gd name="connsiteX678" fmla="*/ 6649675 w 11235156"/>
              <a:gd name="connsiteY678" fmla="*/ 3303058 h 5333466"/>
              <a:gd name="connsiteX679" fmla="*/ 6654782 w 11235156"/>
              <a:gd name="connsiteY679" fmla="*/ 3317750 h 5333466"/>
              <a:gd name="connsiteX680" fmla="*/ 6679233 w 11235156"/>
              <a:gd name="connsiteY680" fmla="*/ 3339278 h 5333466"/>
              <a:gd name="connsiteX681" fmla="*/ 6752457 w 11235156"/>
              <a:gd name="connsiteY681" fmla="*/ 3348966 h 5333466"/>
              <a:gd name="connsiteX682" fmla="*/ 6761810 w 11235156"/>
              <a:gd name="connsiteY682" fmla="*/ 3372852 h 5333466"/>
              <a:gd name="connsiteX683" fmla="*/ 6760866 w 11235156"/>
              <a:gd name="connsiteY683" fmla="*/ 3375816 h 5333466"/>
              <a:gd name="connsiteX684" fmla="*/ 6743413 w 11235156"/>
              <a:gd name="connsiteY684" fmla="*/ 3408112 h 5333466"/>
              <a:gd name="connsiteX685" fmla="*/ 6732001 w 11235156"/>
              <a:gd name="connsiteY685" fmla="*/ 3407078 h 5333466"/>
              <a:gd name="connsiteX686" fmla="*/ 6744096 w 11235156"/>
              <a:gd name="connsiteY686" fmla="*/ 3385475 h 5333466"/>
              <a:gd name="connsiteX687" fmla="*/ 6728438 w 11235156"/>
              <a:gd name="connsiteY687" fmla="*/ 3375247 h 5333466"/>
              <a:gd name="connsiteX688" fmla="*/ 6723078 w 11235156"/>
              <a:gd name="connsiteY688" fmla="*/ 3385941 h 5333466"/>
              <a:gd name="connsiteX689" fmla="*/ 6695156 w 11235156"/>
              <a:gd name="connsiteY689" fmla="*/ 3414238 h 5333466"/>
              <a:gd name="connsiteX690" fmla="*/ 6636134 w 11235156"/>
              <a:gd name="connsiteY690" fmla="*/ 3423454 h 5333466"/>
              <a:gd name="connsiteX691" fmla="*/ 6604389 w 11235156"/>
              <a:gd name="connsiteY691" fmla="*/ 3400249 h 5333466"/>
              <a:gd name="connsiteX692" fmla="*/ 6603744 w 11235156"/>
              <a:gd name="connsiteY692" fmla="*/ 3396125 h 5333466"/>
              <a:gd name="connsiteX693" fmla="*/ 6600440 w 11235156"/>
              <a:gd name="connsiteY693" fmla="*/ 3383968 h 5333466"/>
              <a:gd name="connsiteX694" fmla="*/ 6583240 w 11235156"/>
              <a:gd name="connsiteY694" fmla="*/ 3390877 h 5333466"/>
              <a:gd name="connsiteX695" fmla="*/ 6578738 w 11235156"/>
              <a:gd name="connsiteY695" fmla="*/ 3407069 h 5333466"/>
              <a:gd name="connsiteX696" fmla="*/ 6560166 w 11235156"/>
              <a:gd name="connsiteY696" fmla="*/ 3414194 h 5333466"/>
              <a:gd name="connsiteX697" fmla="*/ 6556217 w 11235156"/>
              <a:gd name="connsiteY697" fmla="*/ 3397913 h 5333466"/>
              <a:gd name="connsiteX698" fmla="*/ 6559262 w 11235156"/>
              <a:gd name="connsiteY698" fmla="*/ 3390397 h 5333466"/>
              <a:gd name="connsiteX699" fmla="*/ 6557760 w 11235156"/>
              <a:gd name="connsiteY699" fmla="*/ 3380775 h 5333466"/>
              <a:gd name="connsiteX700" fmla="*/ 6549953 w 11235156"/>
              <a:gd name="connsiteY700" fmla="*/ 3384810 h 5333466"/>
              <a:gd name="connsiteX701" fmla="*/ 6540175 w 11235156"/>
              <a:gd name="connsiteY701" fmla="*/ 3403234 h 5333466"/>
              <a:gd name="connsiteX702" fmla="*/ 6506204 w 11235156"/>
              <a:gd name="connsiteY702" fmla="*/ 3419803 h 5333466"/>
              <a:gd name="connsiteX703" fmla="*/ 6479352 w 11235156"/>
              <a:gd name="connsiteY703" fmla="*/ 3409915 h 5333466"/>
              <a:gd name="connsiteX704" fmla="*/ 6461936 w 11235156"/>
              <a:gd name="connsiteY704" fmla="*/ 3415450 h 5333466"/>
              <a:gd name="connsiteX705" fmla="*/ 6439805 w 11235156"/>
              <a:gd name="connsiteY705" fmla="*/ 3435802 h 5333466"/>
              <a:gd name="connsiteX706" fmla="*/ 6418572 w 11235156"/>
              <a:gd name="connsiteY706" fmla="*/ 3434894 h 5333466"/>
              <a:gd name="connsiteX707" fmla="*/ 6298980 w 11235156"/>
              <a:gd name="connsiteY707" fmla="*/ 3425405 h 5333466"/>
              <a:gd name="connsiteX708" fmla="*/ 6280492 w 11235156"/>
              <a:gd name="connsiteY708" fmla="*/ 3424067 h 5333466"/>
              <a:gd name="connsiteX709" fmla="*/ 6234851 w 11235156"/>
              <a:gd name="connsiteY709" fmla="*/ 3419928 h 5333466"/>
              <a:gd name="connsiteX710" fmla="*/ 6173987 w 11235156"/>
              <a:gd name="connsiteY710" fmla="*/ 3453369 h 5333466"/>
              <a:gd name="connsiteX711" fmla="*/ 6145292 w 11235156"/>
              <a:gd name="connsiteY711" fmla="*/ 3467707 h 5333466"/>
              <a:gd name="connsiteX712" fmla="*/ 6034149 w 11235156"/>
              <a:gd name="connsiteY712" fmla="*/ 3458306 h 5333466"/>
              <a:gd name="connsiteX713" fmla="*/ 6015362 w 11235156"/>
              <a:gd name="connsiteY713" fmla="*/ 3464055 h 5333466"/>
              <a:gd name="connsiteX714" fmla="*/ 6008201 w 11235156"/>
              <a:gd name="connsiteY714" fmla="*/ 3472215 h 5333466"/>
              <a:gd name="connsiteX715" fmla="*/ 6005370 w 11235156"/>
              <a:gd name="connsiteY715" fmla="*/ 3481105 h 5333466"/>
              <a:gd name="connsiteX716" fmla="*/ 6023774 w 11235156"/>
              <a:gd name="connsiteY716" fmla="*/ 3490905 h 5333466"/>
              <a:gd name="connsiteX717" fmla="*/ 6038702 w 11235156"/>
              <a:gd name="connsiteY717" fmla="*/ 3505471 h 5333466"/>
              <a:gd name="connsiteX718" fmla="*/ 6024033 w 11235156"/>
              <a:gd name="connsiteY718" fmla="*/ 3510578 h 5333466"/>
              <a:gd name="connsiteX719" fmla="*/ 5996620 w 11235156"/>
              <a:gd name="connsiteY719" fmla="*/ 3488103 h 5333466"/>
              <a:gd name="connsiteX720" fmla="*/ 5901092 w 11235156"/>
              <a:gd name="connsiteY720" fmla="*/ 3470633 h 5333466"/>
              <a:gd name="connsiteX721" fmla="*/ 5873125 w 11235156"/>
              <a:gd name="connsiteY721" fmla="*/ 3480631 h 5333466"/>
              <a:gd name="connsiteX722" fmla="*/ 5862229 w 11235156"/>
              <a:gd name="connsiteY722" fmla="*/ 3473885 h 5333466"/>
              <a:gd name="connsiteX723" fmla="*/ 5842453 w 11235156"/>
              <a:gd name="connsiteY723" fmla="*/ 3464300 h 5333466"/>
              <a:gd name="connsiteX724" fmla="*/ 5774896 w 11235156"/>
              <a:gd name="connsiteY724" fmla="*/ 3481888 h 5333466"/>
              <a:gd name="connsiteX725" fmla="*/ 5680060 w 11235156"/>
              <a:gd name="connsiteY725" fmla="*/ 3531898 h 5333466"/>
              <a:gd name="connsiteX726" fmla="*/ 5678258 w 11235156"/>
              <a:gd name="connsiteY726" fmla="*/ 3529364 h 5333466"/>
              <a:gd name="connsiteX727" fmla="*/ 5681603 w 11235156"/>
              <a:gd name="connsiteY727" fmla="*/ 3514760 h 5333466"/>
              <a:gd name="connsiteX728" fmla="*/ 5666029 w 11235156"/>
              <a:gd name="connsiteY728" fmla="*/ 3496070 h 5333466"/>
              <a:gd name="connsiteX729" fmla="*/ 5647802 w 11235156"/>
              <a:gd name="connsiteY729" fmla="*/ 3514405 h 5333466"/>
              <a:gd name="connsiteX730" fmla="*/ 5644243 w 11235156"/>
              <a:gd name="connsiteY730" fmla="*/ 3527635 h 5333466"/>
              <a:gd name="connsiteX731" fmla="*/ 5625924 w 11235156"/>
              <a:gd name="connsiteY731" fmla="*/ 3509372 h 5333466"/>
              <a:gd name="connsiteX732" fmla="*/ 5618288 w 11235156"/>
              <a:gd name="connsiteY732" fmla="*/ 3496484 h 5333466"/>
              <a:gd name="connsiteX733" fmla="*/ 5562051 w 11235156"/>
              <a:gd name="connsiteY733" fmla="*/ 3478510 h 5333466"/>
              <a:gd name="connsiteX734" fmla="*/ 5518127 w 11235156"/>
              <a:gd name="connsiteY734" fmla="*/ 3485368 h 5333466"/>
              <a:gd name="connsiteX735" fmla="*/ 5502514 w 11235156"/>
              <a:gd name="connsiteY735" fmla="*/ 3493439 h 5333466"/>
              <a:gd name="connsiteX736" fmla="*/ 5468927 w 11235156"/>
              <a:gd name="connsiteY736" fmla="*/ 3494458 h 5333466"/>
              <a:gd name="connsiteX737" fmla="*/ 5448937 w 11235156"/>
              <a:gd name="connsiteY737" fmla="*/ 3483499 h 5333466"/>
              <a:gd name="connsiteX738" fmla="*/ 5432550 w 11235156"/>
              <a:gd name="connsiteY738" fmla="*/ 3477608 h 5333466"/>
              <a:gd name="connsiteX739" fmla="*/ 5411233 w 11235156"/>
              <a:gd name="connsiteY739" fmla="*/ 3485161 h 5333466"/>
              <a:gd name="connsiteX740" fmla="*/ 5387129 w 11235156"/>
              <a:gd name="connsiteY740" fmla="*/ 3519904 h 5333466"/>
              <a:gd name="connsiteX741" fmla="*/ 5386960 w 11235156"/>
              <a:gd name="connsiteY741" fmla="*/ 3536827 h 5333466"/>
              <a:gd name="connsiteX742" fmla="*/ 5312704 w 11235156"/>
              <a:gd name="connsiteY742" fmla="*/ 3493505 h 5333466"/>
              <a:gd name="connsiteX743" fmla="*/ 5290443 w 11235156"/>
              <a:gd name="connsiteY743" fmla="*/ 3504021 h 5333466"/>
              <a:gd name="connsiteX744" fmla="*/ 5286798 w 11235156"/>
              <a:gd name="connsiteY744" fmla="*/ 3525712 h 5333466"/>
              <a:gd name="connsiteX745" fmla="*/ 5302328 w 11235156"/>
              <a:gd name="connsiteY745" fmla="*/ 3526103 h 5333466"/>
              <a:gd name="connsiteX746" fmla="*/ 5315539 w 11235156"/>
              <a:gd name="connsiteY746" fmla="*/ 3529673 h 5333466"/>
              <a:gd name="connsiteX747" fmla="*/ 5311037 w 11235156"/>
              <a:gd name="connsiteY747" fmla="*/ 3545865 h 5333466"/>
              <a:gd name="connsiteX748" fmla="*/ 5293837 w 11235156"/>
              <a:gd name="connsiteY748" fmla="*/ 3552775 h 5333466"/>
              <a:gd name="connsiteX749" fmla="*/ 5276851 w 11235156"/>
              <a:gd name="connsiteY749" fmla="*/ 3561060 h 5333466"/>
              <a:gd name="connsiteX750" fmla="*/ 5306451 w 11235156"/>
              <a:gd name="connsiteY750" fmla="*/ 3570520 h 5333466"/>
              <a:gd name="connsiteX751" fmla="*/ 5390868 w 11235156"/>
              <a:gd name="connsiteY751" fmla="*/ 3579869 h 5333466"/>
              <a:gd name="connsiteX752" fmla="*/ 5443756 w 11235156"/>
              <a:gd name="connsiteY752" fmla="*/ 3567386 h 5333466"/>
              <a:gd name="connsiteX753" fmla="*/ 5460659 w 11235156"/>
              <a:gd name="connsiteY753" fmla="*/ 3567564 h 5333466"/>
              <a:gd name="connsiteX754" fmla="*/ 5498836 w 11235156"/>
              <a:gd name="connsiteY754" fmla="*/ 3586948 h 5333466"/>
              <a:gd name="connsiteX755" fmla="*/ 5519211 w 11235156"/>
              <a:gd name="connsiteY755" fmla="*/ 3582359 h 5333466"/>
              <a:gd name="connsiteX756" fmla="*/ 5562061 w 11235156"/>
              <a:gd name="connsiteY756" fmla="*/ 3568628 h 5333466"/>
              <a:gd name="connsiteX757" fmla="*/ 5603799 w 11235156"/>
              <a:gd name="connsiteY757" fmla="*/ 3574784 h 5333466"/>
              <a:gd name="connsiteX758" fmla="*/ 5618983 w 11235156"/>
              <a:gd name="connsiteY758" fmla="*/ 3563964 h 5333466"/>
              <a:gd name="connsiteX759" fmla="*/ 5628245 w 11235156"/>
              <a:gd name="connsiteY759" fmla="*/ 3551253 h 5333466"/>
              <a:gd name="connsiteX760" fmla="*/ 5646350 w 11235156"/>
              <a:gd name="connsiteY760" fmla="*/ 3568141 h 5333466"/>
              <a:gd name="connsiteX761" fmla="*/ 5667841 w 11235156"/>
              <a:gd name="connsiteY761" fmla="*/ 3588722 h 5333466"/>
              <a:gd name="connsiteX762" fmla="*/ 5703100 w 11235156"/>
              <a:gd name="connsiteY762" fmla="*/ 3580401 h 5333466"/>
              <a:gd name="connsiteX763" fmla="*/ 5754531 w 11235156"/>
              <a:gd name="connsiteY763" fmla="*/ 3576596 h 5333466"/>
              <a:gd name="connsiteX764" fmla="*/ 5771477 w 11235156"/>
              <a:gd name="connsiteY764" fmla="*/ 3595072 h 5333466"/>
              <a:gd name="connsiteX765" fmla="*/ 5787992 w 11235156"/>
              <a:gd name="connsiteY765" fmla="*/ 3610798 h 5333466"/>
              <a:gd name="connsiteX766" fmla="*/ 5886995 w 11235156"/>
              <a:gd name="connsiteY766" fmla="*/ 3623502 h 5333466"/>
              <a:gd name="connsiteX767" fmla="*/ 5937224 w 11235156"/>
              <a:gd name="connsiteY767" fmla="*/ 3602987 h 5333466"/>
              <a:gd name="connsiteX768" fmla="*/ 5939969 w 11235156"/>
              <a:gd name="connsiteY768" fmla="*/ 3602558 h 5333466"/>
              <a:gd name="connsiteX769" fmla="*/ 5949407 w 11235156"/>
              <a:gd name="connsiteY769" fmla="*/ 3617982 h 5333466"/>
              <a:gd name="connsiteX770" fmla="*/ 5963518 w 11235156"/>
              <a:gd name="connsiteY770" fmla="*/ 3600289 h 5333466"/>
              <a:gd name="connsiteX771" fmla="*/ 5966778 w 11235156"/>
              <a:gd name="connsiteY771" fmla="*/ 3594148 h 5333466"/>
              <a:gd name="connsiteX772" fmla="*/ 5974623 w 11235156"/>
              <a:gd name="connsiteY772" fmla="*/ 3563353 h 5333466"/>
              <a:gd name="connsiteX773" fmla="*/ 5988864 w 11235156"/>
              <a:gd name="connsiteY773" fmla="*/ 3555497 h 5333466"/>
              <a:gd name="connsiteX774" fmla="*/ 5997658 w 11235156"/>
              <a:gd name="connsiteY774" fmla="*/ 3566796 h 5333466"/>
              <a:gd name="connsiteX775" fmla="*/ 6005600 w 11235156"/>
              <a:gd name="connsiteY775" fmla="*/ 3617657 h 5333466"/>
              <a:gd name="connsiteX776" fmla="*/ 6020185 w 11235156"/>
              <a:gd name="connsiteY776" fmla="*/ 3621012 h 5333466"/>
              <a:gd name="connsiteX777" fmla="*/ 6063120 w 11235156"/>
              <a:gd name="connsiteY777" fmla="*/ 3598819 h 5333466"/>
              <a:gd name="connsiteX778" fmla="*/ 6074530 w 11235156"/>
              <a:gd name="connsiteY778" fmla="*/ 3599853 h 5333466"/>
              <a:gd name="connsiteX779" fmla="*/ 6116397 w 11235156"/>
              <a:gd name="connsiteY779" fmla="*/ 3615846 h 5333466"/>
              <a:gd name="connsiteX780" fmla="*/ 6153718 w 11235156"/>
              <a:gd name="connsiteY780" fmla="*/ 3629733 h 5333466"/>
              <a:gd name="connsiteX781" fmla="*/ 6166929 w 11235156"/>
              <a:gd name="connsiteY781" fmla="*/ 3633302 h 5333466"/>
              <a:gd name="connsiteX782" fmla="*/ 6236848 w 11235156"/>
              <a:gd name="connsiteY782" fmla="*/ 3630834 h 5333466"/>
              <a:gd name="connsiteX783" fmla="*/ 6259024 w 11235156"/>
              <a:gd name="connsiteY783" fmla="*/ 3628780 h 5333466"/>
              <a:gd name="connsiteX784" fmla="*/ 6313200 w 11235156"/>
              <a:gd name="connsiteY784" fmla="*/ 3624545 h 5333466"/>
              <a:gd name="connsiteX785" fmla="*/ 6327355 w 11235156"/>
              <a:gd name="connsiteY785" fmla="*/ 3625151 h 5333466"/>
              <a:gd name="connsiteX786" fmla="*/ 6406928 w 11235156"/>
              <a:gd name="connsiteY786" fmla="*/ 3639481 h 5333466"/>
              <a:gd name="connsiteX787" fmla="*/ 6442700 w 11235156"/>
              <a:gd name="connsiteY787" fmla="*/ 3625447 h 5333466"/>
              <a:gd name="connsiteX788" fmla="*/ 6500479 w 11235156"/>
              <a:gd name="connsiteY788" fmla="*/ 3626282 h 5333466"/>
              <a:gd name="connsiteX789" fmla="*/ 6554746 w 11235156"/>
              <a:gd name="connsiteY789" fmla="*/ 3658644 h 5333466"/>
              <a:gd name="connsiteX790" fmla="*/ 6557191 w 11235156"/>
              <a:gd name="connsiteY790" fmla="*/ 3665303 h 5333466"/>
              <a:gd name="connsiteX791" fmla="*/ 6572934 w 11235156"/>
              <a:gd name="connsiteY791" fmla="*/ 3667069 h 5333466"/>
              <a:gd name="connsiteX792" fmla="*/ 6588202 w 11235156"/>
              <a:gd name="connsiteY792" fmla="*/ 3647788 h 5333466"/>
              <a:gd name="connsiteX793" fmla="*/ 6657821 w 11235156"/>
              <a:gd name="connsiteY793" fmla="*/ 3652407 h 5333466"/>
              <a:gd name="connsiteX794" fmla="*/ 6688838 w 11235156"/>
              <a:gd name="connsiteY794" fmla="*/ 3679951 h 5333466"/>
              <a:gd name="connsiteX795" fmla="*/ 6722170 w 11235156"/>
              <a:gd name="connsiteY795" fmla="*/ 3704317 h 5333466"/>
              <a:gd name="connsiteX796" fmla="*/ 6723538 w 11235156"/>
              <a:gd name="connsiteY796" fmla="*/ 3659044 h 5333466"/>
              <a:gd name="connsiteX797" fmla="*/ 6756395 w 11235156"/>
              <a:gd name="connsiteY797" fmla="*/ 3662363 h 5333466"/>
              <a:gd name="connsiteX798" fmla="*/ 6778357 w 11235156"/>
              <a:gd name="connsiteY798" fmla="*/ 3658933 h 5333466"/>
              <a:gd name="connsiteX799" fmla="*/ 6847890 w 11235156"/>
              <a:gd name="connsiteY799" fmla="*/ 3672014 h 5333466"/>
              <a:gd name="connsiteX800" fmla="*/ 7059324 w 11235156"/>
              <a:gd name="connsiteY800" fmla="*/ 3702367 h 5333466"/>
              <a:gd name="connsiteX801" fmla="*/ 7074337 w 11235156"/>
              <a:gd name="connsiteY801" fmla="*/ 3708471 h 5333466"/>
              <a:gd name="connsiteX802" fmla="*/ 7066875 w 11235156"/>
              <a:gd name="connsiteY802" fmla="*/ 3723717 h 5333466"/>
              <a:gd name="connsiteX803" fmla="*/ 7061729 w 11235156"/>
              <a:gd name="connsiteY803" fmla="*/ 3735786 h 5333466"/>
              <a:gd name="connsiteX804" fmla="*/ 7075800 w 11235156"/>
              <a:gd name="connsiteY804" fmla="*/ 3744854 h 5333466"/>
              <a:gd name="connsiteX805" fmla="*/ 7088153 w 11235156"/>
              <a:gd name="connsiteY805" fmla="*/ 3742925 h 5333466"/>
              <a:gd name="connsiteX806" fmla="*/ 7123287 w 11235156"/>
              <a:gd name="connsiteY806" fmla="*/ 3769826 h 5333466"/>
              <a:gd name="connsiteX807" fmla="*/ 7123762 w 11235156"/>
              <a:gd name="connsiteY807" fmla="*/ 3790874 h 5333466"/>
              <a:gd name="connsiteX808" fmla="*/ 7137618 w 11235156"/>
              <a:gd name="connsiteY808" fmla="*/ 3798567 h 5333466"/>
              <a:gd name="connsiteX809" fmla="*/ 7152842 w 11235156"/>
              <a:gd name="connsiteY809" fmla="*/ 3760987 h 5333466"/>
              <a:gd name="connsiteX810" fmla="*/ 7178367 w 11235156"/>
              <a:gd name="connsiteY810" fmla="*/ 3789388 h 5333466"/>
              <a:gd name="connsiteX811" fmla="*/ 7175627 w 11235156"/>
              <a:gd name="connsiteY811" fmla="*/ 3834876 h 5333466"/>
              <a:gd name="connsiteX812" fmla="*/ 7140882 w 11235156"/>
              <a:gd name="connsiteY812" fmla="*/ 3837484 h 5333466"/>
              <a:gd name="connsiteX813" fmla="*/ 7093439 w 11235156"/>
              <a:gd name="connsiteY813" fmla="*/ 3830811 h 5333466"/>
              <a:gd name="connsiteX814" fmla="*/ 7061869 w 11235156"/>
              <a:gd name="connsiteY814" fmla="*/ 3835741 h 5333466"/>
              <a:gd name="connsiteX815" fmla="*/ 6930737 w 11235156"/>
              <a:gd name="connsiteY815" fmla="*/ 3815380 h 5333466"/>
              <a:gd name="connsiteX816" fmla="*/ 6903200 w 11235156"/>
              <a:gd name="connsiteY816" fmla="*/ 3828128 h 5333466"/>
              <a:gd name="connsiteX817" fmla="*/ 6901743 w 11235156"/>
              <a:gd name="connsiteY817" fmla="*/ 3836804 h 5333466"/>
              <a:gd name="connsiteX818" fmla="*/ 6892648 w 11235156"/>
              <a:gd name="connsiteY818" fmla="*/ 3832592 h 5333466"/>
              <a:gd name="connsiteX819" fmla="*/ 6887457 w 11235156"/>
              <a:gd name="connsiteY819" fmla="*/ 3826362 h 5333466"/>
              <a:gd name="connsiteX820" fmla="*/ 6870127 w 11235156"/>
              <a:gd name="connsiteY820" fmla="*/ 3823435 h 5333466"/>
              <a:gd name="connsiteX821" fmla="*/ 6877549 w 11235156"/>
              <a:gd name="connsiteY821" fmla="*/ 3834949 h 5333466"/>
              <a:gd name="connsiteX822" fmla="*/ 6879351 w 11235156"/>
              <a:gd name="connsiteY822" fmla="*/ 3837485 h 5333466"/>
              <a:gd name="connsiteX823" fmla="*/ 6882227 w 11235156"/>
              <a:gd name="connsiteY823" fmla="*/ 3846892 h 5333466"/>
              <a:gd name="connsiteX824" fmla="*/ 6872833 w 11235156"/>
              <a:gd name="connsiteY824" fmla="*/ 3849767 h 5333466"/>
              <a:gd name="connsiteX825" fmla="*/ 6832213 w 11235156"/>
              <a:gd name="connsiteY825" fmla="*/ 3868782 h 5333466"/>
              <a:gd name="connsiteX826" fmla="*/ 6825480 w 11235156"/>
              <a:gd name="connsiteY826" fmla="*/ 3879690 h 5333466"/>
              <a:gd name="connsiteX827" fmla="*/ 6858597 w 11235156"/>
              <a:gd name="connsiteY827" fmla="*/ 3902682 h 5333466"/>
              <a:gd name="connsiteX828" fmla="*/ 6939926 w 11235156"/>
              <a:gd name="connsiteY828" fmla="*/ 3901248 h 5333466"/>
              <a:gd name="connsiteX829" fmla="*/ 6967164 w 11235156"/>
              <a:gd name="connsiteY829" fmla="*/ 3895587 h 5333466"/>
              <a:gd name="connsiteX830" fmla="*/ 6979003 w 11235156"/>
              <a:gd name="connsiteY830" fmla="*/ 3899371 h 5333466"/>
              <a:gd name="connsiteX831" fmla="*/ 7001440 w 11235156"/>
              <a:gd name="connsiteY831" fmla="*/ 3916990 h 5333466"/>
              <a:gd name="connsiteX832" fmla="*/ 7039059 w 11235156"/>
              <a:gd name="connsiteY832" fmla="*/ 3923789 h 5333466"/>
              <a:gd name="connsiteX833" fmla="*/ 7056220 w 11235156"/>
              <a:gd name="connsiteY833" fmla="*/ 3943640 h 5333466"/>
              <a:gd name="connsiteX834" fmla="*/ 7055920 w 11235156"/>
              <a:gd name="connsiteY834" fmla="*/ 3950727 h 5333466"/>
              <a:gd name="connsiteX835" fmla="*/ 7068832 w 11235156"/>
              <a:gd name="connsiteY835" fmla="*/ 3961384 h 5333466"/>
              <a:gd name="connsiteX836" fmla="*/ 7072606 w 11235156"/>
              <a:gd name="connsiteY836" fmla="*/ 3949530 h 5333466"/>
              <a:gd name="connsiteX837" fmla="*/ 7080283 w 11235156"/>
              <a:gd name="connsiteY837" fmla="*/ 3935658 h 5333466"/>
              <a:gd name="connsiteX838" fmla="*/ 7104950 w 11235156"/>
              <a:gd name="connsiteY838" fmla="*/ 3958561 h 5333466"/>
              <a:gd name="connsiteX839" fmla="*/ 7106667 w 11235156"/>
              <a:gd name="connsiteY839" fmla="*/ 3969558 h 5333466"/>
              <a:gd name="connsiteX840" fmla="*/ 7112671 w 11235156"/>
              <a:gd name="connsiteY840" fmla="*/ 3962988 h 5333466"/>
              <a:gd name="connsiteX841" fmla="*/ 7130730 w 11235156"/>
              <a:gd name="connsiteY841" fmla="*/ 3961576 h 5333466"/>
              <a:gd name="connsiteX842" fmla="*/ 7165135 w 11235156"/>
              <a:gd name="connsiteY842" fmla="*/ 3992816 h 5333466"/>
              <a:gd name="connsiteX843" fmla="*/ 7196925 w 11235156"/>
              <a:gd name="connsiteY843" fmla="*/ 4034320 h 5333466"/>
              <a:gd name="connsiteX844" fmla="*/ 7210695 w 11235156"/>
              <a:gd name="connsiteY844" fmla="*/ 4050475 h 5333466"/>
              <a:gd name="connsiteX845" fmla="*/ 7282336 w 11235156"/>
              <a:gd name="connsiteY845" fmla="*/ 4104062 h 5333466"/>
              <a:gd name="connsiteX846" fmla="*/ 7288086 w 11235156"/>
              <a:gd name="connsiteY846" fmla="*/ 4122878 h 5333466"/>
              <a:gd name="connsiteX847" fmla="*/ 7272774 w 11235156"/>
              <a:gd name="connsiteY847" fmla="*/ 4123861 h 5333466"/>
              <a:gd name="connsiteX848" fmla="*/ 7248066 w 11235156"/>
              <a:gd name="connsiteY848" fmla="*/ 4127719 h 5333466"/>
              <a:gd name="connsiteX849" fmla="*/ 7216626 w 11235156"/>
              <a:gd name="connsiteY849" fmla="*/ 4142485 h 5333466"/>
              <a:gd name="connsiteX850" fmla="*/ 7184965 w 11235156"/>
              <a:gd name="connsiteY850" fmla="*/ 4110817 h 5333466"/>
              <a:gd name="connsiteX851" fmla="*/ 7185565 w 11235156"/>
              <a:gd name="connsiteY851" fmla="*/ 4096642 h 5333466"/>
              <a:gd name="connsiteX852" fmla="*/ 7186508 w 11235156"/>
              <a:gd name="connsiteY852" fmla="*/ 4093679 h 5333466"/>
              <a:gd name="connsiteX853" fmla="*/ 7183978 w 11235156"/>
              <a:gd name="connsiteY853" fmla="*/ 4095482 h 5333466"/>
              <a:gd name="connsiteX854" fmla="*/ 7168664 w 11235156"/>
              <a:gd name="connsiteY854" fmla="*/ 4096465 h 5333466"/>
              <a:gd name="connsiteX855" fmla="*/ 7129761 w 11235156"/>
              <a:gd name="connsiteY855" fmla="*/ 4126478 h 5333466"/>
              <a:gd name="connsiteX856" fmla="*/ 7108359 w 11235156"/>
              <a:gd name="connsiteY856" fmla="*/ 4142492 h 5333466"/>
              <a:gd name="connsiteX857" fmla="*/ 7085194 w 11235156"/>
              <a:gd name="connsiteY857" fmla="*/ 4129211 h 5333466"/>
              <a:gd name="connsiteX858" fmla="*/ 7007035 w 11235156"/>
              <a:gd name="connsiteY858" fmla="*/ 4087907 h 5333466"/>
              <a:gd name="connsiteX859" fmla="*/ 6989450 w 11235156"/>
              <a:gd name="connsiteY859" fmla="*/ 4110366 h 5333466"/>
              <a:gd name="connsiteX860" fmla="*/ 6981389 w 11235156"/>
              <a:gd name="connsiteY860" fmla="*/ 4139787 h 5333466"/>
              <a:gd name="connsiteX861" fmla="*/ 6948487 w 11235156"/>
              <a:gd name="connsiteY861" fmla="*/ 4118169 h 5333466"/>
              <a:gd name="connsiteX862" fmla="*/ 6908551 w 11235156"/>
              <a:gd name="connsiteY862" fmla="*/ 4114549 h 5333466"/>
              <a:gd name="connsiteX863" fmla="*/ 6905592 w 11235156"/>
              <a:gd name="connsiteY863" fmla="*/ 4113603 h 5333466"/>
              <a:gd name="connsiteX864" fmla="*/ 6885092 w 11235156"/>
              <a:gd name="connsiteY864" fmla="*/ 4153414 h 5333466"/>
              <a:gd name="connsiteX865" fmla="*/ 6877760 w 11235156"/>
              <a:gd name="connsiteY865" fmla="*/ 4178498 h 5333466"/>
              <a:gd name="connsiteX866" fmla="*/ 6872269 w 11235156"/>
              <a:gd name="connsiteY866" fmla="*/ 4179355 h 5333466"/>
              <a:gd name="connsiteX867" fmla="*/ 6850478 w 11235156"/>
              <a:gd name="connsiteY867" fmla="*/ 4165860 h 5333466"/>
              <a:gd name="connsiteX868" fmla="*/ 6833317 w 11235156"/>
              <a:gd name="connsiteY868" fmla="*/ 4146009 h 5333466"/>
              <a:gd name="connsiteX869" fmla="*/ 6813926 w 11235156"/>
              <a:gd name="connsiteY869" fmla="*/ 4120874 h 5333466"/>
              <a:gd name="connsiteX870" fmla="*/ 6785745 w 11235156"/>
              <a:gd name="connsiteY870" fmla="*/ 4129499 h 5333466"/>
              <a:gd name="connsiteX871" fmla="*/ 6773906 w 11235156"/>
              <a:gd name="connsiteY871" fmla="*/ 4125715 h 5333466"/>
              <a:gd name="connsiteX872" fmla="*/ 6753915 w 11235156"/>
              <a:gd name="connsiteY872" fmla="*/ 4114755 h 5333466"/>
              <a:gd name="connsiteX873" fmla="*/ 6745894 w 11235156"/>
              <a:gd name="connsiteY873" fmla="*/ 4117416 h 5333466"/>
              <a:gd name="connsiteX874" fmla="*/ 6716510 w 11235156"/>
              <a:gd name="connsiteY874" fmla="*/ 4109330 h 5333466"/>
              <a:gd name="connsiteX875" fmla="*/ 6681720 w 11235156"/>
              <a:gd name="connsiteY875" fmla="*/ 4093641 h 5333466"/>
              <a:gd name="connsiteX876" fmla="*/ 6665808 w 11235156"/>
              <a:gd name="connsiteY876" fmla="*/ 4108799 h 5333466"/>
              <a:gd name="connsiteX877" fmla="*/ 6665208 w 11235156"/>
              <a:gd name="connsiteY877" fmla="*/ 4122973 h 5333466"/>
              <a:gd name="connsiteX878" fmla="*/ 6670875 w 11235156"/>
              <a:gd name="connsiteY878" fmla="*/ 4150251 h 5333466"/>
              <a:gd name="connsiteX879" fmla="*/ 6693400 w 11235156"/>
              <a:gd name="connsiteY879" fmla="*/ 4204466 h 5333466"/>
              <a:gd name="connsiteX880" fmla="*/ 6661486 w 11235156"/>
              <a:gd name="connsiteY880" fmla="*/ 4198185 h 5333466"/>
              <a:gd name="connsiteX881" fmla="*/ 6622708 w 11235156"/>
              <a:gd name="connsiteY881" fmla="*/ 4192975 h 5333466"/>
              <a:gd name="connsiteX882" fmla="*/ 6588348 w 11235156"/>
              <a:gd name="connsiteY882" fmla="*/ 4180034 h 5333466"/>
              <a:gd name="connsiteX883" fmla="*/ 6484623 w 11235156"/>
              <a:gd name="connsiteY883" fmla="*/ 4137088 h 5333466"/>
              <a:gd name="connsiteX884" fmla="*/ 6471540 w 11235156"/>
              <a:gd name="connsiteY884" fmla="*/ 4143355 h 5333466"/>
              <a:gd name="connsiteX885" fmla="*/ 6464378 w 11235156"/>
              <a:gd name="connsiteY885" fmla="*/ 4151515 h 5333466"/>
              <a:gd name="connsiteX886" fmla="*/ 6458758 w 11235156"/>
              <a:gd name="connsiteY886" fmla="*/ 4142535 h 5333466"/>
              <a:gd name="connsiteX887" fmla="*/ 6448375 w 11235156"/>
              <a:gd name="connsiteY887" fmla="*/ 4130075 h 5333466"/>
              <a:gd name="connsiteX888" fmla="*/ 6427871 w 11235156"/>
              <a:gd name="connsiteY888" fmla="*/ 4124828 h 5333466"/>
              <a:gd name="connsiteX889" fmla="*/ 6418433 w 11235156"/>
              <a:gd name="connsiteY889" fmla="*/ 4109404 h 5333466"/>
              <a:gd name="connsiteX890" fmla="*/ 6405605 w 11235156"/>
              <a:gd name="connsiteY890" fmla="*/ 4090285 h 5333466"/>
              <a:gd name="connsiteX891" fmla="*/ 6393382 w 11235156"/>
              <a:gd name="connsiteY891" fmla="*/ 4102051 h 5333466"/>
              <a:gd name="connsiteX892" fmla="*/ 6388750 w 11235156"/>
              <a:gd name="connsiteY892" fmla="*/ 4108407 h 5333466"/>
              <a:gd name="connsiteX893" fmla="*/ 6377080 w 11235156"/>
              <a:gd name="connsiteY893" fmla="*/ 4087699 h 5333466"/>
              <a:gd name="connsiteX894" fmla="*/ 6363224 w 11235156"/>
              <a:gd name="connsiteY894" fmla="*/ 4080006 h 5333466"/>
              <a:gd name="connsiteX895" fmla="*/ 6356706 w 11235156"/>
              <a:gd name="connsiteY895" fmla="*/ 4092288 h 5333466"/>
              <a:gd name="connsiteX896" fmla="*/ 6305449 w 11235156"/>
              <a:gd name="connsiteY896" fmla="*/ 4124229 h 5333466"/>
              <a:gd name="connsiteX897" fmla="*/ 6289063 w 11235156"/>
              <a:gd name="connsiteY897" fmla="*/ 4118339 h 5333466"/>
              <a:gd name="connsiteX898" fmla="*/ 6226996 w 11235156"/>
              <a:gd name="connsiteY898" fmla="*/ 4135071 h 5333466"/>
              <a:gd name="connsiteX899" fmla="*/ 6225839 w 11235156"/>
              <a:gd name="connsiteY899" fmla="*/ 4136659 h 5333466"/>
              <a:gd name="connsiteX900" fmla="*/ 6206621 w 11235156"/>
              <a:gd name="connsiteY900" fmla="*/ 4139660 h 5333466"/>
              <a:gd name="connsiteX901" fmla="*/ 6201215 w 11235156"/>
              <a:gd name="connsiteY901" fmla="*/ 4132056 h 5333466"/>
              <a:gd name="connsiteX902" fmla="*/ 6213439 w 11235156"/>
              <a:gd name="connsiteY902" fmla="*/ 4120290 h 5333466"/>
              <a:gd name="connsiteX903" fmla="*/ 6222188 w 11235156"/>
              <a:gd name="connsiteY903" fmla="*/ 4113291 h 5333466"/>
              <a:gd name="connsiteX904" fmla="*/ 6212880 w 11235156"/>
              <a:gd name="connsiteY904" fmla="*/ 4107704 h 5333466"/>
              <a:gd name="connsiteX905" fmla="*/ 6191218 w 11235156"/>
              <a:gd name="connsiteY905" fmla="*/ 4104046 h 5333466"/>
              <a:gd name="connsiteX906" fmla="*/ 6165522 w 11235156"/>
              <a:gd name="connsiteY906" fmla="*/ 4092568 h 5333466"/>
              <a:gd name="connsiteX907" fmla="*/ 6149994 w 11235156"/>
              <a:gd name="connsiteY907" fmla="*/ 4092177 h 5333466"/>
              <a:gd name="connsiteX908" fmla="*/ 6103925 w 11235156"/>
              <a:gd name="connsiteY908" fmla="*/ 4085289 h 5333466"/>
              <a:gd name="connsiteX909" fmla="*/ 6083160 w 11235156"/>
              <a:gd name="connsiteY909" fmla="*/ 4060369 h 5333466"/>
              <a:gd name="connsiteX910" fmla="*/ 6050902 w 11235156"/>
              <a:gd name="connsiteY910" fmla="*/ 4042876 h 5333466"/>
              <a:gd name="connsiteX911" fmla="*/ 6025596 w 11235156"/>
              <a:gd name="connsiteY911" fmla="*/ 4060908 h 5333466"/>
              <a:gd name="connsiteX912" fmla="*/ 5995313 w 11235156"/>
              <a:gd name="connsiteY912" fmla="*/ 4074085 h 5333466"/>
              <a:gd name="connsiteX913" fmla="*/ 5979571 w 11235156"/>
              <a:gd name="connsiteY913" fmla="*/ 4072318 h 5333466"/>
              <a:gd name="connsiteX914" fmla="*/ 5961169 w 11235156"/>
              <a:gd name="connsiteY914" fmla="*/ 4062519 h 5333466"/>
              <a:gd name="connsiteX915" fmla="*/ 5960094 w 11235156"/>
              <a:gd name="connsiteY915" fmla="*/ 4055645 h 5333466"/>
              <a:gd name="connsiteX916" fmla="*/ 5941905 w 11235156"/>
              <a:gd name="connsiteY916" fmla="*/ 4047221 h 5333466"/>
              <a:gd name="connsiteX917" fmla="*/ 5918702 w 11235156"/>
              <a:gd name="connsiteY917" fmla="*/ 4060701 h 5333466"/>
              <a:gd name="connsiteX918" fmla="*/ 5831064 w 11235156"/>
              <a:gd name="connsiteY918" fmla="*/ 4030733 h 5333466"/>
              <a:gd name="connsiteX919" fmla="*/ 5828229 w 11235156"/>
              <a:gd name="connsiteY919" fmla="*/ 3994564 h 5333466"/>
              <a:gd name="connsiteX920" fmla="*/ 5801330 w 11235156"/>
              <a:gd name="connsiteY920" fmla="*/ 3966377 h 5333466"/>
              <a:gd name="connsiteX921" fmla="*/ 5775550 w 11235156"/>
              <a:gd name="connsiteY921" fmla="*/ 3963362 h 5333466"/>
              <a:gd name="connsiteX922" fmla="*/ 5744754 w 11235156"/>
              <a:gd name="connsiteY922" fmla="*/ 3982252 h 5333466"/>
              <a:gd name="connsiteX923" fmla="*/ 5728497 w 11235156"/>
              <a:gd name="connsiteY923" fmla="*/ 3986198 h 5333466"/>
              <a:gd name="connsiteX924" fmla="*/ 5695469 w 11235156"/>
              <a:gd name="connsiteY924" fmla="*/ 3999803 h 5333466"/>
              <a:gd name="connsiteX925" fmla="*/ 5701734 w 11235156"/>
              <a:gd name="connsiteY925" fmla="*/ 4012907 h 5333466"/>
              <a:gd name="connsiteX926" fmla="*/ 5710054 w 11235156"/>
              <a:gd name="connsiteY926" fmla="*/ 4003160 h 5333466"/>
              <a:gd name="connsiteX927" fmla="*/ 5717217 w 11235156"/>
              <a:gd name="connsiteY927" fmla="*/ 3995000 h 5333466"/>
              <a:gd name="connsiteX928" fmla="*/ 5726954 w 11235156"/>
              <a:gd name="connsiteY928" fmla="*/ 4003337 h 5333466"/>
              <a:gd name="connsiteX929" fmla="*/ 5732880 w 11235156"/>
              <a:gd name="connsiteY929" fmla="*/ 4050288 h 5333466"/>
              <a:gd name="connsiteX930" fmla="*/ 5724729 w 11235156"/>
              <a:gd name="connsiteY930" fmla="*/ 4043111 h 5333466"/>
              <a:gd name="connsiteX931" fmla="*/ 5694186 w 11235156"/>
              <a:gd name="connsiteY931" fmla="*/ 4036615 h 5333466"/>
              <a:gd name="connsiteX932" fmla="*/ 5684707 w 11235156"/>
              <a:gd name="connsiteY932" fmla="*/ 4047952 h 5333466"/>
              <a:gd name="connsiteX933" fmla="*/ 5662017 w 11235156"/>
              <a:gd name="connsiteY933" fmla="*/ 4055719 h 5333466"/>
              <a:gd name="connsiteX934" fmla="*/ 5633922 w 11235156"/>
              <a:gd name="connsiteY934" fmla="*/ 4055882 h 5333466"/>
              <a:gd name="connsiteX935" fmla="*/ 5645806 w 11235156"/>
              <a:gd name="connsiteY935" fmla="*/ 4077965 h 5333466"/>
              <a:gd name="connsiteX936" fmla="*/ 5622172 w 11235156"/>
              <a:gd name="connsiteY936" fmla="*/ 4088695 h 5333466"/>
              <a:gd name="connsiteX937" fmla="*/ 5619856 w 11235156"/>
              <a:gd name="connsiteY937" fmla="*/ 4091872 h 5333466"/>
              <a:gd name="connsiteX938" fmla="*/ 5627707 w 11235156"/>
              <a:gd name="connsiteY938" fmla="*/ 4106136 h 5333466"/>
              <a:gd name="connsiteX939" fmla="*/ 5658463 w 11235156"/>
              <a:gd name="connsiteY939" fmla="*/ 4114006 h 5333466"/>
              <a:gd name="connsiteX940" fmla="*/ 5683685 w 11235156"/>
              <a:gd name="connsiteY940" fmla="*/ 4104436 h 5333466"/>
              <a:gd name="connsiteX941" fmla="*/ 5699942 w 11235156"/>
              <a:gd name="connsiteY941" fmla="*/ 4100490 h 5333466"/>
              <a:gd name="connsiteX942" fmla="*/ 5736663 w 11235156"/>
              <a:gd name="connsiteY942" fmla="*/ 4128551 h 5333466"/>
              <a:gd name="connsiteX943" fmla="*/ 5757681 w 11235156"/>
              <a:gd name="connsiteY943" fmla="*/ 4128086 h 5333466"/>
              <a:gd name="connsiteX944" fmla="*/ 5777198 w 11235156"/>
              <a:gd name="connsiteY944" fmla="*/ 4117998 h 5333466"/>
              <a:gd name="connsiteX945" fmla="*/ 5793284 w 11235156"/>
              <a:gd name="connsiteY945" fmla="*/ 4130975 h 5333466"/>
              <a:gd name="connsiteX946" fmla="*/ 5821465 w 11235156"/>
              <a:gd name="connsiteY946" fmla="*/ 4122351 h 5333466"/>
              <a:gd name="connsiteX947" fmla="*/ 5845445 w 11235156"/>
              <a:gd name="connsiteY947" fmla="*/ 4122831 h 5333466"/>
              <a:gd name="connsiteX948" fmla="*/ 5883063 w 11235156"/>
              <a:gd name="connsiteY948" fmla="*/ 4129631 h 5333466"/>
              <a:gd name="connsiteX949" fmla="*/ 5904771 w 11235156"/>
              <a:gd name="connsiteY949" fmla="*/ 4151588 h 5333466"/>
              <a:gd name="connsiteX950" fmla="*/ 5943418 w 11235156"/>
              <a:gd name="connsiteY950" fmla="*/ 4146961 h 5333466"/>
              <a:gd name="connsiteX951" fmla="*/ 5953411 w 11235156"/>
              <a:gd name="connsiteY951" fmla="*/ 4129912 h 5333466"/>
              <a:gd name="connsiteX952" fmla="*/ 5966369 w 11235156"/>
              <a:gd name="connsiteY952" fmla="*/ 4158867 h 5333466"/>
              <a:gd name="connsiteX953" fmla="*/ 5969628 w 11235156"/>
              <a:gd name="connsiteY953" fmla="*/ 4152726 h 5333466"/>
              <a:gd name="connsiteX954" fmla="*/ 6010377 w 11235156"/>
              <a:gd name="connsiteY954" fmla="*/ 4143547 h 5333466"/>
              <a:gd name="connsiteX955" fmla="*/ 6020760 w 11235156"/>
              <a:gd name="connsiteY955" fmla="*/ 4156007 h 5333466"/>
              <a:gd name="connsiteX956" fmla="*/ 6022261 w 11235156"/>
              <a:gd name="connsiteY956" fmla="*/ 4165630 h 5333466"/>
              <a:gd name="connsiteX957" fmla="*/ 6030028 w 11235156"/>
              <a:gd name="connsiteY957" fmla="*/ 4188354 h 5333466"/>
              <a:gd name="connsiteX958" fmla="*/ 6104754 w 11235156"/>
              <a:gd name="connsiteY958" fmla="*/ 4207666 h 5333466"/>
              <a:gd name="connsiteX959" fmla="*/ 6226706 w 11235156"/>
              <a:gd name="connsiteY959" fmla="*/ 4232276 h 5333466"/>
              <a:gd name="connsiteX960" fmla="*/ 6265270 w 11235156"/>
              <a:gd name="connsiteY960" fmla="*/ 4236112 h 5333466"/>
              <a:gd name="connsiteX961" fmla="*/ 6294223 w 11235156"/>
              <a:gd name="connsiteY961" fmla="*/ 4241447 h 5333466"/>
              <a:gd name="connsiteX962" fmla="*/ 6344327 w 11235156"/>
              <a:gd name="connsiteY962" fmla="*/ 4256154 h 5333466"/>
              <a:gd name="connsiteX963" fmla="*/ 6396102 w 11235156"/>
              <a:gd name="connsiteY963" fmla="*/ 4263559 h 5333466"/>
              <a:gd name="connsiteX964" fmla="*/ 6438438 w 11235156"/>
              <a:gd name="connsiteY964" fmla="*/ 4255541 h 5333466"/>
              <a:gd name="connsiteX965" fmla="*/ 6475459 w 11235156"/>
              <a:gd name="connsiteY965" fmla="*/ 4276515 h 5333466"/>
              <a:gd name="connsiteX966" fmla="*/ 6511491 w 11235156"/>
              <a:gd name="connsiteY966" fmla="*/ 4282153 h 5333466"/>
              <a:gd name="connsiteX967" fmla="*/ 6564040 w 11235156"/>
              <a:gd name="connsiteY967" fmla="*/ 4303519 h 5333466"/>
              <a:gd name="connsiteX968" fmla="*/ 6663173 w 11235156"/>
              <a:gd name="connsiteY968" fmla="*/ 4326060 h 5333466"/>
              <a:gd name="connsiteX969" fmla="*/ 6742744 w 11235156"/>
              <a:gd name="connsiteY969" fmla="*/ 4340390 h 5333466"/>
              <a:gd name="connsiteX970" fmla="*/ 6761148 w 11235156"/>
              <a:gd name="connsiteY970" fmla="*/ 4350190 h 5333466"/>
              <a:gd name="connsiteX971" fmla="*/ 6806189 w 11235156"/>
              <a:gd name="connsiteY971" fmla="*/ 4368503 h 5333466"/>
              <a:gd name="connsiteX972" fmla="*/ 6815798 w 11235156"/>
              <a:gd name="connsiteY972" fmla="*/ 4367003 h 5333466"/>
              <a:gd name="connsiteX973" fmla="*/ 6807093 w 11235156"/>
              <a:gd name="connsiteY973" fmla="*/ 4392300 h 5333466"/>
              <a:gd name="connsiteX974" fmla="*/ 6779685 w 11235156"/>
              <a:gd name="connsiteY974" fmla="*/ 4414884 h 5333466"/>
              <a:gd name="connsiteX975" fmla="*/ 6756136 w 11235156"/>
              <a:gd name="connsiteY975" fmla="*/ 4417153 h 5333466"/>
              <a:gd name="connsiteX976" fmla="*/ 6733401 w 11235156"/>
              <a:gd name="connsiteY976" fmla="*/ 4406623 h 5333466"/>
              <a:gd name="connsiteX977" fmla="*/ 6730826 w 11235156"/>
              <a:gd name="connsiteY977" fmla="*/ 4390127 h 5333466"/>
              <a:gd name="connsiteX978" fmla="*/ 6719715 w 11235156"/>
              <a:gd name="connsiteY978" fmla="*/ 4382005 h 5333466"/>
              <a:gd name="connsiteX979" fmla="*/ 6686388 w 11235156"/>
              <a:gd name="connsiteY979" fmla="*/ 4402698 h 5333466"/>
              <a:gd name="connsiteX980" fmla="*/ 6678796 w 11235156"/>
              <a:gd name="connsiteY980" fmla="*/ 4408107 h 5333466"/>
              <a:gd name="connsiteX981" fmla="*/ 6673390 w 11235156"/>
              <a:gd name="connsiteY981" fmla="*/ 4400503 h 5333466"/>
              <a:gd name="connsiteX982" fmla="*/ 6672317 w 11235156"/>
              <a:gd name="connsiteY982" fmla="*/ 4393630 h 5333466"/>
              <a:gd name="connsiteX983" fmla="*/ 6658461 w 11235156"/>
              <a:gd name="connsiteY983" fmla="*/ 4385937 h 5333466"/>
              <a:gd name="connsiteX984" fmla="*/ 6640916 w 11235156"/>
              <a:gd name="connsiteY984" fmla="*/ 4381636 h 5333466"/>
              <a:gd name="connsiteX985" fmla="*/ 6639928 w 11235156"/>
              <a:gd name="connsiteY985" fmla="*/ 4366301 h 5333466"/>
              <a:gd name="connsiteX986" fmla="*/ 6656614 w 11235156"/>
              <a:gd name="connsiteY986" fmla="*/ 4365103 h 5333466"/>
              <a:gd name="connsiteX987" fmla="*/ 6667381 w 11235156"/>
              <a:gd name="connsiteY987" fmla="*/ 4362014 h 5333466"/>
              <a:gd name="connsiteX988" fmla="*/ 6664076 w 11235156"/>
              <a:gd name="connsiteY988" fmla="*/ 4349858 h 5333466"/>
              <a:gd name="connsiteX989" fmla="*/ 6631263 w 11235156"/>
              <a:gd name="connsiteY989" fmla="*/ 4364837 h 5333466"/>
              <a:gd name="connsiteX990" fmla="*/ 6602997 w 11235156"/>
              <a:gd name="connsiteY990" fmla="*/ 4381924 h 5333466"/>
              <a:gd name="connsiteX991" fmla="*/ 6523855 w 11235156"/>
              <a:gd name="connsiteY991" fmla="*/ 4370343 h 5333466"/>
              <a:gd name="connsiteX992" fmla="*/ 6517590 w 11235156"/>
              <a:gd name="connsiteY992" fmla="*/ 4357239 h 5333466"/>
              <a:gd name="connsiteX993" fmla="*/ 6521020 w 11235156"/>
              <a:gd name="connsiteY993" fmla="*/ 4334174 h 5333466"/>
              <a:gd name="connsiteX994" fmla="*/ 6507893 w 11235156"/>
              <a:gd name="connsiteY994" fmla="*/ 4322143 h 5333466"/>
              <a:gd name="connsiteX995" fmla="*/ 6500515 w 11235156"/>
              <a:gd name="connsiteY995" fmla="*/ 4328928 h 5333466"/>
              <a:gd name="connsiteX996" fmla="*/ 6483061 w 11235156"/>
              <a:gd name="connsiteY996" fmla="*/ 4361223 h 5333466"/>
              <a:gd name="connsiteX997" fmla="*/ 6480830 w 11235156"/>
              <a:gd name="connsiteY997" fmla="*/ 4355939 h 5333466"/>
              <a:gd name="connsiteX998" fmla="*/ 6463071 w 11235156"/>
              <a:gd name="connsiteY998" fmla="*/ 4350264 h 5333466"/>
              <a:gd name="connsiteX999" fmla="*/ 6454406 w 11235156"/>
              <a:gd name="connsiteY999" fmla="*/ 4348800 h 5333466"/>
              <a:gd name="connsiteX1000" fmla="*/ 6430513 w 11235156"/>
              <a:gd name="connsiteY1000" fmla="*/ 4339858 h 5333466"/>
              <a:gd name="connsiteX1001" fmla="*/ 6386074 w 11235156"/>
              <a:gd name="connsiteY1001" fmla="*/ 4352429 h 5333466"/>
              <a:gd name="connsiteX1002" fmla="*/ 6380713 w 11235156"/>
              <a:gd name="connsiteY1002" fmla="*/ 4363123 h 5333466"/>
              <a:gd name="connsiteX1003" fmla="*/ 6376855 w 11235156"/>
              <a:gd name="connsiteY1003" fmla="*/ 4383438 h 5333466"/>
              <a:gd name="connsiteX1004" fmla="*/ 6414476 w 11235156"/>
              <a:gd name="connsiteY1004" fmla="*/ 4390237 h 5333466"/>
              <a:gd name="connsiteX1005" fmla="*/ 6447677 w 11235156"/>
              <a:gd name="connsiteY1005" fmla="*/ 4404767 h 5333466"/>
              <a:gd name="connsiteX1006" fmla="*/ 6402466 w 11235156"/>
              <a:gd name="connsiteY1006" fmla="*/ 4403378 h 5333466"/>
              <a:gd name="connsiteX1007" fmla="*/ 6369009 w 11235156"/>
              <a:gd name="connsiteY1007" fmla="*/ 4414234 h 5333466"/>
              <a:gd name="connsiteX1008" fmla="*/ 6350951 w 11235156"/>
              <a:gd name="connsiteY1008" fmla="*/ 4415645 h 5333466"/>
              <a:gd name="connsiteX1009" fmla="*/ 6348935 w 11235156"/>
              <a:gd name="connsiteY1009" fmla="*/ 4411736 h 5333466"/>
              <a:gd name="connsiteX1010" fmla="*/ 6283348 w 11235156"/>
              <a:gd name="connsiteY1010" fmla="*/ 4414935 h 5333466"/>
              <a:gd name="connsiteX1011" fmla="*/ 6248563 w 11235156"/>
              <a:gd name="connsiteY1011" fmla="*/ 4444305 h 5333466"/>
              <a:gd name="connsiteX1012" fmla="*/ 6201765 w 11235156"/>
              <a:gd name="connsiteY1012" fmla="*/ 4441755 h 5333466"/>
              <a:gd name="connsiteX1013" fmla="*/ 6142483 w 11235156"/>
              <a:gd name="connsiteY1013" fmla="*/ 4431297 h 5333466"/>
              <a:gd name="connsiteX1014" fmla="*/ 6098000 w 11235156"/>
              <a:gd name="connsiteY1014" fmla="*/ 4425570 h 5333466"/>
              <a:gd name="connsiteX1015" fmla="*/ 6063985 w 11235156"/>
              <a:gd name="connsiteY1015" fmla="*/ 4423841 h 5333466"/>
              <a:gd name="connsiteX1016" fmla="*/ 6034814 w 11235156"/>
              <a:gd name="connsiteY1016" fmla="*/ 4417131 h 5333466"/>
              <a:gd name="connsiteX1017" fmla="*/ 6005940 w 11235156"/>
              <a:gd name="connsiteY1017" fmla="*/ 4358274 h 5333466"/>
              <a:gd name="connsiteX1018" fmla="*/ 5995558 w 11235156"/>
              <a:gd name="connsiteY1018" fmla="*/ 4345813 h 5333466"/>
              <a:gd name="connsiteX1019" fmla="*/ 5981532 w 11235156"/>
              <a:gd name="connsiteY1019" fmla="*/ 4355043 h 5333466"/>
              <a:gd name="connsiteX1020" fmla="*/ 5975014 w 11235156"/>
              <a:gd name="connsiteY1020" fmla="*/ 4367327 h 5333466"/>
              <a:gd name="connsiteX1021" fmla="*/ 5936411 w 11235156"/>
              <a:gd name="connsiteY1021" fmla="*/ 4390252 h 5333466"/>
              <a:gd name="connsiteX1022" fmla="*/ 5915777 w 11235156"/>
              <a:gd name="connsiteY1022" fmla="*/ 4375167 h 5333466"/>
              <a:gd name="connsiteX1023" fmla="*/ 5887941 w 11235156"/>
              <a:gd name="connsiteY1023" fmla="*/ 4395003 h 5333466"/>
              <a:gd name="connsiteX1024" fmla="*/ 5842429 w 11235156"/>
              <a:gd name="connsiteY1024" fmla="*/ 4400701 h 5333466"/>
              <a:gd name="connsiteX1025" fmla="*/ 5752606 w 11235156"/>
              <a:gd name="connsiteY1025" fmla="*/ 4383747 h 5333466"/>
              <a:gd name="connsiteX1026" fmla="*/ 5738021 w 11235156"/>
              <a:gd name="connsiteY1026" fmla="*/ 4380392 h 5333466"/>
              <a:gd name="connsiteX1027" fmla="*/ 5705722 w 11235156"/>
              <a:gd name="connsiteY1027" fmla="*/ 4389660 h 5333466"/>
              <a:gd name="connsiteX1028" fmla="*/ 5696972 w 11235156"/>
              <a:gd name="connsiteY1028" fmla="*/ 4396658 h 5333466"/>
              <a:gd name="connsiteX1029" fmla="*/ 5683675 w 11235156"/>
              <a:gd name="connsiteY1029" fmla="*/ 4401550 h 5333466"/>
              <a:gd name="connsiteX1030" fmla="*/ 5663900 w 11235156"/>
              <a:gd name="connsiteY1030" fmla="*/ 4391965 h 5333466"/>
              <a:gd name="connsiteX1031" fmla="*/ 5646011 w 11235156"/>
              <a:gd name="connsiteY1031" fmla="*/ 4376453 h 5333466"/>
              <a:gd name="connsiteX1032" fmla="*/ 5626879 w 11235156"/>
              <a:gd name="connsiteY1032" fmla="*/ 4370991 h 5333466"/>
              <a:gd name="connsiteX1033" fmla="*/ 5599297 w 11235156"/>
              <a:gd name="connsiteY1033" fmla="*/ 4365441 h 5333466"/>
              <a:gd name="connsiteX1034" fmla="*/ 5586944 w 11235156"/>
              <a:gd name="connsiteY1034" fmla="*/ 4367370 h 5333466"/>
              <a:gd name="connsiteX1035" fmla="*/ 5528650 w 11235156"/>
              <a:gd name="connsiteY1035" fmla="*/ 4372248 h 5333466"/>
              <a:gd name="connsiteX1036" fmla="*/ 5507761 w 11235156"/>
              <a:gd name="connsiteY1036" fmla="*/ 4382550 h 5333466"/>
              <a:gd name="connsiteX1037" fmla="*/ 5525435 w 11235156"/>
              <a:gd name="connsiteY1037" fmla="*/ 4396688 h 5333466"/>
              <a:gd name="connsiteX1038" fmla="*/ 5529982 w 11235156"/>
              <a:gd name="connsiteY1038" fmla="*/ 4398793 h 5333466"/>
              <a:gd name="connsiteX1039" fmla="*/ 5544786 w 11235156"/>
              <a:gd name="connsiteY1039" fmla="*/ 4448583 h 5333466"/>
              <a:gd name="connsiteX1040" fmla="*/ 5520120 w 11235156"/>
              <a:gd name="connsiteY1040" fmla="*/ 4425681 h 5333466"/>
              <a:gd name="connsiteX1041" fmla="*/ 5488250 w 11235156"/>
              <a:gd name="connsiteY1041" fmla="*/ 4437697 h 5333466"/>
              <a:gd name="connsiteX1042" fmla="*/ 5480529 w 11235156"/>
              <a:gd name="connsiteY1042" fmla="*/ 4433269 h 5333466"/>
              <a:gd name="connsiteX1043" fmla="*/ 5481986 w 11235156"/>
              <a:gd name="connsiteY1043" fmla="*/ 4424594 h 5333466"/>
              <a:gd name="connsiteX1044" fmla="*/ 5480054 w 11235156"/>
              <a:gd name="connsiteY1044" fmla="*/ 4412222 h 5333466"/>
              <a:gd name="connsiteX1045" fmla="*/ 5472033 w 11235156"/>
              <a:gd name="connsiteY1045" fmla="*/ 4414883 h 5333466"/>
              <a:gd name="connsiteX1046" fmla="*/ 5459765 w 11235156"/>
              <a:gd name="connsiteY1046" fmla="*/ 4408350 h 5333466"/>
              <a:gd name="connsiteX1047" fmla="*/ 5457104 w 11235156"/>
              <a:gd name="connsiteY1047" fmla="*/ 4400316 h 5333466"/>
              <a:gd name="connsiteX1048" fmla="*/ 5388304 w 11235156"/>
              <a:gd name="connsiteY1048" fmla="*/ 4427956 h 5333466"/>
              <a:gd name="connsiteX1049" fmla="*/ 5385344 w 11235156"/>
              <a:gd name="connsiteY1049" fmla="*/ 4427010 h 5333466"/>
              <a:gd name="connsiteX1050" fmla="*/ 5291962 w 11235156"/>
              <a:gd name="connsiteY1050" fmla="*/ 4423285 h 5333466"/>
              <a:gd name="connsiteX1051" fmla="*/ 5268282 w 11235156"/>
              <a:gd name="connsiteY1051" fmla="*/ 4415717 h 5333466"/>
              <a:gd name="connsiteX1052" fmla="*/ 5241000 w 11235156"/>
              <a:gd name="connsiteY1052" fmla="*/ 4403080 h 5333466"/>
              <a:gd name="connsiteX1053" fmla="*/ 5187767 w 11235156"/>
              <a:gd name="connsiteY1053" fmla="*/ 4404351 h 5333466"/>
              <a:gd name="connsiteX1054" fmla="*/ 5178419 w 11235156"/>
              <a:gd name="connsiteY1054" fmla="*/ 4425524 h 5333466"/>
              <a:gd name="connsiteX1055" fmla="*/ 5181509 w 11235156"/>
              <a:gd name="connsiteY1055" fmla="*/ 4436307 h 5333466"/>
              <a:gd name="connsiteX1056" fmla="*/ 5179452 w 11235156"/>
              <a:gd name="connsiteY1056" fmla="*/ 4459158 h 5333466"/>
              <a:gd name="connsiteX1057" fmla="*/ 5177052 w 11235156"/>
              <a:gd name="connsiteY1057" fmla="*/ 4470798 h 5333466"/>
              <a:gd name="connsiteX1058" fmla="*/ 5166155 w 11235156"/>
              <a:gd name="connsiteY1058" fmla="*/ 4464050 h 5333466"/>
              <a:gd name="connsiteX1059" fmla="*/ 5149081 w 11235156"/>
              <a:gd name="connsiteY1059" fmla="*/ 4435738 h 5333466"/>
              <a:gd name="connsiteX1060" fmla="*/ 5091984 w 11235156"/>
              <a:gd name="connsiteY1060" fmla="*/ 4412265 h 5333466"/>
              <a:gd name="connsiteX1061" fmla="*/ 5055138 w 11235156"/>
              <a:gd name="connsiteY1061" fmla="*/ 4419427 h 5333466"/>
              <a:gd name="connsiteX1062" fmla="*/ 5024681 w 11235156"/>
              <a:gd name="connsiteY1062" fmla="*/ 4404469 h 5333466"/>
              <a:gd name="connsiteX1063" fmla="*/ 5019275 w 11235156"/>
              <a:gd name="connsiteY1063" fmla="*/ 4396865 h 5333466"/>
              <a:gd name="connsiteX1064" fmla="*/ 5006367 w 11235156"/>
              <a:gd name="connsiteY1064" fmla="*/ 4431266 h 5333466"/>
              <a:gd name="connsiteX1065" fmla="*/ 4991268 w 11235156"/>
              <a:gd name="connsiteY1065" fmla="*/ 4433624 h 5333466"/>
              <a:gd name="connsiteX1066" fmla="*/ 4967075 w 11235156"/>
              <a:gd name="connsiteY1066" fmla="*/ 4431768 h 5333466"/>
              <a:gd name="connsiteX1067" fmla="*/ 4934991 w 11235156"/>
              <a:gd name="connsiteY1067" fmla="*/ 4442410 h 5333466"/>
              <a:gd name="connsiteX1068" fmla="*/ 4881200 w 11235156"/>
              <a:gd name="connsiteY1068" fmla="*/ 4431096 h 5333466"/>
              <a:gd name="connsiteX1069" fmla="*/ 4846372 w 11235156"/>
              <a:gd name="connsiteY1069" fmla="*/ 4442167 h 5333466"/>
              <a:gd name="connsiteX1070" fmla="*/ 4807293 w 11235156"/>
              <a:gd name="connsiteY1070" fmla="*/ 4444044 h 5333466"/>
              <a:gd name="connsiteX1071" fmla="*/ 4785117 w 11235156"/>
              <a:gd name="connsiteY1071" fmla="*/ 4446098 h 5333466"/>
              <a:gd name="connsiteX1072" fmla="*/ 4782587 w 11235156"/>
              <a:gd name="connsiteY1072" fmla="*/ 4447901 h 5333466"/>
              <a:gd name="connsiteX1073" fmla="*/ 4767060 w 11235156"/>
              <a:gd name="connsiteY1073" fmla="*/ 4447510 h 5333466"/>
              <a:gd name="connsiteX1074" fmla="*/ 4761009 w 11235156"/>
              <a:gd name="connsiteY1074" fmla="*/ 4435781 h 5333466"/>
              <a:gd name="connsiteX1075" fmla="*/ 4729608 w 11235156"/>
              <a:gd name="connsiteY1075" fmla="*/ 4423787 h 5333466"/>
              <a:gd name="connsiteX1076" fmla="*/ 4664198 w 11235156"/>
              <a:gd name="connsiteY1076" fmla="*/ 4455122 h 5333466"/>
              <a:gd name="connsiteX1077" fmla="*/ 4646867 w 11235156"/>
              <a:gd name="connsiteY1077" fmla="*/ 4452195 h 5333466"/>
              <a:gd name="connsiteX1078" fmla="*/ 4632283 w 11235156"/>
              <a:gd name="connsiteY1078" fmla="*/ 4448840 h 5333466"/>
              <a:gd name="connsiteX1079" fmla="*/ 4598611 w 11235156"/>
              <a:gd name="connsiteY1079" fmla="*/ 4458322 h 5333466"/>
              <a:gd name="connsiteX1080" fmla="*/ 4573220 w 11235156"/>
              <a:gd name="connsiteY1080" fmla="*/ 4484816 h 5333466"/>
              <a:gd name="connsiteX1081" fmla="*/ 4560996 w 11235156"/>
              <a:gd name="connsiteY1081" fmla="*/ 4496582 h 5333466"/>
              <a:gd name="connsiteX1082" fmla="*/ 4532173 w 11235156"/>
              <a:gd name="connsiteY1082" fmla="*/ 4501082 h 5333466"/>
              <a:gd name="connsiteX1083" fmla="*/ 4528658 w 11235156"/>
              <a:gd name="connsiteY1083" fmla="*/ 4532609 h 5333466"/>
              <a:gd name="connsiteX1084" fmla="*/ 4516130 w 11235156"/>
              <a:gd name="connsiteY1084" fmla="*/ 4506403 h 5333466"/>
              <a:gd name="connsiteX1085" fmla="*/ 4545509 w 11235156"/>
              <a:gd name="connsiteY1085" fmla="*/ 4469429 h 5333466"/>
              <a:gd name="connsiteX1086" fmla="*/ 4495795 w 11235156"/>
              <a:gd name="connsiteY1086" fmla="*/ 4484231 h 5333466"/>
              <a:gd name="connsiteX1087" fmla="*/ 4488333 w 11235156"/>
              <a:gd name="connsiteY1087" fmla="*/ 4499478 h 5333466"/>
              <a:gd name="connsiteX1088" fmla="*/ 4464530 w 11235156"/>
              <a:gd name="connsiteY1088" fmla="*/ 4527132 h 5333466"/>
              <a:gd name="connsiteX1089" fmla="*/ 4459384 w 11235156"/>
              <a:gd name="connsiteY1089" fmla="*/ 4539202 h 5333466"/>
              <a:gd name="connsiteX1090" fmla="*/ 4454067 w 11235156"/>
              <a:gd name="connsiteY1090" fmla="*/ 4568194 h 5333466"/>
              <a:gd name="connsiteX1091" fmla="*/ 4448232 w 11235156"/>
              <a:gd name="connsiteY1091" fmla="*/ 4557840 h 5333466"/>
              <a:gd name="connsiteX1092" fmla="*/ 4416748 w 11235156"/>
              <a:gd name="connsiteY1092" fmla="*/ 4554307 h 5333466"/>
              <a:gd name="connsiteX1093" fmla="*/ 4378015 w 11235156"/>
              <a:gd name="connsiteY1093" fmla="*/ 4567395 h 5333466"/>
              <a:gd name="connsiteX1094" fmla="*/ 4346745 w 11235156"/>
              <a:gd name="connsiteY1094" fmla="*/ 4565237 h 5333466"/>
              <a:gd name="connsiteX1095" fmla="*/ 4254176 w 11235156"/>
              <a:gd name="connsiteY1095" fmla="*/ 4548712 h 5333466"/>
              <a:gd name="connsiteX1096" fmla="*/ 4243879 w 11235156"/>
              <a:gd name="connsiteY1096" fmla="*/ 4527790 h 5333466"/>
              <a:gd name="connsiteX1097" fmla="*/ 4261462 w 11235156"/>
              <a:gd name="connsiteY1097" fmla="*/ 4505330 h 5333466"/>
              <a:gd name="connsiteX1098" fmla="*/ 4285695 w 11235156"/>
              <a:gd name="connsiteY1098" fmla="*/ 4480426 h 5333466"/>
              <a:gd name="connsiteX1099" fmla="*/ 4166582 w 11235156"/>
              <a:gd name="connsiteY1099" fmla="*/ 4537043 h 5333466"/>
              <a:gd name="connsiteX1100" fmla="*/ 4151913 w 11235156"/>
              <a:gd name="connsiteY1100" fmla="*/ 4542149 h 5333466"/>
              <a:gd name="connsiteX1101" fmla="*/ 4139728 w 11235156"/>
              <a:gd name="connsiteY1101" fmla="*/ 4527154 h 5333466"/>
              <a:gd name="connsiteX1102" fmla="*/ 4143287 w 11235156"/>
              <a:gd name="connsiteY1102" fmla="*/ 4513926 h 5333466"/>
              <a:gd name="connsiteX1103" fmla="*/ 4161685 w 11235156"/>
              <a:gd name="connsiteY1103" fmla="*/ 4478667 h 5333466"/>
              <a:gd name="connsiteX1104" fmla="*/ 4147869 w 11235156"/>
              <a:gd name="connsiteY1104" fmla="*/ 4444213 h 5333466"/>
              <a:gd name="connsiteX1105" fmla="*/ 4121920 w 11235156"/>
              <a:gd name="connsiteY1105" fmla="*/ 4458121 h 5333466"/>
              <a:gd name="connsiteX1106" fmla="*/ 4117418 w 11235156"/>
              <a:gd name="connsiteY1106" fmla="*/ 4474314 h 5333466"/>
              <a:gd name="connsiteX1107" fmla="*/ 4077916 w 11235156"/>
              <a:gd name="connsiteY1107" fmla="*/ 4518500 h 5333466"/>
              <a:gd name="connsiteX1108" fmla="*/ 4040127 w 11235156"/>
              <a:gd name="connsiteY1108" fmla="*/ 4528624 h 5333466"/>
              <a:gd name="connsiteX1109" fmla="*/ 3942412 w 11235156"/>
              <a:gd name="connsiteY1109" fmla="*/ 4524169 h 5333466"/>
              <a:gd name="connsiteX1110" fmla="*/ 3918349 w 11235156"/>
              <a:gd name="connsiteY1110" fmla="*/ 4532150 h 5333466"/>
              <a:gd name="connsiteX1111" fmla="*/ 3880260 w 11235156"/>
              <a:gd name="connsiteY1111" fmla="*/ 4549362 h 5333466"/>
              <a:gd name="connsiteX1112" fmla="*/ 3833333 w 11235156"/>
              <a:gd name="connsiteY1112" fmla="*/ 4536976 h 5333466"/>
              <a:gd name="connsiteX1113" fmla="*/ 3802704 w 11235156"/>
              <a:gd name="connsiteY1113" fmla="*/ 4538942 h 5333466"/>
              <a:gd name="connsiteX1114" fmla="*/ 3781815 w 11235156"/>
              <a:gd name="connsiteY1114" fmla="*/ 4549244 h 5333466"/>
              <a:gd name="connsiteX1115" fmla="*/ 3770535 w 11235156"/>
              <a:gd name="connsiteY1115" fmla="*/ 4558045 h 5333466"/>
              <a:gd name="connsiteX1116" fmla="*/ 3762469 w 11235156"/>
              <a:gd name="connsiteY1116" fmla="*/ 4542407 h 5333466"/>
              <a:gd name="connsiteX1117" fmla="*/ 3769288 w 11235156"/>
              <a:gd name="connsiteY1117" fmla="*/ 4523038 h 5333466"/>
              <a:gd name="connsiteX1118" fmla="*/ 3736040 w 11235156"/>
              <a:gd name="connsiteY1118" fmla="*/ 4490209 h 5333466"/>
              <a:gd name="connsiteX1119" fmla="*/ 3720214 w 11235156"/>
              <a:gd name="connsiteY1119" fmla="*/ 4496906 h 5333466"/>
              <a:gd name="connsiteX1120" fmla="*/ 3704899 w 11235156"/>
              <a:gd name="connsiteY1120" fmla="*/ 4497888 h 5333466"/>
              <a:gd name="connsiteX1121" fmla="*/ 3633609 w 11235156"/>
              <a:gd name="connsiteY1121" fmla="*/ 4500571 h 5333466"/>
              <a:gd name="connsiteX1122" fmla="*/ 3630349 w 11235156"/>
              <a:gd name="connsiteY1122" fmla="*/ 4506712 h 5333466"/>
              <a:gd name="connsiteX1123" fmla="*/ 3637986 w 11235156"/>
              <a:gd name="connsiteY1123" fmla="*/ 4519600 h 5333466"/>
              <a:gd name="connsiteX1124" fmla="*/ 3643047 w 11235156"/>
              <a:gd name="connsiteY1124" fmla="*/ 4515994 h 5333466"/>
              <a:gd name="connsiteX1125" fmla="*/ 3676933 w 11235156"/>
              <a:gd name="connsiteY1125" fmla="*/ 4507887 h 5333466"/>
              <a:gd name="connsiteX1126" fmla="*/ 3696240 w 11235156"/>
              <a:gd name="connsiteY1126" fmla="*/ 4541484 h 5333466"/>
              <a:gd name="connsiteX1127" fmla="*/ 3685688 w 11235156"/>
              <a:gd name="connsiteY1127" fmla="*/ 4545947 h 5333466"/>
              <a:gd name="connsiteX1128" fmla="*/ 3661625 w 11235156"/>
              <a:gd name="connsiteY1128" fmla="*/ 4553929 h 5333466"/>
              <a:gd name="connsiteX1129" fmla="*/ 3610968 w 11235156"/>
              <a:gd name="connsiteY1129" fmla="*/ 4571695 h 5333466"/>
              <a:gd name="connsiteX1130" fmla="*/ 3586775 w 11235156"/>
              <a:gd name="connsiteY1130" fmla="*/ 4569840 h 5333466"/>
              <a:gd name="connsiteX1131" fmla="*/ 3556448 w 11235156"/>
              <a:gd name="connsiteY1131" fmla="*/ 4564718 h 5333466"/>
              <a:gd name="connsiteX1132" fmla="*/ 3536802 w 11235156"/>
              <a:gd name="connsiteY1132" fmla="*/ 4564970 h 5333466"/>
              <a:gd name="connsiteX1133" fmla="*/ 3516857 w 11235156"/>
              <a:gd name="connsiteY1133" fmla="*/ 4572308 h 5333466"/>
              <a:gd name="connsiteX1134" fmla="*/ 3502442 w 11235156"/>
              <a:gd name="connsiteY1134" fmla="*/ 4552029 h 5333466"/>
              <a:gd name="connsiteX1135" fmla="*/ 3456806 w 11235156"/>
              <a:gd name="connsiteY1135" fmla="*/ 4592950 h 5333466"/>
              <a:gd name="connsiteX1136" fmla="*/ 3460579 w 11235156"/>
              <a:gd name="connsiteY1136" fmla="*/ 4581095 h 5333466"/>
              <a:gd name="connsiteX1137" fmla="*/ 3436855 w 11235156"/>
              <a:gd name="connsiteY1137" fmla="*/ 4555229 h 5333466"/>
              <a:gd name="connsiteX1138" fmla="*/ 3392932 w 11235156"/>
              <a:gd name="connsiteY1138" fmla="*/ 4562087 h 5333466"/>
              <a:gd name="connsiteX1139" fmla="*/ 3324341 w 11235156"/>
              <a:gd name="connsiteY1139" fmla="*/ 4546043 h 5333466"/>
              <a:gd name="connsiteX1140" fmla="*/ 3298177 w 11235156"/>
              <a:gd name="connsiteY1140" fmla="*/ 4558577 h 5333466"/>
              <a:gd name="connsiteX1141" fmla="*/ 3269611 w 11235156"/>
              <a:gd name="connsiteY1141" fmla="*/ 4582750 h 5333466"/>
              <a:gd name="connsiteX1142" fmla="*/ 3234866 w 11235156"/>
              <a:gd name="connsiteY1142" fmla="*/ 4585360 h 5333466"/>
              <a:gd name="connsiteX1143" fmla="*/ 3215520 w 11235156"/>
              <a:gd name="connsiteY1143" fmla="*/ 4578523 h 5333466"/>
              <a:gd name="connsiteX1144" fmla="*/ 3209600 w 11235156"/>
              <a:gd name="connsiteY1144" fmla="*/ 4576631 h 5333466"/>
              <a:gd name="connsiteX1145" fmla="*/ 3157357 w 11235156"/>
              <a:gd name="connsiteY1145" fmla="*/ 4593237 h 5333466"/>
              <a:gd name="connsiteX1146" fmla="*/ 3111461 w 11235156"/>
              <a:gd name="connsiteY1146" fmla="*/ 4614484 h 5333466"/>
              <a:gd name="connsiteX1147" fmla="*/ 3097306 w 11235156"/>
              <a:gd name="connsiteY1147" fmla="*/ 4613878 h 5333466"/>
              <a:gd name="connsiteX1148" fmla="*/ 3076073 w 11235156"/>
              <a:gd name="connsiteY1148" fmla="*/ 4612969 h 5333466"/>
              <a:gd name="connsiteX1149" fmla="*/ 3013407 w 11235156"/>
              <a:gd name="connsiteY1149" fmla="*/ 4643875 h 5333466"/>
              <a:gd name="connsiteX1150" fmla="*/ 2985096 w 11235156"/>
              <a:gd name="connsiteY1150" fmla="*/ 4642663 h 5333466"/>
              <a:gd name="connsiteX1151" fmla="*/ 2969223 w 11235156"/>
              <a:gd name="connsiteY1151" fmla="*/ 4631061 h 5333466"/>
              <a:gd name="connsiteX1152" fmla="*/ 2957469 w 11235156"/>
              <a:gd name="connsiteY1152" fmla="*/ 4618815 h 5333466"/>
              <a:gd name="connsiteX1153" fmla="*/ 2902220 w 11235156"/>
              <a:gd name="connsiteY1153" fmla="*/ 4616176 h 5333466"/>
              <a:gd name="connsiteX1154" fmla="*/ 2891713 w 11235156"/>
              <a:gd name="connsiteY1154" fmla="*/ 4638939 h 5333466"/>
              <a:gd name="connsiteX1155" fmla="*/ 2888498 w 11235156"/>
              <a:gd name="connsiteY1155" fmla="*/ 4663378 h 5333466"/>
              <a:gd name="connsiteX1156" fmla="*/ 2869322 w 11235156"/>
              <a:gd name="connsiteY1156" fmla="*/ 4639618 h 5333466"/>
              <a:gd name="connsiteX1157" fmla="*/ 2833974 w 11235156"/>
              <a:gd name="connsiteY1157" fmla="*/ 4611343 h 5333466"/>
              <a:gd name="connsiteX1158" fmla="*/ 2794212 w 11235156"/>
              <a:gd name="connsiteY1158" fmla="*/ 4635856 h 5333466"/>
              <a:gd name="connsiteX1159" fmla="*/ 2773109 w 11235156"/>
              <a:gd name="connsiteY1159" fmla="*/ 4644784 h 5333466"/>
              <a:gd name="connsiteX1160" fmla="*/ 2736648 w 11235156"/>
              <a:gd name="connsiteY1160" fmla="*/ 4636396 h 5333466"/>
              <a:gd name="connsiteX1161" fmla="*/ 2723865 w 11235156"/>
              <a:gd name="connsiteY1161" fmla="*/ 4635575 h 5333466"/>
              <a:gd name="connsiteX1162" fmla="*/ 2695684 w 11235156"/>
              <a:gd name="connsiteY1162" fmla="*/ 4644200 h 5333466"/>
              <a:gd name="connsiteX1163" fmla="*/ 2705163 w 11235156"/>
              <a:gd name="connsiteY1163" fmla="*/ 4632863 h 5333466"/>
              <a:gd name="connsiteX1164" fmla="*/ 2700784 w 11235156"/>
              <a:gd name="connsiteY1164" fmla="*/ 4613833 h 5333466"/>
              <a:gd name="connsiteX1165" fmla="*/ 2684743 w 11235156"/>
              <a:gd name="connsiteY1165" fmla="*/ 4619154 h 5333466"/>
              <a:gd name="connsiteX1166" fmla="*/ 2647558 w 11235156"/>
              <a:gd name="connsiteY1166" fmla="*/ 4660164 h 5333466"/>
              <a:gd name="connsiteX1167" fmla="*/ 2613886 w 11235156"/>
              <a:gd name="connsiteY1167" fmla="*/ 4669646 h 5333466"/>
              <a:gd name="connsiteX1168" fmla="*/ 2576396 w 11235156"/>
              <a:gd name="connsiteY1168" fmla="*/ 4672683 h 5333466"/>
              <a:gd name="connsiteX1169" fmla="*/ 2535517 w 11235156"/>
              <a:gd name="connsiteY1169" fmla="*/ 4672025 h 5333466"/>
              <a:gd name="connsiteX1170" fmla="*/ 2507122 w 11235156"/>
              <a:gd name="connsiteY1170" fmla="*/ 4679274 h 5333466"/>
              <a:gd name="connsiteX1171" fmla="*/ 2472592 w 11235156"/>
              <a:gd name="connsiteY1171" fmla="*/ 4683258 h 5333466"/>
              <a:gd name="connsiteX1172" fmla="*/ 2461481 w 11235156"/>
              <a:gd name="connsiteY1172" fmla="*/ 4675136 h 5333466"/>
              <a:gd name="connsiteX1173" fmla="*/ 2421116 w 11235156"/>
              <a:gd name="connsiteY1173" fmla="*/ 4668766 h 5333466"/>
              <a:gd name="connsiteX1174" fmla="*/ 2403747 w 11235156"/>
              <a:gd name="connsiteY1174" fmla="*/ 4692599 h 5333466"/>
              <a:gd name="connsiteX1175" fmla="*/ 2374965 w 11235156"/>
              <a:gd name="connsiteY1175" fmla="*/ 4715399 h 5333466"/>
              <a:gd name="connsiteX1176" fmla="*/ 2324095 w 11235156"/>
              <a:gd name="connsiteY1176" fmla="*/ 4731790 h 5333466"/>
              <a:gd name="connsiteX1177" fmla="*/ 2310798 w 11235156"/>
              <a:gd name="connsiteY1177" fmla="*/ 4736682 h 5333466"/>
              <a:gd name="connsiteX1178" fmla="*/ 2233287 w 11235156"/>
              <a:gd name="connsiteY1178" fmla="*/ 4744560 h 5333466"/>
              <a:gd name="connsiteX1179" fmla="*/ 2246839 w 11235156"/>
              <a:gd name="connsiteY1179" fmla="*/ 4714282 h 5333466"/>
              <a:gd name="connsiteX1180" fmla="*/ 2250398 w 11235156"/>
              <a:gd name="connsiteY1180" fmla="*/ 4701054 h 5333466"/>
              <a:gd name="connsiteX1181" fmla="*/ 2249624 w 11235156"/>
              <a:gd name="connsiteY1181" fmla="*/ 4687093 h 5333466"/>
              <a:gd name="connsiteX1182" fmla="*/ 2236112 w 11235156"/>
              <a:gd name="connsiteY1182" fmla="*/ 4690611 h 5333466"/>
              <a:gd name="connsiteX1183" fmla="*/ 2223590 w 11235156"/>
              <a:gd name="connsiteY1183" fmla="*/ 4709464 h 5333466"/>
              <a:gd name="connsiteX1184" fmla="*/ 2212180 w 11235156"/>
              <a:gd name="connsiteY1184" fmla="*/ 4708429 h 5333466"/>
              <a:gd name="connsiteX1185" fmla="*/ 2201582 w 11235156"/>
              <a:gd name="connsiteY1185" fmla="*/ 4694594 h 5333466"/>
              <a:gd name="connsiteX1186" fmla="*/ 2132653 w 11235156"/>
              <a:gd name="connsiteY1186" fmla="*/ 4712397 h 5333466"/>
              <a:gd name="connsiteX1187" fmla="*/ 2118542 w 11235156"/>
              <a:gd name="connsiteY1187" fmla="*/ 4730090 h 5333466"/>
              <a:gd name="connsiteX1188" fmla="*/ 2117339 w 11235156"/>
              <a:gd name="connsiteY1188" fmla="*/ 4713380 h 5333466"/>
              <a:gd name="connsiteX1189" fmla="*/ 2100308 w 11235156"/>
              <a:gd name="connsiteY1189" fmla="*/ 4703367 h 5333466"/>
              <a:gd name="connsiteX1190" fmla="*/ 2077833 w 11235156"/>
              <a:gd name="connsiteY1190" fmla="*/ 4712508 h 5333466"/>
              <a:gd name="connsiteX1191" fmla="*/ 2066897 w 11235156"/>
              <a:gd name="connsiteY1191" fmla="*/ 4732521 h 5333466"/>
              <a:gd name="connsiteX1192" fmla="*/ 2077838 w 11235156"/>
              <a:gd name="connsiteY1192" fmla="*/ 4757567 h 5333466"/>
              <a:gd name="connsiteX1193" fmla="*/ 2054673 w 11235156"/>
              <a:gd name="connsiteY1193" fmla="*/ 4744287 h 5333466"/>
              <a:gd name="connsiteX1194" fmla="*/ 2034084 w 11235156"/>
              <a:gd name="connsiteY1194" fmla="*/ 4747501 h 5333466"/>
              <a:gd name="connsiteX1195" fmla="*/ 1969272 w 11235156"/>
              <a:gd name="connsiteY1195" fmla="*/ 4764661 h 5333466"/>
              <a:gd name="connsiteX1196" fmla="*/ 1919474 w 11235156"/>
              <a:gd name="connsiteY1196" fmla="*/ 4787926 h 5333466"/>
              <a:gd name="connsiteX1197" fmla="*/ 1907978 w 11235156"/>
              <a:gd name="connsiteY1197" fmla="*/ 4795354 h 5333466"/>
              <a:gd name="connsiteX1198" fmla="*/ 1878555 w 11235156"/>
              <a:gd name="connsiteY1198" fmla="*/ 4814029 h 5333466"/>
              <a:gd name="connsiteX1199" fmla="*/ 1877610 w 11235156"/>
              <a:gd name="connsiteY1199" fmla="*/ 4816992 h 5333466"/>
              <a:gd name="connsiteX1200" fmla="*/ 1863800 w 11235156"/>
              <a:gd name="connsiteY1200" fmla="*/ 4827598 h 5333466"/>
              <a:gd name="connsiteX1201" fmla="*/ 1855220 w 11235156"/>
              <a:gd name="connsiteY1201" fmla="*/ 4817673 h 5333466"/>
              <a:gd name="connsiteX1202" fmla="*/ 1832914 w 11235156"/>
              <a:gd name="connsiteY1202" fmla="*/ 4809891 h 5333466"/>
              <a:gd name="connsiteX1203" fmla="*/ 1779511 w 11235156"/>
              <a:gd name="connsiteY1203" fmla="*/ 4828086 h 5333466"/>
              <a:gd name="connsiteX1204" fmla="*/ 1739620 w 11235156"/>
              <a:gd name="connsiteY1204" fmla="*/ 4842762 h 5333466"/>
              <a:gd name="connsiteX1205" fmla="*/ 1727995 w 11235156"/>
              <a:gd name="connsiteY1205" fmla="*/ 4840353 h 5333466"/>
              <a:gd name="connsiteX1206" fmla="*/ 1694279 w 11235156"/>
              <a:gd name="connsiteY1206" fmla="*/ 4831537 h 5333466"/>
              <a:gd name="connsiteX1207" fmla="*/ 1644436 w 11235156"/>
              <a:gd name="connsiteY1207" fmla="*/ 4836503 h 5333466"/>
              <a:gd name="connsiteX1208" fmla="*/ 1655248 w 11235156"/>
              <a:gd name="connsiteY1208" fmla="*/ 4851713 h 5333466"/>
              <a:gd name="connsiteX1209" fmla="*/ 1651903 w 11235156"/>
              <a:gd name="connsiteY1209" fmla="*/ 4866315 h 5333466"/>
              <a:gd name="connsiteX1210" fmla="*/ 1604680 w 11235156"/>
              <a:gd name="connsiteY1210" fmla="*/ 4906075 h 5333466"/>
              <a:gd name="connsiteX1211" fmla="*/ 1532751 w 11235156"/>
              <a:gd name="connsiteY1211" fmla="*/ 4949693 h 5333466"/>
              <a:gd name="connsiteX1212" fmla="*/ 1523012 w 11235156"/>
              <a:gd name="connsiteY1212" fmla="*/ 4941357 h 5333466"/>
              <a:gd name="connsiteX1213" fmla="*/ 1536049 w 11235156"/>
              <a:gd name="connsiteY1213" fmla="*/ 4916791 h 5333466"/>
              <a:gd name="connsiteX1214" fmla="*/ 1536220 w 11235156"/>
              <a:gd name="connsiteY1214" fmla="*/ 4899867 h 5333466"/>
              <a:gd name="connsiteX1215" fmla="*/ 1520691 w 11235156"/>
              <a:gd name="connsiteY1215" fmla="*/ 4899475 h 5333466"/>
              <a:gd name="connsiteX1216" fmla="*/ 1500232 w 11235156"/>
              <a:gd name="connsiteY1216" fmla="*/ 4912527 h 5333466"/>
              <a:gd name="connsiteX1217" fmla="*/ 1485347 w 11235156"/>
              <a:gd name="connsiteY1217" fmla="*/ 4916260 h 5333466"/>
              <a:gd name="connsiteX1218" fmla="*/ 1485517 w 11235156"/>
              <a:gd name="connsiteY1218" fmla="*/ 4899335 h 5333466"/>
              <a:gd name="connsiteX1219" fmla="*/ 1486974 w 11235156"/>
              <a:gd name="connsiteY1219" fmla="*/ 4890659 h 5333466"/>
              <a:gd name="connsiteX1220" fmla="*/ 1477581 w 11235156"/>
              <a:gd name="connsiteY1220" fmla="*/ 4893534 h 5333466"/>
              <a:gd name="connsiteX1221" fmla="*/ 1414231 w 11235156"/>
              <a:gd name="connsiteY1221" fmla="*/ 4947077 h 5333466"/>
              <a:gd name="connsiteX1222" fmla="*/ 1331969 w 11235156"/>
              <a:gd name="connsiteY1222" fmla="*/ 5041592 h 5333466"/>
              <a:gd name="connsiteX1223" fmla="*/ 1322791 w 11235156"/>
              <a:gd name="connsiteY1223" fmla="*/ 5045841 h 5333466"/>
              <a:gd name="connsiteX1224" fmla="*/ 1316956 w 11235156"/>
              <a:gd name="connsiteY1224" fmla="*/ 5035488 h 5333466"/>
              <a:gd name="connsiteX1225" fmla="*/ 1318583 w 11235156"/>
              <a:gd name="connsiteY1225" fmla="*/ 5009887 h 5333466"/>
              <a:gd name="connsiteX1226" fmla="*/ 1317894 w 11235156"/>
              <a:gd name="connsiteY1226" fmla="*/ 4987465 h 5333466"/>
              <a:gd name="connsiteX1227" fmla="*/ 1303524 w 11235156"/>
              <a:gd name="connsiteY1227" fmla="*/ 4985484 h 5333466"/>
              <a:gd name="connsiteX1228" fmla="*/ 1291000 w 11235156"/>
              <a:gd name="connsiteY1228" fmla="*/ 5004337 h 5333466"/>
              <a:gd name="connsiteX1229" fmla="*/ 1272213 w 11235156"/>
              <a:gd name="connsiteY1229" fmla="*/ 5010087 h 5333466"/>
              <a:gd name="connsiteX1230" fmla="*/ 1263548 w 11235156"/>
              <a:gd name="connsiteY1230" fmla="*/ 5008623 h 5333466"/>
              <a:gd name="connsiteX1231" fmla="*/ 1242230 w 11235156"/>
              <a:gd name="connsiteY1231" fmla="*/ 5016176 h 5333466"/>
              <a:gd name="connsiteX1232" fmla="*/ 1214524 w 11235156"/>
              <a:gd name="connsiteY1232" fmla="*/ 5045849 h 5333466"/>
              <a:gd name="connsiteX1233" fmla="*/ 1184501 w 11235156"/>
              <a:gd name="connsiteY1233" fmla="*/ 5078699 h 5333466"/>
              <a:gd name="connsiteX1234" fmla="*/ 1166442 w 11235156"/>
              <a:gd name="connsiteY1234" fmla="*/ 5080111 h 5333466"/>
              <a:gd name="connsiteX1235" fmla="*/ 1073883 w 11235156"/>
              <a:gd name="connsiteY1235" fmla="*/ 5153704 h 5333466"/>
              <a:gd name="connsiteX1236" fmla="*/ 1040686 w 11235156"/>
              <a:gd name="connsiteY1236" fmla="*/ 5184232 h 5333466"/>
              <a:gd name="connsiteX1237" fmla="*/ 1020526 w 11235156"/>
              <a:gd name="connsiteY1237" fmla="*/ 5190197 h 5333466"/>
              <a:gd name="connsiteX1238" fmla="*/ 984883 w 11235156"/>
              <a:gd name="connsiteY1238" fmla="*/ 5214067 h 5333466"/>
              <a:gd name="connsiteX1239" fmla="*/ 967039 w 11235156"/>
              <a:gd name="connsiteY1239" fmla="*/ 5216853 h 5333466"/>
              <a:gd name="connsiteX1240" fmla="*/ 946235 w 11235156"/>
              <a:gd name="connsiteY1240" fmla="*/ 5218694 h 5333466"/>
              <a:gd name="connsiteX1241" fmla="*/ 926204 w 11235156"/>
              <a:gd name="connsiteY1241" fmla="*/ 5234494 h 5333466"/>
              <a:gd name="connsiteX1242" fmla="*/ 924104 w 11235156"/>
              <a:gd name="connsiteY1242" fmla="*/ 5239046 h 5333466"/>
              <a:gd name="connsiteX1243" fmla="*/ 926724 w 11235156"/>
              <a:gd name="connsiteY1243" fmla="*/ 5273840 h 5333466"/>
              <a:gd name="connsiteX1244" fmla="*/ 910382 w 11235156"/>
              <a:gd name="connsiteY1244" fmla="*/ 5286248 h 5333466"/>
              <a:gd name="connsiteX1245" fmla="*/ 901373 w 11235156"/>
              <a:gd name="connsiteY1245" fmla="*/ 5273574 h 5333466"/>
              <a:gd name="connsiteX1246" fmla="*/ 900469 w 11235156"/>
              <a:gd name="connsiteY1246" fmla="*/ 5249777 h 5333466"/>
              <a:gd name="connsiteX1247" fmla="*/ 882201 w 11235156"/>
              <a:gd name="connsiteY1247" fmla="*/ 5294873 h 5333466"/>
              <a:gd name="connsiteX1248" fmla="*/ 854195 w 11235156"/>
              <a:gd name="connsiteY1248" fmla="*/ 5331633 h 5333466"/>
              <a:gd name="connsiteX1249" fmla="*/ 843513 w 11235156"/>
              <a:gd name="connsiteY1249" fmla="*/ 5326260 h 5333466"/>
              <a:gd name="connsiteX1250" fmla="*/ 849688 w 11235156"/>
              <a:gd name="connsiteY1250" fmla="*/ 5302766 h 5333466"/>
              <a:gd name="connsiteX1251" fmla="*/ 857963 w 11235156"/>
              <a:gd name="connsiteY1251" fmla="*/ 5274720 h 5333466"/>
              <a:gd name="connsiteX1252" fmla="*/ 816356 w 11235156"/>
              <a:gd name="connsiteY1252" fmla="*/ 5278400 h 5333466"/>
              <a:gd name="connsiteX1253" fmla="*/ 841317 w 11235156"/>
              <a:gd name="connsiteY1253" fmla="*/ 5249156 h 5333466"/>
              <a:gd name="connsiteX1254" fmla="*/ 851565 w 11235156"/>
              <a:gd name="connsiteY1254" fmla="*/ 5206721 h 5333466"/>
              <a:gd name="connsiteX1255" fmla="*/ 842685 w 11235156"/>
              <a:gd name="connsiteY1255" fmla="*/ 5203883 h 5333466"/>
              <a:gd name="connsiteX1256" fmla="*/ 828789 w 11235156"/>
              <a:gd name="connsiteY1256" fmla="*/ 5222950 h 5333466"/>
              <a:gd name="connsiteX1257" fmla="*/ 791085 w 11235156"/>
              <a:gd name="connsiteY1257" fmla="*/ 5224613 h 5333466"/>
              <a:gd name="connsiteX1258" fmla="*/ 788340 w 11235156"/>
              <a:gd name="connsiteY1258" fmla="*/ 5225042 h 5333466"/>
              <a:gd name="connsiteX1259" fmla="*/ 739959 w 11235156"/>
              <a:gd name="connsiteY1259" fmla="*/ 5266391 h 5333466"/>
              <a:gd name="connsiteX1260" fmla="*/ 660951 w 11235156"/>
              <a:gd name="connsiteY1260" fmla="*/ 5309705 h 5333466"/>
              <a:gd name="connsiteX1261" fmla="*/ 667854 w 11235156"/>
              <a:gd name="connsiteY1261" fmla="*/ 5281874 h 5333466"/>
              <a:gd name="connsiteX1262" fmla="*/ 652710 w 11235156"/>
              <a:gd name="connsiteY1262" fmla="*/ 5265932 h 5333466"/>
              <a:gd name="connsiteX1263" fmla="*/ 592999 w 11235156"/>
              <a:gd name="connsiteY1263" fmla="*/ 5252725 h 5333466"/>
              <a:gd name="connsiteX1264" fmla="*/ 575839 w 11235156"/>
              <a:gd name="connsiteY1264" fmla="*/ 5232875 h 5333466"/>
              <a:gd name="connsiteX1265" fmla="*/ 548641 w 11235156"/>
              <a:gd name="connsiteY1265" fmla="*/ 5211775 h 5333466"/>
              <a:gd name="connsiteX1266" fmla="*/ 528481 w 11235156"/>
              <a:gd name="connsiteY1266" fmla="*/ 5217740 h 5333466"/>
              <a:gd name="connsiteX1267" fmla="*/ 502356 w 11235156"/>
              <a:gd name="connsiteY1267" fmla="*/ 5203513 h 5333466"/>
              <a:gd name="connsiteX1268" fmla="*/ 494376 w 11235156"/>
              <a:gd name="connsiteY1268" fmla="*/ 5179413 h 5333466"/>
              <a:gd name="connsiteX1269" fmla="*/ 504752 w 11235156"/>
              <a:gd name="connsiteY1269" fmla="*/ 5146814 h 5333466"/>
              <a:gd name="connsiteX1270" fmla="*/ 527528 w 11235156"/>
              <a:gd name="connsiteY1270" fmla="*/ 5130586 h 5333466"/>
              <a:gd name="connsiteX1271" fmla="*/ 546275 w 11235156"/>
              <a:gd name="connsiteY1271" fmla="*/ 5151596 h 5333466"/>
              <a:gd name="connsiteX1272" fmla="*/ 564549 w 11235156"/>
              <a:gd name="connsiteY1272" fmla="*/ 5151558 h 5333466"/>
              <a:gd name="connsiteX1273" fmla="*/ 577541 w 11235156"/>
              <a:gd name="connsiteY1273" fmla="*/ 5108695 h 5333466"/>
              <a:gd name="connsiteX1274" fmla="*/ 574536 w 11235156"/>
              <a:gd name="connsiteY1274" fmla="*/ 5089450 h 5333466"/>
              <a:gd name="connsiteX1275" fmla="*/ 575694 w 11235156"/>
              <a:gd name="connsiteY1275" fmla="*/ 5087862 h 5333466"/>
              <a:gd name="connsiteX1276" fmla="*/ 572949 w 11235156"/>
              <a:gd name="connsiteY1276" fmla="*/ 5088290 h 5333466"/>
              <a:gd name="connsiteX1277" fmla="*/ 499646 w 11235156"/>
              <a:gd name="connsiteY1277" fmla="*/ 5132122 h 5333466"/>
              <a:gd name="connsiteX1278" fmla="*/ 458083 w 11235156"/>
              <a:gd name="connsiteY1278" fmla="*/ 5154101 h 5333466"/>
              <a:gd name="connsiteX1279" fmla="*/ 438912 w 11235156"/>
              <a:gd name="connsiteY1279" fmla="*/ 5175400 h 5333466"/>
              <a:gd name="connsiteX1280" fmla="*/ 427417 w 11235156"/>
              <a:gd name="connsiteY1280" fmla="*/ 5182827 h 5333466"/>
              <a:gd name="connsiteX1281" fmla="*/ 402924 w 11235156"/>
              <a:gd name="connsiteY1281" fmla="*/ 5188060 h 5333466"/>
              <a:gd name="connsiteX1282" fmla="*/ 362525 w 11235156"/>
              <a:gd name="connsiteY1282" fmla="*/ 5253509 h 5333466"/>
              <a:gd name="connsiteX1283" fmla="*/ 360208 w 11235156"/>
              <a:gd name="connsiteY1283" fmla="*/ 5256686 h 5333466"/>
              <a:gd name="connsiteX1284" fmla="*/ 348284 w 11235156"/>
              <a:gd name="connsiteY1284" fmla="*/ 5261364 h 5333466"/>
              <a:gd name="connsiteX1285" fmla="*/ 339705 w 11235156"/>
              <a:gd name="connsiteY1285" fmla="*/ 5251440 h 5333466"/>
              <a:gd name="connsiteX1286" fmla="*/ 344206 w 11235156"/>
              <a:gd name="connsiteY1286" fmla="*/ 5235246 h 5333466"/>
              <a:gd name="connsiteX1287" fmla="*/ 365134 w 11235156"/>
              <a:gd name="connsiteY1287" fmla="*/ 5198184 h 5333466"/>
              <a:gd name="connsiteX1288" fmla="*/ 366079 w 11235156"/>
              <a:gd name="connsiteY1288" fmla="*/ 5195221 h 5333466"/>
              <a:gd name="connsiteX1289" fmla="*/ 368609 w 11235156"/>
              <a:gd name="connsiteY1289" fmla="*/ 5193418 h 5333466"/>
              <a:gd name="connsiteX1290" fmla="*/ 364491 w 11235156"/>
              <a:gd name="connsiteY1290" fmla="*/ 5194061 h 5333466"/>
              <a:gd name="connsiteX1291" fmla="*/ 361961 w 11235156"/>
              <a:gd name="connsiteY1291" fmla="*/ 5195864 h 5333466"/>
              <a:gd name="connsiteX1292" fmla="*/ 326103 w 11235156"/>
              <a:gd name="connsiteY1292" fmla="*/ 5218360 h 5333466"/>
              <a:gd name="connsiteX1293" fmla="*/ 288788 w 11235156"/>
              <a:gd name="connsiteY1293" fmla="*/ 5249532 h 5333466"/>
              <a:gd name="connsiteX1294" fmla="*/ 266826 w 11235156"/>
              <a:gd name="connsiteY1294" fmla="*/ 5252961 h 5333466"/>
              <a:gd name="connsiteX1295" fmla="*/ 265922 w 11235156"/>
              <a:gd name="connsiteY1295" fmla="*/ 5229164 h 5333466"/>
              <a:gd name="connsiteX1296" fmla="*/ 287579 w 11235156"/>
              <a:gd name="connsiteY1296" fmla="*/ 5187764 h 5333466"/>
              <a:gd name="connsiteX1297" fmla="*/ 294782 w 11235156"/>
              <a:gd name="connsiteY1297" fmla="*/ 5152845 h 5333466"/>
              <a:gd name="connsiteX1298" fmla="*/ 279943 w 11235156"/>
              <a:gd name="connsiteY1298" fmla="*/ 5174876 h 5333466"/>
              <a:gd name="connsiteX1299" fmla="*/ 243486 w 11235156"/>
              <a:gd name="connsiteY1299" fmla="*/ 5211546 h 5333466"/>
              <a:gd name="connsiteX1300" fmla="*/ 192830 w 11235156"/>
              <a:gd name="connsiteY1300" fmla="*/ 5229312 h 5333466"/>
              <a:gd name="connsiteX1301" fmla="*/ 143370 w 11235156"/>
              <a:gd name="connsiteY1301" fmla="*/ 5218729 h 5333466"/>
              <a:gd name="connsiteX1302" fmla="*/ 118663 w 11235156"/>
              <a:gd name="connsiteY1302" fmla="*/ 5222587 h 5333466"/>
              <a:gd name="connsiteX1303" fmla="*/ 101293 w 11235156"/>
              <a:gd name="connsiteY1303" fmla="*/ 5246421 h 5333466"/>
              <a:gd name="connsiteX1304" fmla="*/ 32997 w 11235156"/>
              <a:gd name="connsiteY1304" fmla="*/ 5178230 h 5333466"/>
              <a:gd name="connsiteX1305" fmla="*/ 5834 w 11235156"/>
              <a:gd name="connsiteY1305" fmla="*/ 5085311 h 5333466"/>
              <a:gd name="connsiteX1306" fmla="*/ 27232 w 11235156"/>
              <a:gd name="connsiteY1306" fmla="*/ 5024238 h 5333466"/>
              <a:gd name="connsiteX1307" fmla="*/ 58842 w 11235156"/>
              <a:gd name="connsiteY1307" fmla="*/ 4992547 h 5333466"/>
              <a:gd name="connsiteX1308" fmla="*/ 64806 w 11235156"/>
              <a:gd name="connsiteY1308" fmla="*/ 5012737 h 5333466"/>
              <a:gd name="connsiteX1309" fmla="*/ 94999 w 11235156"/>
              <a:gd name="connsiteY1309" fmla="*/ 4962964 h 5333466"/>
              <a:gd name="connsiteX1310" fmla="*/ 117430 w 11235156"/>
              <a:gd name="connsiteY1310" fmla="*/ 4935523 h 5333466"/>
              <a:gd name="connsiteX1311" fmla="*/ 156677 w 11235156"/>
              <a:gd name="connsiteY1311" fmla="*/ 4916722 h 5333466"/>
              <a:gd name="connsiteX1312" fmla="*/ 195839 w 11235156"/>
              <a:gd name="connsiteY1312" fmla="*/ 4906383 h 5333466"/>
              <a:gd name="connsiteX1313" fmla="*/ 229680 w 11235156"/>
              <a:gd name="connsiteY1313" fmla="*/ 4879978 h 5333466"/>
              <a:gd name="connsiteX1314" fmla="*/ 249451 w 11235156"/>
              <a:gd name="connsiteY1314" fmla="*/ 4844505 h 5333466"/>
              <a:gd name="connsiteX1315" fmla="*/ 268538 w 11235156"/>
              <a:gd name="connsiteY1315" fmla="*/ 4831667 h 5333466"/>
              <a:gd name="connsiteX1316" fmla="*/ 382075 w 11235156"/>
              <a:gd name="connsiteY1316" fmla="*/ 4784369 h 5333466"/>
              <a:gd name="connsiteX1317" fmla="*/ 415961 w 11235156"/>
              <a:gd name="connsiteY1317" fmla="*/ 4776262 h 5333466"/>
              <a:gd name="connsiteX1318" fmla="*/ 466014 w 11235156"/>
              <a:gd name="connsiteY1318" fmla="*/ 4727611 h 5333466"/>
              <a:gd name="connsiteX1319" fmla="*/ 482825 w 11235156"/>
              <a:gd name="connsiteY1319" fmla="*/ 4691192 h 5333466"/>
              <a:gd name="connsiteX1320" fmla="*/ 494399 w 11235156"/>
              <a:gd name="connsiteY1320" fmla="*/ 4630244 h 5333466"/>
              <a:gd name="connsiteX1321" fmla="*/ 486463 w 11235156"/>
              <a:gd name="connsiteY1321" fmla="*/ 4624441 h 5333466"/>
              <a:gd name="connsiteX1322" fmla="*/ 479086 w 11235156"/>
              <a:gd name="connsiteY1322" fmla="*/ 4631227 h 5333466"/>
              <a:gd name="connsiteX1323" fmla="*/ 479431 w 11235156"/>
              <a:gd name="connsiteY1323" fmla="*/ 4642437 h 5333466"/>
              <a:gd name="connsiteX1324" fmla="*/ 459231 w 11235156"/>
              <a:gd name="connsiteY1324" fmla="*/ 4675162 h 5333466"/>
              <a:gd name="connsiteX1325" fmla="*/ 402095 w 11235156"/>
              <a:gd name="connsiteY1325" fmla="*/ 4678450 h 5333466"/>
              <a:gd name="connsiteX1326" fmla="*/ 416160 w 11235156"/>
              <a:gd name="connsiteY1326" fmla="*/ 4642460 h 5333466"/>
              <a:gd name="connsiteX1327" fmla="*/ 414228 w 11235156"/>
              <a:gd name="connsiteY1327" fmla="*/ 4630089 h 5333466"/>
              <a:gd name="connsiteX1328" fmla="*/ 402519 w 11235156"/>
              <a:gd name="connsiteY1328" fmla="*/ 4636141 h 5333466"/>
              <a:gd name="connsiteX1329" fmla="*/ 389567 w 11235156"/>
              <a:gd name="connsiteY1329" fmla="*/ 4652244 h 5333466"/>
              <a:gd name="connsiteX1330" fmla="*/ 368848 w 11235156"/>
              <a:gd name="connsiteY1330" fmla="*/ 4645622 h 5333466"/>
              <a:gd name="connsiteX1331" fmla="*/ 342508 w 11235156"/>
              <a:gd name="connsiteY1331" fmla="*/ 4630021 h 5333466"/>
              <a:gd name="connsiteX1332" fmla="*/ 328009 w 11235156"/>
              <a:gd name="connsiteY1332" fmla="*/ 4618204 h 5333466"/>
              <a:gd name="connsiteX1333" fmla="*/ 330625 w 11235156"/>
              <a:gd name="connsiteY1333" fmla="*/ 4607939 h 5333466"/>
              <a:gd name="connsiteX1334" fmla="*/ 316854 w 11235156"/>
              <a:gd name="connsiteY1334" fmla="*/ 4591784 h 5333466"/>
              <a:gd name="connsiteX1335" fmla="*/ 243201 w 11235156"/>
              <a:gd name="connsiteY1335" fmla="*/ 4579345 h 5333466"/>
              <a:gd name="connsiteX1336" fmla="*/ 227544 w 11235156"/>
              <a:gd name="connsiteY1336" fmla="*/ 4569117 h 5333466"/>
              <a:gd name="connsiteX1337" fmla="*/ 227454 w 11235156"/>
              <a:gd name="connsiteY1337" fmla="*/ 4532520 h 5333466"/>
              <a:gd name="connsiteX1338" fmla="*/ 266785 w 11235156"/>
              <a:gd name="connsiteY1338" fmla="*/ 4505257 h 5333466"/>
              <a:gd name="connsiteX1339" fmla="*/ 397647 w 11235156"/>
              <a:gd name="connsiteY1339" fmla="*/ 4415827 h 5333466"/>
              <a:gd name="connsiteX1340" fmla="*/ 425998 w 11235156"/>
              <a:gd name="connsiteY1340" fmla="*/ 4390278 h 5333466"/>
              <a:gd name="connsiteX1341" fmla="*/ 531724 w 11235156"/>
              <a:gd name="connsiteY1341" fmla="*/ 4301957 h 5333466"/>
              <a:gd name="connsiteX1342" fmla="*/ 540260 w 11235156"/>
              <a:gd name="connsiteY1342" fmla="*/ 4293584 h 5333466"/>
              <a:gd name="connsiteX1343" fmla="*/ 546174 w 11235156"/>
              <a:gd name="connsiteY1343" fmla="*/ 4250416 h 5333466"/>
              <a:gd name="connsiteX1344" fmla="*/ 537679 w 11235156"/>
              <a:gd name="connsiteY1344" fmla="*/ 4232029 h 5333466"/>
              <a:gd name="connsiteX1345" fmla="*/ 523009 w 11235156"/>
              <a:gd name="connsiteY1345" fmla="*/ 4237136 h 5333466"/>
              <a:gd name="connsiteX1346" fmla="*/ 420328 w 11235156"/>
              <a:gd name="connsiteY1346" fmla="*/ 4317942 h 5333466"/>
              <a:gd name="connsiteX1347" fmla="*/ 296583 w 11235156"/>
              <a:gd name="connsiteY1347" fmla="*/ 4380915 h 5333466"/>
              <a:gd name="connsiteX1348" fmla="*/ 279897 w 11235156"/>
              <a:gd name="connsiteY1348" fmla="*/ 4382111 h 5333466"/>
              <a:gd name="connsiteX1349" fmla="*/ 281225 w 11235156"/>
              <a:gd name="connsiteY1349" fmla="*/ 4363599 h 5333466"/>
              <a:gd name="connsiteX1350" fmla="*/ 286800 w 11235156"/>
              <a:gd name="connsiteY1350" fmla="*/ 4354280 h 5333466"/>
              <a:gd name="connsiteX1351" fmla="*/ 295290 w 11235156"/>
              <a:gd name="connsiteY1351" fmla="*/ 4327608 h 5333466"/>
              <a:gd name="connsiteX1352" fmla="*/ 201608 w 11235156"/>
              <a:gd name="connsiteY1352" fmla="*/ 4330971 h 5333466"/>
              <a:gd name="connsiteX1353" fmla="*/ 194401 w 11235156"/>
              <a:gd name="connsiteY1353" fmla="*/ 4320831 h 5333466"/>
              <a:gd name="connsiteX1354" fmla="*/ 195299 w 11235156"/>
              <a:gd name="connsiteY1354" fmla="*/ 4299569 h 5333466"/>
              <a:gd name="connsiteX1355" fmla="*/ 206529 w 11235156"/>
              <a:gd name="connsiteY1355" fmla="*/ 4227410 h 5333466"/>
              <a:gd name="connsiteX1356" fmla="*/ 280510 w 11235156"/>
              <a:gd name="connsiteY1356" fmla="*/ 4115882 h 5333466"/>
              <a:gd name="connsiteX1357" fmla="*/ 340641 w 11235156"/>
              <a:gd name="connsiteY1357" fmla="*/ 4041719 h 5333466"/>
              <a:gd name="connsiteX1358" fmla="*/ 397772 w 11235156"/>
              <a:gd name="connsiteY1358" fmla="*/ 3993372 h 5333466"/>
              <a:gd name="connsiteX1359" fmla="*/ 438775 w 11235156"/>
              <a:gd name="connsiteY1359" fmla="*/ 3958808 h 5333466"/>
              <a:gd name="connsiteX1360" fmla="*/ 454229 w 11235156"/>
              <a:gd name="connsiteY1360" fmla="*/ 3945331 h 5333466"/>
              <a:gd name="connsiteX1361" fmla="*/ 452054 w 11235156"/>
              <a:gd name="connsiteY1361" fmla="*/ 3946288 h 5333466"/>
              <a:gd name="connsiteX1362" fmla="*/ 401034 w 11235156"/>
              <a:gd name="connsiteY1362" fmla="*/ 3917768 h 5333466"/>
              <a:gd name="connsiteX1363" fmla="*/ 363729 w 11235156"/>
              <a:gd name="connsiteY1363" fmla="*/ 3922241 h 5333466"/>
              <a:gd name="connsiteX1364" fmla="*/ 336375 w 11235156"/>
              <a:gd name="connsiteY1364" fmla="*/ 3957104 h 5333466"/>
              <a:gd name="connsiteX1365" fmla="*/ 237461 w 11235156"/>
              <a:gd name="connsiteY1365" fmla="*/ 3851063 h 5333466"/>
              <a:gd name="connsiteX1366" fmla="*/ 201631 w 11235156"/>
              <a:gd name="connsiteY1366" fmla="*/ 3710087 h 5333466"/>
              <a:gd name="connsiteX1367" fmla="*/ 237021 w 11235156"/>
              <a:gd name="connsiteY1367" fmla="*/ 3619521 h 5333466"/>
              <a:gd name="connsiteX1368" fmla="*/ 286177 w 11235156"/>
              <a:gd name="connsiteY1368" fmla="*/ 3573623 h 5333466"/>
              <a:gd name="connsiteX1369" fmla="*/ 294056 w 11235156"/>
              <a:gd name="connsiteY1369" fmla="*/ 3604259 h 5333466"/>
              <a:gd name="connsiteX1370" fmla="*/ 342050 w 11235156"/>
              <a:gd name="connsiteY1370" fmla="*/ 3531130 h 5333466"/>
              <a:gd name="connsiteX1371" fmla="*/ 377197 w 11235156"/>
              <a:gd name="connsiteY1371" fmla="*/ 3491122 h 5333466"/>
              <a:gd name="connsiteX1372" fmla="*/ 437132 w 11235156"/>
              <a:gd name="connsiteY1372" fmla="*/ 3464985 h 5333466"/>
              <a:gd name="connsiteX1373" fmla="*/ 496490 w 11235156"/>
              <a:gd name="connsiteY1373" fmla="*/ 3451550 h 5333466"/>
              <a:gd name="connsiteX1374" fmla="*/ 548714 w 11235156"/>
              <a:gd name="connsiteY1374" fmla="*/ 3413705 h 5333466"/>
              <a:gd name="connsiteX1375" fmla="*/ 580295 w 11235156"/>
              <a:gd name="connsiteY1375" fmla="*/ 3361493 h 5333466"/>
              <a:gd name="connsiteX1376" fmla="*/ 609641 w 11235156"/>
              <a:gd name="connsiteY1376" fmla="*/ 3343235 h 5333466"/>
              <a:gd name="connsiteX1377" fmla="*/ 782652 w 11235156"/>
              <a:gd name="connsiteY1377" fmla="*/ 3278271 h 5333466"/>
              <a:gd name="connsiteX1378" fmla="*/ 833967 w 11235156"/>
              <a:gd name="connsiteY1378" fmla="*/ 3267906 h 5333466"/>
              <a:gd name="connsiteX1379" fmla="*/ 911723 w 11235156"/>
              <a:gd name="connsiteY1379" fmla="*/ 3197524 h 5333466"/>
              <a:gd name="connsiteX1380" fmla="*/ 938909 w 11235156"/>
              <a:gd name="connsiteY1380" fmla="*/ 3143733 h 5333466"/>
              <a:gd name="connsiteX1381" fmla="*/ 959543 w 11235156"/>
              <a:gd name="connsiteY1381" fmla="*/ 3052831 h 5333466"/>
              <a:gd name="connsiteX1382" fmla="*/ 947935 w 11235156"/>
              <a:gd name="connsiteY1382" fmla="*/ 3043696 h 5333466"/>
              <a:gd name="connsiteX1383" fmla="*/ 936496 w 11235156"/>
              <a:gd name="connsiteY1383" fmla="*/ 3053490 h 5333466"/>
              <a:gd name="connsiteX1384" fmla="*/ 936416 w 11235156"/>
              <a:gd name="connsiteY1384" fmla="*/ 3070342 h 5333466"/>
              <a:gd name="connsiteX1385" fmla="*/ 904336 w 11235156"/>
              <a:gd name="connsiteY1385" fmla="*/ 3118403 h 5333466"/>
              <a:gd name="connsiteX1386" fmla="*/ 818366 w 11235156"/>
              <a:gd name="connsiteY1386" fmla="*/ 3120292 h 5333466"/>
              <a:gd name="connsiteX1387" fmla="*/ 841408 w 11235156"/>
              <a:gd name="connsiteY1387" fmla="*/ 3066999 h 5333466"/>
              <a:gd name="connsiteX1388" fmla="*/ 839167 w 11235156"/>
              <a:gd name="connsiteY1388" fmla="*/ 3048319 h 5333466"/>
              <a:gd name="connsiteX1389" fmla="*/ 821261 w 11235156"/>
              <a:gd name="connsiteY1389" fmla="*/ 3056784 h 5333466"/>
              <a:gd name="connsiteX1390" fmla="*/ 800952 w 11235156"/>
              <a:gd name="connsiteY1390" fmla="*/ 3080273 h 5333466"/>
              <a:gd name="connsiteX1391" fmla="*/ 770194 w 11235156"/>
              <a:gd name="connsiteY1391" fmla="*/ 3069225 h 5333466"/>
              <a:gd name="connsiteX1392" fmla="*/ 731476 w 11235156"/>
              <a:gd name="connsiteY1392" fmla="*/ 3044392 h 5333466"/>
              <a:gd name="connsiteX1393" fmla="*/ 710333 w 11235156"/>
              <a:gd name="connsiteY1393" fmla="*/ 3025874 h 5333466"/>
              <a:gd name="connsiteX1394" fmla="*/ 714809 w 11235156"/>
              <a:gd name="connsiteY1394" fmla="*/ 3010599 h 5333466"/>
              <a:gd name="connsiteX1395" fmla="*/ 694992 w 11235156"/>
              <a:gd name="connsiteY1395" fmla="*/ 2985605 h 5333466"/>
              <a:gd name="connsiteX1396" fmla="*/ 585061 w 11235156"/>
              <a:gd name="connsiteY1396" fmla="*/ 2962997 h 5333466"/>
              <a:gd name="connsiteX1397" fmla="*/ 562094 w 11235156"/>
              <a:gd name="connsiteY1397" fmla="*/ 2946803 h 5333466"/>
              <a:gd name="connsiteX1398" fmla="*/ 563912 w 11235156"/>
              <a:gd name="connsiteY1398" fmla="*/ 2891845 h 5333466"/>
              <a:gd name="connsiteX1399" fmla="*/ 624428 w 11235156"/>
              <a:gd name="connsiteY1399" fmla="*/ 2853006 h 5333466"/>
              <a:gd name="connsiteX1400" fmla="*/ 825702 w 11235156"/>
              <a:gd name="connsiteY1400" fmla="*/ 2725701 h 5333466"/>
              <a:gd name="connsiteX1401" fmla="*/ 869638 w 11235156"/>
              <a:gd name="connsiteY1401" fmla="*/ 2688850 h 5333466"/>
              <a:gd name="connsiteX1402" fmla="*/ 1033108 w 11235156"/>
              <a:gd name="connsiteY1402" fmla="*/ 2561868 h 5333466"/>
              <a:gd name="connsiteX1403" fmla="*/ 1046372 w 11235156"/>
              <a:gd name="connsiteY1403" fmla="*/ 2549750 h 5333466"/>
              <a:gd name="connsiteX1404" fmla="*/ 1057557 w 11235156"/>
              <a:gd name="connsiteY1404" fmla="*/ 2485247 h 5333466"/>
              <a:gd name="connsiteX1405" fmla="*/ 1045781 w 11235156"/>
              <a:gd name="connsiteY1405" fmla="*/ 2457183 h 5333466"/>
              <a:gd name="connsiteX1406" fmla="*/ 1023481 w 11235156"/>
              <a:gd name="connsiteY1406" fmla="*/ 2464069 h 5333466"/>
              <a:gd name="connsiteX1407" fmla="*/ 864983 w 11235156"/>
              <a:gd name="connsiteY1407" fmla="*/ 2579927 h 5333466"/>
              <a:gd name="connsiteX1408" fmla="*/ 675808 w 11235156"/>
              <a:gd name="connsiteY1408" fmla="*/ 2667884 h 5333466"/>
              <a:gd name="connsiteX1409" fmla="*/ 650688 w 11235156"/>
              <a:gd name="connsiteY1409" fmla="*/ 2668791 h 5333466"/>
              <a:gd name="connsiteX1410" fmla="*/ 653669 w 11235156"/>
              <a:gd name="connsiteY1410" fmla="*/ 2641063 h 5333466"/>
              <a:gd name="connsiteX1411" fmla="*/ 662539 w 11235156"/>
              <a:gd name="connsiteY1411" fmla="*/ 2627367 h 5333466"/>
              <a:gd name="connsiteX1412" fmla="*/ 676711 w 11235156"/>
              <a:gd name="connsiteY1412" fmla="*/ 2587770 h 5333466"/>
              <a:gd name="connsiteX1413" fmla="*/ 535859 w 11235156"/>
              <a:gd name="connsiteY1413" fmla="*/ 2587820 h 5333466"/>
              <a:gd name="connsiteX1414" fmla="*/ 525577 w 11235156"/>
              <a:gd name="connsiteY1414" fmla="*/ 2572209 h 5333466"/>
              <a:gd name="connsiteX1415" fmla="*/ 528062 w 11235156"/>
              <a:gd name="connsiteY1415" fmla="*/ 2540330 h 5333466"/>
              <a:gd name="connsiteX1416" fmla="*/ 548774 w 11235156"/>
              <a:gd name="connsiteY1416" fmla="*/ 2432575 h 5333466"/>
              <a:gd name="connsiteX1417" fmla="*/ 665816 w 11235156"/>
              <a:gd name="connsiteY1417" fmla="*/ 2269053 h 5333466"/>
              <a:gd name="connsiteX1418" fmla="*/ 760066 w 11235156"/>
              <a:gd name="connsiteY1418" fmla="*/ 2160900 h 5333466"/>
              <a:gd name="connsiteX1419" fmla="*/ 848432 w 11235156"/>
              <a:gd name="connsiteY1419" fmla="*/ 2091351 h 5333466"/>
              <a:gd name="connsiteX1420" fmla="*/ 911849 w 11235156"/>
              <a:gd name="connsiteY1420" fmla="*/ 2041636 h 5333466"/>
              <a:gd name="connsiteX1421" fmla="*/ 1054351 w 11235156"/>
              <a:gd name="connsiteY1421" fmla="*/ 1967699 h 5333466"/>
              <a:gd name="connsiteX1422" fmla="*/ 1157475 w 11235156"/>
              <a:gd name="connsiteY1422" fmla="*/ 1898485 h 5333466"/>
              <a:gd name="connsiteX1423" fmla="*/ 1202150 w 11235156"/>
              <a:gd name="connsiteY1423" fmla="*/ 1815227 h 5333466"/>
              <a:gd name="connsiteX1424" fmla="*/ 1276173 w 11235156"/>
              <a:gd name="connsiteY1424" fmla="*/ 1713711 h 5333466"/>
              <a:gd name="connsiteX1425" fmla="*/ 1295075 w 11235156"/>
              <a:gd name="connsiteY1425" fmla="*/ 1713550 h 5333466"/>
              <a:gd name="connsiteX1426" fmla="*/ 1350871 w 11235156"/>
              <a:gd name="connsiteY1426" fmla="*/ 1740544 h 5333466"/>
              <a:gd name="connsiteX1427" fmla="*/ 1426641 w 11235156"/>
              <a:gd name="connsiteY1427" fmla="*/ 1706192 h 5333466"/>
              <a:gd name="connsiteX1428" fmla="*/ 1442139 w 11235156"/>
              <a:gd name="connsiteY1428" fmla="*/ 1660119 h 5333466"/>
              <a:gd name="connsiteX1429" fmla="*/ 1503897 w 11235156"/>
              <a:gd name="connsiteY1429" fmla="*/ 1631658 h 5333466"/>
              <a:gd name="connsiteX1430" fmla="*/ 1507794 w 11235156"/>
              <a:gd name="connsiteY1430" fmla="*/ 1629086 h 5333466"/>
              <a:gd name="connsiteX1431" fmla="*/ 1512020 w 11235156"/>
              <a:gd name="connsiteY1431" fmla="*/ 1611735 h 5333466"/>
              <a:gd name="connsiteX1432" fmla="*/ 1553055 w 11235156"/>
              <a:gd name="connsiteY1432" fmla="*/ 1585759 h 5333466"/>
              <a:gd name="connsiteX1433" fmla="*/ 1694983 w 11235156"/>
              <a:gd name="connsiteY1433" fmla="*/ 1577158 h 5333466"/>
              <a:gd name="connsiteX1434" fmla="*/ 1799845 w 11235156"/>
              <a:gd name="connsiteY1434" fmla="*/ 1469839 h 5333466"/>
              <a:gd name="connsiteX1435" fmla="*/ 1823136 w 11235156"/>
              <a:gd name="connsiteY1435" fmla="*/ 1418621 h 5333466"/>
              <a:gd name="connsiteX1436" fmla="*/ 1908770 w 11235156"/>
              <a:gd name="connsiteY1436" fmla="*/ 1378875 h 5333466"/>
              <a:gd name="connsiteX1437" fmla="*/ 1955443 w 11235156"/>
              <a:gd name="connsiteY1437" fmla="*/ 1364855 h 5333466"/>
              <a:gd name="connsiteX1438" fmla="*/ 2018857 w 11235156"/>
              <a:gd name="connsiteY1438" fmla="*/ 1315141 h 5333466"/>
              <a:gd name="connsiteX1439" fmla="*/ 2202060 w 11235156"/>
              <a:gd name="connsiteY1439" fmla="*/ 1177371 h 5333466"/>
              <a:gd name="connsiteX1440" fmla="*/ 2279154 w 11235156"/>
              <a:gd name="connsiteY1440" fmla="*/ 1136543 h 5333466"/>
              <a:gd name="connsiteX1441" fmla="*/ 2402507 w 11235156"/>
              <a:gd name="connsiteY1441" fmla="*/ 1060693 h 5333466"/>
              <a:gd name="connsiteX1442" fmla="*/ 2451582 w 11235156"/>
              <a:gd name="connsiteY1442" fmla="*/ 1031647 h 5333466"/>
              <a:gd name="connsiteX1443" fmla="*/ 2471312 w 11235156"/>
              <a:gd name="connsiteY1443" fmla="*/ 1020859 h 5333466"/>
              <a:gd name="connsiteX1444" fmla="*/ 2614144 w 11235156"/>
              <a:gd name="connsiteY1444" fmla="*/ 932145 h 5333466"/>
              <a:gd name="connsiteX1445" fmla="*/ 2654767 w 11235156"/>
              <a:gd name="connsiteY1445" fmla="*/ 937800 h 5333466"/>
              <a:gd name="connsiteX1446" fmla="*/ 2643744 w 11235156"/>
              <a:gd name="connsiteY1446" fmla="*/ 968598 h 5333466"/>
              <a:gd name="connsiteX1447" fmla="*/ 2611828 w 11235156"/>
              <a:gd name="connsiteY1447" fmla="*/ 982952 h 5333466"/>
              <a:gd name="connsiteX1448" fmla="*/ 2571871 w 11235156"/>
              <a:gd name="connsiteY1448" fmla="*/ 1000377 h 5333466"/>
              <a:gd name="connsiteX1449" fmla="*/ 2558277 w 11235156"/>
              <a:gd name="connsiteY1449" fmla="*/ 1027272 h 5333466"/>
              <a:gd name="connsiteX1450" fmla="*/ 2560020 w 11235156"/>
              <a:gd name="connsiteY1450" fmla="*/ 1041801 h 5333466"/>
              <a:gd name="connsiteX1451" fmla="*/ 2575025 w 11235156"/>
              <a:gd name="connsiteY1451" fmla="*/ 1044212 h 5333466"/>
              <a:gd name="connsiteX1452" fmla="*/ 2616974 w 11235156"/>
              <a:gd name="connsiteY1452" fmla="*/ 1043392 h 5333466"/>
              <a:gd name="connsiteX1453" fmla="*/ 2654032 w 11235156"/>
              <a:gd name="connsiteY1453" fmla="*/ 1036841 h 5333466"/>
              <a:gd name="connsiteX1454" fmla="*/ 2838482 w 11235156"/>
              <a:gd name="connsiteY1454" fmla="*/ 962085 h 5333466"/>
              <a:gd name="connsiteX1455" fmla="*/ 2881091 w 11235156"/>
              <a:gd name="connsiteY1455" fmla="*/ 931710 h 5333466"/>
              <a:gd name="connsiteX1456" fmla="*/ 2905713 w 11235156"/>
              <a:gd name="connsiteY1456" fmla="*/ 926651 h 5333466"/>
              <a:gd name="connsiteX1457" fmla="*/ 2936223 w 11235156"/>
              <a:gd name="connsiteY1457" fmla="*/ 935624 h 5333466"/>
              <a:gd name="connsiteX1458" fmla="*/ 2971618 w 11235156"/>
              <a:gd name="connsiteY1458" fmla="*/ 897692 h 5333466"/>
              <a:gd name="connsiteX1459" fmla="*/ 2998643 w 11235156"/>
              <a:gd name="connsiteY1459" fmla="*/ 877608 h 5333466"/>
              <a:gd name="connsiteX1460" fmla="*/ 3017047 w 11235156"/>
              <a:gd name="connsiteY1460" fmla="*/ 873296 h 5333466"/>
              <a:gd name="connsiteX1461" fmla="*/ 3133770 w 11235156"/>
              <a:gd name="connsiteY1461" fmla="*/ 829820 h 5333466"/>
              <a:gd name="connsiteX1462" fmla="*/ 3172731 w 11235156"/>
              <a:gd name="connsiteY1462" fmla="*/ 804093 h 5333466"/>
              <a:gd name="connsiteX1463" fmla="*/ 3199176 w 11235156"/>
              <a:gd name="connsiteY1463" fmla="*/ 796711 h 5333466"/>
              <a:gd name="connsiteX1464" fmla="*/ 3285395 w 11235156"/>
              <a:gd name="connsiteY1464" fmla="*/ 796897 h 5333466"/>
              <a:gd name="connsiteX1465" fmla="*/ 3519095 w 11235156"/>
              <a:gd name="connsiteY1465" fmla="*/ 764657 h 5333466"/>
              <a:gd name="connsiteX1466" fmla="*/ 3606641 w 11235156"/>
              <a:gd name="connsiteY1466" fmla="*/ 758369 h 5333466"/>
              <a:gd name="connsiteX1467" fmla="*/ 3747656 w 11235156"/>
              <a:gd name="connsiteY1467" fmla="*/ 724613 h 5333466"/>
              <a:gd name="connsiteX1468" fmla="*/ 3937913 w 11235156"/>
              <a:gd name="connsiteY1468" fmla="*/ 680740 h 5333466"/>
              <a:gd name="connsiteX1469" fmla="*/ 4096087 w 11235156"/>
              <a:gd name="connsiteY1469" fmla="*/ 632294 h 5333466"/>
              <a:gd name="connsiteX1470" fmla="*/ 4249536 w 11235156"/>
              <a:gd name="connsiteY1470" fmla="*/ 597046 h 5333466"/>
              <a:gd name="connsiteX1471" fmla="*/ 4359214 w 11235156"/>
              <a:gd name="connsiteY1471" fmla="*/ 564943 h 5333466"/>
              <a:gd name="connsiteX1472" fmla="*/ 4813595 w 11235156"/>
              <a:gd name="connsiteY1472" fmla="*/ 462023 h 5333466"/>
              <a:gd name="connsiteX1473" fmla="*/ 5307933 w 11235156"/>
              <a:gd name="connsiteY1473" fmla="*/ 341677 h 5333466"/>
              <a:gd name="connsiteX1474" fmla="*/ 5783456 w 11235156"/>
              <a:gd name="connsiteY1474" fmla="*/ 257275 h 5333466"/>
              <a:gd name="connsiteX1475" fmla="*/ 6148305 w 11235156"/>
              <a:gd name="connsiteY1475" fmla="*/ 196674 h 5333466"/>
              <a:gd name="connsiteX1476" fmla="*/ 6425610 w 11235156"/>
              <a:gd name="connsiteY1476" fmla="*/ 142361 h 5333466"/>
              <a:gd name="connsiteX1477" fmla="*/ 6625653 w 11235156"/>
              <a:gd name="connsiteY1477" fmla="*/ 109948 h 5333466"/>
              <a:gd name="connsiteX1478" fmla="*/ 6751829 w 11235156"/>
              <a:gd name="connsiteY1478" fmla="*/ 92709 h 5333466"/>
              <a:gd name="connsiteX1479" fmla="*/ 6791208 w 11235156"/>
              <a:gd name="connsiteY1479" fmla="*/ 87987 h 5333466"/>
              <a:gd name="connsiteX1480" fmla="*/ 6799747 w 11235156"/>
              <a:gd name="connsiteY1480" fmla="*/ 89067 h 5333466"/>
              <a:gd name="connsiteX1481" fmla="*/ 7392414 w 11235156"/>
              <a:gd name="connsiteY1481" fmla="*/ 34830 h 5333466"/>
              <a:gd name="connsiteX1482" fmla="*/ 7549100 w 11235156"/>
              <a:gd name="connsiteY1482" fmla="*/ 26564 h 5333466"/>
              <a:gd name="connsiteX1483" fmla="*/ 7892234 w 11235156"/>
              <a:gd name="connsiteY1483" fmla="*/ 12781 h 5333466"/>
              <a:gd name="connsiteX1484" fmla="*/ 8162580 w 11235156"/>
              <a:gd name="connsiteY1484" fmla="*/ 5622 h 5333466"/>
              <a:gd name="connsiteX1485" fmla="*/ 8414274 w 11235156"/>
              <a:gd name="connsiteY1485" fmla="*/ 699 h 5333466"/>
              <a:gd name="connsiteX1486" fmla="*/ 8425507 w 11235156"/>
              <a:gd name="connsiteY1486" fmla="*/ 142 h 5333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</a:cxnLst>
            <a:rect l="l" t="t" r="r" b="b"/>
            <a:pathLst>
              <a:path w="11235156" h="5333466">
                <a:moveTo>
                  <a:pt x="8425507" y="142"/>
                </a:moveTo>
                <a:cubicBezTo>
                  <a:pt x="8428968" y="516"/>
                  <a:pt x="8432264" y="1700"/>
                  <a:pt x="8435746" y="4441"/>
                </a:cubicBezTo>
                <a:cubicBezTo>
                  <a:pt x="8477035" y="33175"/>
                  <a:pt x="8521056" y="32106"/>
                  <a:pt x="8568476" y="24314"/>
                </a:cubicBezTo>
                <a:cubicBezTo>
                  <a:pt x="8613823" y="16770"/>
                  <a:pt x="8659419" y="11301"/>
                  <a:pt x="8706011" y="14135"/>
                </a:cubicBezTo>
                <a:cubicBezTo>
                  <a:pt x="8784438" y="19466"/>
                  <a:pt x="8861290" y="29198"/>
                  <a:pt x="8940296" y="21827"/>
                </a:cubicBezTo>
                <a:cubicBezTo>
                  <a:pt x="8975529" y="17602"/>
                  <a:pt x="9008111" y="26327"/>
                  <a:pt x="9035969" y="48250"/>
                </a:cubicBezTo>
                <a:cubicBezTo>
                  <a:pt x="9045255" y="55558"/>
                  <a:pt x="9051473" y="54813"/>
                  <a:pt x="9059016" y="47592"/>
                </a:cubicBezTo>
                <a:cubicBezTo>
                  <a:pt x="9076424" y="34977"/>
                  <a:pt x="9094330" y="26513"/>
                  <a:pt x="9112902" y="41130"/>
                </a:cubicBezTo>
                <a:cubicBezTo>
                  <a:pt x="9137941" y="57075"/>
                  <a:pt x="9163309" y="58243"/>
                  <a:pt x="9192076" y="52688"/>
                </a:cubicBezTo>
                <a:cubicBezTo>
                  <a:pt x="9235351" y="45393"/>
                  <a:pt x="9275974" y="51047"/>
                  <a:pt x="9314443" y="73803"/>
                </a:cubicBezTo>
                <a:cubicBezTo>
                  <a:pt x="9337160" y="87922"/>
                  <a:pt x="9367171" y="92745"/>
                  <a:pt x="9386403" y="77806"/>
                </a:cubicBezTo>
                <a:cubicBezTo>
                  <a:pt x="9420971" y="50500"/>
                  <a:pt x="9453055" y="55073"/>
                  <a:pt x="9488456" y="69776"/>
                </a:cubicBezTo>
                <a:cubicBezTo>
                  <a:pt x="9506032" y="76090"/>
                  <a:pt x="9525681" y="82156"/>
                  <a:pt x="9545909" y="75519"/>
                </a:cubicBezTo>
                <a:cubicBezTo>
                  <a:pt x="9555774" y="70124"/>
                  <a:pt x="9560665" y="75854"/>
                  <a:pt x="9561661" y="84156"/>
                </a:cubicBezTo>
                <a:cubicBezTo>
                  <a:pt x="9562409" y="90383"/>
                  <a:pt x="9562906" y="94534"/>
                  <a:pt x="9563404" y="98685"/>
                </a:cubicBezTo>
                <a:cubicBezTo>
                  <a:pt x="9564069" y="121765"/>
                  <a:pt x="9566142" y="121516"/>
                  <a:pt x="9583550" y="108901"/>
                </a:cubicBezTo>
                <a:cubicBezTo>
                  <a:pt x="9603031" y="96038"/>
                  <a:pt x="9624833" y="85002"/>
                  <a:pt x="9644812" y="76289"/>
                </a:cubicBezTo>
                <a:cubicBezTo>
                  <a:pt x="9652853" y="73219"/>
                  <a:pt x="9660895" y="70150"/>
                  <a:pt x="9667859" y="75630"/>
                </a:cubicBezTo>
                <a:cubicBezTo>
                  <a:pt x="9674824" y="81111"/>
                  <a:pt x="9671674" y="89910"/>
                  <a:pt x="9668276" y="96634"/>
                </a:cubicBezTo>
                <a:cubicBezTo>
                  <a:pt x="9659905" y="114482"/>
                  <a:pt x="9667119" y="122039"/>
                  <a:pt x="9683947" y="122125"/>
                </a:cubicBezTo>
                <a:cubicBezTo>
                  <a:pt x="9690414" y="123455"/>
                  <a:pt x="9697129" y="126861"/>
                  <a:pt x="9703347" y="126114"/>
                </a:cubicBezTo>
                <a:cubicBezTo>
                  <a:pt x="9717855" y="124374"/>
                  <a:pt x="9720674" y="130353"/>
                  <a:pt x="9713878" y="143801"/>
                </a:cubicBezTo>
                <a:cubicBezTo>
                  <a:pt x="9710230" y="148449"/>
                  <a:pt x="9706832" y="155173"/>
                  <a:pt x="9713548" y="158577"/>
                </a:cubicBezTo>
                <a:cubicBezTo>
                  <a:pt x="9718440" y="164307"/>
                  <a:pt x="9724408" y="161486"/>
                  <a:pt x="9730377" y="158665"/>
                </a:cubicBezTo>
                <a:cubicBezTo>
                  <a:pt x="9745962" y="148374"/>
                  <a:pt x="9763040" y="150537"/>
                  <a:pt x="9782191" y="152451"/>
                </a:cubicBezTo>
                <a:cubicBezTo>
                  <a:pt x="9840141" y="162344"/>
                  <a:pt x="9888141" y="141849"/>
                  <a:pt x="9932323" y="107075"/>
                </a:cubicBezTo>
                <a:cubicBezTo>
                  <a:pt x="9940116" y="101929"/>
                  <a:pt x="9943016" y="91054"/>
                  <a:pt x="9953130" y="87735"/>
                </a:cubicBezTo>
                <a:cubicBezTo>
                  <a:pt x="9952302" y="98362"/>
                  <a:pt x="9951225" y="106913"/>
                  <a:pt x="9950397" y="117539"/>
                </a:cubicBezTo>
                <a:cubicBezTo>
                  <a:pt x="9948742" y="138791"/>
                  <a:pt x="9958525" y="150250"/>
                  <a:pt x="9977676" y="152165"/>
                </a:cubicBezTo>
                <a:cubicBezTo>
                  <a:pt x="10041595" y="159237"/>
                  <a:pt x="10105514" y="166308"/>
                  <a:pt x="10169433" y="173380"/>
                </a:cubicBezTo>
                <a:cubicBezTo>
                  <a:pt x="10192729" y="174797"/>
                  <a:pt x="10215277" y="169987"/>
                  <a:pt x="10239072" y="175554"/>
                </a:cubicBezTo>
                <a:cubicBezTo>
                  <a:pt x="10254327" y="180042"/>
                  <a:pt x="10263365" y="185274"/>
                  <a:pt x="10261459" y="204451"/>
                </a:cubicBezTo>
                <a:cubicBezTo>
                  <a:pt x="10262125" y="227530"/>
                  <a:pt x="10280199" y="237995"/>
                  <a:pt x="10299679" y="225132"/>
                </a:cubicBezTo>
                <a:cubicBezTo>
                  <a:pt x="10315264" y="214842"/>
                  <a:pt x="10327948" y="215426"/>
                  <a:pt x="10343452" y="221988"/>
                </a:cubicBezTo>
                <a:cubicBezTo>
                  <a:pt x="10352738" y="229296"/>
                  <a:pt x="10361028" y="228301"/>
                  <a:pt x="10370395" y="218757"/>
                </a:cubicBezTo>
                <a:cubicBezTo>
                  <a:pt x="10379513" y="207136"/>
                  <a:pt x="10391700" y="203569"/>
                  <a:pt x="10404882" y="208304"/>
                </a:cubicBezTo>
                <a:cubicBezTo>
                  <a:pt x="10413421" y="209385"/>
                  <a:pt x="10424530" y="214369"/>
                  <a:pt x="10432820" y="213375"/>
                </a:cubicBezTo>
                <a:cubicBezTo>
                  <a:pt x="10445256" y="211884"/>
                  <a:pt x="10450148" y="217612"/>
                  <a:pt x="10453465" y="227742"/>
                </a:cubicBezTo>
                <a:cubicBezTo>
                  <a:pt x="10462172" y="247751"/>
                  <a:pt x="10466566" y="249330"/>
                  <a:pt x="10485798" y="234392"/>
                </a:cubicBezTo>
                <a:cubicBezTo>
                  <a:pt x="10497237" y="224598"/>
                  <a:pt x="10508428" y="212728"/>
                  <a:pt x="10522438" y="206837"/>
                </a:cubicBezTo>
                <a:cubicBezTo>
                  <a:pt x="10522687" y="208913"/>
                  <a:pt x="10524759" y="208664"/>
                  <a:pt x="10525008" y="210740"/>
                </a:cubicBezTo>
                <a:cubicBezTo>
                  <a:pt x="10509592" y="239959"/>
                  <a:pt x="10509592" y="239959"/>
                  <a:pt x="10529657" y="267028"/>
                </a:cubicBezTo>
                <a:cubicBezTo>
                  <a:pt x="10532227" y="270930"/>
                  <a:pt x="10534798" y="274834"/>
                  <a:pt x="10537119" y="276660"/>
                </a:cubicBezTo>
                <a:cubicBezTo>
                  <a:pt x="10557932" y="309956"/>
                  <a:pt x="10583549" y="313200"/>
                  <a:pt x="10616791" y="292370"/>
                </a:cubicBezTo>
                <a:cubicBezTo>
                  <a:pt x="10634199" y="279755"/>
                  <a:pt x="10647381" y="284490"/>
                  <a:pt x="10651943" y="304998"/>
                </a:cubicBezTo>
                <a:cubicBezTo>
                  <a:pt x="10655260" y="315126"/>
                  <a:pt x="10656505" y="325504"/>
                  <a:pt x="10655677" y="336130"/>
                </a:cubicBezTo>
                <a:cubicBezTo>
                  <a:pt x="10652944" y="365934"/>
                  <a:pt x="10626997" y="377468"/>
                  <a:pt x="10604031" y="361274"/>
                </a:cubicBezTo>
                <a:cubicBezTo>
                  <a:pt x="10585708" y="348733"/>
                  <a:pt x="10568381" y="344495"/>
                  <a:pt x="10549230" y="342581"/>
                </a:cubicBezTo>
                <a:cubicBezTo>
                  <a:pt x="10530328" y="342743"/>
                  <a:pt x="10513001" y="338504"/>
                  <a:pt x="10498823" y="325468"/>
                </a:cubicBezTo>
                <a:cubicBezTo>
                  <a:pt x="10477183" y="302797"/>
                  <a:pt x="10466572" y="301965"/>
                  <a:pt x="10446263" y="325455"/>
                </a:cubicBezTo>
                <a:cubicBezTo>
                  <a:pt x="10431176" y="339897"/>
                  <a:pt x="10417166" y="345788"/>
                  <a:pt x="10395943" y="344122"/>
                </a:cubicBezTo>
                <a:cubicBezTo>
                  <a:pt x="10357890" y="342370"/>
                  <a:pt x="10320665" y="329991"/>
                  <a:pt x="10284436" y="325915"/>
                </a:cubicBezTo>
                <a:cubicBezTo>
                  <a:pt x="10252352" y="321341"/>
                  <a:pt x="10221264" y="325070"/>
                  <a:pt x="10196561" y="346981"/>
                </a:cubicBezTo>
                <a:cubicBezTo>
                  <a:pt x="10183547" y="361174"/>
                  <a:pt x="10174759" y="358017"/>
                  <a:pt x="10160830" y="347056"/>
                </a:cubicBezTo>
                <a:cubicBezTo>
                  <a:pt x="10095828" y="295900"/>
                  <a:pt x="10026022" y="274797"/>
                  <a:pt x="9949424" y="319776"/>
                </a:cubicBezTo>
                <a:cubicBezTo>
                  <a:pt x="9937736" y="327493"/>
                  <a:pt x="9926875" y="324585"/>
                  <a:pt x="9916014" y="321677"/>
                </a:cubicBezTo>
                <a:cubicBezTo>
                  <a:pt x="9909299" y="318272"/>
                  <a:pt x="9900013" y="310964"/>
                  <a:pt x="9892469" y="318184"/>
                </a:cubicBezTo>
                <a:cubicBezTo>
                  <a:pt x="9885175" y="327481"/>
                  <a:pt x="9892388" y="335037"/>
                  <a:pt x="9895457" y="343091"/>
                </a:cubicBezTo>
                <a:cubicBezTo>
                  <a:pt x="9903168" y="354799"/>
                  <a:pt x="9897448" y="359696"/>
                  <a:pt x="9885013" y="361187"/>
                </a:cubicBezTo>
                <a:cubicBezTo>
                  <a:pt x="9872578" y="362678"/>
                  <a:pt x="9859644" y="360019"/>
                  <a:pt x="9846960" y="359435"/>
                </a:cubicBezTo>
                <a:cubicBezTo>
                  <a:pt x="9819021" y="354364"/>
                  <a:pt x="9794979" y="346720"/>
                  <a:pt x="9766710" y="356427"/>
                </a:cubicBezTo>
                <a:cubicBezTo>
                  <a:pt x="9760492" y="357173"/>
                  <a:pt x="9759994" y="353022"/>
                  <a:pt x="9757424" y="349119"/>
                </a:cubicBezTo>
                <a:cubicBezTo>
                  <a:pt x="9748966" y="331185"/>
                  <a:pt x="9733961" y="328774"/>
                  <a:pt x="9717380" y="330763"/>
                </a:cubicBezTo>
                <a:cubicBezTo>
                  <a:pt x="9654954" y="336143"/>
                  <a:pt x="9592031" y="337374"/>
                  <a:pt x="9529438" y="323827"/>
                </a:cubicBezTo>
                <a:cubicBezTo>
                  <a:pt x="9525044" y="322249"/>
                  <a:pt x="9518826" y="322994"/>
                  <a:pt x="9512857" y="325816"/>
                </a:cubicBezTo>
                <a:cubicBezTo>
                  <a:pt x="9495449" y="338430"/>
                  <a:pt x="9482267" y="333695"/>
                  <a:pt x="9469415" y="314182"/>
                </a:cubicBezTo>
                <a:cubicBezTo>
                  <a:pt x="9456563" y="294670"/>
                  <a:pt x="9443878" y="294085"/>
                  <a:pt x="9427217" y="312927"/>
                </a:cubicBezTo>
                <a:cubicBezTo>
                  <a:pt x="9419674" y="320148"/>
                  <a:pt x="9414203" y="327121"/>
                  <a:pt x="9406909" y="336417"/>
                </a:cubicBezTo>
                <a:cubicBezTo>
                  <a:pt x="9397124" y="324959"/>
                  <a:pt x="9387341" y="313499"/>
                  <a:pt x="9372833" y="315239"/>
                </a:cubicBezTo>
                <a:cubicBezTo>
                  <a:pt x="9356252" y="317228"/>
                  <a:pt x="9339423" y="317141"/>
                  <a:pt x="9324915" y="318881"/>
                </a:cubicBezTo>
                <a:cubicBezTo>
                  <a:pt x="9270780" y="323268"/>
                  <a:pt x="9264064" y="319863"/>
                  <a:pt x="9260672" y="379222"/>
                </a:cubicBezTo>
                <a:cubicBezTo>
                  <a:pt x="9260672" y="379222"/>
                  <a:pt x="9258599" y="379469"/>
                  <a:pt x="9258848" y="381546"/>
                </a:cubicBezTo>
                <a:cubicBezTo>
                  <a:pt x="9255120" y="403046"/>
                  <a:pt x="9247576" y="410268"/>
                  <a:pt x="9226104" y="406526"/>
                </a:cubicBezTo>
                <a:cubicBezTo>
                  <a:pt x="9132672" y="398783"/>
                  <a:pt x="9037913" y="397516"/>
                  <a:pt x="8944979" y="393924"/>
                </a:cubicBezTo>
                <a:cubicBezTo>
                  <a:pt x="8885951" y="392583"/>
                  <a:pt x="8825101" y="393564"/>
                  <a:pt x="8766323" y="394297"/>
                </a:cubicBezTo>
                <a:cubicBezTo>
                  <a:pt x="8694860" y="394446"/>
                  <a:pt x="8626049" y="381645"/>
                  <a:pt x="8555415" y="371168"/>
                </a:cubicBezTo>
                <a:cubicBezTo>
                  <a:pt x="8502107" y="364929"/>
                  <a:pt x="8451370" y="362593"/>
                  <a:pt x="8401797" y="387487"/>
                </a:cubicBezTo>
                <a:cubicBezTo>
                  <a:pt x="8382067" y="398275"/>
                  <a:pt x="8362916" y="396361"/>
                  <a:pt x="8340946" y="388469"/>
                </a:cubicBezTo>
                <a:cubicBezTo>
                  <a:pt x="8299327" y="374511"/>
                  <a:pt x="8254808" y="371429"/>
                  <a:pt x="8209461" y="378973"/>
                </a:cubicBezTo>
                <a:cubicBezTo>
                  <a:pt x="8170580" y="387847"/>
                  <a:pt x="8128880" y="390743"/>
                  <a:pt x="8088257" y="385088"/>
                </a:cubicBezTo>
                <a:cubicBezTo>
                  <a:pt x="8026660" y="379843"/>
                  <a:pt x="7965809" y="380825"/>
                  <a:pt x="7903633" y="388283"/>
                </a:cubicBezTo>
                <a:cubicBezTo>
                  <a:pt x="7864254" y="393005"/>
                  <a:pt x="7826450" y="393329"/>
                  <a:pt x="7788647" y="393652"/>
                </a:cubicBezTo>
                <a:cubicBezTo>
                  <a:pt x="7706324" y="390893"/>
                  <a:pt x="7622675" y="394608"/>
                  <a:pt x="7539524" y="402476"/>
                </a:cubicBezTo>
                <a:cubicBezTo>
                  <a:pt x="7456373" y="410343"/>
                  <a:pt x="7373720" y="422362"/>
                  <a:pt x="7292144" y="425829"/>
                </a:cubicBezTo>
                <a:cubicBezTo>
                  <a:pt x="7235438" y="426314"/>
                  <a:pt x="7178235" y="422647"/>
                  <a:pt x="7123023" y="435586"/>
                </a:cubicBezTo>
                <a:cubicBezTo>
                  <a:pt x="7035397" y="458728"/>
                  <a:pt x="6947354" y="460866"/>
                  <a:pt x="6859809" y="467155"/>
                </a:cubicBezTo>
                <a:cubicBezTo>
                  <a:pt x="6815788" y="468224"/>
                  <a:pt x="6771516" y="467216"/>
                  <a:pt x="6726169" y="474761"/>
                </a:cubicBezTo>
                <a:cubicBezTo>
                  <a:pt x="6674854" y="485126"/>
                  <a:pt x="6619971" y="483286"/>
                  <a:pt x="6569652" y="501955"/>
                </a:cubicBezTo>
                <a:cubicBezTo>
                  <a:pt x="6537486" y="514234"/>
                  <a:pt x="6504077" y="516136"/>
                  <a:pt x="6472242" y="513638"/>
                </a:cubicBezTo>
                <a:cubicBezTo>
                  <a:pt x="6436012" y="509561"/>
                  <a:pt x="6402603" y="511462"/>
                  <a:pt x="6368116" y="521914"/>
                </a:cubicBezTo>
                <a:cubicBezTo>
                  <a:pt x="6327910" y="537264"/>
                  <a:pt x="6284885" y="546635"/>
                  <a:pt x="6241610" y="553931"/>
                </a:cubicBezTo>
                <a:cubicBezTo>
                  <a:pt x="6182004" y="565290"/>
                  <a:pt x="6124221" y="574326"/>
                  <a:pt x="6066688" y="585437"/>
                </a:cubicBezTo>
                <a:cubicBezTo>
                  <a:pt x="5988677" y="601109"/>
                  <a:pt x="5910667" y="616781"/>
                  <a:pt x="5832657" y="632454"/>
                </a:cubicBezTo>
                <a:cubicBezTo>
                  <a:pt x="5785238" y="640247"/>
                  <a:pt x="5740139" y="649867"/>
                  <a:pt x="5695041" y="659486"/>
                </a:cubicBezTo>
                <a:cubicBezTo>
                  <a:pt x="5623248" y="674413"/>
                  <a:pt x="5554773" y="699469"/>
                  <a:pt x="5479994" y="689488"/>
                </a:cubicBezTo>
                <a:cubicBezTo>
                  <a:pt x="5469383" y="688656"/>
                  <a:pt x="5465737" y="693305"/>
                  <a:pt x="5466979" y="703682"/>
                </a:cubicBezTo>
                <a:cubicBezTo>
                  <a:pt x="5468723" y="718211"/>
                  <a:pt x="5475936" y="725768"/>
                  <a:pt x="5490444" y="724028"/>
                </a:cubicBezTo>
                <a:cubicBezTo>
                  <a:pt x="5504953" y="722288"/>
                  <a:pt x="5519210" y="718471"/>
                  <a:pt x="5533718" y="716731"/>
                </a:cubicBezTo>
                <a:cubicBezTo>
                  <a:pt x="5843605" y="671144"/>
                  <a:pt x="6155066" y="621156"/>
                  <a:pt x="6465451" y="579719"/>
                </a:cubicBezTo>
                <a:cubicBezTo>
                  <a:pt x="6751214" y="543342"/>
                  <a:pt x="7037226" y="509038"/>
                  <a:pt x="7324731" y="487189"/>
                </a:cubicBezTo>
                <a:cubicBezTo>
                  <a:pt x="7510184" y="473368"/>
                  <a:pt x="7694062" y="463948"/>
                  <a:pt x="7878437" y="458677"/>
                </a:cubicBezTo>
                <a:cubicBezTo>
                  <a:pt x="8039517" y="451990"/>
                  <a:pt x="8201344" y="451531"/>
                  <a:pt x="8363420" y="453146"/>
                </a:cubicBezTo>
                <a:cubicBezTo>
                  <a:pt x="8563548" y="456515"/>
                  <a:pt x="8761275" y="474909"/>
                  <a:pt x="8960574" y="488902"/>
                </a:cubicBezTo>
                <a:cubicBezTo>
                  <a:pt x="9023996" y="491823"/>
                  <a:pt x="9088661" y="505122"/>
                  <a:pt x="9150589" y="495589"/>
                </a:cubicBezTo>
                <a:cubicBezTo>
                  <a:pt x="9221056" y="487138"/>
                  <a:pt x="9288124" y="485410"/>
                  <a:pt x="9351383" y="522036"/>
                </a:cubicBezTo>
                <a:cubicBezTo>
                  <a:pt x="9376173" y="535907"/>
                  <a:pt x="9405437" y="534503"/>
                  <a:pt x="9433457" y="522720"/>
                </a:cubicBezTo>
                <a:cubicBezTo>
                  <a:pt x="9451363" y="514256"/>
                  <a:pt x="9470265" y="514094"/>
                  <a:pt x="9491489" y="515760"/>
                </a:cubicBezTo>
                <a:cubicBezTo>
                  <a:pt x="9523324" y="518259"/>
                  <a:pt x="9555905" y="526983"/>
                  <a:pt x="9588070" y="514704"/>
                </a:cubicBezTo>
                <a:cubicBezTo>
                  <a:pt x="9616339" y="504997"/>
                  <a:pt x="9638061" y="510813"/>
                  <a:pt x="9659452" y="531408"/>
                </a:cubicBezTo>
                <a:cubicBezTo>
                  <a:pt x="9666665" y="538965"/>
                  <a:pt x="9675204" y="540045"/>
                  <a:pt x="9685069" y="534652"/>
                </a:cubicBezTo>
                <a:cubicBezTo>
                  <a:pt x="9698830" y="526685"/>
                  <a:pt x="9715162" y="522620"/>
                  <a:pt x="9732489" y="526859"/>
                </a:cubicBezTo>
                <a:cubicBezTo>
                  <a:pt x="9784222" y="537498"/>
                  <a:pt x="9840678" y="534938"/>
                  <a:pt x="9892909" y="549727"/>
                </a:cubicBezTo>
                <a:cubicBezTo>
                  <a:pt x="9910485" y="556041"/>
                  <a:pt x="9927314" y="556128"/>
                  <a:pt x="9942899" y="545838"/>
                </a:cubicBezTo>
                <a:cubicBezTo>
                  <a:pt x="9976390" y="527083"/>
                  <a:pt x="9987002" y="527915"/>
                  <a:pt x="10013534" y="556314"/>
                </a:cubicBezTo>
                <a:cubicBezTo>
                  <a:pt x="10023317" y="567773"/>
                  <a:pt x="10034676" y="574832"/>
                  <a:pt x="10047111" y="573341"/>
                </a:cubicBezTo>
                <a:cubicBezTo>
                  <a:pt x="10090884" y="570197"/>
                  <a:pt x="10132254" y="582079"/>
                  <a:pt x="10173126" y="589809"/>
                </a:cubicBezTo>
                <a:cubicBezTo>
                  <a:pt x="10209853" y="598037"/>
                  <a:pt x="10246331" y="604189"/>
                  <a:pt x="10282890" y="593488"/>
                </a:cubicBezTo>
                <a:cubicBezTo>
                  <a:pt x="10297149" y="589672"/>
                  <a:pt x="10305937" y="592828"/>
                  <a:pt x="10313399" y="602461"/>
                </a:cubicBezTo>
                <a:cubicBezTo>
                  <a:pt x="10323184" y="613920"/>
                  <a:pt x="10335288" y="627206"/>
                  <a:pt x="10351371" y="621066"/>
                </a:cubicBezTo>
                <a:cubicBezTo>
                  <a:pt x="10385608" y="608539"/>
                  <a:pt x="10416366" y="619587"/>
                  <a:pt x="10444224" y="641511"/>
                </a:cubicBezTo>
                <a:cubicBezTo>
                  <a:pt x="10485762" y="672322"/>
                  <a:pt x="10532852" y="679306"/>
                  <a:pt x="10580851" y="658812"/>
                </a:cubicBezTo>
                <a:cubicBezTo>
                  <a:pt x="10599005" y="652424"/>
                  <a:pt x="10605721" y="655828"/>
                  <a:pt x="10607961" y="674508"/>
                </a:cubicBezTo>
                <a:cubicBezTo>
                  <a:pt x="10608708" y="680736"/>
                  <a:pt x="10609455" y="686962"/>
                  <a:pt x="10612026" y="690865"/>
                </a:cubicBezTo>
                <a:cubicBezTo>
                  <a:pt x="10644196" y="731220"/>
                  <a:pt x="10676118" y="769500"/>
                  <a:pt x="10733321" y="773166"/>
                </a:cubicBezTo>
                <a:cubicBezTo>
                  <a:pt x="10746006" y="773750"/>
                  <a:pt x="10744680" y="780225"/>
                  <a:pt x="10741530" y="789025"/>
                </a:cubicBezTo>
                <a:cubicBezTo>
                  <a:pt x="10739956" y="793424"/>
                  <a:pt x="10736308" y="798073"/>
                  <a:pt x="10732661" y="802721"/>
                </a:cubicBezTo>
                <a:cubicBezTo>
                  <a:pt x="10725367" y="812017"/>
                  <a:pt x="10717823" y="819239"/>
                  <a:pt x="10727607" y="830697"/>
                </a:cubicBezTo>
                <a:cubicBezTo>
                  <a:pt x="10735318" y="842405"/>
                  <a:pt x="10744685" y="832860"/>
                  <a:pt x="10754799" y="829542"/>
                </a:cubicBezTo>
                <a:cubicBezTo>
                  <a:pt x="10774778" y="820829"/>
                  <a:pt x="10796829" y="811868"/>
                  <a:pt x="10814903" y="822333"/>
                </a:cubicBezTo>
                <a:cubicBezTo>
                  <a:pt x="10837372" y="834376"/>
                  <a:pt x="10846987" y="826906"/>
                  <a:pt x="10859504" y="808562"/>
                </a:cubicBezTo>
                <a:cubicBezTo>
                  <a:pt x="10863151" y="803914"/>
                  <a:pt x="10866798" y="799266"/>
                  <a:pt x="10872767" y="796445"/>
                </a:cubicBezTo>
                <a:cubicBezTo>
                  <a:pt x="10878238" y="789472"/>
                  <a:pt x="10884206" y="786651"/>
                  <a:pt x="10893492" y="793959"/>
                </a:cubicBezTo>
                <a:cubicBezTo>
                  <a:pt x="10900457" y="799440"/>
                  <a:pt x="10901452" y="807742"/>
                  <a:pt x="10895982" y="814714"/>
                </a:cubicBezTo>
                <a:cubicBezTo>
                  <a:pt x="10890760" y="823762"/>
                  <a:pt x="10889684" y="832313"/>
                  <a:pt x="10882139" y="839534"/>
                </a:cubicBezTo>
                <a:cubicBezTo>
                  <a:pt x="10878243" y="842106"/>
                  <a:pt x="10874347" y="844679"/>
                  <a:pt x="10877166" y="850658"/>
                </a:cubicBezTo>
                <a:cubicBezTo>
                  <a:pt x="10879737" y="854560"/>
                  <a:pt x="10885706" y="851739"/>
                  <a:pt x="10889851" y="851241"/>
                </a:cubicBezTo>
                <a:cubicBezTo>
                  <a:pt x="10896068" y="850496"/>
                  <a:pt x="10900213" y="849999"/>
                  <a:pt x="10903861" y="845350"/>
                </a:cubicBezTo>
                <a:cubicBezTo>
                  <a:pt x="10907508" y="840702"/>
                  <a:pt x="10911653" y="840206"/>
                  <a:pt x="10916296" y="843859"/>
                </a:cubicBezTo>
                <a:cubicBezTo>
                  <a:pt x="10941832" y="863956"/>
                  <a:pt x="10970020" y="871102"/>
                  <a:pt x="11000859" y="865298"/>
                </a:cubicBezTo>
                <a:cubicBezTo>
                  <a:pt x="11015118" y="861483"/>
                  <a:pt x="11029626" y="859743"/>
                  <a:pt x="11044383" y="860078"/>
                </a:cubicBezTo>
                <a:cubicBezTo>
                  <a:pt x="11052673" y="859084"/>
                  <a:pt x="11065108" y="857592"/>
                  <a:pt x="11070498" y="867473"/>
                </a:cubicBezTo>
                <a:cubicBezTo>
                  <a:pt x="11073566" y="875527"/>
                  <a:pt x="11063951" y="882996"/>
                  <a:pt x="11058480" y="889969"/>
                </a:cubicBezTo>
                <a:cubicBezTo>
                  <a:pt x="11054832" y="894617"/>
                  <a:pt x="11050936" y="897190"/>
                  <a:pt x="11047289" y="901838"/>
                </a:cubicBezTo>
                <a:cubicBezTo>
                  <a:pt x="11043642" y="906486"/>
                  <a:pt x="11033777" y="911881"/>
                  <a:pt x="11038918" y="919685"/>
                </a:cubicBezTo>
                <a:cubicBezTo>
                  <a:pt x="11041986" y="927739"/>
                  <a:pt x="11052349" y="926496"/>
                  <a:pt x="11060390" y="923426"/>
                </a:cubicBezTo>
                <a:cubicBezTo>
                  <a:pt x="11079043" y="921189"/>
                  <a:pt x="11094049" y="923600"/>
                  <a:pt x="11113697" y="929665"/>
                </a:cubicBezTo>
                <a:cubicBezTo>
                  <a:pt x="11157638" y="945450"/>
                  <a:pt x="11179191" y="932338"/>
                  <a:pt x="11190793" y="888837"/>
                </a:cubicBezTo>
                <a:cubicBezTo>
                  <a:pt x="11195019" y="871487"/>
                  <a:pt x="11204386" y="861942"/>
                  <a:pt x="11221215" y="862029"/>
                </a:cubicBezTo>
                <a:cubicBezTo>
                  <a:pt x="11225945" y="901465"/>
                  <a:pt x="11230426" y="938825"/>
                  <a:pt x="11235156" y="978261"/>
                </a:cubicBezTo>
                <a:cubicBezTo>
                  <a:pt x="11206389" y="983816"/>
                  <a:pt x="11201416" y="994940"/>
                  <a:pt x="11211946" y="1012626"/>
                </a:cubicBezTo>
                <a:cubicBezTo>
                  <a:pt x="11214766" y="1018603"/>
                  <a:pt x="11223554" y="1021760"/>
                  <a:pt x="11220155" y="1028484"/>
                </a:cubicBezTo>
                <a:cubicBezTo>
                  <a:pt x="11214685" y="1035456"/>
                  <a:pt x="11206145" y="1034375"/>
                  <a:pt x="11199679" y="1033045"/>
                </a:cubicBezTo>
                <a:cubicBezTo>
                  <a:pt x="11193461" y="1033791"/>
                  <a:pt x="11189067" y="1032213"/>
                  <a:pt x="11184673" y="1030635"/>
                </a:cubicBezTo>
                <a:cubicBezTo>
                  <a:pt x="11171740" y="1027975"/>
                  <a:pt x="11165771" y="1030796"/>
                  <a:pt x="11165441" y="1045573"/>
                </a:cubicBezTo>
                <a:cubicBezTo>
                  <a:pt x="11164364" y="1054124"/>
                  <a:pt x="11159640" y="1067324"/>
                  <a:pt x="11148531" y="1062340"/>
                </a:cubicBezTo>
                <a:cubicBezTo>
                  <a:pt x="11133276" y="1057852"/>
                  <a:pt x="11118768" y="1059592"/>
                  <a:pt x="11104012" y="1059257"/>
                </a:cubicBezTo>
                <a:cubicBezTo>
                  <a:pt x="11091327" y="1058673"/>
                  <a:pt x="11076322" y="1056262"/>
                  <a:pt x="11062312" y="1062152"/>
                </a:cubicBezTo>
                <a:cubicBezTo>
                  <a:pt x="11050374" y="1067796"/>
                  <a:pt x="11036364" y="1073687"/>
                  <a:pt x="11049216" y="1093200"/>
                </a:cubicBezTo>
                <a:cubicBezTo>
                  <a:pt x="11054109" y="1098929"/>
                  <a:pt x="11050461" y="1103578"/>
                  <a:pt x="11042420" y="1106647"/>
                </a:cubicBezTo>
                <a:cubicBezTo>
                  <a:pt x="11011331" y="1110376"/>
                  <a:pt x="10999973" y="1103316"/>
                  <a:pt x="10994166" y="1072431"/>
                </a:cubicBezTo>
                <a:cubicBezTo>
                  <a:pt x="10992922" y="1062054"/>
                  <a:pt x="10989853" y="1054000"/>
                  <a:pt x="10981065" y="1050843"/>
                </a:cubicBezTo>
                <a:cubicBezTo>
                  <a:pt x="10965811" y="1046357"/>
                  <a:pt x="10950805" y="1043946"/>
                  <a:pt x="10934723" y="1050085"/>
                </a:cubicBezTo>
                <a:cubicBezTo>
                  <a:pt x="10930577" y="1050583"/>
                  <a:pt x="10929502" y="1059133"/>
                  <a:pt x="10932071" y="1063035"/>
                </a:cubicBezTo>
                <a:cubicBezTo>
                  <a:pt x="10932818" y="1069263"/>
                  <a:pt x="10933815" y="1077564"/>
                  <a:pt x="10930166" y="1082213"/>
                </a:cubicBezTo>
                <a:cubicBezTo>
                  <a:pt x="10924695" y="1089185"/>
                  <a:pt x="10918148" y="1104708"/>
                  <a:pt x="10910437" y="1093000"/>
                </a:cubicBezTo>
                <a:cubicBezTo>
                  <a:pt x="10891118" y="1072158"/>
                  <a:pt x="10870392" y="1074643"/>
                  <a:pt x="10847594" y="1077378"/>
                </a:cubicBezTo>
                <a:cubicBezTo>
                  <a:pt x="10834910" y="1076794"/>
                  <a:pt x="10822226" y="1076210"/>
                  <a:pt x="10810619" y="1067075"/>
                </a:cubicBezTo>
                <a:cubicBezTo>
                  <a:pt x="10766759" y="1034438"/>
                  <a:pt x="10735920" y="1040242"/>
                  <a:pt x="10712381" y="1089384"/>
                </a:cubicBezTo>
                <a:cubicBezTo>
                  <a:pt x="10705584" y="1102832"/>
                  <a:pt x="10695719" y="1108226"/>
                  <a:pt x="10683863" y="1097015"/>
                </a:cubicBezTo>
                <a:cubicBezTo>
                  <a:pt x="10656005" y="1075091"/>
                  <a:pt x="10623921" y="1070518"/>
                  <a:pt x="10590511" y="1072419"/>
                </a:cubicBezTo>
                <a:cubicBezTo>
                  <a:pt x="10573682" y="1072332"/>
                  <a:pt x="10557351" y="1076396"/>
                  <a:pt x="10538449" y="1076558"/>
                </a:cubicBezTo>
                <a:cubicBezTo>
                  <a:pt x="10506863" y="1076136"/>
                  <a:pt x="10479919" y="1079367"/>
                  <a:pt x="10471965" y="1118218"/>
                </a:cubicBezTo>
                <a:cubicBezTo>
                  <a:pt x="10470222" y="1103690"/>
                  <a:pt x="10471050" y="1093063"/>
                  <a:pt x="10463339" y="1081355"/>
                </a:cubicBezTo>
                <a:cubicBezTo>
                  <a:pt x="10455131" y="1065497"/>
                  <a:pt x="10439875" y="1061010"/>
                  <a:pt x="10425367" y="1062750"/>
                </a:cubicBezTo>
                <a:cubicBezTo>
                  <a:pt x="10409036" y="1066814"/>
                  <a:pt x="10421141" y="1080100"/>
                  <a:pt x="10420064" y="1088651"/>
                </a:cubicBezTo>
                <a:cubicBezTo>
                  <a:pt x="10419485" y="1101353"/>
                  <a:pt x="10412191" y="1110650"/>
                  <a:pt x="10399009" y="1105915"/>
                </a:cubicBezTo>
                <a:cubicBezTo>
                  <a:pt x="10381433" y="1099600"/>
                  <a:pt x="10366925" y="1101340"/>
                  <a:pt x="10348521" y="1105653"/>
                </a:cubicBezTo>
                <a:cubicBezTo>
                  <a:pt x="10326470" y="1114614"/>
                  <a:pt x="10303672" y="1117348"/>
                  <a:pt x="10280955" y="1103230"/>
                </a:cubicBezTo>
                <a:cubicBezTo>
                  <a:pt x="10267275" y="1094344"/>
                  <a:pt x="10255088" y="1097910"/>
                  <a:pt x="10245970" y="1109531"/>
                </a:cubicBezTo>
                <a:cubicBezTo>
                  <a:pt x="10240499" y="1116504"/>
                  <a:pt x="10235029" y="1123476"/>
                  <a:pt x="10231381" y="1128124"/>
                </a:cubicBezTo>
                <a:cubicBezTo>
                  <a:pt x="10222014" y="1137669"/>
                  <a:pt x="10217539" y="1152944"/>
                  <a:pt x="10204606" y="1150284"/>
                </a:cubicBezTo>
                <a:cubicBezTo>
                  <a:pt x="10191673" y="1147624"/>
                  <a:pt x="10192003" y="1132847"/>
                  <a:pt x="10190758" y="1122469"/>
                </a:cubicBezTo>
                <a:cubicBezTo>
                  <a:pt x="10189514" y="1112091"/>
                  <a:pt x="10181721" y="1117237"/>
                  <a:pt x="10175255" y="1115907"/>
                </a:cubicBezTo>
                <a:cubicBezTo>
                  <a:pt x="10169037" y="1116653"/>
                  <a:pt x="10162819" y="1117398"/>
                  <a:pt x="10165888" y="1125452"/>
                </a:cubicBezTo>
                <a:cubicBezTo>
                  <a:pt x="10172771" y="1147785"/>
                  <a:pt x="10161082" y="1155504"/>
                  <a:pt x="10142678" y="1159817"/>
                </a:cubicBezTo>
                <a:cubicBezTo>
                  <a:pt x="10124274" y="1164130"/>
                  <a:pt x="10123198" y="1172680"/>
                  <a:pt x="10137375" y="1185718"/>
                </a:cubicBezTo>
                <a:cubicBezTo>
                  <a:pt x="10139946" y="1189620"/>
                  <a:pt x="10146412" y="1190950"/>
                  <a:pt x="10152879" y="1192280"/>
                </a:cubicBezTo>
                <a:cubicBezTo>
                  <a:pt x="10209752" y="1210724"/>
                  <a:pt x="10269277" y="1216217"/>
                  <a:pt x="10330128" y="1215236"/>
                </a:cubicBezTo>
                <a:cubicBezTo>
                  <a:pt x="10378544" y="1215745"/>
                  <a:pt x="10423312" y="1220903"/>
                  <a:pt x="10466424" y="1247313"/>
                </a:cubicBezTo>
                <a:cubicBezTo>
                  <a:pt x="10491463" y="1263258"/>
                  <a:pt x="10511030" y="1286177"/>
                  <a:pt x="10528774" y="1311419"/>
                </a:cubicBezTo>
                <a:cubicBezTo>
                  <a:pt x="10540296" y="1284773"/>
                  <a:pt x="10550409" y="1281454"/>
                  <a:pt x="10573624" y="1299724"/>
                </a:cubicBezTo>
                <a:cubicBezTo>
                  <a:pt x="10580588" y="1305205"/>
                  <a:pt x="10585978" y="1315085"/>
                  <a:pt x="10585150" y="1325712"/>
                </a:cubicBezTo>
                <a:cubicBezTo>
                  <a:pt x="10585318" y="1344641"/>
                  <a:pt x="10600572" y="1349127"/>
                  <a:pt x="10615329" y="1349463"/>
                </a:cubicBezTo>
                <a:cubicBezTo>
                  <a:pt x="10630335" y="1351874"/>
                  <a:pt x="10635308" y="1340750"/>
                  <a:pt x="10640281" y="1329627"/>
                </a:cubicBezTo>
                <a:cubicBezTo>
                  <a:pt x="10643181" y="1318751"/>
                  <a:pt x="10641688" y="1306299"/>
                  <a:pt x="10652629" y="1292354"/>
                </a:cubicBezTo>
                <a:cubicBezTo>
                  <a:pt x="10649399" y="1318006"/>
                  <a:pt x="10662581" y="1322741"/>
                  <a:pt x="10679659" y="1324905"/>
                </a:cubicBezTo>
                <a:cubicBezTo>
                  <a:pt x="10694416" y="1325240"/>
                  <a:pt x="10712241" y="1333628"/>
                  <a:pt x="10711663" y="1346331"/>
                </a:cubicBezTo>
                <a:cubicBezTo>
                  <a:pt x="10710256" y="1369659"/>
                  <a:pt x="10710921" y="1392739"/>
                  <a:pt x="10698654" y="1413159"/>
                </a:cubicBezTo>
                <a:cubicBezTo>
                  <a:pt x="10691608" y="1424531"/>
                  <a:pt x="10683567" y="1427600"/>
                  <a:pt x="10668810" y="1427265"/>
                </a:cubicBezTo>
                <a:cubicBezTo>
                  <a:pt x="10657949" y="1424356"/>
                  <a:pt x="10653306" y="1420703"/>
                  <a:pt x="10653885" y="1408001"/>
                </a:cubicBezTo>
                <a:cubicBezTo>
                  <a:pt x="10652890" y="1399699"/>
                  <a:pt x="10646174" y="1396293"/>
                  <a:pt x="10639956" y="1397039"/>
                </a:cubicBezTo>
                <a:cubicBezTo>
                  <a:pt x="10615335" y="1402098"/>
                  <a:pt x="10599333" y="1391384"/>
                  <a:pt x="10583083" y="1378595"/>
                </a:cubicBezTo>
                <a:cubicBezTo>
                  <a:pt x="10567082" y="1367882"/>
                  <a:pt x="10550003" y="1365719"/>
                  <a:pt x="10537238" y="1381988"/>
                </a:cubicBezTo>
                <a:cubicBezTo>
                  <a:pt x="10528120" y="1393609"/>
                  <a:pt x="10523476" y="1389954"/>
                  <a:pt x="10524056" y="1377253"/>
                </a:cubicBezTo>
                <a:cubicBezTo>
                  <a:pt x="10523060" y="1368950"/>
                  <a:pt x="10518666" y="1367372"/>
                  <a:pt x="10509878" y="1364215"/>
                </a:cubicBezTo>
                <a:cubicBezTo>
                  <a:pt x="10473151" y="1355987"/>
                  <a:pt x="10435845" y="1360462"/>
                  <a:pt x="10402105" y="1377141"/>
                </a:cubicBezTo>
                <a:cubicBezTo>
                  <a:pt x="10384448" y="1387681"/>
                  <a:pt x="10365795" y="1389917"/>
                  <a:pt x="10346644" y="1388004"/>
                </a:cubicBezTo>
                <a:cubicBezTo>
                  <a:pt x="10329566" y="1385842"/>
                  <a:pt x="10313814" y="1377203"/>
                  <a:pt x="10300134" y="1368317"/>
                </a:cubicBezTo>
                <a:cubicBezTo>
                  <a:pt x="10293169" y="1362836"/>
                  <a:pt x="10288028" y="1355031"/>
                  <a:pt x="10278413" y="1362501"/>
                </a:cubicBezTo>
                <a:cubicBezTo>
                  <a:pt x="10268797" y="1369970"/>
                  <a:pt x="10269792" y="1378272"/>
                  <a:pt x="10273109" y="1388401"/>
                </a:cubicBezTo>
                <a:cubicBezTo>
                  <a:pt x="10276178" y="1396455"/>
                  <a:pt x="10281070" y="1402185"/>
                  <a:pt x="10279993" y="1410735"/>
                </a:cubicBezTo>
                <a:cubicBezTo>
                  <a:pt x="10282731" y="1433566"/>
                  <a:pt x="10294338" y="1442701"/>
                  <a:pt x="10315562" y="1444367"/>
                </a:cubicBezTo>
                <a:cubicBezTo>
                  <a:pt x="10353863" y="1448195"/>
                  <a:pt x="10388269" y="1454596"/>
                  <a:pt x="10424996" y="1462823"/>
                </a:cubicBezTo>
                <a:cubicBezTo>
                  <a:pt x="10446967" y="1470715"/>
                  <a:pt x="10450283" y="1480844"/>
                  <a:pt x="10437767" y="1499188"/>
                </a:cubicBezTo>
                <a:cubicBezTo>
                  <a:pt x="10435694" y="1499437"/>
                  <a:pt x="10435943" y="1501513"/>
                  <a:pt x="10436192" y="1503588"/>
                </a:cubicBezTo>
                <a:cubicBezTo>
                  <a:pt x="10434536" y="1524841"/>
                  <a:pt x="10421522" y="1539034"/>
                  <a:pt x="10408259" y="1551153"/>
                </a:cubicBezTo>
                <a:cubicBezTo>
                  <a:pt x="10398892" y="1560697"/>
                  <a:pt x="10394249" y="1557043"/>
                  <a:pt x="10391181" y="1548989"/>
                </a:cubicBezTo>
                <a:cubicBezTo>
                  <a:pt x="10384796" y="1530807"/>
                  <a:pt x="10394162" y="1521262"/>
                  <a:pt x="10410494" y="1517197"/>
                </a:cubicBezTo>
                <a:cubicBezTo>
                  <a:pt x="10405104" y="1507317"/>
                  <a:pt x="10397890" y="1499760"/>
                  <a:pt x="10387528" y="1501003"/>
                </a:cubicBezTo>
                <a:cubicBezTo>
                  <a:pt x="10381310" y="1501749"/>
                  <a:pt x="10380233" y="1510300"/>
                  <a:pt x="10378908" y="1516775"/>
                </a:cubicBezTo>
                <a:cubicBezTo>
                  <a:pt x="10374351" y="1548903"/>
                  <a:pt x="10366808" y="1556124"/>
                  <a:pt x="10335471" y="1557777"/>
                </a:cubicBezTo>
                <a:cubicBezTo>
                  <a:pt x="10305957" y="1557106"/>
                  <a:pt x="10274869" y="1560834"/>
                  <a:pt x="10246351" y="1568465"/>
                </a:cubicBezTo>
                <a:cubicBezTo>
                  <a:pt x="10207719" y="1579415"/>
                  <a:pt x="10198433" y="1572107"/>
                  <a:pt x="10199921" y="1531926"/>
                </a:cubicBezTo>
                <a:cubicBezTo>
                  <a:pt x="10199673" y="1529850"/>
                  <a:pt x="10199424" y="1527775"/>
                  <a:pt x="10199175" y="1525699"/>
                </a:cubicBezTo>
                <a:cubicBezTo>
                  <a:pt x="10200500" y="1519223"/>
                  <a:pt x="10205722" y="1510175"/>
                  <a:pt x="10194862" y="1507268"/>
                </a:cubicBezTo>
                <a:cubicBezTo>
                  <a:pt x="10184250" y="1506435"/>
                  <a:pt x="10173389" y="1503527"/>
                  <a:pt x="10168665" y="1516726"/>
                </a:cubicBezTo>
                <a:cubicBezTo>
                  <a:pt x="10165516" y="1525525"/>
                  <a:pt x="10162118" y="1532248"/>
                  <a:pt x="10161042" y="1540800"/>
                </a:cubicBezTo>
                <a:cubicBezTo>
                  <a:pt x="10154244" y="1554247"/>
                  <a:pt x="10146203" y="1557317"/>
                  <a:pt x="10132772" y="1550506"/>
                </a:cubicBezTo>
                <a:cubicBezTo>
                  <a:pt x="10119590" y="1545771"/>
                  <a:pt x="10120418" y="1535145"/>
                  <a:pt x="10127712" y="1525848"/>
                </a:cubicBezTo>
                <a:cubicBezTo>
                  <a:pt x="10129287" y="1521448"/>
                  <a:pt x="10131110" y="1519124"/>
                  <a:pt x="10132685" y="1514724"/>
                </a:cubicBezTo>
                <a:cubicBezTo>
                  <a:pt x="10136332" y="1510077"/>
                  <a:pt x="10135586" y="1503849"/>
                  <a:pt x="10130943" y="1500196"/>
                </a:cubicBezTo>
                <a:cubicBezTo>
                  <a:pt x="10124227" y="1496790"/>
                  <a:pt x="10122901" y="1503265"/>
                  <a:pt x="10119005" y="1505838"/>
                </a:cubicBezTo>
                <a:cubicBezTo>
                  <a:pt x="10111462" y="1513059"/>
                  <a:pt x="10106240" y="1522107"/>
                  <a:pt x="10103339" y="1532982"/>
                </a:cubicBezTo>
                <a:cubicBezTo>
                  <a:pt x="10092068" y="1561705"/>
                  <a:pt x="10080130" y="1567347"/>
                  <a:pt x="10051445" y="1556050"/>
                </a:cubicBezTo>
                <a:cubicBezTo>
                  <a:pt x="10038263" y="1551315"/>
                  <a:pt x="10024832" y="1544503"/>
                  <a:pt x="10011649" y="1539768"/>
                </a:cubicBezTo>
                <a:cubicBezTo>
                  <a:pt x="10002861" y="1536611"/>
                  <a:pt x="9992250" y="1535779"/>
                  <a:pt x="9985204" y="1547151"/>
                </a:cubicBezTo>
                <a:cubicBezTo>
                  <a:pt x="9976335" y="1560847"/>
                  <a:pt x="9971860" y="1576122"/>
                  <a:pt x="9950885" y="1576531"/>
                </a:cubicBezTo>
                <a:cubicBezTo>
                  <a:pt x="9938201" y="1575948"/>
                  <a:pt x="9930409" y="1581093"/>
                  <a:pt x="9919050" y="1574034"/>
                </a:cubicBezTo>
                <a:cubicBezTo>
                  <a:pt x="9862009" y="1536661"/>
                  <a:pt x="9802733" y="1533243"/>
                  <a:pt x="9739977" y="1553402"/>
                </a:cubicBezTo>
                <a:cubicBezTo>
                  <a:pt x="9729864" y="1556721"/>
                  <a:pt x="9721325" y="1555639"/>
                  <a:pt x="9712288" y="1550406"/>
                </a:cubicBezTo>
                <a:cubicBezTo>
                  <a:pt x="9691394" y="1533964"/>
                  <a:pt x="9668347" y="1534622"/>
                  <a:pt x="9643974" y="1541757"/>
                </a:cubicBezTo>
                <a:cubicBezTo>
                  <a:pt x="9609737" y="1554285"/>
                  <a:pt x="9579893" y="1568391"/>
                  <a:pt x="9550797" y="1588724"/>
                </a:cubicBezTo>
                <a:cubicBezTo>
                  <a:pt x="9537284" y="1598766"/>
                  <a:pt x="9523772" y="1608809"/>
                  <a:pt x="9506944" y="1608722"/>
                </a:cubicBezTo>
                <a:cubicBezTo>
                  <a:pt x="9451563" y="1602731"/>
                  <a:pt x="9393532" y="1609692"/>
                  <a:pt x="9340554" y="1588675"/>
                </a:cubicBezTo>
                <a:cubicBezTo>
                  <a:pt x="9329445" y="1583691"/>
                  <a:pt x="9321403" y="1586760"/>
                  <a:pt x="9312036" y="1596306"/>
                </a:cubicBezTo>
                <a:cubicBezTo>
                  <a:pt x="9308389" y="1600954"/>
                  <a:pt x="9304742" y="1605602"/>
                  <a:pt x="9300846" y="1608175"/>
                </a:cubicBezTo>
                <a:cubicBezTo>
                  <a:pt x="9290732" y="1611493"/>
                  <a:pt x="9293302" y="1615396"/>
                  <a:pt x="9296122" y="1621374"/>
                </a:cubicBezTo>
                <a:cubicBezTo>
                  <a:pt x="9301761" y="1633330"/>
                  <a:pt x="9310797" y="1638563"/>
                  <a:pt x="9323233" y="1637071"/>
                </a:cubicBezTo>
                <a:cubicBezTo>
                  <a:pt x="9337741" y="1635331"/>
                  <a:pt x="9345452" y="1647039"/>
                  <a:pt x="9344873" y="1659740"/>
                </a:cubicBezTo>
                <a:cubicBezTo>
                  <a:pt x="9344045" y="1670367"/>
                  <a:pt x="9331112" y="1667708"/>
                  <a:pt x="9322573" y="1666626"/>
                </a:cubicBezTo>
                <a:cubicBezTo>
                  <a:pt x="9299277" y="1665210"/>
                  <a:pt x="9290819" y="1647275"/>
                  <a:pt x="9282610" y="1631417"/>
                </a:cubicBezTo>
                <a:cubicBezTo>
                  <a:pt x="9246624" y="1576781"/>
                  <a:pt x="9194642" y="1564066"/>
                  <a:pt x="9140096" y="1600084"/>
                </a:cubicBezTo>
                <a:cubicBezTo>
                  <a:pt x="9126335" y="1608051"/>
                  <a:pt x="9112325" y="1613942"/>
                  <a:pt x="9097568" y="1613607"/>
                </a:cubicBezTo>
                <a:cubicBezTo>
                  <a:pt x="9087205" y="1614849"/>
                  <a:pt x="9082811" y="1613271"/>
                  <a:pt x="9081567" y="1602893"/>
                </a:cubicBezTo>
                <a:cubicBezTo>
                  <a:pt x="9077254" y="1584462"/>
                  <a:pt x="9070289" y="1578980"/>
                  <a:pt x="9052383" y="1587444"/>
                </a:cubicBezTo>
                <a:cubicBezTo>
                  <a:pt x="9018394" y="1602048"/>
                  <a:pt x="8985234" y="1606026"/>
                  <a:pt x="8950000" y="1610251"/>
                </a:cubicBezTo>
                <a:cubicBezTo>
                  <a:pt x="8893792" y="1614886"/>
                  <a:pt x="8843472" y="1633555"/>
                  <a:pt x="8804927" y="1680285"/>
                </a:cubicBezTo>
                <a:cubicBezTo>
                  <a:pt x="8804927" y="1680285"/>
                  <a:pt x="8802606" y="1678459"/>
                  <a:pt x="8802357" y="1676383"/>
                </a:cubicBezTo>
                <a:cubicBezTo>
                  <a:pt x="8803683" y="1669908"/>
                  <a:pt x="8807081" y="1663183"/>
                  <a:pt x="8808158" y="1654633"/>
                </a:cubicBezTo>
                <a:cubicBezTo>
                  <a:pt x="8810063" y="1635456"/>
                  <a:pt x="8804922" y="1627651"/>
                  <a:pt x="8785771" y="1625737"/>
                </a:cubicBezTo>
                <a:cubicBezTo>
                  <a:pt x="8762475" y="1624320"/>
                  <a:pt x="8756755" y="1629217"/>
                  <a:pt x="8757421" y="1652297"/>
                </a:cubicBezTo>
                <a:cubicBezTo>
                  <a:pt x="8758168" y="1658523"/>
                  <a:pt x="8763806" y="1670480"/>
                  <a:pt x="8751371" y="1671971"/>
                </a:cubicBezTo>
                <a:cubicBezTo>
                  <a:pt x="8732967" y="1676284"/>
                  <a:pt x="8718540" y="1661170"/>
                  <a:pt x="8724839" y="1643572"/>
                </a:cubicBezTo>
                <a:cubicBezTo>
                  <a:pt x="8729812" y="1632449"/>
                  <a:pt x="8726993" y="1626470"/>
                  <a:pt x="8714059" y="1623810"/>
                </a:cubicBezTo>
                <a:cubicBezTo>
                  <a:pt x="8685872" y="1616664"/>
                  <a:pt x="8657435" y="1607442"/>
                  <a:pt x="8630574" y="1593821"/>
                </a:cubicBezTo>
                <a:cubicBezTo>
                  <a:pt x="8608354" y="1583853"/>
                  <a:pt x="8585307" y="1584512"/>
                  <a:pt x="8564251" y="1601775"/>
                </a:cubicBezTo>
                <a:cubicBezTo>
                  <a:pt x="8558781" y="1608748"/>
                  <a:pt x="8550739" y="1611817"/>
                  <a:pt x="8540376" y="1613060"/>
                </a:cubicBezTo>
                <a:cubicBezTo>
                  <a:pt x="8523547" y="1612973"/>
                  <a:pt x="8506718" y="1612886"/>
                  <a:pt x="8489889" y="1612799"/>
                </a:cubicBezTo>
                <a:cubicBezTo>
                  <a:pt x="8477453" y="1614290"/>
                  <a:pt x="8466344" y="1609307"/>
                  <a:pt x="8460456" y="1595275"/>
                </a:cubicBezTo>
                <a:cubicBezTo>
                  <a:pt x="8456641" y="1580995"/>
                  <a:pt x="8448102" y="1579913"/>
                  <a:pt x="8436164" y="1585556"/>
                </a:cubicBezTo>
                <a:cubicBezTo>
                  <a:pt x="8426051" y="1588874"/>
                  <a:pt x="8413864" y="1592441"/>
                  <a:pt x="8403750" y="1595760"/>
                </a:cubicBezTo>
                <a:cubicBezTo>
                  <a:pt x="8379627" y="1604969"/>
                  <a:pt x="8366861" y="1621237"/>
                  <a:pt x="8365703" y="1646641"/>
                </a:cubicBezTo>
                <a:cubicBezTo>
                  <a:pt x="8364627" y="1655193"/>
                  <a:pt x="8365622" y="1663495"/>
                  <a:pt x="8364545" y="1672045"/>
                </a:cubicBezTo>
                <a:cubicBezTo>
                  <a:pt x="8350860" y="1610525"/>
                  <a:pt x="8304019" y="1605615"/>
                  <a:pt x="8255356" y="1603030"/>
                </a:cubicBezTo>
                <a:cubicBezTo>
                  <a:pt x="8240349" y="1600620"/>
                  <a:pt x="8230733" y="1608089"/>
                  <a:pt x="8221366" y="1617634"/>
                </a:cubicBezTo>
                <a:cubicBezTo>
                  <a:pt x="8211999" y="1627179"/>
                  <a:pt x="8209099" y="1638054"/>
                  <a:pt x="8214737" y="1650010"/>
                </a:cubicBezTo>
                <a:cubicBezTo>
                  <a:pt x="8220127" y="1659891"/>
                  <a:pt x="8229743" y="1652421"/>
                  <a:pt x="8238033" y="1651427"/>
                </a:cubicBezTo>
                <a:cubicBezTo>
                  <a:pt x="8244251" y="1650681"/>
                  <a:pt x="8254365" y="1647363"/>
                  <a:pt x="8257682" y="1657493"/>
                </a:cubicBezTo>
                <a:cubicBezTo>
                  <a:pt x="8260750" y="1665546"/>
                  <a:pt x="8257850" y="1676420"/>
                  <a:pt x="8250057" y="1681566"/>
                </a:cubicBezTo>
                <a:cubicBezTo>
                  <a:pt x="8242514" y="1688787"/>
                  <a:pt x="8232151" y="1690030"/>
                  <a:pt x="8223861" y="1691024"/>
                </a:cubicBezTo>
                <a:cubicBezTo>
                  <a:pt x="8213498" y="1692267"/>
                  <a:pt x="8203135" y="1693510"/>
                  <a:pt x="8197913" y="1702558"/>
                </a:cubicBezTo>
                <a:cubicBezTo>
                  <a:pt x="8210019" y="1715844"/>
                  <a:pt x="8227346" y="1720082"/>
                  <a:pt x="8241854" y="1718342"/>
                </a:cubicBezTo>
                <a:cubicBezTo>
                  <a:pt x="8285875" y="1717273"/>
                  <a:pt x="8326996" y="1727079"/>
                  <a:pt x="8368117" y="1736885"/>
                </a:cubicBezTo>
                <a:cubicBezTo>
                  <a:pt x="8396305" y="1744031"/>
                  <a:pt x="8423248" y="1740800"/>
                  <a:pt x="8448200" y="1720964"/>
                </a:cubicBezTo>
                <a:cubicBezTo>
                  <a:pt x="8455743" y="1713743"/>
                  <a:pt x="8464283" y="1714825"/>
                  <a:pt x="8473568" y="1722133"/>
                </a:cubicBezTo>
                <a:cubicBezTo>
                  <a:pt x="8490068" y="1736997"/>
                  <a:pt x="8509965" y="1745137"/>
                  <a:pt x="8529863" y="1753278"/>
                </a:cubicBezTo>
                <a:cubicBezTo>
                  <a:pt x="8540723" y="1756187"/>
                  <a:pt x="8551086" y="1754944"/>
                  <a:pt x="8560702" y="1747474"/>
                </a:cubicBezTo>
                <a:cubicBezTo>
                  <a:pt x="8579934" y="1732534"/>
                  <a:pt x="8602234" y="1725650"/>
                  <a:pt x="8625779" y="1729142"/>
                </a:cubicBezTo>
                <a:cubicBezTo>
                  <a:pt x="8647251" y="1732883"/>
                  <a:pt x="8668724" y="1736624"/>
                  <a:pt x="8688123" y="1740614"/>
                </a:cubicBezTo>
                <a:cubicBezTo>
                  <a:pt x="8703378" y="1745100"/>
                  <a:pt x="8711418" y="1742030"/>
                  <a:pt x="8711500" y="1725178"/>
                </a:cubicBezTo>
                <a:cubicBezTo>
                  <a:pt x="8712328" y="1714551"/>
                  <a:pt x="8715727" y="1707827"/>
                  <a:pt x="8726089" y="1706584"/>
                </a:cubicBezTo>
                <a:cubicBezTo>
                  <a:pt x="8748639" y="1701774"/>
                  <a:pt x="8756101" y="1711406"/>
                  <a:pt x="8752373" y="1732908"/>
                </a:cubicBezTo>
                <a:cubicBezTo>
                  <a:pt x="8747567" y="1762960"/>
                  <a:pt x="8754532" y="1768441"/>
                  <a:pt x="8783549" y="1764961"/>
                </a:cubicBezTo>
                <a:cubicBezTo>
                  <a:pt x="8802200" y="1762724"/>
                  <a:pt x="8820605" y="1758411"/>
                  <a:pt x="8836936" y="1754347"/>
                </a:cubicBezTo>
                <a:cubicBezTo>
                  <a:pt x="8863879" y="1751116"/>
                  <a:pt x="8888252" y="1743981"/>
                  <a:pt x="8914367" y="1751376"/>
                </a:cubicBezTo>
                <a:cubicBezTo>
                  <a:pt x="8929373" y="1753787"/>
                  <a:pt x="8940482" y="1758771"/>
                  <a:pt x="8938826" y="1780024"/>
                </a:cubicBezTo>
                <a:cubicBezTo>
                  <a:pt x="8936424" y="1795050"/>
                  <a:pt x="8946208" y="1806509"/>
                  <a:pt x="8962788" y="1804520"/>
                </a:cubicBezTo>
                <a:cubicBezTo>
                  <a:pt x="9014851" y="1800381"/>
                  <a:pt x="9062687" y="1813593"/>
                  <a:pt x="9110773" y="1828881"/>
                </a:cubicBezTo>
                <a:cubicBezTo>
                  <a:pt x="9147749" y="1839184"/>
                  <a:pt x="9168723" y="1838773"/>
                  <a:pt x="9187289" y="1800755"/>
                </a:cubicBezTo>
                <a:cubicBezTo>
                  <a:pt x="9189362" y="1800506"/>
                  <a:pt x="9191435" y="1800257"/>
                  <a:pt x="9191435" y="1800257"/>
                </a:cubicBezTo>
                <a:cubicBezTo>
                  <a:pt x="9200471" y="1805490"/>
                  <a:pt x="9192349" y="1825412"/>
                  <a:pt x="9204784" y="1823921"/>
                </a:cubicBezTo>
                <a:cubicBezTo>
                  <a:pt x="9215147" y="1822679"/>
                  <a:pt x="9221944" y="1809231"/>
                  <a:pt x="9226917" y="1798107"/>
                </a:cubicBezTo>
                <a:cubicBezTo>
                  <a:pt x="9228740" y="1795783"/>
                  <a:pt x="9230315" y="1791383"/>
                  <a:pt x="9232139" y="1789059"/>
                </a:cubicBezTo>
                <a:cubicBezTo>
                  <a:pt x="9238686" y="1773536"/>
                  <a:pt x="9243161" y="1758262"/>
                  <a:pt x="9245564" y="1743235"/>
                </a:cubicBezTo>
                <a:cubicBezTo>
                  <a:pt x="9248464" y="1732361"/>
                  <a:pt x="9256506" y="1729290"/>
                  <a:pt x="9267366" y="1732199"/>
                </a:cubicBezTo>
                <a:cubicBezTo>
                  <a:pt x="9274082" y="1735604"/>
                  <a:pt x="9283119" y="1740837"/>
                  <a:pt x="9279969" y="1749636"/>
                </a:cubicBezTo>
                <a:cubicBezTo>
                  <a:pt x="9264553" y="1778855"/>
                  <a:pt x="9277903" y="1802519"/>
                  <a:pt x="9289180" y="1826431"/>
                </a:cubicBezTo>
                <a:cubicBezTo>
                  <a:pt x="9295068" y="1840463"/>
                  <a:pt x="9299959" y="1846193"/>
                  <a:pt x="9310901" y="1832248"/>
                </a:cubicBezTo>
                <a:cubicBezTo>
                  <a:pt x="9329635" y="1813158"/>
                  <a:pt x="9354258" y="1808100"/>
                  <a:pt x="9376557" y="1801214"/>
                </a:cubicBezTo>
                <a:cubicBezTo>
                  <a:pt x="9384598" y="1798144"/>
                  <a:pt x="9390816" y="1797399"/>
                  <a:pt x="9393635" y="1803376"/>
                </a:cubicBezTo>
                <a:cubicBezTo>
                  <a:pt x="9409058" y="1826792"/>
                  <a:pt x="9432354" y="1828209"/>
                  <a:pt x="9455650" y="1829626"/>
                </a:cubicBezTo>
                <a:cubicBezTo>
                  <a:pt x="9477122" y="1833367"/>
                  <a:pt x="9498345" y="1835032"/>
                  <a:pt x="9510948" y="1852469"/>
                </a:cubicBezTo>
                <a:cubicBezTo>
                  <a:pt x="9516338" y="1862350"/>
                  <a:pt x="9520483" y="1861853"/>
                  <a:pt x="9530597" y="1858535"/>
                </a:cubicBezTo>
                <a:cubicBezTo>
                  <a:pt x="9566658" y="1843682"/>
                  <a:pt x="9601892" y="1839457"/>
                  <a:pt x="9635718" y="1858559"/>
                </a:cubicBezTo>
                <a:cubicBezTo>
                  <a:pt x="9649149" y="1865369"/>
                  <a:pt x="9657439" y="1864376"/>
                  <a:pt x="9669128" y="1856657"/>
                </a:cubicBezTo>
                <a:cubicBezTo>
                  <a:pt x="9694578" y="1840973"/>
                  <a:pt x="9721521" y="1837741"/>
                  <a:pt x="9750704" y="1853190"/>
                </a:cubicBezTo>
                <a:cubicBezTo>
                  <a:pt x="9757669" y="1858671"/>
                  <a:pt x="9764135" y="1860000"/>
                  <a:pt x="9771929" y="1854856"/>
                </a:cubicBezTo>
                <a:cubicBezTo>
                  <a:pt x="9805667" y="1838176"/>
                  <a:pt x="9868261" y="1851723"/>
                  <a:pt x="9890647" y="1880619"/>
                </a:cubicBezTo>
                <a:cubicBezTo>
                  <a:pt x="9905236" y="1862026"/>
                  <a:pt x="9925713" y="1857466"/>
                  <a:pt x="9945113" y="1861454"/>
                </a:cubicBezTo>
                <a:cubicBezTo>
                  <a:pt x="9973301" y="1868602"/>
                  <a:pt x="10002565" y="1867196"/>
                  <a:pt x="10031830" y="1865793"/>
                </a:cubicBezTo>
                <a:cubicBezTo>
                  <a:pt x="10071706" y="1865220"/>
                  <a:pt x="10095998" y="1874940"/>
                  <a:pt x="10111588" y="1917283"/>
                </a:cubicBezTo>
                <a:cubicBezTo>
                  <a:pt x="10112086" y="1921435"/>
                  <a:pt x="10114407" y="1923261"/>
                  <a:pt x="10114905" y="1927412"/>
                </a:cubicBezTo>
                <a:cubicBezTo>
                  <a:pt x="10120793" y="1941444"/>
                  <a:pt x="10129332" y="1942526"/>
                  <a:pt x="10138450" y="1930905"/>
                </a:cubicBezTo>
                <a:cubicBezTo>
                  <a:pt x="10145745" y="1921608"/>
                  <a:pt x="10153039" y="1912312"/>
                  <a:pt x="10162406" y="1902766"/>
                </a:cubicBezTo>
                <a:cubicBezTo>
                  <a:pt x="10195978" y="1867159"/>
                  <a:pt x="10238674" y="1872565"/>
                  <a:pt x="10266699" y="1913418"/>
                </a:cubicBezTo>
                <a:cubicBezTo>
                  <a:pt x="10277230" y="1931104"/>
                  <a:pt x="10291658" y="1946217"/>
                  <a:pt x="10311803" y="1956433"/>
                </a:cubicBezTo>
                <a:cubicBezTo>
                  <a:pt x="10329877" y="1966897"/>
                  <a:pt x="10347951" y="1977363"/>
                  <a:pt x="10360554" y="1994800"/>
                </a:cubicBezTo>
                <a:cubicBezTo>
                  <a:pt x="10370500" y="1972553"/>
                  <a:pt x="10355078" y="1949137"/>
                  <a:pt x="10365024" y="1926890"/>
                </a:cubicBezTo>
                <a:cubicBezTo>
                  <a:pt x="10386913" y="1951635"/>
                  <a:pt x="10386913" y="1951635"/>
                  <a:pt x="10414186" y="1933626"/>
                </a:cubicBezTo>
                <a:cubicBezTo>
                  <a:pt x="10426123" y="1927984"/>
                  <a:pt x="10434165" y="1924915"/>
                  <a:pt x="10447347" y="1929650"/>
                </a:cubicBezTo>
                <a:cubicBezTo>
                  <a:pt x="10482250" y="1940202"/>
                  <a:pt x="10516656" y="1946602"/>
                  <a:pt x="10551061" y="1953003"/>
                </a:cubicBezTo>
                <a:cubicBezTo>
                  <a:pt x="10656599" y="1974032"/>
                  <a:pt x="10762716" y="1982359"/>
                  <a:pt x="10866928" y="2009862"/>
                </a:cubicBezTo>
                <a:cubicBezTo>
                  <a:pt x="10875467" y="2010944"/>
                  <a:pt x="10887902" y="2009453"/>
                  <a:pt x="10889147" y="2019830"/>
                </a:cubicBezTo>
                <a:cubicBezTo>
                  <a:pt x="10892464" y="2029960"/>
                  <a:pt x="10882599" y="2035353"/>
                  <a:pt x="10877128" y="2042325"/>
                </a:cubicBezTo>
                <a:cubicBezTo>
                  <a:pt x="10871409" y="2047222"/>
                  <a:pt x="10863616" y="2052368"/>
                  <a:pt x="10868757" y="2060174"/>
                </a:cubicBezTo>
                <a:cubicBezTo>
                  <a:pt x="10872074" y="2070302"/>
                  <a:pt x="10880862" y="2073459"/>
                  <a:pt x="10889402" y="2074541"/>
                </a:cubicBezTo>
                <a:cubicBezTo>
                  <a:pt x="10895619" y="2073795"/>
                  <a:pt x="10901837" y="2073049"/>
                  <a:pt x="10908054" y="2072303"/>
                </a:cubicBezTo>
                <a:cubicBezTo>
                  <a:pt x="10937319" y="2070899"/>
                  <a:pt x="10955892" y="2085515"/>
                  <a:pt x="10959376" y="2114572"/>
                </a:cubicBezTo>
                <a:cubicBezTo>
                  <a:pt x="10960621" y="2124950"/>
                  <a:pt x="10961865" y="2135329"/>
                  <a:pt x="10958965" y="2146203"/>
                </a:cubicBezTo>
                <a:cubicBezTo>
                  <a:pt x="10958386" y="2158904"/>
                  <a:pt x="10967423" y="2164137"/>
                  <a:pt x="10979360" y="2158495"/>
                </a:cubicBezTo>
                <a:cubicBezTo>
                  <a:pt x="11001412" y="2149534"/>
                  <a:pt x="11009783" y="2131687"/>
                  <a:pt x="11004225" y="2102877"/>
                </a:cubicBezTo>
                <a:cubicBezTo>
                  <a:pt x="11020725" y="2117742"/>
                  <a:pt x="11032830" y="2131027"/>
                  <a:pt x="11041039" y="2146887"/>
                </a:cubicBezTo>
                <a:cubicBezTo>
                  <a:pt x="11049248" y="2162745"/>
                  <a:pt x="11047511" y="2200852"/>
                  <a:pt x="11034497" y="2215044"/>
                </a:cubicBezTo>
                <a:cubicBezTo>
                  <a:pt x="11017587" y="2231810"/>
                  <a:pt x="10997689" y="2223670"/>
                  <a:pt x="10982185" y="2217108"/>
                </a:cubicBezTo>
                <a:cubicBezTo>
                  <a:pt x="10959966" y="2207140"/>
                  <a:pt x="10936173" y="2201572"/>
                  <a:pt x="10911302" y="2204555"/>
                </a:cubicBezTo>
                <a:cubicBezTo>
                  <a:pt x="10896794" y="2206295"/>
                  <a:pt x="10880214" y="2208283"/>
                  <a:pt x="10863633" y="2210272"/>
                </a:cubicBezTo>
                <a:cubicBezTo>
                  <a:pt x="10795239" y="2218475"/>
                  <a:pt x="10727673" y="2216051"/>
                  <a:pt x="10667812" y="2172700"/>
                </a:cubicBezTo>
                <a:cubicBezTo>
                  <a:pt x="10644846" y="2156506"/>
                  <a:pt x="10633158" y="2164225"/>
                  <a:pt x="10625782" y="2190374"/>
                </a:cubicBezTo>
                <a:cubicBezTo>
                  <a:pt x="10624208" y="2194773"/>
                  <a:pt x="10629099" y="2200504"/>
                  <a:pt x="10623131" y="2203325"/>
                </a:cubicBezTo>
                <a:cubicBezTo>
                  <a:pt x="10616913" y="2204070"/>
                  <a:pt x="10612270" y="2200416"/>
                  <a:pt x="10609700" y="2196513"/>
                </a:cubicBezTo>
                <a:cubicBezTo>
                  <a:pt x="10607129" y="2192611"/>
                  <a:pt x="10604559" y="2188709"/>
                  <a:pt x="10602237" y="2186881"/>
                </a:cubicBezTo>
                <a:cubicBezTo>
                  <a:pt x="10594776" y="2177250"/>
                  <a:pt x="10585489" y="2169942"/>
                  <a:pt x="10576371" y="2181562"/>
                </a:cubicBezTo>
                <a:cubicBezTo>
                  <a:pt x="10565180" y="2193431"/>
                  <a:pt x="10582010" y="2193518"/>
                  <a:pt x="10586902" y="2199248"/>
                </a:cubicBezTo>
                <a:cubicBezTo>
                  <a:pt x="10587151" y="2201323"/>
                  <a:pt x="10589223" y="2201075"/>
                  <a:pt x="10589472" y="2203150"/>
                </a:cubicBezTo>
                <a:cubicBezTo>
                  <a:pt x="10594115" y="2206805"/>
                  <a:pt x="10596934" y="2212782"/>
                  <a:pt x="10593287" y="2217431"/>
                </a:cubicBezTo>
                <a:cubicBezTo>
                  <a:pt x="10589889" y="2224154"/>
                  <a:pt x="10585744" y="2224652"/>
                  <a:pt x="10579028" y="2221246"/>
                </a:cubicBezTo>
                <a:cubicBezTo>
                  <a:pt x="10552664" y="2211776"/>
                  <a:pt x="10530862" y="2222812"/>
                  <a:pt x="10517020" y="2247632"/>
                </a:cubicBezTo>
                <a:cubicBezTo>
                  <a:pt x="10513372" y="2252280"/>
                  <a:pt x="10505580" y="2257426"/>
                  <a:pt x="10506327" y="2263652"/>
                </a:cubicBezTo>
                <a:cubicBezTo>
                  <a:pt x="10509065" y="2286484"/>
                  <a:pt x="10534601" y="2306581"/>
                  <a:pt x="10554829" y="2299943"/>
                </a:cubicBezTo>
                <a:cubicBezTo>
                  <a:pt x="10595284" y="2286669"/>
                  <a:pt x="10635409" y="2288174"/>
                  <a:pt x="10677028" y="2302131"/>
                </a:cubicBezTo>
                <a:cubicBezTo>
                  <a:pt x="10692034" y="2304542"/>
                  <a:pt x="10707040" y="2306953"/>
                  <a:pt x="10718230" y="2295085"/>
                </a:cubicBezTo>
                <a:cubicBezTo>
                  <a:pt x="10727846" y="2287615"/>
                  <a:pt x="10732240" y="2289193"/>
                  <a:pt x="10735807" y="2301397"/>
                </a:cubicBezTo>
                <a:cubicBezTo>
                  <a:pt x="10739871" y="2317753"/>
                  <a:pt x="10751478" y="2326888"/>
                  <a:pt x="10768556" y="2329051"/>
                </a:cubicBezTo>
                <a:cubicBezTo>
                  <a:pt x="10785883" y="2333289"/>
                  <a:pt x="10805283" y="2337279"/>
                  <a:pt x="10824683" y="2341268"/>
                </a:cubicBezTo>
                <a:cubicBezTo>
                  <a:pt x="10841761" y="2343431"/>
                  <a:pt x="10849472" y="2355139"/>
                  <a:pt x="10849391" y="2371991"/>
                </a:cubicBezTo>
                <a:cubicBezTo>
                  <a:pt x="10849640" y="2374067"/>
                  <a:pt x="10850138" y="2378219"/>
                  <a:pt x="10848563" y="2382618"/>
                </a:cubicBezTo>
                <a:cubicBezTo>
                  <a:pt x="10849809" y="2392996"/>
                  <a:pt x="10857021" y="2400552"/>
                  <a:pt x="10867384" y="2399309"/>
                </a:cubicBezTo>
                <a:cubicBezTo>
                  <a:pt x="10875923" y="2400391"/>
                  <a:pt x="10874679" y="2390012"/>
                  <a:pt x="10873683" y="2381711"/>
                </a:cubicBezTo>
                <a:cubicBezTo>
                  <a:pt x="10874760" y="2373159"/>
                  <a:pt x="10873764" y="2364857"/>
                  <a:pt x="10885950" y="2361290"/>
                </a:cubicBezTo>
                <a:cubicBezTo>
                  <a:pt x="10904603" y="2359053"/>
                  <a:pt x="10923673" y="2377820"/>
                  <a:pt x="10921768" y="2396998"/>
                </a:cubicBezTo>
                <a:cubicBezTo>
                  <a:pt x="10922515" y="2403224"/>
                  <a:pt x="10918868" y="2407872"/>
                  <a:pt x="10923760" y="2413602"/>
                </a:cubicBezTo>
                <a:cubicBezTo>
                  <a:pt x="10929977" y="2412856"/>
                  <a:pt x="10929231" y="2406630"/>
                  <a:pt x="10933127" y="2404057"/>
                </a:cubicBezTo>
                <a:cubicBezTo>
                  <a:pt x="10941996" y="2390361"/>
                  <a:pt x="10950286" y="2389366"/>
                  <a:pt x="10960320" y="2402901"/>
                </a:cubicBezTo>
                <a:cubicBezTo>
                  <a:pt x="10973420" y="2424490"/>
                  <a:pt x="10991992" y="2439106"/>
                  <a:pt x="11010315" y="2451646"/>
                </a:cubicBezTo>
                <a:cubicBezTo>
                  <a:pt x="11031209" y="2468089"/>
                  <a:pt x="11050278" y="2486855"/>
                  <a:pt x="11055835" y="2515665"/>
                </a:cubicBezTo>
                <a:cubicBezTo>
                  <a:pt x="11059153" y="2525794"/>
                  <a:pt x="11064791" y="2537750"/>
                  <a:pt x="11075652" y="2540658"/>
                </a:cubicBezTo>
                <a:cubicBezTo>
                  <a:pt x="11119592" y="2556442"/>
                  <a:pt x="11138002" y="2604765"/>
                  <a:pt x="11180367" y="2624948"/>
                </a:cubicBezTo>
                <a:cubicBezTo>
                  <a:pt x="11191726" y="2632008"/>
                  <a:pt x="11190898" y="2642634"/>
                  <a:pt x="11187998" y="2653510"/>
                </a:cubicBezTo>
                <a:cubicBezTo>
                  <a:pt x="11183025" y="2664633"/>
                  <a:pt x="11171915" y="2659648"/>
                  <a:pt x="11164951" y="2654168"/>
                </a:cubicBezTo>
                <a:cubicBezTo>
                  <a:pt x="11151271" y="2645281"/>
                  <a:pt x="11139084" y="2648849"/>
                  <a:pt x="11127645" y="2658641"/>
                </a:cubicBezTo>
                <a:cubicBezTo>
                  <a:pt x="11114382" y="2670760"/>
                  <a:pt x="11098299" y="2676899"/>
                  <a:pt x="11079646" y="2679137"/>
                </a:cubicBezTo>
                <a:cubicBezTo>
                  <a:pt x="11048310" y="2680790"/>
                  <a:pt x="11028990" y="2659946"/>
                  <a:pt x="11033795" y="2629895"/>
                </a:cubicBezTo>
                <a:cubicBezTo>
                  <a:pt x="11035121" y="2623419"/>
                  <a:pt x="11036198" y="2614869"/>
                  <a:pt x="11035452" y="2608643"/>
                </a:cubicBezTo>
                <a:cubicBezTo>
                  <a:pt x="11035202" y="2606566"/>
                  <a:pt x="11037025" y="2604242"/>
                  <a:pt x="11037025" y="2604242"/>
                </a:cubicBezTo>
                <a:cubicBezTo>
                  <a:pt x="11034953" y="2604491"/>
                  <a:pt x="11034953" y="2604491"/>
                  <a:pt x="11033130" y="2606815"/>
                </a:cubicBezTo>
                <a:cubicBezTo>
                  <a:pt x="11024839" y="2607810"/>
                  <a:pt x="11018621" y="2608555"/>
                  <a:pt x="11010084" y="2607474"/>
                </a:cubicBezTo>
                <a:cubicBezTo>
                  <a:pt x="10969460" y="2601819"/>
                  <a:pt x="10957771" y="2609537"/>
                  <a:pt x="10950065" y="2650464"/>
                </a:cubicBezTo>
                <a:cubicBezTo>
                  <a:pt x="10948161" y="2669641"/>
                  <a:pt x="10936223" y="2675283"/>
                  <a:pt x="10917073" y="2673370"/>
                </a:cubicBezTo>
                <a:cubicBezTo>
                  <a:pt x="10902316" y="2673034"/>
                  <a:pt x="10893030" y="2665726"/>
                  <a:pt x="10882997" y="2652192"/>
                </a:cubicBezTo>
                <a:cubicBezTo>
                  <a:pt x="10855220" y="2613415"/>
                  <a:pt x="10816751" y="2590658"/>
                  <a:pt x="10767838" y="2585998"/>
                </a:cubicBezTo>
                <a:cubicBezTo>
                  <a:pt x="10726966" y="2578267"/>
                  <a:pt x="10726966" y="2578267"/>
                  <a:pt x="10740234" y="2618784"/>
                </a:cubicBezTo>
                <a:cubicBezTo>
                  <a:pt x="10747118" y="2641119"/>
                  <a:pt x="10744217" y="2651993"/>
                  <a:pt x="10726560" y="2662532"/>
                </a:cubicBezTo>
                <a:cubicBezTo>
                  <a:pt x="10716608" y="2632145"/>
                  <a:pt x="10709644" y="2626663"/>
                  <a:pt x="10678307" y="2628317"/>
                </a:cubicBezTo>
                <a:cubicBezTo>
                  <a:pt x="10657581" y="2630803"/>
                  <a:pt x="10635530" y="2639764"/>
                  <a:pt x="10618533" y="2620748"/>
                </a:cubicBezTo>
                <a:cubicBezTo>
                  <a:pt x="10618284" y="2618672"/>
                  <a:pt x="10616211" y="2618921"/>
                  <a:pt x="10614139" y="2619169"/>
                </a:cubicBezTo>
                <a:cubicBezTo>
                  <a:pt x="10590264" y="2630454"/>
                  <a:pt x="10580069" y="2650626"/>
                  <a:pt x="10581233" y="2677857"/>
                </a:cubicBezTo>
                <a:cubicBezTo>
                  <a:pt x="10582975" y="2692385"/>
                  <a:pt x="10584718" y="2706914"/>
                  <a:pt x="10568884" y="2715129"/>
                </a:cubicBezTo>
                <a:cubicBezTo>
                  <a:pt x="10567060" y="2717454"/>
                  <a:pt x="10561341" y="2722350"/>
                  <a:pt x="10560594" y="2716124"/>
                </a:cubicBezTo>
                <a:cubicBezTo>
                  <a:pt x="10556530" y="2699768"/>
                  <a:pt x="10541773" y="2699433"/>
                  <a:pt x="10528591" y="2694698"/>
                </a:cubicBezTo>
                <a:cubicBezTo>
                  <a:pt x="10513336" y="2690210"/>
                  <a:pt x="10503801" y="2680827"/>
                  <a:pt x="10503883" y="2663975"/>
                </a:cubicBezTo>
                <a:cubicBezTo>
                  <a:pt x="10503715" y="2645046"/>
                  <a:pt x="10493682" y="2631511"/>
                  <a:pt x="10476106" y="2625198"/>
                </a:cubicBezTo>
                <a:cubicBezTo>
                  <a:pt x="10460353" y="2616559"/>
                  <a:pt x="10446593" y="2624527"/>
                  <a:pt x="10433329" y="2636644"/>
                </a:cubicBezTo>
                <a:cubicBezTo>
                  <a:pt x="10422387" y="2650589"/>
                  <a:pt x="10417247" y="2642783"/>
                  <a:pt x="10415753" y="2630331"/>
                </a:cubicBezTo>
                <a:cubicBezTo>
                  <a:pt x="10413513" y="2611650"/>
                  <a:pt x="10402403" y="2606667"/>
                  <a:pt x="10386321" y="2612806"/>
                </a:cubicBezTo>
                <a:cubicBezTo>
                  <a:pt x="10382175" y="2613303"/>
                  <a:pt x="10378030" y="2613800"/>
                  <a:pt x="10374134" y="2616373"/>
                </a:cubicBezTo>
                <a:cubicBezTo>
                  <a:pt x="10355979" y="2622762"/>
                  <a:pt x="10341222" y="2622426"/>
                  <a:pt x="10330443" y="2602664"/>
                </a:cubicBezTo>
                <a:cubicBezTo>
                  <a:pt x="10317840" y="2585228"/>
                  <a:pt x="10297942" y="2577087"/>
                  <a:pt x="10279040" y="2577249"/>
                </a:cubicBezTo>
                <a:cubicBezTo>
                  <a:pt x="10264034" y="2574837"/>
                  <a:pt x="10247454" y="2576825"/>
                  <a:pt x="10254337" y="2599160"/>
                </a:cubicBezTo>
                <a:cubicBezTo>
                  <a:pt x="10255084" y="2605386"/>
                  <a:pt x="10254007" y="2613937"/>
                  <a:pt x="10252682" y="2620413"/>
                </a:cubicBezTo>
                <a:cubicBezTo>
                  <a:pt x="10254424" y="2634942"/>
                  <a:pt x="10249949" y="2650216"/>
                  <a:pt x="10259734" y="2661675"/>
                </a:cubicBezTo>
                <a:cubicBezTo>
                  <a:pt x="10285518" y="2683848"/>
                  <a:pt x="10286931" y="2713154"/>
                  <a:pt x="10290665" y="2744287"/>
                </a:cubicBezTo>
                <a:cubicBezTo>
                  <a:pt x="10275161" y="2737725"/>
                  <a:pt x="10259657" y="2731162"/>
                  <a:pt x="10243077" y="2733151"/>
                </a:cubicBezTo>
                <a:cubicBezTo>
                  <a:pt x="10222600" y="2737713"/>
                  <a:pt x="10203201" y="2733723"/>
                  <a:pt x="10185127" y="2723259"/>
                </a:cubicBezTo>
                <a:cubicBezTo>
                  <a:pt x="10169374" y="2714621"/>
                  <a:pt x="10151798" y="2708307"/>
                  <a:pt x="10134222" y="2701993"/>
                </a:cubicBezTo>
                <a:cubicBezTo>
                  <a:pt x="10083317" y="2680728"/>
                  <a:pt x="10028765" y="2664111"/>
                  <a:pt x="9980762" y="2631971"/>
                </a:cubicBezTo>
                <a:cubicBezTo>
                  <a:pt x="9969403" y="2624912"/>
                  <a:pt x="9963683" y="2629809"/>
                  <a:pt x="9960782" y="2640683"/>
                </a:cubicBezTo>
                <a:cubicBezTo>
                  <a:pt x="9959207" y="2645083"/>
                  <a:pt x="9958131" y="2653633"/>
                  <a:pt x="9949592" y="2652553"/>
                </a:cubicBezTo>
                <a:cubicBezTo>
                  <a:pt x="9943125" y="2651223"/>
                  <a:pt x="9942129" y="2642921"/>
                  <a:pt x="9941631" y="2638770"/>
                </a:cubicBezTo>
                <a:cubicBezTo>
                  <a:pt x="9938314" y="2628641"/>
                  <a:pt x="9935246" y="2620587"/>
                  <a:pt x="9926707" y="2619506"/>
                </a:cubicBezTo>
                <a:cubicBezTo>
                  <a:pt x="9916095" y="2618673"/>
                  <a:pt x="9906809" y="2611365"/>
                  <a:pt x="9896197" y="2610532"/>
                </a:cubicBezTo>
                <a:cubicBezTo>
                  <a:pt x="9881192" y="2608121"/>
                  <a:pt x="9878123" y="2600067"/>
                  <a:pt x="9882847" y="2586868"/>
                </a:cubicBezTo>
                <a:cubicBezTo>
                  <a:pt x="9895115" y="2566448"/>
                  <a:pt x="9878037" y="2564286"/>
                  <a:pt x="9864605" y="2557474"/>
                </a:cubicBezTo>
                <a:cubicBezTo>
                  <a:pt x="9846781" y="2549086"/>
                  <a:pt x="9848772" y="2565691"/>
                  <a:pt x="9845623" y="2574490"/>
                </a:cubicBezTo>
                <a:cubicBezTo>
                  <a:pt x="9844048" y="2578889"/>
                  <a:pt x="9844546" y="2583040"/>
                  <a:pt x="9838328" y="2583786"/>
                </a:cubicBezTo>
                <a:cubicBezTo>
                  <a:pt x="9832938" y="2573906"/>
                  <a:pt x="9825476" y="2564273"/>
                  <a:pt x="9821910" y="2552068"/>
                </a:cubicBezTo>
                <a:cubicBezTo>
                  <a:pt x="9816769" y="2544263"/>
                  <a:pt x="9809805" y="2538783"/>
                  <a:pt x="9801514" y="2539777"/>
                </a:cubicBezTo>
                <a:cubicBezTo>
                  <a:pt x="9791152" y="2541020"/>
                  <a:pt x="9792397" y="2551397"/>
                  <a:pt x="9791071" y="2557872"/>
                </a:cubicBezTo>
                <a:cubicBezTo>
                  <a:pt x="9779469" y="2601372"/>
                  <a:pt x="9755843" y="2614733"/>
                  <a:pt x="9712401" y="2603100"/>
                </a:cubicBezTo>
                <a:cubicBezTo>
                  <a:pt x="9703612" y="2599943"/>
                  <a:pt x="9695073" y="2598862"/>
                  <a:pt x="9688109" y="2593381"/>
                </a:cubicBezTo>
                <a:cubicBezTo>
                  <a:pt x="9650635" y="2578926"/>
                  <a:pt x="9618800" y="2576429"/>
                  <a:pt x="9594016" y="2615193"/>
                </a:cubicBezTo>
                <a:cubicBezTo>
                  <a:pt x="9594016" y="2615193"/>
                  <a:pt x="9591944" y="2615442"/>
                  <a:pt x="9592193" y="2617517"/>
                </a:cubicBezTo>
                <a:cubicBezTo>
                  <a:pt x="9582328" y="2622911"/>
                  <a:pt x="9574286" y="2625981"/>
                  <a:pt x="9563177" y="2620997"/>
                </a:cubicBezTo>
                <a:cubicBezTo>
                  <a:pt x="9558784" y="2619419"/>
                  <a:pt x="9554140" y="2615765"/>
                  <a:pt x="9555466" y="2609289"/>
                </a:cubicBezTo>
                <a:cubicBezTo>
                  <a:pt x="9556294" y="2598664"/>
                  <a:pt x="9566407" y="2595345"/>
                  <a:pt x="9574449" y="2592275"/>
                </a:cubicBezTo>
                <a:cubicBezTo>
                  <a:pt x="9580666" y="2591530"/>
                  <a:pt x="9588708" y="2588459"/>
                  <a:pt x="9587961" y="2582233"/>
                </a:cubicBezTo>
                <a:cubicBezTo>
                  <a:pt x="9589038" y="2573682"/>
                  <a:pt x="9578924" y="2577000"/>
                  <a:pt x="9574282" y="2573347"/>
                </a:cubicBezTo>
                <a:cubicBezTo>
                  <a:pt x="9563420" y="2570439"/>
                  <a:pt x="9552808" y="2569606"/>
                  <a:pt x="9541948" y="2566697"/>
                </a:cubicBezTo>
                <a:cubicBezTo>
                  <a:pt x="9526942" y="2564286"/>
                  <a:pt x="9513760" y="2559551"/>
                  <a:pt x="9503976" y="2548091"/>
                </a:cubicBezTo>
                <a:cubicBezTo>
                  <a:pt x="9496763" y="2540535"/>
                  <a:pt x="9490545" y="2541281"/>
                  <a:pt x="9480680" y="2546675"/>
                </a:cubicBezTo>
                <a:cubicBezTo>
                  <a:pt x="9452909" y="2560532"/>
                  <a:pt x="9433510" y="2556543"/>
                  <a:pt x="9411869" y="2533873"/>
                </a:cubicBezTo>
                <a:cubicBezTo>
                  <a:pt x="9400013" y="2522663"/>
                  <a:pt x="9392053" y="2508880"/>
                  <a:pt x="9382020" y="2495345"/>
                </a:cubicBezTo>
                <a:cubicBezTo>
                  <a:pt x="9369666" y="2479984"/>
                  <a:pt x="9353913" y="2471346"/>
                  <a:pt x="9334514" y="2467356"/>
                </a:cubicBezTo>
                <a:cubicBezTo>
                  <a:pt x="9313041" y="2463615"/>
                  <a:pt x="9303177" y="2469010"/>
                  <a:pt x="9295552" y="2493083"/>
                </a:cubicBezTo>
                <a:cubicBezTo>
                  <a:pt x="9288176" y="2519233"/>
                  <a:pt x="9273918" y="2523048"/>
                  <a:pt x="9249377" y="2511254"/>
                </a:cubicBezTo>
                <a:cubicBezTo>
                  <a:pt x="9240589" y="2508097"/>
                  <a:pt x="9235945" y="2504443"/>
                  <a:pt x="9225832" y="2507761"/>
                </a:cubicBezTo>
                <a:cubicBezTo>
                  <a:pt x="9201958" y="2519047"/>
                  <a:pt x="9201958" y="2519047"/>
                  <a:pt x="9198721" y="2492064"/>
                </a:cubicBezTo>
                <a:cubicBezTo>
                  <a:pt x="9200296" y="2487664"/>
                  <a:pt x="9200047" y="2485589"/>
                  <a:pt x="9197476" y="2481687"/>
                </a:cubicBezTo>
                <a:cubicBezTo>
                  <a:pt x="9195485" y="2465082"/>
                  <a:pt x="9186448" y="2459850"/>
                  <a:pt x="9170614" y="2468065"/>
                </a:cubicBezTo>
                <a:cubicBezTo>
                  <a:pt x="9158677" y="2473708"/>
                  <a:pt x="9147238" y="2483501"/>
                  <a:pt x="9135051" y="2487067"/>
                </a:cubicBezTo>
                <a:cubicBezTo>
                  <a:pt x="9083156" y="2510135"/>
                  <a:pt x="9023464" y="2485714"/>
                  <a:pt x="9005055" y="2437391"/>
                </a:cubicBezTo>
                <a:cubicBezTo>
                  <a:pt x="8998668" y="2419209"/>
                  <a:pt x="9004968" y="2401611"/>
                  <a:pt x="9002727" y="2382930"/>
                </a:cubicBezTo>
                <a:cubicBezTo>
                  <a:pt x="9001563" y="2355699"/>
                  <a:pt x="8989707" y="2344489"/>
                  <a:pt x="8963841" y="2339169"/>
                </a:cubicBezTo>
                <a:cubicBezTo>
                  <a:pt x="8950907" y="2336510"/>
                  <a:pt x="8938223" y="2335926"/>
                  <a:pt x="8925290" y="2333266"/>
                </a:cubicBezTo>
                <a:cubicBezTo>
                  <a:pt x="8899424" y="2327947"/>
                  <a:pt x="8885414" y="2333837"/>
                  <a:pt x="8878038" y="2359987"/>
                </a:cubicBezTo>
                <a:cubicBezTo>
                  <a:pt x="8871490" y="2375511"/>
                  <a:pt x="8865024" y="2374180"/>
                  <a:pt x="8853416" y="2365045"/>
                </a:cubicBezTo>
                <a:cubicBezTo>
                  <a:pt x="8828129" y="2347024"/>
                  <a:pt x="8812046" y="2353163"/>
                  <a:pt x="8803096" y="2383713"/>
                </a:cubicBezTo>
                <a:cubicBezTo>
                  <a:pt x="8802019" y="2392264"/>
                  <a:pt x="8803015" y="2400566"/>
                  <a:pt x="8811803" y="2403723"/>
                </a:cubicBezTo>
                <a:cubicBezTo>
                  <a:pt x="8822664" y="2406631"/>
                  <a:pt x="8823740" y="2398080"/>
                  <a:pt x="8824817" y="2389529"/>
                </a:cubicBezTo>
                <a:cubicBezTo>
                  <a:pt x="8824071" y="2383303"/>
                  <a:pt x="8827469" y="2376579"/>
                  <a:pt x="8836008" y="2377660"/>
                </a:cubicBezTo>
                <a:cubicBezTo>
                  <a:pt x="8844298" y="2376666"/>
                  <a:pt x="8851263" y="2382147"/>
                  <a:pt x="8850186" y="2390698"/>
                </a:cubicBezTo>
                <a:cubicBezTo>
                  <a:pt x="8850852" y="2413778"/>
                  <a:pt x="8855662" y="2436360"/>
                  <a:pt x="8856577" y="2461516"/>
                </a:cubicBezTo>
                <a:cubicBezTo>
                  <a:pt x="8849613" y="2456034"/>
                  <a:pt x="8847291" y="2454208"/>
                  <a:pt x="8844721" y="2450305"/>
                </a:cubicBezTo>
                <a:cubicBezTo>
                  <a:pt x="8830792" y="2439343"/>
                  <a:pt x="8814211" y="2441332"/>
                  <a:pt x="8799206" y="2438921"/>
                </a:cubicBezTo>
                <a:cubicBezTo>
                  <a:pt x="8790666" y="2437839"/>
                  <a:pt x="8790088" y="2450541"/>
                  <a:pt x="8784368" y="2455438"/>
                </a:cubicBezTo>
                <a:cubicBezTo>
                  <a:pt x="8774752" y="2462907"/>
                  <a:pt x="8764887" y="2468301"/>
                  <a:pt x="8749881" y="2465890"/>
                </a:cubicBezTo>
                <a:cubicBezTo>
                  <a:pt x="8737197" y="2465305"/>
                  <a:pt x="8722689" y="2467046"/>
                  <a:pt x="8707683" y="2464635"/>
                </a:cubicBezTo>
                <a:cubicBezTo>
                  <a:pt x="8715644" y="2478419"/>
                  <a:pt x="8735292" y="2484483"/>
                  <a:pt x="8724351" y="2498428"/>
                </a:cubicBezTo>
                <a:cubicBezTo>
                  <a:pt x="8717305" y="2509800"/>
                  <a:pt x="8709182" y="2529722"/>
                  <a:pt x="8688289" y="2513280"/>
                </a:cubicBezTo>
                <a:cubicBezTo>
                  <a:pt x="8688289" y="2513280"/>
                  <a:pt x="8684393" y="2515853"/>
                  <a:pt x="8684642" y="2517928"/>
                </a:cubicBezTo>
                <a:cubicBezTo>
                  <a:pt x="8683814" y="2528555"/>
                  <a:pt x="8680915" y="2539430"/>
                  <a:pt x="8695670" y="2539765"/>
                </a:cubicBezTo>
                <a:cubicBezTo>
                  <a:pt x="8712500" y="2539852"/>
                  <a:pt x="8728003" y="2546415"/>
                  <a:pt x="8741434" y="2553225"/>
                </a:cubicBezTo>
                <a:cubicBezTo>
                  <a:pt x="8759011" y="2559538"/>
                  <a:pt x="8773269" y="2555723"/>
                  <a:pt x="8779817" y="2540200"/>
                </a:cubicBezTo>
                <a:cubicBezTo>
                  <a:pt x="8788438" y="2524428"/>
                  <a:pt x="8795153" y="2527833"/>
                  <a:pt x="8804439" y="2535141"/>
                </a:cubicBezTo>
                <a:cubicBezTo>
                  <a:pt x="8823011" y="2549757"/>
                  <a:pt x="8837686" y="2566946"/>
                  <a:pt x="8858082" y="2579238"/>
                </a:cubicBezTo>
                <a:cubicBezTo>
                  <a:pt x="8869440" y="2586297"/>
                  <a:pt x="8877980" y="2587378"/>
                  <a:pt x="8889668" y="2579660"/>
                </a:cubicBezTo>
                <a:cubicBezTo>
                  <a:pt x="8899284" y="2572191"/>
                  <a:pt x="8906578" y="2562895"/>
                  <a:pt x="8919511" y="2565554"/>
                </a:cubicBezTo>
                <a:cubicBezTo>
                  <a:pt x="8932196" y="2566139"/>
                  <a:pt x="8935763" y="2578343"/>
                  <a:pt x="8942975" y="2585899"/>
                </a:cubicBezTo>
                <a:cubicBezTo>
                  <a:pt x="8958641" y="2558756"/>
                  <a:pt x="8958641" y="2558756"/>
                  <a:pt x="8985752" y="2574453"/>
                </a:cubicBezTo>
                <a:cubicBezTo>
                  <a:pt x="8996861" y="2579437"/>
                  <a:pt x="9008220" y="2586496"/>
                  <a:pt x="9021732" y="2576454"/>
                </a:cubicBezTo>
                <a:cubicBezTo>
                  <a:pt x="9051327" y="2560272"/>
                  <a:pt x="9057793" y="2561601"/>
                  <a:pt x="9077859" y="2588671"/>
                </a:cubicBezTo>
                <a:cubicBezTo>
                  <a:pt x="9087643" y="2600130"/>
                  <a:pt x="9097427" y="2611590"/>
                  <a:pt x="9109283" y="2622799"/>
                </a:cubicBezTo>
                <a:cubicBezTo>
                  <a:pt x="9135815" y="2651199"/>
                  <a:pt x="9146177" y="2649956"/>
                  <a:pt x="9167563" y="2617915"/>
                </a:cubicBezTo>
                <a:cubicBezTo>
                  <a:pt x="9173034" y="2610943"/>
                  <a:pt x="9176183" y="2602144"/>
                  <a:pt x="9183478" y="2592847"/>
                </a:cubicBezTo>
                <a:cubicBezTo>
                  <a:pt x="9189614" y="2608954"/>
                  <a:pt x="9195253" y="2620910"/>
                  <a:pt x="9201390" y="2637017"/>
                </a:cubicBezTo>
                <a:cubicBezTo>
                  <a:pt x="9205037" y="2632369"/>
                  <a:pt x="9204788" y="2630294"/>
                  <a:pt x="9206612" y="2627970"/>
                </a:cubicBezTo>
                <a:cubicBezTo>
                  <a:pt x="9220784" y="2588372"/>
                  <a:pt x="9241509" y="2585887"/>
                  <a:pt x="9268290" y="2616361"/>
                </a:cubicBezTo>
                <a:cubicBezTo>
                  <a:pt x="9273182" y="2622091"/>
                  <a:pt x="9278074" y="2627820"/>
                  <a:pt x="9283215" y="2635626"/>
                </a:cubicBezTo>
                <a:cubicBezTo>
                  <a:pt x="9285785" y="2639528"/>
                  <a:pt x="9288357" y="2643431"/>
                  <a:pt x="9284957" y="2650154"/>
                </a:cubicBezTo>
                <a:cubicBezTo>
                  <a:pt x="9270119" y="2666672"/>
                  <a:pt x="9283799" y="2675559"/>
                  <a:pt x="9295407" y="2684693"/>
                </a:cubicBezTo>
                <a:cubicBezTo>
                  <a:pt x="9329482" y="2705871"/>
                  <a:pt x="9368033" y="2711775"/>
                  <a:pt x="9406583" y="2717678"/>
                </a:cubicBezTo>
                <a:cubicBezTo>
                  <a:pt x="9468430" y="2724999"/>
                  <a:pt x="9531851" y="2727920"/>
                  <a:pt x="9588395" y="2761140"/>
                </a:cubicBezTo>
                <a:cubicBezTo>
                  <a:pt x="9606468" y="2771606"/>
                  <a:pt x="9625619" y="2773519"/>
                  <a:pt x="9646096" y="2768959"/>
                </a:cubicBezTo>
                <a:cubicBezTo>
                  <a:pt x="9662427" y="2764894"/>
                  <a:pt x="9677682" y="2769381"/>
                  <a:pt x="9689289" y="2778516"/>
                </a:cubicBezTo>
                <a:cubicBezTo>
                  <a:pt x="9712006" y="2792634"/>
                  <a:pt x="9736049" y="2800277"/>
                  <a:pt x="9763739" y="2803274"/>
                </a:cubicBezTo>
                <a:cubicBezTo>
                  <a:pt x="9789356" y="2806517"/>
                  <a:pt x="9816299" y="2803285"/>
                  <a:pt x="9841089" y="2817156"/>
                </a:cubicBezTo>
                <a:cubicBezTo>
                  <a:pt x="9863309" y="2827124"/>
                  <a:pt x="9884780" y="2830864"/>
                  <a:pt x="9905089" y="2807375"/>
                </a:cubicBezTo>
                <a:cubicBezTo>
                  <a:pt x="9911394" y="2842410"/>
                  <a:pt x="9934440" y="2841751"/>
                  <a:pt x="9959560" y="2840844"/>
                </a:cubicBezTo>
                <a:cubicBezTo>
                  <a:pt x="9978213" y="2838607"/>
                  <a:pt x="9997115" y="2838446"/>
                  <a:pt x="10013365" y="2851234"/>
                </a:cubicBezTo>
                <a:cubicBezTo>
                  <a:pt x="10036829" y="2871580"/>
                  <a:pt x="10062944" y="2878975"/>
                  <a:pt x="10091132" y="2886121"/>
                </a:cubicBezTo>
                <a:cubicBezTo>
                  <a:pt x="10140792" y="2897008"/>
                  <a:pt x="10192027" y="2903496"/>
                  <a:pt x="10238787" y="2925259"/>
                </a:cubicBezTo>
                <a:cubicBezTo>
                  <a:pt x="10276509" y="2941788"/>
                  <a:pt x="10315558" y="2951842"/>
                  <a:pt x="10357507" y="2951022"/>
                </a:cubicBezTo>
                <a:cubicBezTo>
                  <a:pt x="10369942" y="2949531"/>
                  <a:pt x="10378979" y="2954764"/>
                  <a:pt x="10384618" y="2966720"/>
                </a:cubicBezTo>
                <a:cubicBezTo>
                  <a:pt x="10405928" y="3004167"/>
                  <a:pt x="10408000" y="3003918"/>
                  <a:pt x="10451275" y="2996623"/>
                </a:cubicBezTo>
                <a:cubicBezTo>
                  <a:pt x="10455420" y="2996125"/>
                  <a:pt x="10459566" y="2995629"/>
                  <a:pt x="10465783" y="2994883"/>
                </a:cubicBezTo>
                <a:cubicBezTo>
                  <a:pt x="10461059" y="3008081"/>
                  <a:pt x="10456335" y="3021281"/>
                  <a:pt x="10451362" y="3032404"/>
                </a:cubicBezTo>
                <a:cubicBezTo>
                  <a:pt x="10445561" y="3054154"/>
                  <a:pt x="10429976" y="3064445"/>
                  <a:pt x="10409002" y="3064855"/>
                </a:cubicBezTo>
                <a:cubicBezTo>
                  <a:pt x="10396566" y="3066346"/>
                  <a:pt x="10385706" y="3063438"/>
                  <a:pt x="10373519" y="3067005"/>
                </a:cubicBezTo>
                <a:cubicBezTo>
                  <a:pt x="10353292" y="3073642"/>
                  <a:pt x="10346576" y="3070237"/>
                  <a:pt x="10339942" y="3049978"/>
                </a:cubicBezTo>
                <a:cubicBezTo>
                  <a:pt x="10338946" y="3041676"/>
                  <a:pt x="10337950" y="3033374"/>
                  <a:pt x="10336955" y="3025071"/>
                </a:cubicBezTo>
                <a:cubicBezTo>
                  <a:pt x="10337534" y="3012370"/>
                  <a:pt x="10331067" y="3011040"/>
                  <a:pt x="10320704" y="3012283"/>
                </a:cubicBezTo>
                <a:cubicBezTo>
                  <a:pt x="10297657" y="3012941"/>
                  <a:pt x="10282321" y="3025307"/>
                  <a:pt x="10269556" y="3041576"/>
                </a:cubicBezTo>
                <a:cubicBezTo>
                  <a:pt x="10265660" y="3044149"/>
                  <a:pt x="10264334" y="3050624"/>
                  <a:pt x="10257868" y="3049295"/>
                </a:cubicBezTo>
                <a:cubicBezTo>
                  <a:pt x="10253474" y="3047716"/>
                  <a:pt x="10252727" y="3041489"/>
                  <a:pt x="10250156" y="3037587"/>
                </a:cubicBezTo>
                <a:cubicBezTo>
                  <a:pt x="10249659" y="3033436"/>
                  <a:pt x="10249410" y="3031360"/>
                  <a:pt x="10248912" y="3027209"/>
                </a:cubicBezTo>
                <a:cubicBezTo>
                  <a:pt x="10247169" y="3012680"/>
                  <a:pt x="10240454" y="3009275"/>
                  <a:pt x="10228516" y="3014918"/>
                </a:cubicBezTo>
                <a:cubicBezTo>
                  <a:pt x="10216828" y="3022636"/>
                  <a:pt x="10209863" y="3017155"/>
                  <a:pt x="10202401" y="3007523"/>
                </a:cubicBezTo>
                <a:cubicBezTo>
                  <a:pt x="10195188" y="2999966"/>
                  <a:pt x="10196265" y="2991415"/>
                  <a:pt x="10201735" y="2984443"/>
                </a:cubicBezTo>
                <a:cubicBezTo>
                  <a:pt x="10206957" y="2975395"/>
                  <a:pt x="10217818" y="2978303"/>
                  <a:pt x="10226855" y="2983536"/>
                </a:cubicBezTo>
                <a:cubicBezTo>
                  <a:pt x="10233321" y="2984865"/>
                  <a:pt x="10237964" y="2988520"/>
                  <a:pt x="10243186" y="2979471"/>
                </a:cubicBezTo>
                <a:cubicBezTo>
                  <a:pt x="10248408" y="2970423"/>
                  <a:pt x="10243765" y="2966770"/>
                  <a:pt x="10238873" y="2961040"/>
                </a:cubicBezTo>
                <a:cubicBezTo>
                  <a:pt x="10227266" y="2951905"/>
                  <a:pt x="10190956" y="2964681"/>
                  <a:pt x="10188802" y="2981783"/>
                </a:cubicBezTo>
                <a:cubicBezTo>
                  <a:pt x="10183748" y="3009760"/>
                  <a:pt x="10164597" y="3007845"/>
                  <a:pt x="10145446" y="3005932"/>
                </a:cubicBezTo>
                <a:cubicBezTo>
                  <a:pt x="10105321" y="3004428"/>
                  <a:pt x="10065775" y="2990222"/>
                  <a:pt x="10027224" y="2984318"/>
                </a:cubicBezTo>
                <a:cubicBezTo>
                  <a:pt x="10016365" y="2981411"/>
                  <a:pt x="10015368" y="2973108"/>
                  <a:pt x="10018517" y="2964309"/>
                </a:cubicBezTo>
                <a:cubicBezTo>
                  <a:pt x="10021418" y="2953434"/>
                  <a:pt x="10024318" y="2942559"/>
                  <a:pt x="10024898" y="2929857"/>
                </a:cubicBezTo>
                <a:cubicBezTo>
                  <a:pt x="10023404" y="2917403"/>
                  <a:pt x="10014616" y="2914246"/>
                  <a:pt x="10005827" y="2911090"/>
                </a:cubicBezTo>
                <a:cubicBezTo>
                  <a:pt x="9999112" y="2907685"/>
                  <a:pt x="9998284" y="2918312"/>
                  <a:pt x="9994388" y="2920883"/>
                </a:cubicBezTo>
                <a:cubicBezTo>
                  <a:pt x="9985768" y="2936655"/>
                  <a:pt x="9975075" y="2952675"/>
                  <a:pt x="9966455" y="2968448"/>
                </a:cubicBezTo>
                <a:cubicBezTo>
                  <a:pt x="9963884" y="2964545"/>
                  <a:pt x="9963635" y="2962470"/>
                  <a:pt x="9963386" y="2960394"/>
                </a:cubicBezTo>
                <a:cubicBezTo>
                  <a:pt x="9958328" y="2935736"/>
                  <a:pt x="9958328" y="2935736"/>
                  <a:pt x="9937023" y="2950924"/>
                </a:cubicBezTo>
                <a:cubicBezTo>
                  <a:pt x="9929479" y="2958144"/>
                  <a:pt x="9926908" y="2954242"/>
                  <a:pt x="9924089" y="2948263"/>
                </a:cubicBezTo>
                <a:cubicBezTo>
                  <a:pt x="9915880" y="2932405"/>
                  <a:pt x="9902698" y="2927670"/>
                  <a:pt x="9888688" y="2933561"/>
                </a:cubicBezTo>
                <a:cubicBezTo>
                  <a:pt x="9867134" y="2946673"/>
                  <a:pt x="9844087" y="2947332"/>
                  <a:pt x="9821289" y="2950066"/>
                </a:cubicBezTo>
                <a:cubicBezTo>
                  <a:pt x="9808854" y="2951558"/>
                  <a:pt x="9802885" y="2954378"/>
                  <a:pt x="9812669" y="2965837"/>
                </a:cubicBezTo>
                <a:cubicBezTo>
                  <a:pt x="9820381" y="2977546"/>
                  <a:pt x="9819304" y="2986096"/>
                  <a:pt x="9805792" y="2996138"/>
                </a:cubicBezTo>
                <a:cubicBezTo>
                  <a:pt x="9825191" y="3000128"/>
                  <a:pt x="9844342" y="3002041"/>
                  <a:pt x="9861918" y="3008356"/>
                </a:cubicBezTo>
                <a:cubicBezTo>
                  <a:pt x="9879245" y="3012593"/>
                  <a:pt x="9896822" y="3018907"/>
                  <a:pt x="9910999" y="3031944"/>
                </a:cubicBezTo>
                <a:cubicBezTo>
                  <a:pt x="9884804" y="3041403"/>
                  <a:pt x="9884804" y="3041403"/>
                  <a:pt x="9843184" y="3027445"/>
                </a:cubicBezTo>
                <a:cubicBezTo>
                  <a:pt x="9816820" y="3017975"/>
                  <a:pt x="9804634" y="3021542"/>
                  <a:pt x="9792366" y="3041962"/>
                </a:cubicBezTo>
                <a:cubicBezTo>
                  <a:pt x="9780348" y="3064458"/>
                  <a:pt x="9780348" y="3064458"/>
                  <a:pt x="9765174" y="3043118"/>
                </a:cubicBezTo>
                <a:cubicBezTo>
                  <a:pt x="9764925" y="3041042"/>
                  <a:pt x="9762604" y="3039215"/>
                  <a:pt x="9762355" y="3037140"/>
                </a:cubicBezTo>
                <a:cubicBezTo>
                  <a:pt x="9726867" y="2986655"/>
                  <a:pt x="9697602" y="2988060"/>
                  <a:pt x="9663700" y="3038445"/>
                </a:cubicBezTo>
                <a:cubicBezTo>
                  <a:pt x="9651433" y="3058865"/>
                  <a:pt x="9632201" y="3073804"/>
                  <a:pt x="9609901" y="3080689"/>
                </a:cubicBezTo>
                <a:cubicBezTo>
                  <a:pt x="9585279" y="3085748"/>
                  <a:pt x="9563558" y="3079931"/>
                  <a:pt x="9539764" y="3074363"/>
                </a:cubicBezTo>
                <a:cubicBezTo>
                  <a:pt x="9511327" y="3065142"/>
                  <a:pt x="9480818" y="3056168"/>
                  <a:pt x="9451304" y="3055497"/>
                </a:cubicBezTo>
                <a:cubicBezTo>
                  <a:pt x="9428257" y="3056155"/>
                  <a:pt x="9404713" y="3052664"/>
                  <a:pt x="9384815" y="3044523"/>
                </a:cubicBezTo>
                <a:cubicBezTo>
                  <a:pt x="9369311" y="3037960"/>
                  <a:pt x="9349663" y="3031896"/>
                  <a:pt x="9333829" y="3040111"/>
                </a:cubicBezTo>
                <a:cubicBezTo>
                  <a:pt x="9314099" y="3050898"/>
                  <a:pt x="9302492" y="3041764"/>
                  <a:pt x="9290387" y="3028477"/>
                </a:cubicBezTo>
                <a:cubicBezTo>
                  <a:pt x="9268498" y="3003733"/>
                  <a:pt x="9254401" y="2973842"/>
                  <a:pt x="9250169" y="2938558"/>
                </a:cubicBezTo>
                <a:cubicBezTo>
                  <a:pt x="9249173" y="2930255"/>
                  <a:pt x="9248178" y="2921953"/>
                  <a:pt x="9235244" y="2919293"/>
                </a:cubicBezTo>
                <a:cubicBezTo>
                  <a:pt x="9222062" y="2914558"/>
                  <a:pt x="9219163" y="2925433"/>
                  <a:pt x="9213691" y="2932405"/>
                </a:cubicBezTo>
                <a:cubicBezTo>
                  <a:pt x="9210293" y="2939130"/>
                  <a:pt x="9206894" y="2945853"/>
                  <a:pt x="9203247" y="2950502"/>
                </a:cubicBezTo>
                <a:cubicBezTo>
                  <a:pt x="9188907" y="2971170"/>
                  <a:pt x="9166607" y="2978055"/>
                  <a:pt x="9144058" y="2982865"/>
                </a:cubicBezTo>
                <a:cubicBezTo>
                  <a:pt x="9125405" y="2985103"/>
                  <a:pt x="9123413" y="2968498"/>
                  <a:pt x="9113878" y="2959115"/>
                </a:cubicBezTo>
                <a:cubicBezTo>
                  <a:pt x="9105756" y="2979037"/>
                  <a:pt x="9090171" y="2989328"/>
                  <a:pt x="9071021" y="2987414"/>
                </a:cubicBezTo>
                <a:cubicBezTo>
                  <a:pt x="9047476" y="2983921"/>
                  <a:pt x="9024927" y="2988732"/>
                  <a:pt x="9002378" y="2993542"/>
                </a:cubicBezTo>
                <a:cubicBezTo>
                  <a:pt x="8954958" y="3001335"/>
                  <a:pt x="8908117" y="2996425"/>
                  <a:pt x="8868403" y="2963290"/>
                </a:cubicBezTo>
                <a:cubicBezTo>
                  <a:pt x="8861439" y="2957810"/>
                  <a:pt x="8854474" y="2952329"/>
                  <a:pt x="8846682" y="2957474"/>
                </a:cubicBezTo>
                <a:cubicBezTo>
                  <a:pt x="8831346" y="2969840"/>
                  <a:pt x="8814517" y="2969754"/>
                  <a:pt x="8797687" y="2969667"/>
                </a:cubicBezTo>
                <a:cubicBezTo>
                  <a:pt x="8791470" y="2970413"/>
                  <a:pt x="8787574" y="2972984"/>
                  <a:pt x="8784175" y="2979708"/>
                </a:cubicBezTo>
                <a:cubicBezTo>
                  <a:pt x="8781275" y="2990584"/>
                  <a:pt x="8772736" y="2989502"/>
                  <a:pt x="8763948" y="2986345"/>
                </a:cubicBezTo>
                <a:cubicBezTo>
                  <a:pt x="8753087" y="2983437"/>
                  <a:pt x="8738828" y="2987252"/>
                  <a:pt x="8734764" y="2970896"/>
                </a:cubicBezTo>
                <a:cubicBezTo>
                  <a:pt x="8732772" y="2954292"/>
                  <a:pt x="8721663" y="2949309"/>
                  <a:pt x="8708730" y="2946649"/>
                </a:cubicBezTo>
                <a:cubicBezTo>
                  <a:pt x="8697869" y="2943741"/>
                  <a:pt x="8685435" y="2945232"/>
                  <a:pt x="8680293" y="2937427"/>
                </a:cubicBezTo>
                <a:cubicBezTo>
                  <a:pt x="8669762" y="2919741"/>
                  <a:pt x="8655753" y="2925633"/>
                  <a:pt x="8639172" y="2927621"/>
                </a:cubicBezTo>
                <a:cubicBezTo>
                  <a:pt x="8633203" y="2930442"/>
                  <a:pt x="8626737" y="2929113"/>
                  <a:pt x="8620519" y="2929859"/>
                </a:cubicBezTo>
                <a:cubicBezTo>
                  <a:pt x="8591255" y="2931262"/>
                  <a:pt x="8561492" y="2928516"/>
                  <a:pt x="8532725" y="2934071"/>
                </a:cubicBezTo>
                <a:cubicBezTo>
                  <a:pt x="8520539" y="2937639"/>
                  <a:pt x="8503958" y="2939627"/>
                  <a:pt x="8500809" y="2948426"/>
                </a:cubicBezTo>
                <a:cubicBezTo>
                  <a:pt x="8498158" y="2961377"/>
                  <a:pt x="8515485" y="2965615"/>
                  <a:pt x="8526594" y="2970599"/>
                </a:cubicBezTo>
                <a:cubicBezTo>
                  <a:pt x="8528916" y="2972426"/>
                  <a:pt x="8531237" y="2974253"/>
                  <a:pt x="8533310" y="2974004"/>
                </a:cubicBezTo>
                <a:cubicBezTo>
                  <a:pt x="8567136" y="2993107"/>
                  <a:pt x="8574020" y="3015441"/>
                  <a:pt x="8552883" y="3049557"/>
                </a:cubicBezTo>
                <a:cubicBezTo>
                  <a:pt x="8543099" y="3038098"/>
                  <a:pt x="8534641" y="3020163"/>
                  <a:pt x="8517065" y="3013850"/>
                </a:cubicBezTo>
                <a:cubicBezTo>
                  <a:pt x="8497417" y="3007785"/>
                  <a:pt x="8484402" y="3021978"/>
                  <a:pt x="8468569" y="3030193"/>
                </a:cubicBezTo>
                <a:cubicBezTo>
                  <a:pt x="8462849" y="3035090"/>
                  <a:pt x="8456382" y="3033761"/>
                  <a:pt x="8457210" y="3023134"/>
                </a:cubicBezTo>
                <a:cubicBezTo>
                  <a:pt x="8458785" y="3018734"/>
                  <a:pt x="8458287" y="3014583"/>
                  <a:pt x="8459862" y="3010184"/>
                </a:cubicBezTo>
                <a:cubicBezTo>
                  <a:pt x="8461188" y="3003709"/>
                  <a:pt x="8462513" y="2997233"/>
                  <a:pt x="8457621" y="2991504"/>
                </a:cubicBezTo>
                <a:cubicBezTo>
                  <a:pt x="8455051" y="2987601"/>
                  <a:pt x="8449580" y="2994573"/>
                  <a:pt x="8445435" y="2995071"/>
                </a:cubicBezTo>
                <a:cubicBezTo>
                  <a:pt x="8431674" y="3003038"/>
                  <a:pt x="8426782" y="2997308"/>
                  <a:pt x="8427361" y="2984605"/>
                </a:cubicBezTo>
                <a:cubicBezTo>
                  <a:pt x="8426863" y="2980454"/>
                  <a:pt x="8430510" y="2975806"/>
                  <a:pt x="8423795" y="2972401"/>
                </a:cubicBezTo>
                <a:cubicBezTo>
                  <a:pt x="8394038" y="3022289"/>
                  <a:pt x="8377956" y="3028429"/>
                  <a:pt x="8319009" y="3010234"/>
                </a:cubicBezTo>
                <a:cubicBezTo>
                  <a:pt x="8316937" y="3010482"/>
                  <a:pt x="8316937" y="3010482"/>
                  <a:pt x="8314614" y="3008655"/>
                </a:cubicBezTo>
                <a:cubicBezTo>
                  <a:pt x="8268603" y="2993120"/>
                  <a:pt x="8221513" y="2986135"/>
                  <a:pt x="8174591" y="2998078"/>
                </a:cubicBezTo>
                <a:cubicBezTo>
                  <a:pt x="8158259" y="3002142"/>
                  <a:pt x="8147150" y="2997159"/>
                  <a:pt x="8139439" y="2985451"/>
                </a:cubicBezTo>
                <a:cubicBezTo>
                  <a:pt x="8129406" y="2971917"/>
                  <a:pt x="8113902" y="2965354"/>
                  <a:pt x="8099146" y="2965018"/>
                </a:cubicBezTo>
                <a:cubicBezTo>
                  <a:pt x="8073528" y="2961775"/>
                  <a:pt x="8046087" y="2960855"/>
                  <a:pt x="8019144" y="2964087"/>
                </a:cubicBezTo>
                <a:cubicBezTo>
                  <a:pt x="7996346" y="2966821"/>
                  <a:pt x="7993197" y="2975620"/>
                  <a:pt x="8003976" y="2995382"/>
                </a:cubicBezTo>
                <a:cubicBezTo>
                  <a:pt x="8006795" y="3001360"/>
                  <a:pt x="8013511" y="3004765"/>
                  <a:pt x="8008040" y="3011737"/>
                </a:cubicBezTo>
                <a:cubicBezTo>
                  <a:pt x="7998673" y="3021283"/>
                  <a:pt x="8002239" y="3033487"/>
                  <a:pt x="8003733" y="3045940"/>
                </a:cubicBezTo>
                <a:cubicBezTo>
                  <a:pt x="8004480" y="3052167"/>
                  <a:pt x="8007548" y="3060221"/>
                  <a:pt x="7999507" y="3063291"/>
                </a:cubicBezTo>
                <a:cubicBezTo>
                  <a:pt x="7991465" y="3066360"/>
                  <a:pt x="7986324" y="3058556"/>
                  <a:pt x="7983505" y="3052577"/>
                </a:cubicBezTo>
                <a:cubicBezTo>
                  <a:pt x="7975296" y="3036719"/>
                  <a:pt x="7967336" y="3022935"/>
                  <a:pt x="7959376" y="3009153"/>
                </a:cubicBezTo>
                <a:cubicBezTo>
                  <a:pt x="7938812" y="2977932"/>
                  <a:pt x="7911950" y="2964310"/>
                  <a:pt x="7874893" y="2970861"/>
                </a:cubicBezTo>
                <a:cubicBezTo>
                  <a:pt x="7856241" y="2973098"/>
                  <a:pt x="7837836" y="2977410"/>
                  <a:pt x="7819184" y="2979647"/>
                </a:cubicBezTo>
                <a:cubicBezTo>
                  <a:pt x="7796635" y="2984457"/>
                  <a:pt x="7782954" y="2975570"/>
                  <a:pt x="7774248" y="2955561"/>
                </a:cubicBezTo>
                <a:cubicBezTo>
                  <a:pt x="7771677" y="2951658"/>
                  <a:pt x="7773002" y="2945183"/>
                  <a:pt x="7766537" y="2943853"/>
                </a:cubicBezTo>
                <a:cubicBezTo>
                  <a:pt x="7759989" y="2959377"/>
                  <a:pt x="7751618" y="2977224"/>
                  <a:pt x="7745319" y="2994823"/>
                </a:cubicBezTo>
                <a:cubicBezTo>
                  <a:pt x="7735124" y="3014994"/>
                  <a:pt x="7735124" y="3014994"/>
                  <a:pt x="7722521" y="2997557"/>
                </a:cubicBezTo>
                <a:cubicBezTo>
                  <a:pt x="7712238" y="2981946"/>
                  <a:pt x="7701379" y="2979038"/>
                  <a:pt x="7686292" y="2993480"/>
                </a:cubicBezTo>
                <a:cubicBezTo>
                  <a:pt x="7673029" y="3005598"/>
                  <a:pt x="7656697" y="3009662"/>
                  <a:pt x="7637547" y="3007749"/>
                </a:cubicBezTo>
                <a:cubicBezTo>
                  <a:pt x="7610105" y="3006829"/>
                  <a:pt x="7583741" y="2997358"/>
                  <a:pt x="7557377" y="2987887"/>
                </a:cubicBezTo>
                <a:cubicBezTo>
                  <a:pt x="7531012" y="2978417"/>
                  <a:pt x="7520899" y="2981735"/>
                  <a:pt x="7504487" y="3002653"/>
                </a:cubicBezTo>
                <a:cubicBezTo>
                  <a:pt x="7486499" y="3027970"/>
                  <a:pt x="7463452" y="3028628"/>
                  <a:pt x="7445708" y="3003386"/>
                </a:cubicBezTo>
                <a:cubicBezTo>
                  <a:pt x="7428462" y="2982295"/>
                  <a:pt x="7428462" y="2982295"/>
                  <a:pt x="7412298" y="3005287"/>
                </a:cubicBezTo>
                <a:cubicBezTo>
                  <a:pt x="7410226" y="3005536"/>
                  <a:pt x="7410475" y="3007611"/>
                  <a:pt x="7408403" y="3007860"/>
                </a:cubicBezTo>
                <a:cubicBezTo>
                  <a:pt x="7401357" y="3019232"/>
                  <a:pt x="7392818" y="3018151"/>
                  <a:pt x="7385106" y="3006443"/>
                </a:cubicBezTo>
                <a:cubicBezTo>
                  <a:pt x="7382286" y="3000465"/>
                  <a:pt x="7379467" y="2994488"/>
                  <a:pt x="7376648" y="2988509"/>
                </a:cubicBezTo>
                <a:cubicBezTo>
                  <a:pt x="7365869" y="2968748"/>
                  <a:pt x="7350117" y="2960110"/>
                  <a:pt x="7330138" y="2968822"/>
                </a:cubicBezTo>
                <a:cubicBezTo>
                  <a:pt x="7313144" y="2976124"/>
                  <a:pt x="7295899" y="2981350"/>
                  <a:pt x="7279040" y="2987583"/>
                </a:cubicBezTo>
                <a:lnTo>
                  <a:pt x="7276910" y="2988666"/>
                </a:lnTo>
                <a:lnTo>
                  <a:pt x="7279854" y="3007526"/>
                </a:lnTo>
                <a:cubicBezTo>
                  <a:pt x="7260852" y="3011902"/>
                  <a:pt x="7257808" y="3019417"/>
                  <a:pt x="7265230" y="3030931"/>
                </a:cubicBezTo>
                <a:cubicBezTo>
                  <a:pt x="7267246" y="3034841"/>
                  <a:pt x="7273166" y="3036733"/>
                  <a:pt x="7271065" y="3041285"/>
                </a:cubicBezTo>
                <a:cubicBezTo>
                  <a:pt x="7267591" y="3046052"/>
                  <a:pt x="7261886" y="3045535"/>
                  <a:pt x="7257553" y="3044803"/>
                </a:cubicBezTo>
                <a:cubicBezTo>
                  <a:pt x="7253435" y="3045446"/>
                  <a:pt x="7250476" y="3044500"/>
                  <a:pt x="7247516" y="3043554"/>
                </a:cubicBezTo>
                <a:cubicBezTo>
                  <a:pt x="7238851" y="3042091"/>
                  <a:pt x="7234947" y="3044108"/>
                  <a:pt x="7235077" y="3053945"/>
                </a:cubicBezTo>
                <a:cubicBezTo>
                  <a:pt x="7234564" y="3059658"/>
                  <a:pt x="7231733" y="3068548"/>
                  <a:pt x="7224226" y="3065495"/>
                </a:cubicBezTo>
                <a:cubicBezTo>
                  <a:pt x="7213974" y="3062873"/>
                  <a:pt x="7204365" y="3064373"/>
                  <a:pt x="7194543" y="3064498"/>
                </a:cubicBezTo>
                <a:cubicBezTo>
                  <a:pt x="7186092" y="3064409"/>
                  <a:pt x="7176055" y="3063161"/>
                  <a:pt x="7166876" y="3067410"/>
                </a:cubicBezTo>
                <a:cubicBezTo>
                  <a:pt x="7159069" y="3071445"/>
                  <a:pt x="7149890" y="3075694"/>
                  <a:pt x="7158900" y="3088369"/>
                </a:cubicBezTo>
                <a:cubicBezTo>
                  <a:pt x="7162289" y="3092065"/>
                  <a:pt x="7159973" y="3095242"/>
                  <a:pt x="7154697" y="3097473"/>
                </a:cubicBezTo>
                <a:cubicBezTo>
                  <a:pt x="7134108" y="3100688"/>
                  <a:pt x="7126386" y="3096261"/>
                  <a:pt x="7121795" y="3075857"/>
                </a:cubicBezTo>
                <a:cubicBezTo>
                  <a:pt x="7120720" y="3068984"/>
                  <a:pt x="7118490" y="3063700"/>
                  <a:pt x="7112570" y="3061808"/>
                </a:cubicBezTo>
                <a:cubicBezTo>
                  <a:pt x="7107444" y="3060496"/>
                  <a:pt x="7102371" y="3059528"/>
                  <a:pt x="7097262" y="3059446"/>
                </a:cubicBezTo>
                <a:lnTo>
                  <a:pt x="7088766" y="3061061"/>
                </a:lnTo>
                <a:lnTo>
                  <a:pt x="7087097" y="3065608"/>
                </a:lnTo>
                <a:lnTo>
                  <a:pt x="7079589" y="3067494"/>
                </a:lnTo>
                <a:lnTo>
                  <a:pt x="7080271" y="3071075"/>
                </a:lnTo>
                <a:cubicBezTo>
                  <a:pt x="7080916" y="3075199"/>
                  <a:pt x="7081774" y="3080697"/>
                  <a:pt x="7079458" y="3083876"/>
                </a:cubicBezTo>
                <a:cubicBezTo>
                  <a:pt x="7075983" y="3088642"/>
                  <a:pt x="7071995" y="3099121"/>
                  <a:pt x="7066591" y="3091517"/>
                </a:cubicBezTo>
                <a:cubicBezTo>
                  <a:pt x="7059920" y="3084814"/>
                  <a:pt x="7053152" y="3081998"/>
                  <a:pt x="7046166" y="3081153"/>
                </a:cubicBezTo>
                <a:lnTo>
                  <a:pt x="7027259" y="3082421"/>
                </a:lnTo>
                <a:lnTo>
                  <a:pt x="7023450" y="3095875"/>
                </a:lnTo>
                <a:cubicBezTo>
                  <a:pt x="7023639" y="3104010"/>
                  <a:pt x="7024696" y="3112831"/>
                  <a:pt x="7022583" y="3121506"/>
                </a:cubicBezTo>
                <a:cubicBezTo>
                  <a:pt x="7010478" y="3108221"/>
                  <a:pt x="7004840" y="3096264"/>
                  <a:pt x="7005169" y="3081487"/>
                </a:cubicBezTo>
                <a:lnTo>
                  <a:pt x="7005789" y="3079236"/>
                </a:lnTo>
                <a:lnTo>
                  <a:pt x="6999586" y="3076633"/>
                </a:lnTo>
                <a:cubicBezTo>
                  <a:pt x="6992100" y="3071465"/>
                  <a:pt x="6985213" y="3067876"/>
                  <a:pt x="6978865" y="3065919"/>
                </a:cubicBezTo>
                <a:lnTo>
                  <a:pt x="6966128" y="3065246"/>
                </a:lnTo>
                <a:lnTo>
                  <a:pt x="6963800" y="3069605"/>
                </a:lnTo>
                <a:cubicBezTo>
                  <a:pt x="6955428" y="3087453"/>
                  <a:pt x="6946808" y="3103224"/>
                  <a:pt x="6926580" y="3109861"/>
                </a:cubicBezTo>
                <a:cubicBezTo>
                  <a:pt x="6918540" y="3112931"/>
                  <a:pt x="6919286" y="3119158"/>
                  <a:pt x="6918209" y="3127708"/>
                </a:cubicBezTo>
                <a:cubicBezTo>
                  <a:pt x="6915558" y="3140659"/>
                  <a:pt x="6919621" y="3157014"/>
                  <a:pt x="6908680" y="3170960"/>
                </a:cubicBezTo>
                <a:cubicBezTo>
                  <a:pt x="6905861" y="3164981"/>
                  <a:pt x="6903290" y="3161079"/>
                  <a:pt x="6900471" y="3155101"/>
                </a:cubicBezTo>
                <a:cubicBezTo>
                  <a:pt x="6885546" y="3135836"/>
                  <a:pt x="6872613" y="3133177"/>
                  <a:pt x="6853381" y="3148116"/>
                </a:cubicBezTo>
                <a:cubicBezTo>
                  <a:pt x="6836222" y="3162806"/>
                  <a:pt x="6815745" y="3167368"/>
                  <a:pt x="6794522" y="3165702"/>
                </a:cubicBezTo>
                <a:cubicBezTo>
                  <a:pt x="6779516" y="3163291"/>
                  <a:pt x="6764759" y="3162956"/>
                  <a:pt x="6747681" y="3160793"/>
                </a:cubicBezTo>
                <a:cubicBezTo>
                  <a:pt x="6724260" y="3158338"/>
                  <a:pt x="6700778" y="3155365"/>
                  <a:pt x="6677627" y="3150773"/>
                </a:cubicBezTo>
                <a:lnTo>
                  <a:pt x="6614638" y="3132511"/>
                </a:lnTo>
                <a:lnTo>
                  <a:pt x="6608124" y="3141627"/>
                </a:lnTo>
                <a:cubicBezTo>
                  <a:pt x="6605636" y="3144833"/>
                  <a:pt x="6602816" y="3147032"/>
                  <a:pt x="6598484" y="3146300"/>
                </a:cubicBezTo>
                <a:cubicBezTo>
                  <a:pt x="6589819" y="3144838"/>
                  <a:pt x="6589689" y="3135001"/>
                  <a:pt x="6588616" y="3128128"/>
                </a:cubicBezTo>
                <a:cubicBezTo>
                  <a:pt x="6587543" y="3121256"/>
                  <a:pt x="6582481" y="3124862"/>
                  <a:pt x="6578150" y="3124130"/>
                </a:cubicBezTo>
                <a:cubicBezTo>
                  <a:pt x="6574031" y="3124773"/>
                  <a:pt x="6569913" y="3125416"/>
                  <a:pt x="6572144" y="3130700"/>
                </a:cubicBezTo>
                <a:cubicBezTo>
                  <a:pt x="6577251" y="3145392"/>
                  <a:pt x="6569658" y="3150801"/>
                  <a:pt x="6557520" y="3154105"/>
                </a:cubicBezTo>
                <a:cubicBezTo>
                  <a:pt x="6545381" y="3157409"/>
                  <a:pt x="6544866" y="3163121"/>
                  <a:pt x="6554605" y="3171458"/>
                </a:cubicBezTo>
                <a:cubicBezTo>
                  <a:pt x="6556406" y="3173992"/>
                  <a:pt x="6560739" y="3174725"/>
                  <a:pt x="6565072" y="3175456"/>
                </a:cubicBezTo>
                <a:cubicBezTo>
                  <a:pt x="6603335" y="3186379"/>
                  <a:pt x="6643056" y="3188626"/>
                  <a:pt x="6683506" y="3186534"/>
                </a:cubicBezTo>
                <a:cubicBezTo>
                  <a:pt x="6715720" y="3185729"/>
                  <a:pt x="6745618" y="3188102"/>
                  <a:pt x="6774918" y="3204648"/>
                </a:cubicBezTo>
                <a:cubicBezTo>
                  <a:pt x="6791947" y="3214662"/>
                  <a:pt x="6805505" y="3229443"/>
                  <a:pt x="6817903" y="3245812"/>
                </a:cubicBezTo>
                <a:cubicBezTo>
                  <a:pt x="6824936" y="3227817"/>
                  <a:pt x="6831584" y="3225371"/>
                  <a:pt x="6847457" y="3236973"/>
                </a:cubicBezTo>
                <a:cubicBezTo>
                  <a:pt x="6852218" y="3240454"/>
                  <a:pt x="6856037" y="3246898"/>
                  <a:pt x="6855736" y="3253986"/>
                </a:cubicBezTo>
                <a:cubicBezTo>
                  <a:pt x="6856296" y="3266572"/>
                  <a:pt x="6866548" y="3269196"/>
                  <a:pt x="6876370" y="3269070"/>
                </a:cubicBezTo>
                <a:cubicBezTo>
                  <a:pt x="6886408" y="3270319"/>
                  <a:pt x="6889453" y="3262803"/>
                  <a:pt x="6892498" y="3255287"/>
                </a:cubicBezTo>
                <a:cubicBezTo>
                  <a:pt x="6894170" y="3247986"/>
                  <a:pt x="6892882" y="3239737"/>
                  <a:pt x="6899830" y="3230204"/>
                </a:cubicBezTo>
                <a:cubicBezTo>
                  <a:pt x="6898288" y="3247343"/>
                  <a:pt x="6907167" y="3250181"/>
                  <a:pt x="6918578" y="3251215"/>
                </a:cubicBezTo>
                <a:cubicBezTo>
                  <a:pt x="6928400" y="3251089"/>
                  <a:pt x="6940455" y="3256248"/>
                  <a:pt x="6940370" y="3264710"/>
                </a:cubicBezTo>
                <a:cubicBezTo>
                  <a:pt x="6939985" y="3280259"/>
                  <a:pt x="6940974" y="3295594"/>
                  <a:pt x="6933298" y="3309465"/>
                </a:cubicBezTo>
                <a:cubicBezTo>
                  <a:pt x="6928879" y="3317196"/>
                  <a:pt x="6923604" y="3319428"/>
                  <a:pt x="6913780" y="3319554"/>
                </a:cubicBezTo>
                <a:cubicBezTo>
                  <a:pt x="6906489" y="3317876"/>
                  <a:pt x="6903314" y="3315556"/>
                  <a:pt x="6903399" y="3307093"/>
                </a:cubicBezTo>
                <a:cubicBezTo>
                  <a:pt x="6902541" y="3301595"/>
                  <a:pt x="6897993" y="3299488"/>
                  <a:pt x="6893876" y="3300131"/>
                </a:cubicBezTo>
                <a:cubicBezTo>
                  <a:pt x="6877619" y="3304078"/>
                  <a:pt x="6866723" y="3297331"/>
                  <a:pt x="6855613" y="3289208"/>
                </a:cubicBezTo>
                <a:cubicBezTo>
                  <a:pt x="6844715" y="3282462"/>
                  <a:pt x="6833306" y="3281426"/>
                  <a:pt x="6825200" y="3292549"/>
                </a:cubicBezTo>
                <a:cubicBezTo>
                  <a:pt x="6819410" y="3300493"/>
                  <a:pt x="6816235" y="3298173"/>
                  <a:pt x="6816320" y="3289711"/>
                </a:cubicBezTo>
                <a:cubicBezTo>
                  <a:pt x="6815461" y="3284213"/>
                  <a:pt x="6812502" y="3283267"/>
                  <a:pt x="6806582" y="3281375"/>
                </a:cubicBezTo>
                <a:cubicBezTo>
                  <a:pt x="6781960" y="3276771"/>
                  <a:pt x="6757253" y="3280628"/>
                  <a:pt x="6735206" y="3292520"/>
                </a:cubicBezTo>
                <a:cubicBezTo>
                  <a:pt x="6723711" y="3299947"/>
                  <a:pt x="6711358" y="3301875"/>
                  <a:pt x="6698574" y="3301055"/>
                </a:cubicBezTo>
                <a:cubicBezTo>
                  <a:pt x="6687165" y="3300020"/>
                  <a:pt x="6676483" y="3294647"/>
                  <a:pt x="6667175" y="3289061"/>
                </a:cubicBezTo>
                <a:cubicBezTo>
                  <a:pt x="6662413" y="3285580"/>
                  <a:pt x="6658810" y="3280510"/>
                  <a:pt x="6652590" y="3285705"/>
                </a:cubicBezTo>
                <a:cubicBezTo>
                  <a:pt x="6646371" y="3290901"/>
                  <a:pt x="6647229" y="3296399"/>
                  <a:pt x="6649675" y="3303058"/>
                </a:cubicBezTo>
                <a:cubicBezTo>
                  <a:pt x="6651907" y="3308342"/>
                  <a:pt x="6655295" y="3312037"/>
                  <a:pt x="6654782" y="3317750"/>
                </a:cubicBezTo>
                <a:cubicBezTo>
                  <a:pt x="6657142" y="3332871"/>
                  <a:pt x="6665078" y="3338672"/>
                  <a:pt x="6679233" y="3339278"/>
                </a:cubicBezTo>
                <a:cubicBezTo>
                  <a:pt x="6704800" y="3340919"/>
                  <a:pt x="6727835" y="3344363"/>
                  <a:pt x="6752457" y="3348966"/>
                </a:cubicBezTo>
                <a:cubicBezTo>
                  <a:pt x="6767256" y="3353697"/>
                  <a:pt x="6769701" y="3360355"/>
                  <a:pt x="6761810" y="3372852"/>
                </a:cubicBezTo>
                <a:cubicBezTo>
                  <a:pt x="6760438" y="3373067"/>
                  <a:pt x="6760653" y="3374441"/>
                  <a:pt x="6760866" y="3375816"/>
                </a:cubicBezTo>
                <a:cubicBezTo>
                  <a:pt x="6760268" y="3389990"/>
                  <a:pt x="6751947" y="3399739"/>
                  <a:pt x="6743413" y="3408112"/>
                </a:cubicBezTo>
                <a:cubicBezTo>
                  <a:pt x="6737408" y="3414682"/>
                  <a:pt x="6734233" y="3412362"/>
                  <a:pt x="6732001" y="3407078"/>
                </a:cubicBezTo>
                <a:cubicBezTo>
                  <a:pt x="6727325" y="3395134"/>
                  <a:pt x="6733329" y="3388564"/>
                  <a:pt x="6744096" y="3385475"/>
                </a:cubicBezTo>
                <a:cubicBezTo>
                  <a:pt x="6740278" y="3379031"/>
                  <a:pt x="6735301" y="3374176"/>
                  <a:pt x="6728438" y="3375247"/>
                </a:cubicBezTo>
                <a:cubicBezTo>
                  <a:pt x="6724320" y="3375890"/>
                  <a:pt x="6723806" y="3381603"/>
                  <a:pt x="6723078" y="3385941"/>
                </a:cubicBezTo>
                <a:cubicBezTo>
                  <a:pt x="6720806" y="3407417"/>
                  <a:pt x="6715960" y="3412398"/>
                  <a:pt x="6695156" y="3414238"/>
                </a:cubicBezTo>
                <a:cubicBezTo>
                  <a:pt x="6675511" y="3414489"/>
                  <a:pt x="6654921" y="3417704"/>
                  <a:pt x="6636134" y="3423454"/>
                </a:cubicBezTo>
                <a:cubicBezTo>
                  <a:pt x="6610698" y="3431650"/>
                  <a:pt x="6604349" y="3427008"/>
                  <a:pt x="6604389" y="3400249"/>
                </a:cubicBezTo>
                <a:cubicBezTo>
                  <a:pt x="6604175" y="3398873"/>
                  <a:pt x="6603960" y="3397499"/>
                  <a:pt x="6603744" y="3396125"/>
                </a:cubicBezTo>
                <a:cubicBezTo>
                  <a:pt x="6604474" y="3391786"/>
                  <a:pt x="6607732" y="3385645"/>
                  <a:pt x="6600440" y="3383968"/>
                </a:cubicBezTo>
                <a:cubicBezTo>
                  <a:pt x="6593363" y="3383664"/>
                  <a:pt x="6586071" y="3381987"/>
                  <a:pt x="6583240" y="3390877"/>
                </a:cubicBezTo>
                <a:cubicBezTo>
                  <a:pt x="6581354" y="3396804"/>
                  <a:pt x="6579252" y="3401357"/>
                  <a:pt x="6578738" y="3407069"/>
                </a:cubicBezTo>
                <a:cubicBezTo>
                  <a:pt x="6574536" y="3416175"/>
                  <a:pt x="6569260" y="3418406"/>
                  <a:pt x="6560166" y="3414194"/>
                </a:cubicBezTo>
                <a:cubicBezTo>
                  <a:pt x="6551286" y="3411356"/>
                  <a:pt x="6551585" y="3404269"/>
                  <a:pt x="6556217" y="3397913"/>
                </a:cubicBezTo>
                <a:cubicBezTo>
                  <a:pt x="6557160" y="3394949"/>
                  <a:pt x="6558319" y="3393360"/>
                  <a:pt x="6559262" y="3390397"/>
                </a:cubicBezTo>
                <a:cubicBezTo>
                  <a:pt x="6561579" y="3387219"/>
                  <a:pt x="6560934" y="3383095"/>
                  <a:pt x="6557760" y="3380775"/>
                </a:cubicBezTo>
                <a:cubicBezTo>
                  <a:pt x="6553212" y="3378668"/>
                  <a:pt x="6552484" y="3383007"/>
                  <a:pt x="6549953" y="3384810"/>
                </a:cubicBezTo>
                <a:cubicBezTo>
                  <a:pt x="6545106" y="3389791"/>
                  <a:pt x="6541848" y="3395932"/>
                  <a:pt x="6540175" y="3403234"/>
                </a:cubicBezTo>
                <a:cubicBezTo>
                  <a:pt x="6533358" y="3422604"/>
                  <a:pt x="6525551" y="3426639"/>
                  <a:pt x="6506204" y="3419803"/>
                </a:cubicBezTo>
                <a:cubicBezTo>
                  <a:pt x="6497325" y="3416965"/>
                  <a:pt x="6488231" y="3412752"/>
                  <a:pt x="6479352" y="3409915"/>
                </a:cubicBezTo>
                <a:cubicBezTo>
                  <a:pt x="6473431" y="3408022"/>
                  <a:pt x="6466353" y="3407720"/>
                  <a:pt x="6461936" y="3415450"/>
                </a:cubicBezTo>
                <a:cubicBezTo>
                  <a:pt x="6456361" y="3424769"/>
                  <a:pt x="6453745" y="3435035"/>
                  <a:pt x="6439805" y="3435802"/>
                </a:cubicBezTo>
                <a:cubicBezTo>
                  <a:pt x="6431355" y="3435714"/>
                  <a:pt x="6426293" y="3439321"/>
                  <a:pt x="6418572" y="3434894"/>
                </a:cubicBezTo>
                <a:cubicBezTo>
                  <a:pt x="6379749" y="3411385"/>
                  <a:pt x="6340243" y="3410513"/>
                  <a:pt x="6298980" y="3425405"/>
                </a:cubicBezTo>
                <a:cubicBezTo>
                  <a:pt x="6292332" y="3427851"/>
                  <a:pt x="6286627" y="3427334"/>
                  <a:pt x="6280492" y="3424067"/>
                </a:cubicBezTo>
                <a:cubicBezTo>
                  <a:pt x="6266206" y="3413624"/>
                  <a:pt x="6250894" y="3414607"/>
                  <a:pt x="6234851" y="3419928"/>
                </a:cubicBezTo>
                <a:cubicBezTo>
                  <a:pt x="6212376" y="3429070"/>
                  <a:pt x="6192859" y="3439158"/>
                  <a:pt x="6173987" y="3453369"/>
                </a:cubicBezTo>
                <a:cubicBezTo>
                  <a:pt x="6165238" y="3460368"/>
                  <a:pt x="6156488" y="3467366"/>
                  <a:pt x="6145292" y="3467707"/>
                </a:cubicBezTo>
                <a:cubicBezTo>
                  <a:pt x="6108317" y="3465031"/>
                  <a:pt x="6069882" y="3471032"/>
                  <a:pt x="6034149" y="3458306"/>
                </a:cubicBezTo>
                <a:cubicBezTo>
                  <a:pt x="6026643" y="3455254"/>
                  <a:pt x="6021368" y="3457485"/>
                  <a:pt x="6015362" y="3464055"/>
                </a:cubicBezTo>
                <a:cubicBezTo>
                  <a:pt x="6013047" y="3467233"/>
                  <a:pt x="6010730" y="3470411"/>
                  <a:pt x="6008201" y="3472215"/>
                </a:cubicBezTo>
                <a:cubicBezTo>
                  <a:pt x="6001552" y="3474661"/>
                  <a:pt x="6003354" y="3477196"/>
                  <a:pt x="6005370" y="3481105"/>
                </a:cubicBezTo>
                <a:cubicBezTo>
                  <a:pt x="6009403" y="3488924"/>
                  <a:pt x="6015537" y="3492191"/>
                  <a:pt x="6023774" y="3490905"/>
                </a:cubicBezTo>
                <a:cubicBezTo>
                  <a:pt x="6033382" y="3489405"/>
                  <a:pt x="6038787" y="3497009"/>
                  <a:pt x="6038702" y="3505471"/>
                </a:cubicBezTo>
                <a:cubicBezTo>
                  <a:pt x="6038403" y="3512558"/>
                  <a:pt x="6029738" y="3511095"/>
                  <a:pt x="6024033" y="3510578"/>
                </a:cubicBezTo>
                <a:cubicBezTo>
                  <a:pt x="6008505" y="3510186"/>
                  <a:pt x="6002455" y="3498458"/>
                  <a:pt x="5996620" y="3488103"/>
                </a:cubicBezTo>
                <a:cubicBezTo>
                  <a:pt x="5971394" y="3452615"/>
                  <a:pt x="5936520" y="3445388"/>
                  <a:pt x="5901092" y="3470633"/>
                </a:cubicBezTo>
                <a:cubicBezTo>
                  <a:pt x="5892126" y="3476257"/>
                  <a:pt x="5882948" y="3480506"/>
                  <a:pt x="5873125" y="3480631"/>
                </a:cubicBezTo>
                <a:cubicBezTo>
                  <a:pt x="5866262" y="3481703"/>
                  <a:pt x="5863302" y="3480757"/>
                  <a:pt x="5862229" y="3473885"/>
                </a:cubicBezTo>
                <a:cubicBezTo>
                  <a:pt x="5858925" y="3461728"/>
                  <a:pt x="5854163" y="3458247"/>
                  <a:pt x="5842453" y="3464300"/>
                </a:cubicBezTo>
                <a:cubicBezTo>
                  <a:pt x="5820192" y="3474816"/>
                  <a:pt x="5798231" y="3478245"/>
                  <a:pt x="5774896" y="3481888"/>
                </a:cubicBezTo>
                <a:cubicBezTo>
                  <a:pt x="5737620" y="3486299"/>
                  <a:pt x="5704593" y="3499905"/>
                  <a:pt x="5680060" y="3531898"/>
                </a:cubicBezTo>
                <a:cubicBezTo>
                  <a:pt x="5680060" y="3531898"/>
                  <a:pt x="5678474" y="3530738"/>
                  <a:pt x="5678258" y="3529364"/>
                </a:cubicBezTo>
                <a:cubicBezTo>
                  <a:pt x="5678988" y="3525025"/>
                  <a:pt x="5681089" y="3520473"/>
                  <a:pt x="5681603" y="3514760"/>
                </a:cubicBezTo>
                <a:cubicBezTo>
                  <a:pt x="5682416" y="3501960"/>
                  <a:pt x="5678812" y="3496891"/>
                  <a:pt x="5666029" y="3496070"/>
                </a:cubicBezTo>
                <a:cubicBezTo>
                  <a:pt x="5650502" y="3495678"/>
                  <a:pt x="5646813" y="3499070"/>
                  <a:pt x="5647802" y="3514405"/>
                </a:cubicBezTo>
                <a:cubicBezTo>
                  <a:pt x="5648446" y="3518529"/>
                  <a:pt x="5652478" y="3526348"/>
                  <a:pt x="5644243" y="3527635"/>
                </a:cubicBezTo>
                <a:cubicBezTo>
                  <a:pt x="5632104" y="3530938"/>
                  <a:pt x="5622151" y="3521227"/>
                  <a:pt x="5625924" y="3509372"/>
                </a:cubicBezTo>
                <a:cubicBezTo>
                  <a:pt x="5628969" y="3501856"/>
                  <a:pt x="5626954" y="3497946"/>
                  <a:pt x="5618288" y="3496484"/>
                </a:cubicBezTo>
                <a:cubicBezTo>
                  <a:pt x="5599371" y="3492397"/>
                  <a:pt x="5580240" y="3486935"/>
                  <a:pt x="5562051" y="3478510"/>
                </a:cubicBezTo>
                <a:cubicBezTo>
                  <a:pt x="5547037" y="3472405"/>
                  <a:pt x="5531723" y="3473388"/>
                  <a:pt x="5518127" y="3485368"/>
                </a:cubicBezTo>
                <a:cubicBezTo>
                  <a:pt x="5514653" y="3490135"/>
                  <a:pt x="5509377" y="3492367"/>
                  <a:pt x="5502514" y="3493439"/>
                </a:cubicBezTo>
                <a:cubicBezTo>
                  <a:pt x="5491318" y="3493779"/>
                  <a:pt x="5480123" y="3494118"/>
                  <a:pt x="5468927" y="3494458"/>
                </a:cubicBezTo>
                <a:cubicBezTo>
                  <a:pt x="5460692" y="3495744"/>
                  <a:pt x="5453186" y="3492692"/>
                  <a:pt x="5448937" y="3483499"/>
                </a:cubicBezTo>
                <a:cubicBezTo>
                  <a:pt x="5446063" y="3474091"/>
                  <a:pt x="5440357" y="3473573"/>
                  <a:pt x="5432550" y="3477608"/>
                </a:cubicBezTo>
                <a:cubicBezTo>
                  <a:pt x="5425902" y="3480054"/>
                  <a:pt x="5417882" y="3482716"/>
                  <a:pt x="5411233" y="3485161"/>
                </a:cubicBezTo>
                <a:cubicBezTo>
                  <a:pt x="5395407" y="3491857"/>
                  <a:pt x="5387299" y="3502979"/>
                  <a:pt x="5387129" y="3519904"/>
                </a:cubicBezTo>
                <a:cubicBezTo>
                  <a:pt x="5386616" y="3525616"/>
                  <a:pt x="5387474" y="3531115"/>
                  <a:pt x="5386960" y="3536827"/>
                </a:cubicBezTo>
                <a:cubicBezTo>
                  <a:pt x="5376403" y="3496232"/>
                  <a:pt x="5345133" y="3494074"/>
                  <a:pt x="5312704" y="3493505"/>
                </a:cubicBezTo>
                <a:cubicBezTo>
                  <a:pt x="5302666" y="3492256"/>
                  <a:pt x="5296447" y="3497451"/>
                  <a:pt x="5290443" y="3504021"/>
                </a:cubicBezTo>
                <a:cubicBezTo>
                  <a:pt x="5284438" y="3510591"/>
                  <a:pt x="5282766" y="3517893"/>
                  <a:pt x="5286798" y="3525712"/>
                </a:cubicBezTo>
                <a:cubicBezTo>
                  <a:pt x="5290618" y="3532156"/>
                  <a:pt x="5296836" y="3526961"/>
                  <a:pt x="5302328" y="3526103"/>
                </a:cubicBezTo>
                <a:cubicBezTo>
                  <a:pt x="5306445" y="3525460"/>
                  <a:pt x="5313093" y="3523014"/>
                  <a:pt x="5315539" y="3529673"/>
                </a:cubicBezTo>
                <a:cubicBezTo>
                  <a:pt x="5317769" y="3534957"/>
                  <a:pt x="5316098" y="3542259"/>
                  <a:pt x="5311037" y="3545865"/>
                </a:cubicBezTo>
                <a:cubicBezTo>
                  <a:pt x="5306190" y="3550847"/>
                  <a:pt x="5299328" y="3551918"/>
                  <a:pt x="5293837" y="3552775"/>
                </a:cubicBezTo>
                <a:cubicBezTo>
                  <a:pt x="5286974" y="3553847"/>
                  <a:pt x="5280111" y="3554919"/>
                  <a:pt x="5276851" y="3561060"/>
                </a:cubicBezTo>
                <a:cubicBezTo>
                  <a:pt x="5285217" y="3569611"/>
                  <a:pt x="5296842" y="3572020"/>
                  <a:pt x="5306451" y="3570520"/>
                </a:cubicBezTo>
                <a:cubicBezTo>
                  <a:pt x="5335704" y="3568768"/>
                  <a:pt x="5363285" y="3574318"/>
                  <a:pt x="5390868" y="3579869"/>
                </a:cubicBezTo>
                <a:cubicBezTo>
                  <a:pt x="5409785" y="3583955"/>
                  <a:pt x="5427630" y="3581169"/>
                  <a:pt x="5443756" y="3567386"/>
                </a:cubicBezTo>
                <a:cubicBezTo>
                  <a:pt x="5448603" y="3562405"/>
                  <a:pt x="5454308" y="3562922"/>
                  <a:pt x="5460659" y="3567564"/>
                </a:cubicBezTo>
                <a:cubicBezTo>
                  <a:pt x="5471983" y="3577061"/>
                  <a:pt x="5485409" y="3582005"/>
                  <a:pt x="5498836" y="3586948"/>
                </a:cubicBezTo>
                <a:cubicBezTo>
                  <a:pt x="5506128" y="3588627"/>
                  <a:pt x="5512991" y="3587555"/>
                  <a:pt x="5519211" y="3582359"/>
                </a:cubicBezTo>
                <a:cubicBezTo>
                  <a:pt x="5531649" y="3571968"/>
                  <a:pt x="5546318" y="3566862"/>
                  <a:pt x="5562061" y="3568628"/>
                </a:cubicBezTo>
                <a:cubicBezTo>
                  <a:pt x="5576431" y="3570608"/>
                  <a:pt x="5590800" y="3572589"/>
                  <a:pt x="5603799" y="3574784"/>
                </a:cubicBezTo>
                <a:cubicBezTo>
                  <a:pt x="5614050" y="3577408"/>
                  <a:pt x="5619326" y="3575177"/>
                  <a:pt x="5618983" y="3563964"/>
                </a:cubicBezTo>
                <a:cubicBezTo>
                  <a:pt x="5619282" y="3556877"/>
                  <a:pt x="5621382" y="3552325"/>
                  <a:pt x="5628245" y="3551253"/>
                </a:cubicBezTo>
                <a:cubicBezTo>
                  <a:pt x="5643130" y="3547521"/>
                  <a:pt x="5648321" y="3553752"/>
                  <a:pt x="5646350" y="3568141"/>
                </a:cubicBezTo>
                <a:cubicBezTo>
                  <a:pt x="5643863" y="3588243"/>
                  <a:pt x="5648625" y="3591723"/>
                  <a:pt x="5667841" y="3588722"/>
                </a:cubicBezTo>
                <a:cubicBezTo>
                  <a:pt x="5680195" y="3586793"/>
                  <a:pt x="5692334" y="3583490"/>
                  <a:pt x="5703100" y="3580401"/>
                </a:cubicBezTo>
                <a:cubicBezTo>
                  <a:pt x="5720945" y="3577615"/>
                  <a:pt x="5736987" y="3572294"/>
                  <a:pt x="5754531" y="3576596"/>
                </a:cubicBezTo>
                <a:cubicBezTo>
                  <a:pt x="5764570" y="3577844"/>
                  <a:pt x="5772076" y="3580896"/>
                  <a:pt x="5771477" y="3595072"/>
                </a:cubicBezTo>
                <a:cubicBezTo>
                  <a:pt x="5770234" y="3605122"/>
                  <a:pt x="5777013" y="3612512"/>
                  <a:pt x="5787992" y="3610798"/>
                </a:cubicBezTo>
                <a:cubicBezTo>
                  <a:pt x="5822523" y="3606814"/>
                  <a:pt x="5854652" y="3614471"/>
                  <a:pt x="5886995" y="3623502"/>
                </a:cubicBezTo>
                <a:cubicBezTo>
                  <a:pt x="5911833" y="3629481"/>
                  <a:pt x="5925773" y="3628712"/>
                  <a:pt x="5937224" y="3602987"/>
                </a:cubicBezTo>
                <a:cubicBezTo>
                  <a:pt x="5938596" y="3602772"/>
                  <a:pt x="5939969" y="3602558"/>
                  <a:pt x="5939969" y="3602558"/>
                </a:cubicBezTo>
                <a:cubicBezTo>
                  <a:pt x="5946103" y="3605825"/>
                  <a:pt x="5941172" y="3619268"/>
                  <a:pt x="5949407" y="3617982"/>
                </a:cubicBezTo>
                <a:cubicBezTo>
                  <a:pt x="5956271" y="3616910"/>
                  <a:pt x="5960473" y="3607805"/>
                  <a:pt x="5963518" y="3600289"/>
                </a:cubicBezTo>
                <a:cubicBezTo>
                  <a:pt x="5964676" y="3598700"/>
                  <a:pt x="5965619" y="3595736"/>
                  <a:pt x="5966778" y="3594148"/>
                </a:cubicBezTo>
                <a:cubicBezTo>
                  <a:pt x="5970766" y="3583668"/>
                  <a:pt x="5973381" y="3573404"/>
                  <a:pt x="5974623" y="3563353"/>
                </a:cubicBezTo>
                <a:cubicBezTo>
                  <a:pt x="5976296" y="3556050"/>
                  <a:pt x="5981572" y="3553819"/>
                  <a:pt x="5988864" y="3555497"/>
                </a:cubicBezTo>
                <a:cubicBezTo>
                  <a:pt x="5993411" y="3557602"/>
                  <a:pt x="5999546" y="3560869"/>
                  <a:pt x="5997658" y="3566796"/>
                </a:cubicBezTo>
                <a:cubicBezTo>
                  <a:pt x="5988095" y="3586595"/>
                  <a:pt x="5997534" y="3602019"/>
                  <a:pt x="6005600" y="3617657"/>
                </a:cubicBezTo>
                <a:cubicBezTo>
                  <a:pt x="6009848" y="3626850"/>
                  <a:pt x="6013236" y="3630545"/>
                  <a:pt x="6020185" y="3621012"/>
                </a:cubicBezTo>
                <a:cubicBezTo>
                  <a:pt x="6032193" y="3607872"/>
                  <a:pt x="6048450" y="3603925"/>
                  <a:pt x="6063120" y="3598819"/>
                </a:cubicBezTo>
                <a:cubicBezTo>
                  <a:pt x="6068396" y="3596587"/>
                  <a:pt x="6072513" y="3595944"/>
                  <a:pt x="6074530" y="3599853"/>
                </a:cubicBezTo>
                <a:cubicBezTo>
                  <a:pt x="6085341" y="3615062"/>
                  <a:pt x="6100870" y="3615454"/>
                  <a:pt x="6116397" y="3615846"/>
                </a:cubicBezTo>
                <a:cubicBezTo>
                  <a:pt x="6130767" y="3617827"/>
                  <a:pt x="6144923" y="3618433"/>
                  <a:pt x="6153718" y="3629733"/>
                </a:cubicBezTo>
                <a:cubicBezTo>
                  <a:pt x="6157536" y="3636177"/>
                  <a:pt x="6160282" y="3635748"/>
                  <a:pt x="6166929" y="3633302"/>
                </a:cubicBezTo>
                <a:cubicBezTo>
                  <a:pt x="6190563" y="3622572"/>
                  <a:pt x="6213898" y="3618928"/>
                  <a:pt x="6236848" y="3630834"/>
                </a:cubicBezTo>
                <a:cubicBezTo>
                  <a:pt x="6245942" y="3635047"/>
                  <a:pt x="6251433" y="3634189"/>
                  <a:pt x="6259024" y="3628780"/>
                </a:cubicBezTo>
                <a:cubicBezTo>
                  <a:pt x="6275581" y="3617745"/>
                  <a:pt x="6293424" y="3614959"/>
                  <a:pt x="6313200" y="3624545"/>
                </a:cubicBezTo>
                <a:cubicBezTo>
                  <a:pt x="6317962" y="3628026"/>
                  <a:pt x="6322294" y="3628758"/>
                  <a:pt x="6327355" y="3625151"/>
                </a:cubicBezTo>
                <a:cubicBezTo>
                  <a:pt x="6349402" y="3613260"/>
                  <a:pt x="6391354" y="3620790"/>
                  <a:pt x="6406928" y="3639481"/>
                </a:cubicBezTo>
                <a:cubicBezTo>
                  <a:pt x="6416192" y="3626769"/>
                  <a:pt x="6429703" y="3623252"/>
                  <a:pt x="6442700" y="3625447"/>
                </a:cubicBezTo>
                <a:cubicBezTo>
                  <a:pt x="6461618" y="3629534"/>
                  <a:pt x="6481049" y="3627908"/>
                  <a:pt x="6500479" y="3626282"/>
                </a:cubicBezTo>
                <a:cubicBezTo>
                  <a:pt x="6526989" y="3624959"/>
                  <a:pt x="6543376" y="3630850"/>
                  <a:pt x="6554746" y="3658644"/>
                </a:cubicBezTo>
                <a:cubicBezTo>
                  <a:pt x="6555175" y="3661394"/>
                  <a:pt x="6556762" y="3662554"/>
                  <a:pt x="6557191" y="3665303"/>
                </a:cubicBezTo>
                <a:cubicBezTo>
                  <a:pt x="6561439" y="3674496"/>
                  <a:pt x="6567144" y="3675014"/>
                  <a:pt x="6572934" y="3667069"/>
                </a:cubicBezTo>
                <a:cubicBezTo>
                  <a:pt x="6577566" y="3660714"/>
                  <a:pt x="6582198" y="3654358"/>
                  <a:pt x="6588202" y="3647788"/>
                </a:cubicBezTo>
                <a:cubicBezTo>
                  <a:pt x="6609689" y="3623311"/>
                  <a:pt x="6638215" y="3625898"/>
                  <a:pt x="6657821" y="3652407"/>
                </a:cubicBezTo>
                <a:cubicBezTo>
                  <a:pt x="6665243" y="3663921"/>
                  <a:pt x="6675197" y="3673632"/>
                  <a:pt x="6688838" y="3679951"/>
                </a:cubicBezTo>
                <a:cubicBezTo>
                  <a:pt x="6701106" y="3686484"/>
                  <a:pt x="6713375" y="3693017"/>
                  <a:pt x="6722170" y="3704317"/>
                </a:cubicBezTo>
                <a:cubicBezTo>
                  <a:pt x="6728259" y="3689285"/>
                  <a:pt x="6717448" y="3674076"/>
                  <a:pt x="6723538" y="3659044"/>
                </a:cubicBezTo>
                <a:cubicBezTo>
                  <a:pt x="6738681" y="3674984"/>
                  <a:pt x="6738681" y="3674984"/>
                  <a:pt x="6756395" y="3662363"/>
                </a:cubicBezTo>
                <a:cubicBezTo>
                  <a:pt x="6764201" y="3658327"/>
                  <a:pt x="6769477" y="3656095"/>
                  <a:pt x="6778357" y="3658933"/>
                </a:cubicBezTo>
                <a:cubicBezTo>
                  <a:pt x="6801821" y="3665126"/>
                  <a:pt x="6824856" y="3668570"/>
                  <a:pt x="6847890" y="3672014"/>
                </a:cubicBezTo>
                <a:cubicBezTo>
                  <a:pt x="6918583" y="3683506"/>
                  <a:pt x="6989360" y="3686537"/>
                  <a:pt x="7059324" y="3702367"/>
                </a:cubicBezTo>
                <a:cubicBezTo>
                  <a:pt x="7065029" y="3702884"/>
                  <a:pt x="7073264" y="3701598"/>
                  <a:pt x="7074337" y="3708471"/>
                </a:cubicBezTo>
                <a:cubicBezTo>
                  <a:pt x="7076783" y="3715130"/>
                  <a:pt x="7070349" y="3718950"/>
                  <a:pt x="7066875" y="3723717"/>
                </a:cubicBezTo>
                <a:cubicBezTo>
                  <a:pt x="7063187" y="3727110"/>
                  <a:pt x="7058126" y="3730716"/>
                  <a:pt x="7061729" y="3735786"/>
                </a:cubicBezTo>
                <a:cubicBezTo>
                  <a:pt x="7064176" y="3742444"/>
                  <a:pt x="7070095" y="3744337"/>
                  <a:pt x="7075800" y="3744854"/>
                </a:cubicBezTo>
                <a:cubicBezTo>
                  <a:pt x="7079918" y="3744211"/>
                  <a:pt x="7084036" y="3743568"/>
                  <a:pt x="7088153" y="3742925"/>
                </a:cubicBezTo>
                <a:cubicBezTo>
                  <a:pt x="7107585" y="3741299"/>
                  <a:pt x="7120283" y="3750581"/>
                  <a:pt x="7123287" y="3769826"/>
                </a:cubicBezTo>
                <a:cubicBezTo>
                  <a:pt x="7124361" y="3776698"/>
                  <a:pt x="7125434" y="3783572"/>
                  <a:pt x="7123762" y="3790874"/>
                </a:cubicBezTo>
                <a:cubicBezTo>
                  <a:pt x="7123677" y="3799336"/>
                  <a:pt x="7129811" y="3802602"/>
                  <a:pt x="7137618" y="3798567"/>
                </a:cubicBezTo>
                <a:cubicBezTo>
                  <a:pt x="7152072" y="3792086"/>
                  <a:pt x="7157218" y="3780017"/>
                  <a:pt x="7152842" y="3760987"/>
                </a:cubicBezTo>
                <a:cubicBezTo>
                  <a:pt x="7164166" y="3770483"/>
                  <a:pt x="7172532" y="3779034"/>
                  <a:pt x="7178367" y="3789388"/>
                </a:cubicBezTo>
                <a:cubicBezTo>
                  <a:pt x="7184202" y="3799742"/>
                  <a:pt x="7183947" y="3825128"/>
                  <a:pt x="7175627" y="3834876"/>
                </a:cubicBezTo>
                <a:cubicBezTo>
                  <a:pt x="7164775" y="3846426"/>
                  <a:pt x="7151349" y="3841483"/>
                  <a:pt x="7140882" y="3837484"/>
                </a:cubicBezTo>
                <a:cubicBezTo>
                  <a:pt x="7125868" y="3831380"/>
                  <a:pt x="7109911" y="3828239"/>
                  <a:pt x="7093439" y="3830811"/>
                </a:cubicBezTo>
                <a:cubicBezTo>
                  <a:pt x="7083832" y="3832312"/>
                  <a:pt x="7072850" y="3834026"/>
                  <a:pt x="7061869" y="3835741"/>
                </a:cubicBezTo>
                <a:cubicBezTo>
                  <a:pt x="7016573" y="3842813"/>
                  <a:pt x="6971577" y="3842798"/>
                  <a:pt x="6930737" y="3815380"/>
                </a:cubicBezTo>
                <a:cubicBezTo>
                  <a:pt x="6915080" y="3805152"/>
                  <a:pt x="6907487" y="3810561"/>
                  <a:pt x="6903200" y="3828128"/>
                </a:cubicBezTo>
                <a:cubicBezTo>
                  <a:pt x="6902257" y="3831091"/>
                  <a:pt x="6905646" y="3834787"/>
                  <a:pt x="6901743" y="3836804"/>
                </a:cubicBezTo>
                <a:cubicBezTo>
                  <a:pt x="6897625" y="3837447"/>
                  <a:pt x="6894450" y="3835127"/>
                  <a:pt x="6892648" y="3832592"/>
                </a:cubicBezTo>
                <a:cubicBezTo>
                  <a:pt x="6890847" y="3830057"/>
                  <a:pt x="6889045" y="3827522"/>
                  <a:pt x="6887457" y="3826362"/>
                </a:cubicBezTo>
                <a:cubicBezTo>
                  <a:pt x="6882266" y="3820131"/>
                  <a:pt x="6875917" y="3815490"/>
                  <a:pt x="6870127" y="3823435"/>
                </a:cubicBezTo>
                <a:cubicBezTo>
                  <a:pt x="6862965" y="3831594"/>
                  <a:pt x="6874161" y="3831254"/>
                  <a:pt x="6877549" y="3834949"/>
                </a:cubicBezTo>
                <a:cubicBezTo>
                  <a:pt x="6877764" y="3836324"/>
                  <a:pt x="6879137" y="3836109"/>
                  <a:pt x="6879351" y="3837485"/>
                </a:cubicBezTo>
                <a:cubicBezTo>
                  <a:pt x="6882526" y="3839805"/>
                  <a:pt x="6884542" y="3843714"/>
                  <a:pt x="6882227" y="3846892"/>
                </a:cubicBezTo>
                <a:cubicBezTo>
                  <a:pt x="6880125" y="3851444"/>
                  <a:pt x="6877380" y="3851873"/>
                  <a:pt x="6872833" y="3849767"/>
                </a:cubicBezTo>
                <a:cubicBezTo>
                  <a:pt x="6855073" y="3844091"/>
                  <a:pt x="6840833" y="3851947"/>
                  <a:pt x="6832213" y="3868782"/>
                </a:cubicBezTo>
                <a:cubicBezTo>
                  <a:pt x="6829898" y="3871960"/>
                  <a:pt x="6824836" y="3875566"/>
                  <a:pt x="6825480" y="3879690"/>
                </a:cubicBezTo>
                <a:cubicBezTo>
                  <a:pt x="6827841" y="3894811"/>
                  <a:pt x="6845301" y="3907575"/>
                  <a:pt x="6858597" y="3902682"/>
                </a:cubicBezTo>
                <a:cubicBezTo>
                  <a:pt x="6885191" y="3892897"/>
                  <a:pt x="6911915" y="3892949"/>
                  <a:pt x="6939926" y="3901248"/>
                </a:cubicBezTo>
                <a:cubicBezTo>
                  <a:pt x="6949964" y="3902498"/>
                  <a:pt x="6960002" y="3903746"/>
                  <a:pt x="6967164" y="3895587"/>
                </a:cubicBezTo>
                <a:cubicBezTo>
                  <a:pt x="6973384" y="3890392"/>
                  <a:pt x="6976343" y="3891337"/>
                  <a:pt x="6979003" y="3899371"/>
                </a:cubicBezTo>
                <a:cubicBezTo>
                  <a:pt x="6982093" y="3910154"/>
                  <a:pt x="6990029" y="3915955"/>
                  <a:pt x="7001440" y="3916990"/>
                </a:cubicBezTo>
                <a:cubicBezTo>
                  <a:pt x="7013065" y="3919399"/>
                  <a:pt x="7026062" y="3921595"/>
                  <a:pt x="7039059" y="3923789"/>
                </a:cubicBezTo>
                <a:cubicBezTo>
                  <a:pt x="7050469" y="3924824"/>
                  <a:pt x="7055875" y="3932428"/>
                  <a:pt x="7056220" y="3943640"/>
                </a:cubicBezTo>
                <a:cubicBezTo>
                  <a:pt x="7056433" y="3945015"/>
                  <a:pt x="7056864" y="3947763"/>
                  <a:pt x="7055920" y="3950727"/>
                </a:cubicBezTo>
                <a:cubicBezTo>
                  <a:pt x="7056993" y="3957600"/>
                  <a:pt x="7061969" y="3962455"/>
                  <a:pt x="7068832" y="3961384"/>
                </a:cubicBezTo>
                <a:cubicBezTo>
                  <a:pt x="7074537" y="3961901"/>
                  <a:pt x="7073464" y="3955028"/>
                  <a:pt x="7072606" y="3949530"/>
                </a:cubicBezTo>
                <a:cubicBezTo>
                  <a:pt x="7073119" y="3943817"/>
                  <a:pt x="7072261" y="3938319"/>
                  <a:pt x="7080283" y="3935658"/>
                </a:cubicBezTo>
                <a:cubicBezTo>
                  <a:pt x="7092636" y="3933729"/>
                  <a:pt x="7105763" y="3945760"/>
                  <a:pt x="7104950" y="3958561"/>
                </a:cubicBezTo>
                <a:cubicBezTo>
                  <a:pt x="7105593" y="3962684"/>
                  <a:pt x="7103277" y="3965862"/>
                  <a:pt x="7106667" y="3969558"/>
                </a:cubicBezTo>
                <a:cubicBezTo>
                  <a:pt x="7110784" y="3968915"/>
                  <a:pt x="7110141" y="3964791"/>
                  <a:pt x="7112671" y="3962988"/>
                </a:cubicBezTo>
                <a:cubicBezTo>
                  <a:pt x="7118246" y="3953668"/>
                  <a:pt x="7123737" y="3952811"/>
                  <a:pt x="7130730" y="3961576"/>
                </a:cubicBezTo>
                <a:cubicBezTo>
                  <a:pt x="7139954" y="3975625"/>
                  <a:pt x="7152652" y="3984908"/>
                  <a:pt x="7165135" y="3992816"/>
                </a:cubicBezTo>
                <a:cubicBezTo>
                  <a:pt x="7179420" y="4003258"/>
                  <a:pt x="7192547" y="4015290"/>
                  <a:pt x="7196925" y="4034320"/>
                </a:cubicBezTo>
                <a:cubicBezTo>
                  <a:pt x="7199371" y="4040979"/>
                  <a:pt x="7203404" y="4048797"/>
                  <a:pt x="7210695" y="4050475"/>
                </a:cubicBezTo>
                <a:cubicBezTo>
                  <a:pt x="7240294" y="4059934"/>
                  <a:pt x="7253681" y="4091640"/>
                  <a:pt x="7282336" y="4104062"/>
                </a:cubicBezTo>
                <a:cubicBezTo>
                  <a:pt x="7290058" y="4108489"/>
                  <a:pt x="7289759" y="4115576"/>
                  <a:pt x="7288086" y="4122878"/>
                </a:cubicBezTo>
                <a:cubicBezTo>
                  <a:pt x="7285042" y="4130395"/>
                  <a:pt x="7277535" y="4127342"/>
                  <a:pt x="7272774" y="4123861"/>
                </a:cubicBezTo>
                <a:cubicBezTo>
                  <a:pt x="7263464" y="4118274"/>
                  <a:pt x="7255443" y="4120935"/>
                  <a:pt x="7248066" y="4127719"/>
                </a:cubicBezTo>
                <a:cubicBezTo>
                  <a:pt x="7239531" y="4136092"/>
                  <a:pt x="7228979" y="4140556"/>
                  <a:pt x="7216626" y="4142485"/>
                </a:cubicBezTo>
                <a:cubicBezTo>
                  <a:pt x="7195821" y="4144324"/>
                  <a:pt x="7182481" y="4130919"/>
                  <a:pt x="7184965" y="4110817"/>
                </a:cubicBezTo>
                <a:cubicBezTo>
                  <a:pt x="7185695" y="4106478"/>
                  <a:pt x="7186209" y="4100766"/>
                  <a:pt x="7185565" y="4096642"/>
                </a:cubicBezTo>
                <a:cubicBezTo>
                  <a:pt x="7185350" y="4095267"/>
                  <a:pt x="7186508" y="4093679"/>
                  <a:pt x="7186508" y="4093679"/>
                </a:cubicBezTo>
                <a:cubicBezTo>
                  <a:pt x="7185135" y="4093893"/>
                  <a:pt x="7185135" y="4093893"/>
                  <a:pt x="7183978" y="4095482"/>
                </a:cubicBezTo>
                <a:cubicBezTo>
                  <a:pt x="7178487" y="4096339"/>
                  <a:pt x="7174369" y="4096982"/>
                  <a:pt x="7168664" y="4096465"/>
                </a:cubicBezTo>
                <a:cubicBezTo>
                  <a:pt x="7141511" y="4093664"/>
                  <a:pt x="7133920" y="4099074"/>
                  <a:pt x="7129761" y="4126478"/>
                </a:cubicBezTo>
                <a:cubicBezTo>
                  <a:pt x="7128948" y="4139277"/>
                  <a:pt x="7121142" y="4143312"/>
                  <a:pt x="7108359" y="4142492"/>
                </a:cubicBezTo>
                <a:cubicBezTo>
                  <a:pt x="7098536" y="4142618"/>
                  <a:pt x="7092186" y="4137976"/>
                  <a:pt x="7085194" y="4129211"/>
                </a:cubicBezTo>
                <a:cubicBezTo>
                  <a:pt x="7065803" y="4104076"/>
                  <a:pt x="7039679" y="4089850"/>
                  <a:pt x="7007035" y="4087907"/>
                </a:cubicBezTo>
                <a:cubicBezTo>
                  <a:pt x="6979667" y="4083731"/>
                  <a:pt x="6979667" y="4083731"/>
                  <a:pt x="6989450" y="4110366"/>
                </a:cubicBezTo>
                <a:cubicBezTo>
                  <a:pt x="6994557" y="4125058"/>
                  <a:pt x="6992885" y="4132360"/>
                  <a:pt x="6981389" y="4139787"/>
                </a:cubicBezTo>
                <a:cubicBezTo>
                  <a:pt x="6974052" y="4119811"/>
                  <a:pt x="6969291" y="4116330"/>
                  <a:pt x="6948487" y="4118169"/>
                </a:cubicBezTo>
                <a:cubicBezTo>
                  <a:pt x="6934761" y="4120313"/>
                  <a:pt x="6920306" y="4126794"/>
                  <a:pt x="6908551" y="4114549"/>
                </a:cubicBezTo>
                <a:cubicBezTo>
                  <a:pt x="6908336" y="4113175"/>
                  <a:pt x="6906964" y="4113388"/>
                  <a:pt x="6905592" y="4113603"/>
                </a:cubicBezTo>
                <a:cubicBezTo>
                  <a:pt x="6889979" y="4121672"/>
                  <a:pt x="6883674" y="4135330"/>
                  <a:pt x="6885092" y="4153414"/>
                </a:cubicBezTo>
                <a:cubicBezTo>
                  <a:pt x="6886594" y="4163037"/>
                  <a:pt x="6888097" y="4172659"/>
                  <a:pt x="6877760" y="4178498"/>
                </a:cubicBezTo>
                <a:cubicBezTo>
                  <a:pt x="6876602" y="4180086"/>
                  <a:pt x="6872913" y="4183478"/>
                  <a:pt x="6872269" y="4179355"/>
                </a:cubicBezTo>
                <a:cubicBezTo>
                  <a:pt x="6869180" y="4168572"/>
                  <a:pt x="6859357" y="4168697"/>
                  <a:pt x="6850478" y="4165860"/>
                </a:cubicBezTo>
                <a:cubicBezTo>
                  <a:pt x="6840225" y="4163236"/>
                  <a:pt x="6833661" y="4157220"/>
                  <a:pt x="6833317" y="4146009"/>
                </a:cubicBezTo>
                <a:cubicBezTo>
                  <a:pt x="6832757" y="4133423"/>
                  <a:pt x="6825765" y="4124658"/>
                  <a:pt x="6813926" y="4120874"/>
                </a:cubicBezTo>
                <a:cubicBezTo>
                  <a:pt x="6803244" y="4115502"/>
                  <a:pt x="6794280" y="4121126"/>
                  <a:pt x="6785745" y="4129499"/>
                </a:cubicBezTo>
                <a:cubicBezTo>
                  <a:pt x="6778797" y="4139033"/>
                  <a:pt x="6775192" y="4133962"/>
                  <a:pt x="6773906" y="4125715"/>
                </a:cubicBezTo>
                <a:cubicBezTo>
                  <a:pt x="6771973" y="4113344"/>
                  <a:pt x="6764466" y="4110292"/>
                  <a:pt x="6753915" y="4114755"/>
                </a:cubicBezTo>
                <a:cubicBezTo>
                  <a:pt x="6751170" y="4115184"/>
                  <a:pt x="6748424" y="4115613"/>
                  <a:pt x="6745894" y="4117416"/>
                </a:cubicBezTo>
                <a:cubicBezTo>
                  <a:pt x="6733969" y="4122094"/>
                  <a:pt x="6724147" y="4122220"/>
                  <a:pt x="6716510" y="4109330"/>
                </a:cubicBezTo>
                <a:cubicBezTo>
                  <a:pt x="6707716" y="4098031"/>
                  <a:pt x="6694288" y="4093087"/>
                  <a:pt x="6681720" y="4093641"/>
                </a:cubicBezTo>
                <a:cubicBezTo>
                  <a:pt x="6671683" y="4092392"/>
                  <a:pt x="6660702" y="4094107"/>
                  <a:pt x="6665808" y="4108799"/>
                </a:cubicBezTo>
                <a:cubicBezTo>
                  <a:pt x="6666452" y="4112922"/>
                  <a:pt x="6665938" y="4118635"/>
                  <a:pt x="6665208" y="4122973"/>
                </a:cubicBezTo>
                <a:cubicBezTo>
                  <a:pt x="6666711" y="4132595"/>
                  <a:pt x="6664096" y="4142861"/>
                  <a:pt x="6670875" y="4150251"/>
                </a:cubicBezTo>
                <a:cubicBezTo>
                  <a:pt x="6688548" y="4164389"/>
                  <a:pt x="6690180" y="4183847"/>
                  <a:pt x="6693400" y="4204466"/>
                </a:cubicBezTo>
                <a:cubicBezTo>
                  <a:pt x="6682933" y="4200468"/>
                  <a:pt x="6672467" y="4196470"/>
                  <a:pt x="6661486" y="4198185"/>
                </a:cubicBezTo>
                <a:cubicBezTo>
                  <a:pt x="6647975" y="4201703"/>
                  <a:pt x="6634977" y="4199508"/>
                  <a:pt x="6622708" y="4192975"/>
                </a:cubicBezTo>
                <a:cubicBezTo>
                  <a:pt x="6612027" y="4187602"/>
                  <a:pt x="6600188" y="4183818"/>
                  <a:pt x="6588348" y="4180034"/>
                </a:cubicBezTo>
                <a:cubicBezTo>
                  <a:pt x="6553987" y="4167093"/>
                  <a:pt x="6517311" y="4157330"/>
                  <a:pt x="6484623" y="4137088"/>
                </a:cubicBezTo>
                <a:cubicBezTo>
                  <a:pt x="6476901" y="4132662"/>
                  <a:pt x="6473213" y="4136054"/>
                  <a:pt x="6471540" y="4143355"/>
                </a:cubicBezTo>
                <a:cubicBezTo>
                  <a:pt x="6470597" y="4146319"/>
                  <a:pt x="6470083" y="4152032"/>
                  <a:pt x="6464378" y="4151515"/>
                </a:cubicBezTo>
                <a:cubicBezTo>
                  <a:pt x="6460046" y="4150783"/>
                  <a:pt x="6459187" y="4145284"/>
                  <a:pt x="6458758" y="4142535"/>
                </a:cubicBezTo>
                <a:cubicBezTo>
                  <a:pt x="6456312" y="4135877"/>
                  <a:pt x="6454081" y="4130593"/>
                  <a:pt x="6448375" y="4130075"/>
                </a:cubicBezTo>
                <a:cubicBezTo>
                  <a:pt x="6441298" y="4129772"/>
                  <a:pt x="6434949" y="4125131"/>
                  <a:pt x="6427871" y="4124828"/>
                </a:cubicBezTo>
                <a:cubicBezTo>
                  <a:pt x="6417834" y="4123579"/>
                  <a:pt x="6415603" y="4118294"/>
                  <a:pt x="6418433" y="4109404"/>
                </a:cubicBezTo>
                <a:cubicBezTo>
                  <a:pt x="6426109" y="4095532"/>
                  <a:pt x="6414700" y="4094498"/>
                  <a:pt x="6405605" y="4090285"/>
                </a:cubicBezTo>
                <a:cubicBezTo>
                  <a:pt x="6393551" y="4085126"/>
                  <a:pt x="6395268" y="4096124"/>
                  <a:pt x="6393382" y="4102051"/>
                </a:cubicBezTo>
                <a:cubicBezTo>
                  <a:pt x="6392439" y="4105014"/>
                  <a:pt x="6392867" y="4107763"/>
                  <a:pt x="6388750" y="4108407"/>
                </a:cubicBezTo>
                <a:cubicBezTo>
                  <a:pt x="6384931" y="4101962"/>
                  <a:pt x="6379741" y="4095732"/>
                  <a:pt x="6377080" y="4087699"/>
                </a:cubicBezTo>
                <a:cubicBezTo>
                  <a:pt x="6373476" y="4082628"/>
                  <a:pt x="6368714" y="4079147"/>
                  <a:pt x="6363224" y="4080006"/>
                </a:cubicBezTo>
                <a:cubicBezTo>
                  <a:pt x="6356361" y="4081077"/>
                  <a:pt x="6357434" y="4087950"/>
                  <a:pt x="6356706" y="4092288"/>
                </a:cubicBezTo>
                <a:cubicBezTo>
                  <a:pt x="6350017" y="4121495"/>
                  <a:pt x="6334619" y="4130939"/>
                  <a:pt x="6305449" y="4124229"/>
                </a:cubicBezTo>
                <a:cubicBezTo>
                  <a:pt x="6299529" y="4122337"/>
                  <a:pt x="6293825" y="4121819"/>
                  <a:pt x="6289063" y="4118339"/>
                </a:cubicBezTo>
                <a:cubicBezTo>
                  <a:pt x="6263797" y="4109610"/>
                  <a:pt x="6242563" y="4108702"/>
                  <a:pt x="6226996" y="4135071"/>
                </a:cubicBezTo>
                <a:cubicBezTo>
                  <a:pt x="6226996" y="4135071"/>
                  <a:pt x="6225624" y="4135285"/>
                  <a:pt x="6225839" y="4136659"/>
                </a:cubicBezTo>
                <a:cubicBezTo>
                  <a:pt x="6219404" y="4140481"/>
                  <a:pt x="6214129" y="4142712"/>
                  <a:pt x="6206621" y="4139660"/>
                </a:cubicBezTo>
                <a:cubicBezTo>
                  <a:pt x="6203662" y="4138714"/>
                  <a:pt x="6200487" y="4136393"/>
                  <a:pt x="6201215" y="4132056"/>
                </a:cubicBezTo>
                <a:cubicBezTo>
                  <a:pt x="6201515" y="4124967"/>
                  <a:pt x="6208163" y="4122522"/>
                  <a:pt x="6213439" y="4120290"/>
                </a:cubicBezTo>
                <a:cubicBezTo>
                  <a:pt x="6217558" y="4119647"/>
                  <a:pt x="6222833" y="4117414"/>
                  <a:pt x="6222188" y="4113291"/>
                </a:cubicBezTo>
                <a:cubicBezTo>
                  <a:pt x="6222704" y="4107579"/>
                  <a:pt x="6216055" y="4110025"/>
                  <a:pt x="6212880" y="4107704"/>
                </a:cubicBezTo>
                <a:cubicBezTo>
                  <a:pt x="6205588" y="4106026"/>
                  <a:pt x="6198511" y="4105724"/>
                  <a:pt x="6191218" y="4104046"/>
                </a:cubicBezTo>
                <a:cubicBezTo>
                  <a:pt x="6181181" y="4102797"/>
                  <a:pt x="6172300" y="4099959"/>
                  <a:pt x="6165522" y="4092568"/>
                </a:cubicBezTo>
                <a:cubicBezTo>
                  <a:pt x="6160547" y="4087713"/>
                  <a:pt x="6156428" y="4088356"/>
                  <a:pt x="6149994" y="4092177"/>
                </a:cubicBezTo>
                <a:cubicBezTo>
                  <a:pt x="6131851" y="4102050"/>
                  <a:pt x="6118854" y="4099855"/>
                  <a:pt x="6103925" y="4085289"/>
                </a:cubicBezTo>
                <a:cubicBezTo>
                  <a:pt x="6095775" y="4078113"/>
                  <a:pt x="6090154" y="4069133"/>
                  <a:pt x="6083160" y="4060369"/>
                </a:cubicBezTo>
                <a:cubicBezTo>
                  <a:pt x="6074580" y="4050444"/>
                  <a:pt x="6063899" y="4045070"/>
                  <a:pt x="6050902" y="4042876"/>
                </a:cubicBezTo>
                <a:cubicBezTo>
                  <a:pt x="6036531" y="4040895"/>
                  <a:pt x="6030098" y="4044716"/>
                  <a:pt x="6025596" y="4060908"/>
                </a:cubicBezTo>
                <a:cubicBezTo>
                  <a:pt x="6021309" y="4078474"/>
                  <a:pt x="6011915" y="4081350"/>
                  <a:pt x="5995313" y="4074085"/>
                </a:cubicBezTo>
                <a:cubicBezTo>
                  <a:pt x="5989394" y="4072193"/>
                  <a:pt x="5986219" y="4069873"/>
                  <a:pt x="5979571" y="4072318"/>
                </a:cubicBezTo>
                <a:cubicBezTo>
                  <a:pt x="5963958" y="4080389"/>
                  <a:pt x="5963958" y="4080389"/>
                  <a:pt x="5961169" y="4062519"/>
                </a:cubicBezTo>
                <a:cubicBezTo>
                  <a:pt x="5962112" y="4059555"/>
                  <a:pt x="5961897" y="4058181"/>
                  <a:pt x="5960094" y="4055645"/>
                </a:cubicBezTo>
                <a:cubicBezTo>
                  <a:pt x="5958378" y="4044650"/>
                  <a:pt x="5952243" y="4041382"/>
                  <a:pt x="5941905" y="4047221"/>
                </a:cubicBezTo>
                <a:cubicBezTo>
                  <a:pt x="5934100" y="4051256"/>
                  <a:pt x="5926722" y="4058040"/>
                  <a:pt x="5918702" y="4060701"/>
                </a:cubicBezTo>
                <a:cubicBezTo>
                  <a:pt x="5884731" y="4077270"/>
                  <a:pt x="5844450" y="4062437"/>
                  <a:pt x="5831064" y="4030733"/>
                </a:cubicBezTo>
                <a:cubicBezTo>
                  <a:pt x="5826387" y="4018790"/>
                  <a:pt x="5830160" y="4006936"/>
                  <a:pt x="5828229" y="3994564"/>
                </a:cubicBezTo>
                <a:cubicBezTo>
                  <a:pt x="5826811" y="3976480"/>
                  <a:pt x="5818660" y="3969305"/>
                  <a:pt x="5801330" y="3966377"/>
                </a:cubicBezTo>
                <a:cubicBezTo>
                  <a:pt x="5792666" y="3964914"/>
                  <a:pt x="5784215" y="3964826"/>
                  <a:pt x="5775550" y="3963362"/>
                </a:cubicBezTo>
                <a:cubicBezTo>
                  <a:pt x="5758220" y="3960435"/>
                  <a:pt x="5749041" y="3964684"/>
                  <a:pt x="5744754" y="3982252"/>
                </a:cubicBezTo>
                <a:cubicBezTo>
                  <a:pt x="5740766" y="3992731"/>
                  <a:pt x="5736433" y="3992000"/>
                  <a:pt x="5728497" y="3986198"/>
                </a:cubicBezTo>
                <a:cubicBezTo>
                  <a:pt x="5711251" y="3974809"/>
                  <a:pt x="5700700" y="3979274"/>
                  <a:pt x="5695469" y="3999803"/>
                </a:cubicBezTo>
                <a:cubicBezTo>
                  <a:pt x="5694956" y="4005517"/>
                  <a:pt x="5695814" y="4011015"/>
                  <a:pt x="5701734" y="4012907"/>
                </a:cubicBezTo>
                <a:cubicBezTo>
                  <a:pt x="5709026" y="4014585"/>
                  <a:pt x="5709540" y="4008871"/>
                  <a:pt x="5710054" y="4003160"/>
                </a:cubicBezTo>
                <a:cubicBezTo>
                  <a:pt x="5709410" y="3999036"/>
                  <a:pt x="5711512" y="3994483"/>
                  <a:pt x="5717217" y="3995000"/>
                </a:cubicBezTo>
                <a:cubicBezTo>
                  <a:pt x="5722707" y="3994143"/>
                  <a:pt x="5727469" y="3997624"/>
                  <a:pt x="5726954" y="4003337"/>
                </a:cubicBezTo>
                <a:cubicBezTo>
                  <a:pt x="5727943" y="4018672"/>
                  <a:pt x="5731676" y="4033578"/>
                  <a:pt x="5732880" y="4050288"/>
                </a:cubicBezTo>
                <a:cubicBezTo>
                  <a:pt x="5728117" y="4046807"/>
                  <a:pt x="5726530" y="4045646"/>
                  <a:pt x="5724729" y="4043111"/>
                </a:cubicBezTo>
                <a:cubicBezTo>
                  <a:pt x="5715205" y="4036150"/>
                  <a:pt x="5704225" y="4037864"/>
                  <a:pt x="5694186" y="4036615"/>
                </a:cubicBezTo>
                <a:cubicBezTo>
                  <a:pt x="5688482" y="4036098"/>
                  <a:pt x="5688398" y="4044559"/>
                  <a:pt x="5684707" y="4047952"/>
                </a:cubicBezTo>
                <a:cubicBezTo>
                  <a:pt x="5678488" y="4053148"/>
                  <a:pt x="5672055" y="4056968"/>
                  <a:pt x="5662017" y="4055719"/>
                </a:cubicBezTo>
                <a:cubicBezTo>
                  <a:pt x="5653568" y="4055631"/>
                  <a:pt x="5643959" y="4057131"/>
                  <a:pt x="5633922" y="4055882"/>
                </a:cubicBezTo>
                <a:cubicBezTo>
                  <a:pt x="5639542" y="4064861"/>
                  <a:pt x="5652753" y="4068431"/>
                  <a:pt x="5645806" y="4077965"/>
                </a:cubicBezTo>
                <a:cubicBezTo>
                  <a:pt x="5641389" y="4085695"/>
                  <a:pt x="5636458" y="4099137"/>
                  <a:pt x="5622172" y="4088695"/>
                </a:cubicBezTo>
                <a:cubicBezTo>
                  <a:pt x="5622172" y="4088695"/>
                  <a:pt x="5619641" y="4090498"/>
                  <a:pt x="5619856" y="4091872"/>
                </a:cubicBezTo>
                <a:cubicBezTo>
                  <a:pt x="5619556" y="4098960"/>
                  <a:pt x="5617885" y="4106262"/>
                  <a:pt x="5627707" y="4106136"/>
                </a:cubicBezTo>
                <a:cubicBezTo>
                  <a:pt x="5638903" y="4105797"/>
                  <a:pt x="5649370" y="4109794"/>
                  <a:pt x="5658463" y="4114006"/>
                </a:cubicBezTo>
                <a:cubicBezTo>
                  <a:pt x="5670303" y="4117791"/>
                  <a:pt x="5679697" y="4114916"/>
                  <a:pt x="5683685" y="4104436"/>
                </a:cubicBezTo>
                <a:cubicBezTo>
                  <a:pt x="5689046" y="4093743"/>
                  <a:pt x="5693593" y="4095849"/>
                  <a:pt x="5699942" y="4100490"/>
                </a:cubicBezTo>
                <a:cubicBezTo>
                  <a:pt x="5712640" y="4109772"/>
                  <a:pt x="5722807" y="4120858"/>
                  <a:pt x="5736663" y="4128551"/>
                </a:cubicBezTo>
                <a:cubicBezTo>
                  <a:pt x="5744385" y="4132979"/>
                  <a:pt x="5750090" y="4133496"/>
                  <a:pt x="5757681" y="4128086"/>
                </a:cubicBezTo>
                <a:cubicBezTo>
                  <a:pt x="5763901" y="4122890"/>
                  <a:pt x="5768532" y="4116534"/>
                  <a:pt x="5777198" y="4117998"/>
                </a:cubicBezTo>
                <a:cubicBezTo>
                  <a:pt x="5785647" y="4118087"/>
                  <a:pt x="5788308" y="4126119"/>
                  <a:pt x="5793284" y="4130975"/>
                </a:cubicBezTo>
                <a:cubicBezTo>
                  <a:pt x="5803062" y="4112551"/>
                  <a:pt x="5803062" y="4112551"/>
                  <a:pt x="5821465" y="4122351"/>
                </a:cubicBezTo>
                <a:cubicBezTo>
                  <a:pt x="5828973" y="4125404"/>
                  <a:pt x="5836694" y="4129830"/>
                  <a:pt x="5845445" y="4122831"/>
                </a:cubicBezTo>
                <a:cubicBezTo>
                  <a:pt x="5864745" y="4111369"/>
                  <a:pt x="5869078" y="4112100"/>
                  <a:pt x="5883063" y="4129631"/>
                </a:cubicBezTo>
                <a:cubicBezTo>
                  <a:pt x="5889842" y="4137020"/>
                  <a:pt x="5896620" y="4144411"/>
                  <a:pt x="5904771" y="4151588"/>
                </a:cubicBezTo>
                <a:cubicBezTo>
                  <a:pt x="5923089" y="4169848"/>
                  <a:pt x="5929952" y="4168777"/>
                  <a:pt x="5943418" y="4146961"/>
                </a:cubicBezTo>
                <a:cubicBezTo>
                  <a:pt x="5946893" y="4142194"/>
                  <a:pt x="5948779" y="4136267"/>
                  <a:pt x="5953411" y="4129912"/>
                </a:cubicBezTo>
                <a:cubicBezTo>
                  <a:pt x="5957874" y="4140480"/>
                  <a:pt x="5961906" y="4148299"/>
                  <a:pt x="5966369" y="4158867"/>
                </a:cubicBezTo>
                <a:cubicBezTo>
                  <a:pt x="5968685" y="4155689"/>
                  <a:pt x="5968470" y="4154315"/>
                  <a:pt x="5969628" y="4152726"/>
                </a:cubicBezTo>
                <a:cubicBezTo>
                  <a:pt x="5978118" y="4126054"/>
                  <a:pt x="5991844" y="4123911"/>
                  <a:pt x="6010377" y="4143547"/>
                </a:cubicBezTo>
                <a:cubicBezTo>
                  <a:pt x="6013766" y="4147242"/>
                  <a:pt x="6017156" y="4150937"/>
                  <a:pt x="6020760" y="4156007"/>
                </a:cubicBezTo>
                <a:cubicBezTo>
                  <a:pt x="6022560" y="4158542"/>
                  <a:pt x="6024363" y="4161077"/>
                  <a:pt x="6022261" y="4165630"/>
                </a:cubicBezTo>
                <a:cubicBezTo>
                  <a:pt x="6012783" y="4176966"/>
                  <a:pt x="6022092" y="4182553"/>
                  <a:pt x="6030028" y="4188354"/>
                </a:cubicBezTo>
                <a:cubicBezTo>
                  <a:pt x="6053193" y="4201635"/>
                  <a:pt x="6078973" y="4204650"/>
                  <a:pt x="6104754" y="4207666"/>
                </a:cubicBezTo>
                <a:cubicBezTo>
                  <a:pt x="6146062" y="4211073"/>
                  <a:pt x="6188313" y="4211516"/>
                  <a:pt x="6226706" y="4232276"/>
                </a:cubicBezTo>
                <a:cubicBezTo>
                  <a:pt x="6238975" y="4238808"/>
                  <a:pt x="6251757" y="4239629"/>
                  <a:pt x="6265270" y="4236112"/>
                </a:cubicBezTo>
                <a:cubicBezTo>
                  <a:pt x="6276036" y="4233022"/>
                  <a:pt x="6286287" y="4235646"/>
                  <a:pt x="6294223" y="4241447"/>
                </a:cubicBezTo>
                <a:cubicBezTo>
                  <a:pt x="6309667" y="4250300"/>
                  <a:pt x="6325839" y="4254817"/>
                  <a:pt x="6344327" y="4256154"/>
                </a:cubicBezTo>
                <a:cubicBezTo>
                  <a:pt x="6361442" y="4257707"/>
                  <a:pt x="6379286" y="4254921"/>
                  <a:pt x="6396102" y="4263559"/>
                </a:cubicBezTo>
                <a:cubicBezTo>
                  <a:pt x="6411116" y="4269664"/>
                  <a:pt x="6425486" y="4271645"/>
                  <a:pt x="6438438" y="4255541"/>
                </a:cubicBezTo>
                <a:cubicBezTo>
                  <a:pt x="6443460" y="4278695"/>
                  <a:pt x="6458773" y="4277712"/>
                  <a:pt x="6475459" y="4276515"/>
                </a:cubicBezTo>
                <a:cubicBezTo>
                  <a:pt x="6487813" y="4274586"/>
                  <a:pt x="6500381" y="4274032"/>
                  <a:pt x="6511491" y="4282153"/>
                </a:cubicBezTo>
                <a:cubicBezTo>
                  <a:pt x="6527579" y="4295131"/>
                  <a:pt x="6545123" y="4299432"/>
                  <a:pt x="6564040" y="4303519"/>
                </a:cubicBezTo>
                <a:cubicBezTo>
                  <a:pt x="6597328" y="4309587"/>
                  <a:pt x="6631558" y="4312690"/>
                  <a:pt x="6663173" y="4326060"/>
                </a:cubicBezTo>
                <a:cubicBezTo>
                  <a:pt x="6688654" y="4336163"/>
                  <a:pt x="6714863" y="4341927"/>
                  <a:pt x="6742744" y="4340390"/>
                </a:cubicBezTo>
                <a:cubicBezTo>
                  <a:pt x="6750981" y="4339104"/>
                  <a:pt x="6757115" y="4342371"/>
                  <a:pt x="6761148" y="4350190"/>
                </a:cubicBezTo>
                <a:cubicBezTo>
                  <a:pt x="6776206" y="4374593"/>
                  <a:pt x="6777579" y="4374378"/>
                  <a:pt x="6806189" y="4368503"/>
                </a:cubicBezTo>
                <a:cubicBezTo>
                  <a:pt x="6808935" y="4368075"/>
                  <a:pt x="6811679" y="4367646"/>
                  <a:pt x="6815798" y="4367003"/>
                </a:cubicBezTo>
                <a:cubicBezTo>
                  <a:pt x="6812968" y="4375894"/>
                  <a:pt x="6810137" y="4384784"/>
                  <a:pt x="6807093" y="4392300"/>
                </a:cubicBezTo>
                <a:cubicBezTo>
                  <a:pt x="6803749" y="4406903"/>
                  <a:pt x="6793626" y="4414116"/>
                  <a:pt x="6779685" y="4414884"/>
                </a:cubicBezTo>
                <a:cubicBezTo>
                  <a:pt x="6771450" y="4416171"/>
                  <a:pt x="6764158" y="4414493"/>
                  <a:pt x="6756136" y="4417153"/>
                </a:cubicBezTo>
                <a:cubicBezTo>
                  <a:pt x="6742840" y="4422046"/>
                  <a:pt x="6738292" y="4419939"/>
                  <a:pt x="6733401" y="4406623"/>
                </a:cubicBezTo>
                <a:cubicBezTo>
                  <a:pt x="6732543" y="4401124"/>
                  <a:pt x="6731684" y="4395626"/>
                  <a:pt x="6730826" y="4390127"/>
                </a:cubicBezTo>
                <a:cubicBezTo>
                  <a:pt x="6730910" y="4381665"/>
                  <a:pt x="6726578" y="4380934"/>
                  <a:pt x="6719715" y="4382005"/>
                </a:cubicBezTo>
                <a:cubicBezTo>
                  <a:pt x="6704401" y="4382988"/>
                  <a:pt x="6694493" y="4391576"/>
                  <a:pt x="6686388" y="4402698"/>
                </a:cubicBezTo>
                <a:cubicBezTo>
                  <a:pt x="6683857" y="4404501"/>
                  <a:pt x="6683128" y="4408840"/>
                  <a:pt x="6678796" y="4408107"/>
                </a:cubicBezTo>
                <a:cubicBezTo>
                  <a:pt x="6675835" y="4407162"/>
                  <a:pt x="6675192" y="4403038"/>
                  <a:pt x="6673390" y="4400503"/>
                </a:cubicBezTo>
                <a:cubicBezTo>
                  <a:pt x="6672960" y="4397754"/>
                  <a:pt x="6672746" y="4396379"/>
                  <a:pt x="6672317" y="4393630"/>
                </a:cubicBezTo>
                <a:cubicBezTo>
                  <a:pt x="6670815" y="4384008"/>
                  <a:pt x="6666268" y="4381902"/>
                  <a:pt x="6658461" y="4385937"/>
                </a:cubicBezTo>
                <a:cubicBezTo>
                  <a:pt x="6650869" y="4391346"/>
                  <a:pt x="6646108" y="4387866"/>
                  <a:pt x="6640916" y="4381636"/>
                </a:cubicBezTo>
                <a:cubicBezTo>
                  <a:pt x="6635941" y="4376780"/>
                  <a:pt x="6636455" y="4371067"/>
                  <a:pt x="6639928" y="4366301"/>
                </a:cubicBezTo>
                <a:cubicBezTo>
                  <a:pt x="6643187" y="4360160"/>
                  <a:pt x="6650479" y="4361837"/>
                  <a:pt x="6656614" y="4365103"/>
                </a:cubicBezTo>
                <a:cubicBezTo>
                  <a:pt x="6660947" y="4365835"/>
                  <a:pt x="6664122" y="4368156"/>
                  <a:pt x="6667381" y="4362014"/>
                </a:cubicBezTo>
                <a:cubicBezTo>
                  <a:pt x="6670640" y="4355873"/>
                  <a:pt x="6667465" y="4353552"/>
                  <a:pt x="6664076" y="4349858"/>
                </a:cubicBezTo>
                <a:cubicBezTo>
                  <a:pt x="6656140" y="4344056"/>
                  <a:pt x="6632292" y="4353412"/>
                  <a:pt x="6631263" y="4364837"/>
                </a:cubicBezTo>
                <a:cubicBezTo>
                  <a:pt x="6628563" y="4383564"/>
                  <a:pt x="6615780" y="4382744"/>
                  <a:pt x="6602997" y="4381924"/>
                </a:cubicBezTo>
                <a:cubicBezTo>
                  <a:pt x="6576274" y="4381872"/>
                  <a:pt x="6549636" y="4373358"/>
                  <a:pt x="6523855" y="4370343"/>
                </a:cubicBezTo>
                <a:cubicBezTo>
                  <a:pt x="6516563" y="4368666"/>
                  <a:pt x="6515704" y="4363166"/>
                  <a:pt x="6517590" y="4357239"/>
                </a:cubicBezTo>
                <a:cubicBezTo>
                  <a:pt x="6519263" y="4349938"/>
                  <a:pt x="6520936" y="4342636"/>
                  <a:pt x="6521020" y="4334174"/>
                </a:cubicBezTo>
                <a:cubicBezTo>
                  <a:pt x="6519733" y="4325927"/>
                  <a:pt x="6513813" y="4324035"/>
                  <a:pt x="6507893" y="4322143"/>
                </a:cubicBezTo>
                <a:cubicBezTo>
                  <a:pt x="6503346" y="4320037"/>
                  <a:pt x="6503047" y="4327124"/>
                  <a:pt x="6500515" y="4328928"/>
                </a:cubicBezTo>
                <a:cubicBezTo>
                  <a:pt x="6495155" y="4339622"/>
                  <a:pt x="6488422" y="4350529"/>
                  <a:pt x="6483061" y="4361223"/>
                </a:cubicBezTo>
                <a:cubicBezTo>
                  <a:pt x="6481259" y="4358688"/>
                  <a:pt x="6481044" y="4357314"/>
                  <a:pt x="6480830" y="4355939"/>
                </a:cubicBezTo>
                <a:cubicBezTo>
                  <a:pt x="6476882" y="4339658"/>
                  <a:pt x="6476882" y="4339658"/>
                  <a:pt x="6463071" y="4350264"/>
                </a:cubicBezTo>
                <a:cubicBezTo>
                  <a:pt x="6458224" y="4355244"/>
                  <a:pt x="6456422" y="4352709"/>
                  <a:pt x="6454406" y="4348800"/>
                </a:cubicBezTo>
                <a:cubicBezTo>
                  <a:pt x="6448571" y="4338446"/>
                  <a:pt x="6439691" y="4335608"/>
                  <a:pt x="6430513" y="4339858"/>
                </a:cubicBezTo>
                <a:cubicBezTo>
                  <a:pt x="6416487" y="4349088"/>
                  <a:pt x="6401173" y="4350071"/>
                  <a:pt x="6386074" y="4352429"/>
                </a:cubicBezTo>
                <a:cubicBezTo>
                  <a:pt x="6377839" y="4353715"/>
                  <a:pt x="6373935" y="4355732"/>
                  <a:pt x="6380713" y="4363123"/>
                </a:cubicBezTo>
                <a:cubicBezTo>
                  <a:pt x="6386119" y="4370727"/>
                  <a:pt x="6385605" y="4376439"/>
                  <a:pt x="6376855" y="4383438"/>
                </a:cubicBezTo>
                <a:cubicBezTo>
                  <a:pt x="6389853" y="4385633"/>
                  <a:pt x="6402636" y="4386454"/>
                  <a:pt x="6414476" y="4390237"/>
                </a:cubicBezTo>
                <a:cubicBezTo>
                  <a:pt x="6426099" y="4392646"/>
                  <a:pt x="6437939" y="4396431"/>
                  <a:pt x="6447677" y="4404767"/>
                </a:cubicBezTo>
                <a:cubicBezTo>
                  <a:pt x="6430478" y="4411677"/>
                  <a:pt x="6430478" y="4411677"/>
                  <a:pt x="6402466" y="4403378"/>
                </a:cubicBezTo>
                <a:cubicBezTo>
                  <a:pt x="6384707" y="4397702"/>
                  <a:pt x="6376686" y="4400362"/>
                  <a:pt x="6369009" y="4414234"/>
                </a:cubicBezTo>
                <a:cubicBezTo>
                  <a:pt x="6361547" y="4429480"/>
                  <a:pt x="6361547" y="4429480"/>
                  <a:pt x="6350951" y="4415645"/>
                </a:cubicBezTo>
                <a:cubicBezTo>
                  <a:pt x="6350736" y="4414271"/>
                  <a:pt x="6349149" y="4413110"/>
                  <a:pt x="6348935" y="4411736"/>
                </a:cubicBezTo>
                <a:cubicBezTo>
                  <a:pt x="6324137" y="4378997"/>
                  <a:pt x="6304706" y="4380622"/>
                  <a:pt x="6283348" y="4414935"/>
                </a:cubicBezTo>
                <a:cubicBezTo>
                  <a:pt x="6275671" y="4428807"/>
                  <a:pt x="6263233" y="4439198"/>
                  <a:pt x="6248563" y="4444305"/>
                </a:cubicBezTo>
                <a:cubicBezTo>
                  <a:pt x="6232307" y="4448251"/>
                  <a:pt x="6217722" y="4444896"/>
                  <a:pt x="6201765" y="4441755"/>
                </a:cubicBezTo>
                <a:cubicBezTo>
                  <a:pt x="6182634" y="4436293"/>
                  <a:pt x="6162128" y="4431047"/>
                  <a:pt x="6142483" y="4431297"/>
                </a:cubicBezTo>
                <a:cubicBezTo>
                  <a:pt x="6127171" y="4432280"/>
                  <a:pt x="6111428" y="4430514"/>
                  <a:pt x="6098000" y="4425570"/>
                </a:cubicBezTo>
                <a:cubicBezTo>
                  <a:pt x="6087534" y="4421572"/>
                  <a:pt x="6074321" y="4418003"/>
                  <a:pt x="6063985" y="4423841"/>
                </a:cubicBezTo>
                <a:cubicBezTo>
                  <a:pt x="6051117" y="4431483"/>
                  <a:pt x="6043181" y="4425680"/>
                  <a:pt x="6034814" y="4417131"/>
                </a:cubicBezTo>
                <a:cubicBezTo>
                  <a:pt x="6019671" y="4401189"/>
                  <a:pt x="6009589" y="4381642"/>
                  <a:pt x="6005940" y="4358274"/>
                </a:cubicBezTo>
                <a:cubicBezTo>
                  <a:pt x="6005081" y="4352775"/>
                  <a:pt x="6004223" y="4347277"/>
                  <a:pt x="5995558" y="4345813"/>
                </a:cubicBezTo>
                <a:cubicBezTo>
                  <a:pt x="5986679" y="4342975"/>
                  <a:pt x="5985007" y="4350277"/>
                  <a:pt x="5981532" y="4355043"/>
                </a:cubicBezTo>
                <a:cubicBezTo>
                  <a:pt x="5979432" y="4359596"/>
                  <a:pt x="5977330" y="4364149"/>
                  <a:pt x="5975014" y="4367327"/>
                </a:cubicBezTo>
                <a:cubicBezTo>
                  <a:pt x="5965966" y="4381413"/>
                  <a:pt x="5951295" y="4386519"/>
                  <a:pt x="5936411" y="4390252"/>
                </a:cubicBezTo>
                <a:cubicBezTo>
                  <a:pt x="5924057" y="4392180"/>
                  <a:pt x="5922341" y="4381183"/>
                  <a:pt x="5915777" y="4375167"/>
                </a:cubicBezTo>
                <a:cubicBezTo>
                  <a:pt x="5910846" y="4388611"/>
                  <a:pt x="5900723" y="4395824"/>
                  <a:pt x="5887941" y="4395003"/>
                </a:cubicBezTo>
                <a:cubicBezTo>
                  <a:pt x="5872198" y="4393237"/>
                  <a:pt x="5857313" y="4396969"/>
                  <a:pt x="5842429" y="4400701"/>
                </a:cubicBezTo>
                <a:cubicBezTo>
                  <a:pt x="5811074" y="4407005"/>
                  <a:pt x="5779804" y="4404847"/>
                  <a:pt x="5752606" y="4383747"/>
                </a:cubicBezTo>
                <a:cubicBezTo>
                  <a:pt x="5747845" y="4380267"/>
                  <a:pt x="5743082" y="4376786"/>
                  <a:pt x="5738021" y="4380392"/>
                </a:cubicBezTo>
                <a:cubicBezTo>
                  <a:pt x="5728113" y="4388979"/>
                  <a:pt x="5716918" y="4389320"/>
                  <a:pt x="5705722" y="4389660"/>
                </a:cubicBezTo>
                <a:cubicBezTo>
                  <a:pt x="5701604" y="4390303"/>
                  <a:pt x="5699074" y="4392106"/>
                  <a:pt x="5696972" y="4396658"/>
                </a:cubicBezTo>
                <a:cubicBezTo>
                  <a:pt x="5695300" y="4403961"/>
                  <a:pt x="5689595" y="4403443"/>
                  <a:pt x="5683675" y="4401550"/>
                </a:cubicBezTo>
                <a:cubicBezTo>
                  <a:pt x="5676382" y="4399873"/>
                  <a:pt x="5666989" y="4402749"/>
                  <a:pt x="5663900" y="4391965"/>
                </a:cubicBezTo>
                <a:cubicBezTo>
                  <a:pt x="5662182" y="4380969"/>
                  <a:pt x="5654676" y="4377916"/>
                  <a:pt x="5646011" y="4376453"/>
                </a:cubicBezTo>
                <a:cubicBezTo>
                  <a:pt x="5638719" y="4374775"/>
                  <a:pt x="5630483" y="4376061"/>
                  <a:pt x="5626879" y="4370991"/>
                </a:cubicBezTo>
                <a:cubicBezTo>
                  <a:pt x="5619457" y="4359477"/>
                  <a:pt x="5610278" y="4363726"/>
                  <a:pt x="5599297" y="4365441"/>
                </a:cubicBezTo>
                <a:cubicBezTo>
                  <a:pt x="5595394" y="4367458"/>
                  <a:pt x="5591061" y="4366727"/>
                  <a:pt x="5586944" y="4367370"/>
                </a:cubicBezTo>
                <a:cubicBezTo>
                  <a:pt x="5567513" y="4368996"/>
                  <a:pt x="5547652" y="4367872"/>
                  <a:pt x="5528650" y="4372248"/>
                </a:cubicBezTo>
                <a:cubicBezTo>
                  <a:pt x="5520629" y="4374908"/>
                  <a:pt x="5509647" y="4376623"/>
                  <a:pt x="5507761" y="4382550"/>
                </a:cubicBezTo>
                <a:cubicBezTo>
                  <a:pt x="5506303" y="4391227"/>
                  <a:pt x="5517928" y="4393635"/>
                  <a:pt x="5525435" y="4396688"/>
                </a:cubicBezTo>
                <a:cubicBezTo>
                  <a:pt x="5527022" y="4397848"/>
                  <a:pt x="5528610" y="4399009"/>
                  <a:pt x="5529982" y="4398793"/>
                </a:cubicBezTo>
                <a:cubicBezTo>
                  <a:pt x="5552933" y="4410699"/>
                  <a:pt x="5558039" y="4425392"/>
                  <a:pt x="5544786" y="4448583"/>
                </a:cubicBezTo>
                <a:cubicBezTo>
                  <a:pt x="5538009" y="4441193"/>
                  <a:pt x="5531959" y="4429464"/>
                  <a:pt x="5520120" y="4425681"/>
                </a:cubicBezTo>
                <a:cubicBezTo>
                  <a:pt x="5506908" y="4422110"/>
                  <a:pt x="5498588" y="4431858"/>
                  <a:pt x="5488250" y="4437697"/>
                </a:cubicBezTo>
                <a:cubicBezTo>
                  <a:pt x="5484561" y="4441089"/>
                  <a:pt x="5480229" y="4440357"/>
                  <a:pt x="5480529" y="4433269"/>
                </a:cubicBezTo>
                <a:cubicBezTo>
                  <a:pt x="5481472" y="4430306"/>
                  <a:pt x="5481043" y="4427558"/>
                  <a:pt x="5481986" y="4424594"/>
                </a:cubicBezTo>
                <a:cubicBezTo>
                  <a:pt x="5482716" y="4420255"/>
                  <a:pt x="5483444" y="4415917"/>
                  <a:pt x="5480054" y="4412222"/>
                </a:cubicBezTo>
                <a:cubicBezTo>
                  <a:pt x="5478252" y="4409687"/>
                  <a:pt x="5474779" y="4414454"/>
                  <a:pt x="5472033" y="4414883"/>
                </a:cubicBezTo>
                <a:cubicBezTo>
                  <a:pt x="5463069" y="4420507"/>
                  <a:pt x="5459680" y="4416812"/>
                  <a:pt x="5459765" y="4408350"/>
                </a:cubicBezTo>
                <a:cubicBezTo>
                  <a:pt x="5459336" y="4405600"/>
                  <a:pt x="5461651" y="4402422"/>
                  <a:pt x="5457104" y="4400316"/>
                </a:cubicBezTo>
                <a:cubicBezTo>
                  <a:pt x="5438491" y="4434200"/>
                  <a:pt x="5427940" y="4438665"/>
                  <a:pt x="5388304" y="4427956"/>
                </a:cubicBezTo>
                <a:cubicBezTo>
                  <a:pt x="5386931" y="4428170"/>
                  <a:pt x="5386931" y="4428170"/>
                  <a:pt x="5385344" y="4427010"/>
                </a:cubicBezTo>
                <a:cubicBezTo>
                  <a:pt x="5354373" y="4417765"/>
                  <a:pt x="5322888" y="4414232"/>
                  <a:pt x="5291962" y="4423285"/>
                </a:cubicBezTo>
                <a:cubicBezTo>
                  <a:pt x="5281195" y="4426374"/>
                  <a:pt x="5273688" y="4423322"/>
                  <a:pt x="5268282" y="4415717"/>
                </a:cubicBezTo>
                <a:cubicBezTo>
                  <a:pt x="5261290" y="4406952"/>
                  <a:pt x="5250823" y="4402954"/>
                  <a:pt x="5241000" y="4403080"/>
                </a:cubicBezTo>
                <a:cubicBezTo>
                  <a:pt x="5223885" y="4401528"/>
                  <a:pt x="5205612" y="4401565"/>
                  <a:pt x="5187767" y="4404351"/>
                </a:cubicBezTo>
                <a:cubicBezTo>
                  <a:pt x="5172669" y="4406709"/>
                  <a:pt x="5170782" y="4412636"/>
                  <a:pt x="5178419" y="4425524"/>
                </a:cubicBezTo>
                <a:cubicBezTo>
                  <a:pt x="5180434" y="4429434"/>
                  <a:pt x="5184982" y="4431540"/>
                  <a:pt x="5181509" y="4436307"/>
                </a:cubicBezTo>
                <a:cubicBezTo>
                  <a:pt x="5175504" y="4442877"/>
                  <a:pt x="5178164" y="4450910"/>
                  <a:pt x="5179452" y="4459158"/>
                </a:cubicBezTo>
                <a:cubicBezTo>
                  <a:pt x="5180096" y="4463282"/>
                  <a:pt x="5182327" y="4468566"/>
                  <a:pt x="5177052" y="4470798"/>
                </a:cubicBezTo>
                <a:cubicBezTo>
                  <a:pt x="5171775" y="4473029"/>
                  <a:pt x="5168171" y="4467960"/>
                  <a:pt x="5166155" y="4464050"/>
                </a:cubicBezTo>
                <a:cubicBezTo>
                  <a:pt x="5160320" y="4453696"/>
                  <a:pt x="5154700" y="4444717"/>
                  <a:pt x="5149081" y="4435738"/>
                </a:cubicBezTo>
                <a:cubicBezTo>
                  <a:pt x="5134666" y="4415458"/>
                  <a:pt x="5116476" y="4407033"/>
                  <a:pt x="5091984" y="4412265"/>
                </a:cubicBezTo>
                <a:cubicBezTo>
                  <a:pt x="5079630" y="4414195"/>
                  <a:pt x="5067492" y="4417498"/>
                  <a:pt x="5055138" y="4419427"/>
                </a:cubicBezTo>
                <a:cubicBezTo>
                  <a:pt x="5040254" y="4423159"/>
                  <a:pt x="5030945" y="4417571"/>
                  <a:pt x="5024681" y="4404469"/>
                </a:cubicBezTo>
                <a:cubicBezTo>
                  <a:pt x="5022879" y="4401933"/>
                  <a:pt x="5023608" y="4397596"/>
                  <a:pt x="5019275" y="4396865"/>
                </a:cubicBezTo>
                <a:cubicBezTo>
                  <a:pt x="5015287" y="4407343"/>
                  <a:pt x="5010142" y="4419413"/>
                  <a:pt x="5006367" y="4431266"/>
                </a:cubicBezTo>
                <a:cubicBezTo>
                  <a:pt x="5000063" y="4444924"/>
                  <a:pt x="5000063" y="4444924"/>
                  <a:pt x="4991268" y="4433624"/>
                </a:cubicBezTo>
                <a:cubicBezTo>
                  <a:pt x="4984062" y="4423485"/>
                  <a:pt x="4976769" y="4421807"/>
                  <a:pt x="4967075" y="4431768"/>
                </a:cubicBezTo>
                <a:cubicBezTo>
                  <a:pt x="4958541" y="4440142"/>
                  <a:pt x="4947774" y="4443231"/>
                  <a:pt x="4934991" y="4442410"/>
                </a:cubicBezTo>
                <a:cubicBezTo>
                  <a:pt x="4916720" y="4442448"/>
                  <a:pt x="4898960" y="4436771"/>
                  <a:pt x="4881200" y="4431096"/>
                </a:cubicBezTo>
                <a:cubicBezTo>
                  <a:pt x="4863442" y="4425420"/>
                  <a:pt x="4856792" y="4427866"/>
                  <a:pt x="4846372" y="4442167"/>
                </a:cubicBezTo>
                <a:cubicBezTo>
                  <a:pt x="4835005" y="4459431"/>
                  <a:pt x="4819692" y="4460413"/>
                  <a:pt x="4807293" y="4444044"/>
                </a:cubicBezTo>
                <a:cubicBezTo>
                  <a:pt x="4795324" y="4430423"/>
                  <a:pt x="4795324" y="4430423"/>
                  <a:pt x="4785117" y="4446098"/>
                </a:cubicBezTo>
                <a:cubicBezTo>
                  <a:pt x="4783745" y="4446313"/>
                  <a:pt x="4783959" y="4447687"/>
                  <a:pt x="4782587" y="4447901"/>
                </a:cubicBezTo>
                <a:cubicBezTo>
                  <a:pt x="4778168" y="4455631"/>
                  <a:pt x="4772463" y="4455114"/>
                  <a:pt x="4767060" y="4447510"/>
                </a:cubicBezTo>
                <a:cubicBezTo>
                  <a:pt x="4765042" y="4443600"/>
                  <a:pt x="4763025" y="4439691"/>
                  <a:pt x="4761009" y="4435781"/>
                </a:cubicBezTo>
                <a:cubicBezTo>
                  <a:pt x="4753372" y="4422892"/>
                  <a:pt x="4742692" y="4417519"/>
                  <a:pt x="4729608" y="4423787"/>
                </a:cubicBezTo>
                <a:cubicBezTo>
                  <a:pt x="4707348" y="4434304"/>
                  <a:pt x="4684228" y="4439321"/>
                  <a:pt x="4664198" y="4455122"/>
                </a:cubicBezTo>
                <a:cubicBezTo>
                  <a:pt x="4657977" y="4460317"/>
                  <a:pt x="4649957" y="4462978"/>
                  <a:pt x="4646867" y="4452195"/>
                </a:cubicBezTo>
                <a:cubicBezTo>
                  <a:pt x="4642834" y="4444377"/>
                  <a:pt x="4637343" y="4445233"/>
                  <a:pt x="4632283" y="4448840"/>
                </a:cubicBezTo>
                <a:cubicBezTo>
                  <a:pt x="4621945" y="4454679"/>
                  <a:pt x="4609592" y="4456607"/>
                  <a:pt x="4598611" y="4458322"/>
                </a:cubicBezTo>
                <a:cubicBezTo>
                  <a:pt x="4580768" y="4461108"/>
                  <a:pt x="4574763" y="4467678"/>
                  <a:pt x="4573220" y="4484816"/>
                </a:cubicBezTo>
                <a:cubicBezTo>
                  <a:pt x="4573350" y="4494653"/>
                  <a:pt x="4569232" y="4495295"/>
                  <a:pt x="4560996" y="4496582"/>
                </a:cubicBezTo>
                <a:cubicBezTo>
                  <a:pt x="4551388" y="4498082"/>
                  <a:pt x="4540492" y="4491334"/>
                  <a:pt x="4532173" y="4501082"/>
                </a:cubicBezTo>
                <a:cubicBezTo>
                  <a:pt x="4525009" y="4509241"/>
                  <a:pt x="4531059" y="4520969"/>
                  <a:pt x="4528658" y="4532609"/>
                </a:cubicBezTo>
                <a:cubicBezTo>
                  <a:pt x="4520293" y="4524059"/>
                  <a:pt x="4516260" y="4516240"/>
                  <a:pt x="4516130" y="4506403"/>
                </a:cubicBezTo>
                <a:cubicBezTo>
                  <a:pt x="4515870" y="4486729"/>
                  <a:pt x="4534657" y="4480980"/>
                  <a:pt x="4545509" y="4469429"/>
                </a:cubicBezTo>
                <a:cubicBezTo>
                  <a:pt x="4520757" y="4454989"/>
                  <a:pt x="4507245" y="4458506"/>
                  <a:pt x="4495795" y="4484231"/>
                </a:cubicBezTo>
                <a:cubicBezTo>
                  <a:pt x="4493694" y="4488784"/>
                  <a:pt x="4490219" y="4493551"/>
                  <a:pt x="4488333" y="4499478"/>
                </a:cubicBezTo>
                <a:cubicBezTo>
                  <a:pt x="4483187" y="4511546"/>
                  <a:pt x="4477828" y="4522240"/>
                  <a:pt x="4464530" y="4527132"/>
                </a:cubicBezTo>
                <a:cubicBezTo>
                  <a:pt x="4459253" y="4529365"/>
                  <a:pt x="4459897" y="4533489"/>
                  <a:pt x="4459384" y="4539202"/>
                </a:cubicBezTo>
                <a:cubicBezTo>
                  <a:pt x="4457925" y="4547877"/>
                  <a:pt x="4461016" y="4558660"/>
                  <a:pt x="4454067" y="4568194"/>
                </a:cubicBezTo>
                <a:cubicBezTo>
                  <a:pt x="4452052" y="4564284"/>
                  <a:pt x="4450250" y="4561750"/>
                  <a:pt x="4448232" y="4557840"/>
                </a:cubicBezTo>
                <a:cubicBezTo>
                  <a:pt x="4437851" y="4545379"/>
                  <a:pt x="4429186" y="4543917"/>
                  <a:pt x="4416748" y="4554307"/>
                </a:cubicBezTo>
                <a:cubicBezTo>
                  <a:pt x="4405682" y="4564484"/>
                  <a:pt x="4392171" y="4568001"/>
                  <a:pt x="4378015" y="4567395"/>
                </a:cubicBezTo>
                <a:cubicBezTo>
                  <a:pt x="4367977" y="4566146"/>
                  <a:pt x="4358154" y="4566272"/>
                  <a:pt x="4346745" y="4565237"/>
                </a:cubicBezTo>
                <a:cubicBezTo>
                  <a:pt x="4315474" y="4563079"/>
                  <a:pt x="4283987" y="4559546"/>
                  <a:pt x="4254176" y="4548712"/>
                </a:cubicBezTo>
                <a:cubicBezTo>
                  <a:pt x="4242336" y="4544928"/>
                  <a:pt x="4239890" y="4538270"/>
                  <a:pt x="4243879" y="4527790"/>
                </a:cubicBezTo>
                <a:cubicBezTo>
                  <a:pt x="4248080" y="4518686"/>
                  <a:pt x="4254085" y="4512116"/>
                  <a:pt x="4261462" y="4505330"/>
                </a:cubicBezTo>
                <a:cubicBezTo>
                  <a:pt x="4268625" y="4497173"/>
                  <a:pt x="4278963" y="4491334"/>
                  <a:pt x="4285695" y="4480426"/>
                </a:cubicBezTo>
                <a:cubicBezTo>
                  <a:pt x="4239241" y="4489087"/>
                  <a:pt x="4195318" y="4495945"/>
                  <a:pt x="4166582" y="4537043"/>
                </a:cubicBezTo>
                <a:cubicBezTo>
                  <a:pt x="4162893" y="4540435"/>
                  <a:pt x="4157833" y="4544042"/>
                  <a:pt x="4151913" y="4542149"/>
                </a:cubicBezTo>
                <a:cubicBezTo>
                  <a:pt x="4145778" y="4538882"/>
                  <a:pt x="4141017" y="4535402"/>
                  <a:pt x="4139728" y="4527154"/>
                </a:cubicBezTo>
                <a:cubicBezTo>
                  <a:pt x="4139084" y="4523030"/>
                  <a:pt x="4141186" y="4518479"/>
                  <a:pt x="4143287" y="4513926"/>
                </a:cubicBezTo>
                <a:cubicBezTo>
                  <a:pt x="4148434" y="4501858"/>
                  <a:pt x="4158127" y="4491895"/>
                  <a:pt x="4161685" y="4478667"/>
                </a:cubicBezTo>
                <a:cubicBezTo>
                  <a:pt x="4165244" y="4465438"/>
                  <a:pt x="4158122" y="4446836"/>
                  <a:pt x="4147869" y="4444213"/>
                </a:cubicBezTo>
                <a:cubicBezTo>
                  <a:pt x="4136030" y="4440429"/>
                  <a:pt x="4129082" y="4449963"/>
                  <a:pt x="4121920" y="4458121"/>
                </a:cubicBezTo>
                <a:cubicBezTo>
                  <a:pt x="4117073" y="4463103"/>
                  <a:pt x="4117933" y="4468601"/>
                  <a:pt x="4117418" y="4474314"/>
                </a:cubicBezTo>
                <a:cubicBezTo>
                  <a:pt x="4118021" y="4505197"/>
                  <a:pt x="4108543" y="4516534"/>
                  <a:pt x="4077916" y="4518500"/>
                </a:cubicBezTo>
                <a:cubicBezTo>
                  <a:pt x="4063975" y="4519268"/>
                  <a:pt x="4051837" y="4522572"/>
                  <a:pt x="4040127" y="4528624"/>
                </a:cubicBezTo>
                <a:cubicBezTo>
                  <a:pt x="4007743" y="4546354"/>
                  <a:pt x="3974372" y="4548748"/>
                  <a:pt x="3942412" y="4524169"/>
                </a:cubicBezTo>
                <a:cubicBezTo>
                  <a:pt x="3926540" y="4512565"/>
                  <a:pt x="3926540" y="4512565"/>
                  <a:pt x="3918349" y="4532150"/>
                </a:cubicBezTo>
                <a:cubicBezTo>
                  <a:pt x="3912259" y="4547182"/>
                  <a:pt x="3888625" y="4557913"/>
                  <a:pt x="3880260" y="4549362"/>
                </a:cubicBezTo>
                <a:cubicBezTo>
                  <a:pt x="3866488" y="4533206"/>
                  <a:pt x="3851176" y="4534189"/>
                  <a:pt x="3833333" y="4536976"/>
                </a:cubicBezTo>
                <a:cubicBezTo>
                  <a:pt x="3823938" y="4539851"/>
                  <a:pt x="3813386" y="4544314"/>
                  <a:pt x="3802704" y="4538942"/>
                </a:cubicBezTo>
                <a:cubicBezTo>
                  <a:pt x="3790435" y="4532408"/>
                  <a:pt x="3785589" y="4537390"/>
                  <a:pt x="3781815" y="4549244"/>
                </a:cubicBezTo>
                <a:cubicBezTo>
                  <a:pt x="3779930" y="4555171"/>
                  <a:pt x="3778042" y="4561098"/>
                  <a:pt x="3770535" y="4558045"/>
                </a:cubicBezTo>
                <a:cubicBezTo>
                  <a:pt x="3764401" y="4554779"/>
                  <a:pt x="3759639" y="4551299"/>
                  <a:pt x="3762469" y="4542407"/>
                </a:cubicBezTo>
                <a:cubicBezTo>
                  <a:pt x="3764357" y="4536480"/>
                  <a:pt x="3767615" y="4530339"/>
                  <a:pt x="3769288" y="4523038"/>
                </a:cubicBezTo>
                <a:cubicBezTo>
                  <a:pt x="3775463" y="4499543"/>
                  <a:pt x="3759160" y="4485191"/>
                  <a:pt x="3736040" y="4490209"/>
                </a:cubicBezTo>
                <a:cubicBezTo>
                  <a:pt x="3730550" y="4491067"/>
                  <a:pt x="3725489" y="4494673"/>
                  <a:pt x="3720214" y="4496906"/>
                </a:cubicBezTo>
                <a:cubicBezTo>
                  <a:pt x="3714937" y="4499137"/>
                  <a:pt x="3709662" y="4501369"/>
                  <a:pt x="3704899" y="4497888"/>
                </a:cubicBezTo>
                <a:cubicBezTo>
                  <a:pt x="3679932" y="4482073"/>
                  <a:pt x="3656299" y="4492803"/>
                  <a:pt x="3633609" y="4500571"/>
                </a:cubicBezTo>
                <a:cubicBezTo>
                  <a:pt x="3631079" y="4502374"/>
                  <a:pt x="3628333" y="4502802"/>
                  <a:pt x="3630349" y="4506712"/>
                </a:cubicBezTo>
                <a:cubicBezTo>
                  <a:pt x="3632366" y="4510621"/>
                  <a:pt x="3633225" y="4516119"/>
                  <a:pt x="3637986" y="4519600"/>
                </a:cubicBezTo>
                <a:cubicBezTo>
                  <a:pt x="3641161" y="4521921"/>
                  <a:pt x="3641890" y="4517583"/>
                  <a:pt x="3643047" y="4515994"/>
                </a:cubicBezTo>
                <a:cubicBezTo>
                  <a:pt x="3653898" y="4504443"/>
                  <a:pt x="3664664" y="4501353"/>
                  <a:pt x="3676933" y="4507887"/>
                </a:cubicBezTo>
                <a:cubicBezTo>
                  <a:pt x="3690575" y="4514206"/>
                  <a:pt x="3698427" y="4528469"/>
                  <a:pt x="3696240" y="4541484"/>
                </a:cubicBezTo>
                <a:cubicBezTo>
                  <a:pt x="3695941" y="4548571"/>
                  <a:pt x="3692038" y="4550588"/>
                  <a:pt x="3685688" y="4545947"/>
                </a:cubicBezTo>
                <a:cubicBezTo>
                  <a:pt x="3674792" y="4539200"/>
                  <a:pt x="3669731" y="4542806"/>
                  <a:pt x="3661625" y="4553929"/>
                </a:cubicBezTo>
                <a:cubicBezTo>
                  <a:pt x="3651632" y="4570978"/>
                  <a:pt x="3623451" y="4579603"/>
                  <a:pt x="3610968" y="4571695"/>
                </a:cubicBezTo>
                <a:cubicBezTo>
                  <a:pt x="3601445" y="4564733"/>
                  <a:pt x="3594581" y="4565806"/>
                  <a:pt x="3586775" y="4569840"/>
                </a:cubicBezTo>
                <a:cubicBezTo>
                  <a:pt x="3576223" y="4574303"/>
                  <a:pt x="3565242" y="4576018"/>
                  <a:pt x="3556448" y="4564718"/>
                </a:cubicBezTo>
                <a:cubicBezTo>
                  <a:pt x="3551042" y="4557114"/>
                  <a:pt x="3543236" y="4561149"/>
                  <a:pt x="3536802" y="4564970"/>
                </a:cubicBezTo>
                <a:cubicBezTo>
                  <a:pt x="3530368" y="4568790"/>
                  <a:pt x="3524149" y="4573986"/>
                  <a:pt x="3516857" y="4572308"/>
                </a:cubicBezTo>
                <a:cubicBezTo>
                  <a:pt x="3507034" y="4572434"/>
                  <a:pt x="3509649" y="4562168"/>
                  <a:pt x="3502442" y="4552029"/>
                </a:cubicBezTo>
                <a:cubicBezTo>
                  <a:pt x="3500085" y="4581968"/>
                  <a:pt x="3472718" y="4577792"/>
                  <a:pt x="3456806" y="4592950"/>
                </a:cubicBezTo>
                <a:cubicBezTo>
                  <a:pt x="3458693" y="4587023"/>
                  <a:pt x="3459637" y="4584059"/>
                  <a:pt x="3460579" y="4581095"/>
                </a:cubicBezTo>
                <a:cubicBezTo>
                  <a:pt x="3465595" y="4559190"/>
                  <a:pt x="3458817" y="4551800"/>
                  <a:pt x="3436855" y="4555229"/>
                </a:cubicBezTo>
                <a:cubicBezTo>
                  <a:pt x="3421972" y="4558961"/>
                  <a:pt x="3408245" y="4561104"/>
                  <a:pt x="3392932" y="4562087"/>
                </a:cubicBezTo>
                <a:cubicBezTo>
                  <a:pt x="3368953" y="4561607"/>
                  <a:pt x="3345704" y="4556789"/>
                  <a:pt x="3324341" y="4546043"/>
                </a:cubicBezTo>
                <a:cubicBezTo>
                  <a:pt x="3307740" y="4538778"/>
                  <a:pt x="3301306" y="4542599"/>
                  <a:pt x="3298177" y="4558577"/>
                </a:cubicBezTo>
                <a:cubicBezTo>
                  <a:pt x="3296849" y="4577090"/>
                  <a:pt x="3288100" y="4584088"/>
                  <a:pt x="3269611" y="4582750"/>
                </a:cubicBezTo>
                <a:cubicBezTo>
                  <a:pt x="3258415" y="4583090"/>
                  <a:pt x="3247006" y="4582056"/>
                  <a:pt x="3234866" y="4585360"/>
                </a:cubicBezTo>
                <a:cubicBezTo>
                  <a:pt x="3228004" y="4586431"/>
                  <a:pt x="3220710" y="4584753"/>
                  <a:pt x="3215520" y="4578523"/>
                </a:cubicBezTo>
                <a:cubicBezTo>
                  <a:pt x="3213719" y="4575988"/>
                  <a:pt x="3213289" y="4573239"/>
                  <a:pt x="3209600" y="4576631"/>
                </a:cubicBezTo>
                <a:cubicBezTo>
                  <a:pt x="3195061" y="4591575"/>
                  <a:pt x="3175415" y="4591825"/>
                  <a:pt x="3157357" y="4593237"/>
                </a:cubicBezTo>
                <a:cubicBezTo>
                  <a:pt x="3139298" y="4594649"/>
                  <a:pt x="3123041" y="4598595"/>
                  <a:pt x="3111461" y="4614484"/>
                </a:cubicBezTo>
                <a:cubicBezTo>
                  <a:pt x="3106829" y="4620840"/>
                  <a:pt x="3102496" y="4620108"/>
                  <a:pt x="3097306" y="4613878"/>
                </a:cubicBezTo>
                <a:cubicBezTo>
                  <a:pt x="3086924" y="4601418"/>
                  <a:pt x="3085551" y="4601633"/>
                  <a:pt x="3076073" y="4612969"/>
                </a:cubicBezTo>
                <a:cubicBezTo>
                  <a:pt x="3059431" y="4632466"/>
                  <a:pt x="3040559" y="4646677"/>
                  <a:pt x="3013407" y="4643875"/>
                </a:cubicBezTo>
                <a:cubicBezTo>
                  <a:pt x="3004957" y="4643787"/>
                  <a:pt x="2994919" y="4642539"/>
                  <a:pt x="2985096" y="4642663"/>
                </a:cubicBezTo>
                <a:cubicBezTo>
                  <a:pt x="2977804" y="4640986"/>
                  <a:pt x="2968410" y="4643861"/>
                  <a:pt x="2969223" y="4631061"/>
                </a:cubicBezTo>
                <a:cubicBezTo>
                  <a:pt x="2969737" y="4625347"/>
                  <a:pt x="2962016" y="4620922"/>
                  <a:pt x="2957469" y="4618815"/>
                </a:cubicBezTo>
                <a:cubicBezTo>
                  <a:pt x="2939495" y="4611764"/>
                  <a:pt x="2921007" y="4610426"/>
                  <a:pt x="2902220" y="4616176"/>
                </a:cubicBezTo>
                <a:cubicBezTo>
                  <a:pt x="2886178" y="4621497"/>
                  <a:pt x="2886393" y="4622872"/>
                  <a:pt x="2891713" y="4638939"/>
                </a:cubicBezTo>
                <a:cubicBezTo>
                  <a:pt x="2895961" y="4648133"/>
                  <a:pt x="2895661" y="4655220"/>
                  <a:pt x="2888498" y="4663378"/>
                </a:cubicBezTo>
                <a:cubicBezTo>
                  <a:pt x="2889097" y="4649203"/>
                  <a:pt x="2882105" y="4640439"/>
                  <a:pt x="2869322" y="4639618"/>
                </a:cubicBezTo>
                <a:cubicBezTo>
                  <a:pt x="2851049" y="4639656"/>
                  <a:pt x="2835091" y="4636515"/>
                  <a:pt x="2833974" y="4611343"/>
                </a:cubicBezTo>
                <a:cubicBezTo>
                  <a:pt x="2827585" y="4633462"/>
                  <a:pt x="2812700" y="4637194"/>
                  <a:pt x="2794212" y="4635856"/>
                </a:cubicBezTo>
                <a:cubicBezTo>
                  <a:pt x="2785548" y="4634394"/>
                  <a:pt x="2779328" y="4639589"/>
                  <a:pt x="2773109" y="4644784"/>
                </a:cubicBezTo>
                <a:cubicBezTo>
                  <a:pt x="2755610" y="4658782"/>
                  <a:pt x="2743985" y="4656373"/>
                  <a:pt x="2736648" y="4636396"/>
                </a:cubicBezTo>
                <a:cubicBezTo>
                  <a:pt x="2732186" y="4625828"/>
                  <a:pt x="2728282" y="4627845"/>
                  <a:pt x="2723865" y="4635575"/>
                </a:cubicBezTo>
                <a:cubicBezTo>
                  <a:pt x="2716917" y="4645110"/>
                  <a:pt x="2709325" y="4650519"/>
                  <a:pt x="2695684" y="4644200"/>
                </a:cubicBezTo>
                <a:cubicBezTo>
                  <a:pt x="2699157" y="4639433"/>
                  <a:pt x="2702846" y="4636042"/>
                  <a:pt x="2705163" y="4632863"/>
                </a:cubicBezTo>
                <a:cubicBezTo>
                  <a:pt x="2710952" y="4624919"/>
                  <a:pt x="2709878" y="4618045"/>
                  <a:pt x="2700784" y="4613833"/>
                </a:cubicBezTo>
                <a:cubicBezTo>
                  <a:pt x="2693063" y="4609407"/>
                  <a:pt x="2687573" y="4610264"/>
                  <a:pt x="2684743" y="4619154"/>
                </a:cubicBezTo>
                <a:cubicBezTo>
                  <a:pt x="2676338" y="4637364"/>
                  <a:pt x="2661154" y="4648184"/>
                  <a:pt x="2647558" y="4660164"/>
                </a:cubicBezTo>
                <a:cubicBezTo>
                  <a:pt x="2637435" y="4667377"/>
                  <a:pt x="2626883" y="4671840"/>
                  <a:pt x="2613886" y="4669646"/>
                </a:cubicBezTo>
                <a:cubicBezTo>
                  <a:pt x="2600889" y="4667450"/>
                  <a:pt x="2588535" y="4669379"/>
                  <a:pt x="2576396" y="4672683"/>
                </a:cubicBezTo>
                <a:cubicBezTo>
                  <a:pt x="2563100" y="4677574"/>
                  <a:pt x="2548215" y="4681306"/>
                  <a:pt x="2535517" y="4672025"/>
                </a:cubicBezTo>
                <a:cubicBezTo>
                  <a:pt x="2521447" y="4662957"/>
                  <a:pt x="2515228" y="4668152"/>
                  <a:pt x="2507122" y="4679274"/>
                </a:cubicBezTo>
                <a:cubicBezTo>
                  <a:pt x="2495112" y="4692414"/>
                  <a:pt x="2486877" y="4693700"/>
                  <a:pt x="2472592" y="4683258"/>
                </a:cubicBezTo>
                <a:cubicBezTo>
                  <a:pt x="2468044" y="4681151"/>
                  <a:pt x="2464656" y="4677456"/>
                  <a:pt x="2461481" y="4675136"/>
                </a:cubicBezTo>
                <a:cubicBezTo>
                  <a:pt x="2448783" y="4665854"/>
                  <a:pt x="2436000" y="4665033"/>
                  <a:pt x="2421116" y="4668766"/>
                </a:cubicBezTo>
                <a:cubicBezTo>
                  <a:pt x="2408977" y="4672069"/>
                  <a:pt x="2406362" y="4682334"/>
                  <a:pt x="2403747" y="4692599"/>
                </a:cubicBezTo>
                <a:cubicBezTo>
                  <a:pt x="2400188" y="4705828"/>
                  <a:pt x="2385434" y="4719396"/>
                  <a:pt x="2374965" y="4715399"/>
                </a:cubicBezTo>
                <a:cubicBezTo>
                  <a:pt x="2351287" y="4707831"/>
                  <a:pt x="2339064" y="4719596"/>
                  <a:pt x="2324095" y="4731790"/>
                </a:cubicBezTo>
                <a:cubicBezTo>
                  <a:pt x="2320192" y="4733808"/>
                  <a:pt x="2314701" y="4734665"/>
                  <a:pt x="2310798" y="4736682"/>
                </a:cubicBezTo>
                <a:cubicBezTo>
                  <a:pt x="2286520" y="4743289"/>
                  <a:pt x="2260310" y="4737525"/>
                  <a:pt x="2233287" y="4744560"/>
                </a:cubicBezTo>
                <a:cubicBezTo>
                  <a:pt x="2242980" y="4734599"/>
                  <a:pt x="2245811" y="4725708"/>
                  <a:pt x="2246839" y="4714282"/>
                </a:cubicBezTo>
                <a:cubicBezTo>
                  <a:pt x="2247568" y="4709944"/>
                  <a:pt x="2246709" y="4704445"/>
                  <a:pt x="2250398" y="4701054"/>
                </a:cubicBezTo>
                <a:cubicBezTo>
                  <a:pt x="2253872" y="4696287"/>
                  <a:pt x="2255759" y="4690360"/>
                  <a:pt x="2249624" y="4687093"/>
                </a:cubicBezTo>
                <a:cubicBezTo>
                  <a:pt x="2243490" y="4683827"/>
                  <a:pt x="2239587" y="4685845"/>
                  <a:pt x="2236112" y="4690611"/>
                </a:cubicBezTo>
                <a:cubicBezTo>
                  <a:pt x="2231480" y="4696967"/>
                  <a:pt x="2228221" y="4703108"/>
                  <a:pt x="2223590" y="4709464"/>
                </a:cubicBezTo>
                <a:cubicBezTo>
                  <a:pt x="2220329" y="4715606"/>
                  <a:pt x="2215997" y="4714873"/>
                  <a:pt x="2212180" y="4708429"/>
                </a:cubicBezTo>
                <a:cubicBezTo>
                  <a:pt x="2208575" y="4703359"/>
                  <a:pt x="2207717" y="4697861"/>
                  <a:pt x="2201582" y="4694594"/>
                </a:cubicBezTo>
                <a:cubicBezTo>
                  <a:pt x="2175887" y="4683117"/>
                  <a:pt x="2148864" y="4690153"/>
                  <a:pt x="2132653" y="4712397"/>
                </a:cubicBezTo>
                <a:cubicBezTo>
                  <a:pt x="2127806" y="4717378"/>
                  <a:pt x="2123174" y="4723734"/>
                  <a:pt x="2118542" y="4730090"/>
                </a:cubicBezTo>
                <a:cubicBezTo>
                  <a:pt x="2117683" y="4724591"/>
                  <a:pt x="2116824" y="4719093"/>
                  <a:pt x="2117339" y="4713380"/>
                </a:cubicBezTo>
                <a:cubicBezTo>
                  <a:pt x="2115407" y="4701009"/>
                  <a:pt x="2110860" y="4698902"/>
                  <a:pt x="2100308" y="4703367"/>
                </a:cubicBezTo>
                <a:cubicBezTo>
                  <a:pt x="2092288" y="4706027"/>
                  <a:pt x="2085640" y="4708474"/>
                  <a:pt x="2077833" y="4712508"/>
                </a:cubicBezTo>
                <a:cubicBezTo>
                  <a:pt x="2068653" y="4716757"/>
                  <a:pt x="2065395" y="4722900"/>
                  <a:pt x="2066897" y="4732521"/>
                </a:cubicBezTo>
                <a:cubicBezTo>
                  <a:pt x="2069772" y="4741929"/>
                  <a:pt x="2076335" y="4747946"/>
                  <a:pt x="2077838" y="4757567"/>
                </a:cubicBezTo>
                <a:cubicBezTo>
                  <a:pt x="2068744" y="4753354"/>
                  <a:pt x="2062395" y="4748713"/>
                  <a:pt x="2054673" y="4744287"/>
                </a:cubicBezTo>
                <a:cubicBezTo>
                  <a:pt x="2046951" y="4739860"/>
                  <a:pt x="2040089" y="4740931"/>
                  <a:pt x="2034084" y="4747501"/>
                </a:cubicBezTo>
                <a:cubicBezTo>
                  <a:pt x="2011868" y="4776317"/>
                  <a:pt x="2003631" y="4777603"/>
                  <a:pt x="1969272" y="4764661"/>
                </a:cubicBezTo>
                <a:cubicBezTo>
                  <a:pt x="1951512" y="4758986"/>
                  <a:pt x="1923761" y="4770359"/>
                  <a:pt x="1919474" y="4787926"/>
                </a:cubicBezTo>
                <a:cubicBezTo>
                  <a:pt x="1918016" y="4796603"/>
                  <a:pt x="1915056" y="4795657"/>
                  <a:pt x="1907978" y="4795354"/>
                </a:cubicBezTo>
                <a:cubicBezTo>
                  <a:pt x="1889490" y="4794017"/>
                  <a:pt x="1886960" y="4795819"/>
                  <a:pt x="1878555" y="4814029"/>
                </a:cubicBezTo>
                <a:cubicBezTo>
                  <a:pt x="1878769" y="4815404"/>
                  <a:pt x="1878984" y="4816778"/>
                  <a:pt x="1877610" y="4816992"/>
                </a:cubicBezTo>
                <a:cubicBezTo>
                  <a:pt x="1874352" y="4823134"/>
                  <a:pt x="1870663" y="4826526"/>
                  <a:pt x="1863800" y="4827598"/>
                </a:cubicBezTo>
                <a:cubicBezTo>
                  <a:pt x="1855564" y="4828884"/>
                  <a:pt x="1857237" y="4821582"/>
                  <a:pt x="1855220" y="4817673"/>
                </a:cubicBezTo>
                <a:cubicBezTo>
                  <a:pt x="1848956" y="4804569"/>
                  <a:pt x="1844194" y="4801089"/>
                  <a:pt x="1832914" y="4809891"/>
                </a:cubicBezTo>
                <a:cubicBezTo>
                  <a:pt x="1816358" y="4820924"/>
                  <a:pt x="1798728" y="4825085"/>
                  <a:pt x="1779511" y="4828086"/>
                </a:cubicBezTo>
                <a:cubicBezTo>
                  <a:pt x="1765785" y="4830229"/>
                  <a:pt x="1752488" y="4835121"/>
                  <a:pt x="1739620" y="4842762"/>
                </a:cubicBezTo>
                <a:cubicBezTo>
                  <a:pt x="1734560" y="4846369"/>
                  <a:pt x="1731600" y="4845424"/>
                  <a:pt x="1727995" y="4840353"/>
                </a:cubicBezTo>
                <a:cubicBezTo>
                  <a:pt x="1719416" y="4830429"/>
                  <a:pt x="1706418" y="4828234"/>
                  <a:pt x="1694279" y="4831537"/>
                </a:cubicBezTo>
                <a:cubicBezTo>
                  <a:pt x="1678023" y="4835483"/>
                  <a:pt x="1663353" y="4840590"/>
                  <a:pt x="1644436" y="4836503"/>
                </a:cubicBezTo>
                <a:cubicBezTo>
                  <a:pt x="1649627" y="4842733"/>
                  <a:pt x="1651858" y="4848016"/>
                  <a:pt x="1655248" y="4851713"/>
                </a:cubicBezTo>
                <a:cubicBezTo>
                  <a:pt x="1660438" y="4857943"/>
                  <a:pt x="1658552" y="4863869"/>
                  <a:pt x="1651903" y="4866315"/>
                </a:cubicBezTo>
                <a:cubicBezTo>
                  <a:pt x="1631958" y="4873654"/>
                  <a:pt x="1619434" y="4892507"/>
                  <a:pt x="1604680" y="4906075"/>
                </a:cubicBezTo>
                <a:cubicBezTo>
                  <a:pt x="1583921" y="4926214"/>
                  <a:pt x="1561146" y="4942443"/>
                  <a:pt x="1532751" y="4949693"/>
                </a:cubicBezTo>
                <a:cubicBezTo>
                  <a:pt x="1524514" y="4950979"/>
                  <a:pt x="1522713" y="4948445"/>
                  <a:pt x="1523012" y="4941357"/>
                </a:cubicBezTo>
                <a:cubicBezTo>
                  <a:pt x="1521295" y="4930360"/>
                  <a:pt x="1528673" y="4923576"/>
                  <a:pt x="1536049" y="4916791"/>
                </a:cubicBezTo>
                <a:cubicBezTo>
                  <a:pt x="1540681" y="4910436"/>
                  <a:pt x="1541410" y="4906097"/>
                  <a:pt x="1536220" y="4899867"/>
                </a:cubicBezTo>
                <a:cubicBezTo>
                  <a:pt x="1531243" y="4895012"/>
                  <a:pt x="1525967" y="4897244"/>
                  <a:pt x="1520691" y="4899475"/>
                </a:cubicBezTo>
                <a:cubicBezTo>
                  <a:pt x="1514258" y="4903297"/>
                  <a:pt x="1506665" y="4908707"/>
                  <a:pt x="1500232" y="4912527"/>
                </a:cubicBezTo>
                <a:cubicBezTo>
                  <a:pt x="1496543" y="4915920"/>
                  <a:pt x="1490324" y="4921115"/>
                  <a:pt x="1485347" y="4916260"/>
                </a:cubicBezTo>
                <a:cubicBezTo>
                  <a:pt x="1478998" y="4911619"/>
                  <a:pt x="1483630" y="4905262"/>
                  <a:pt x="1485517" y="4899335"/>
                </a:cubicBezTo>
                <a:cubicBezTo>
                  <a:pt x="1486461" y="4896372"/>
                  <a:pt x="1490149" y="4892979"/>
                  <a:pt x="1486974" y="4890659"/>
                </a:cubicBezTo>
                <a:cubicBezTo>
                  <a:pt x="1483586" y="4886964"/>
                  <a:pt x="1480112" y="4891731"/>
                  <a:pt x="1477581" y="4893534"/>
                </a:cubicBezTo>
                <a:cubicBezTo>
                  <a:pt x="1454376" y="4907014"/>
                  <a:pt x="1433403" y="4925778"/>
                  <a:pt x="1414231" y="4947077"/>
                </a:cubicBezTo>
                <a:cubicBezTo>
                  <a:pt x="1386739" y="4978123"/>
                  <a:pt x="1362636" y="5012866"/>
                  <a:pt x="1331969" y="5041592"/>
                </a:cubicBezTo>
                <a:cubicBezTo>
                  <a:pt x="1329439" y="5043396"/>
                  <a:pt x="1327337" y="5047947"/>
                  <a:pt x="1322791" y="5045841"/>
                </a:cubicBezTo>
                <a:cubicBezTo>
                  <a:pt x="1318243" y="5043735"/>
                  <a:pt x="1316227" y="5039826"/>
                  <a:pt x="1316956" y="5035488"/>
                </a:cubicBezTo>
                <a:cubicBezTo>
                  <a:pt x="1315668" y="5027240"/>
                  <a:pt x="1317125" y="5018564"/>
                  <a:pt x="1318583" y="5009887"/>
                </a:cubicBezTo>
                <a:cubicBezTo>
                  <a:pt x="1320254" y="5002586"/>
                  <a:pt x="1321712" y="4993909"/>
                  <a:pt x="1317894" y="4987465"/>
                </a:cubicBezTo>
                <a:cubicBezTo>
                  <a:pt x="1313861" y="4979646"/>
                  <a:pt x="1307941" y="4977754"/>
                  <a:pt x="1303524" y="4985484"/>
                </a:cubicBezTo>
                <a:cubicBezTo>
                  <a:pt x="1298892" y="4991840"/>
                  <a:pt x="1295632" y="4997981"/>
                  <a:pt x="1291000" y="5004337"/>
                </a:cubicBezTo>
                <a:cubicBezTo>
                  <a:pt x="1286798" y="5013442"/>
                  <a:pt x="1280579" y="5018637"/>
                  <a:pt x="1272213" y="5010087"/>
                </a:cubicBezTo>
                <a:cubicBezTo>
                  <a:pt x="1269038" y="5007766"/>
                  <a:pt x="1266079" y="5006820"/>
                  <a:pt x="1263548" y="5008623"/>
                </a:cubicBezTo>
                <a:cubicBezTo>
                  <a:pt x="1257329" y="5013819"/>
                  <a:pt x="1248879" y="5013730"/>
                  <a:pt x="1242230" y="5016176"/>
                </a:cubicBezTo>
                <a:cubicBezTo>
                  <a:pt x="1221856" y="5020765"/>
                  <a:pt x="1217009" y="5025747"/>
                  <a:pt x="1214524" y="5045849"/>
                </a:cubicBezTo>
                <a:cubicBezTo>
                  <a:pt x="1213196" y="5064361"/>
                  <a:pt x="1203503" y="5074324"/>
                  <a:pt x="1184501" y="5078699"/>
                </a:cubicBezTo>
                <a:cubicBezTo>
                  <a:pt x="1179011" y="5079556"/>
                  <a:pt x="1171932" y="5079253"/>
                  <a:pt x="1166442" y="5080111"/>
                </a:cubicBezTo>
                <a:cubicBezTo>
                  <a:pt x="1122948" y="5089717"/>
                  <a:pt x="1089406" y="5109036"/>
                  <a:pt x="1073883" y="5153704"/>
                </a:cubicBezTo>
                <a:cubicBezTo>
                  <a:pt x="1067794" y="5168735"/>
                  <a:pt x="1056943" y="5180286"/>
                  <a:pt x="1040686" y="5184232"/>
                </a:cubicBezTo>
                <a:cubicBezTo>
                  <a:pt x="1034037" y="5186679"/>
                  <a:pt x="1027389" y="5189125"/>
                  <a:pt x="1020526" y="5190197"/>
                </a:cubicBezTo>
                <a:cubicBezTo>
                  <a:pt x="1005856" y="5195303"/>
                  <a:pt x="992345" y="5198821"/>
                  <a:pt x="984883" y="5214067"/>
                </a:cubicBezTo>
                <a:cubicBezTo>
                  <a:pt x="978365" y="5226350"/>
                  <a:pt x="975833" y="5228153"/>
                  <a:pt x="967039" y="5216853"/>
                </a:cubicBezTo>
                <a:cubicBezTo>
                  <a:pt x="958459" y="5206928"/>
                  <a:pt x="951810" y="5209374"/>
                  <a:pt x="946235" y="5218694"/>
                </a:cubicBezTo>
                <a:cubicBezTo>
                  <a:pt x="941603" y="5225049"/>
                  <a:pt x="937615" y="5235529"/>
                  <a:pt x="926204" y="5234494"/>
                </a:cubicBezTo>
                <a:cubicBezTo>
                  <a:pt x="921873" y="5233762"/>
                  <a:pt x="923889" y="5237672"/>
                  <a:pt x="924104" y="5239046"/>
                </a:cubicBezTo>
                <a:cubicBezTo>
                  <a:pt x="930154" y="5250776"/>
                  <a:pt x="926380" y="5262630"/>
                  <a:pt x="926724" y="5273840"/>
                </a:cubicBezTo>
                <a:cubicBezTo>
                  <a:pt x="926854" y="5283677"/>
                  <a:pt x="918833" y="5286337"/>
                  <a:pt x="910382" y="5286248"/>
                </a:cubicBezTo>
                <a:cubicBezTo>
                  <a:pt x="903305" y="5285946"/>
                  <a:pt x="900859" y="5279287"/>
                  <a:pt x="901373" y="5273574"/>
                </a:cubicBezTo>
                <a:cubicBezTo>
                  <a:pt x="901458" y="5265112"/>
                  <a:pt x="900170" y="5256865"/>
                  <a:pt x="900469" y="5249777"/>
                </a:cubicBezTo>
                <a:cubicBezTo>
                  <a:pt x="893008" y="5265024"/>
                  <a:pt x="888290" y="5279842"/>
                  <a:pt x="882201" y="5294873"/>
                </a:cubicBezTo>
                <a:cubicBezTo>
                  <a:pt x="876112" y="5309905"/>
                  <a:pt x="868221" y="5322402"/>
                  <a:pt x="854195" y="5331633"/>
                </a:cubicBezTo>
                <a:cubicBezTo>
                  <a:pt x="847762" y="5335454"/>
                  <a:pt x="844586" y="5333133"/>
                  <a:pt x="843513" y="5326260"/>
                </a:cubicBezTo>
                <a:cubicBezTo>
                  <a:pt x="842225" y="5318012"/>
                  <a:pt x="845270" y="5310496"/>
                  <a:pt x="849688" y="5302766"/>
                </a:cubicBezTo>
                <a:cubicBezTo>
                  <a:pt x="853890" y="5293661"/>
                  <a:pt x="859680" y="5285717"/>
                  <a:pt x="857963" y="5274720"/>
                </a:cubicBezTo>
                <a:cubicBezTo>
                  <a:pt x="845525" y="5285111"/>
                  <a:pt x="831584" y="5285879"/>
                  <a:pt x="816356" y="5278400"/>
                </a:cubicBezTo>
                <a:cubicBezTo>
                  <a:pt x="823089" y="5267492"/>
                  <a:pt x="832996" y="5258904"/>
                  <a:pt x="841317" y="5249156"/>
                </a:cubicBezTo>
                <a:cubicBezTo>
                  <a:pt x="851954" y="5236230"/>
                  <a:pt x="855512" y="5223002"/>
                  <a:pt x="851565" y="5206721"/>
                </a:cubicBezTo>
                <a:cubicBezTo>
                  <a:pt x="850491" y="5199848"/>
                  <a:pt x="846373" y="5200491"/>
                  <a:pt x="842685" y="5203883"/>
                </a:cubicBezTo>
                <a:cubicBezTo>
                  <a:pt x="838053" y="5210239"/>
                  <a:pt x="833421" y="5216594"/>
                  <a:pt x="828789" y="5222950"/>
                </a:cubicBezTo>
                <a:cubicBezTo>
                  <a:pt x="813735" y="5243607"/>
                  <a:pt x="808244" y="5244464"/>
                  <a:pt x="791085" y="5224613"/>
                </a:cubicBezTo>
                <a:cubicBezTo>
                  <a:pt x="791085" y="5224613"/>
                  <a:pt x="789712" y="5224827"/>
                  <a:pt x="788340" y="5225042"/>
                </a:cubicBezTo>
                <a:cubicBezTo>
                  <a:pt x="778990" y="5246215"/>
                  <a:pt x="761277" y="5258838"/>
                  <a:pt x="739959" y="5266391"/>
                </a:cubicBezTo>
                <a:cubicBezTo>
                  <a:pt x="712207" y="5277764"/>
                  <a:pt x="683597" y="5283640"/>
                  <a:pt x="660951" y="5309705"/>
                </a:cubicBezTo>
                <a:cubicBezTo>
                  <a:pt x="660606" y="5298495"/>
                  <a:pt x="665024" y="5290764"/>
                  <a:pt x="667854" y="5281874"/>
                </a:cubicBezTo>
                <a:cubicBezTo>
                  <a:pt x="671198" y="5267270"/>
                  <a:pt x="669182" y="5263360"/>
                  <a:pt x="652710" y="5265932"/>
                </a:cubicBezTo>
                <a:cubicBezTo>
                  <a:pt x="632121" y="5269147"/>
                  <a:pt x="610887" y="5268238"/>
                  <a:pt x="592999" y="5252725"/>
                </a:cubicBezTo>
                <a:cubicBezTo>
                  <a:pt x="586436" y="5246710"/>
                  <a:pt x="581030" y="5239105"/>
                  <a:pt x="575839" y="5232875"/>
                </a:cubicBezTo>
                <a:cubicBezTo>
                  <a:pt x="568631" y="5222736"/>
                  <a:pt x="559323" y="5217148"/>
                  <a:pt x="548641" y="5211775"/>
                </a:cubicBezTo>
                <a:cubicBezTo>
                  <a:pt x="539762" y="5208937"/>
                  <a:pt x="535130" y="5215293"/>
                  <a:pt x="528481" y="5217740"/>
                </a:cubicBezTo>
                <a:cubicBezTo>
                  <a:pt x="516557" y="5222417"/>
                  <a:pt x="505875" y="5217045"/>
                  <a:pt x="502356" y="5203513"/>
                </a:cubicBezTo>
                <a:cubicBezTo>
                  <a:pt x="499696" y="5195480"/>
                  <a:pt x="497036" y="5187446"/>
                  <a:pt x="494376" y="5179413"/>
                </a:cubicBezTo>
                <a:cubicBezTo>
                  <a:pt x="489484" y="5166096"/>
                  <a:pt x="491885" y="5154456"/>
                  <a:pt x="504752" y="5146814"/>
                </a:cubicBezTo>
                <a:cubicBezTo>
                  <a:pt x="513931" y="5142564"/>
                  <a:pt x="515903" y="5128176"/>
                  <a:pt x="527528" y="5130586"/>
                </a:cubicBezTo>
                <a:cubicBezTo>
                  <a:pt x="537565" y="5131834"/>
                  <a:pt x="539496" y="5144206"/>
                  <a:pt x="546275" y="5151596"/>
                </a:cubicBezTo>
                <a:cubicBezTo>
                  <a:pt x="553268" y="5160361"/>
                  <a:pt x="558758" y="5159504"/>
                  <a:pt x="564549" y="5151558"/>
                </a:cubicBezTo>
                <a:cubicBezTo>
                  <a:pt x="576557" y="5138419"/>
                  <a:pt x="583075" y="5126136"/>
                  <a:pt x="577541" y="5108695"/>
                </a:cubicBezTo>
                <a:cubicBezTo>
                  <a:pt x="575095" y="5102037"/>
                  <a:pt x="575609" y="5096324"/>
                  <a:pt x="574536" y="5089450"/>
                </a:cubicBezTo>
                <a:cubicBezTo>
                  <a:pt x="574536" y="5089450"/>
                  <a:pt x="575908" y="5089236"/>
                  <a:pt x="575694" y="5087862"/>
                </a:cubicBezTo>
                <a:cubicBezTo>
                  <a:pt x="574321" y="5088076"/>
                  <a:pt x="572949" y="5088290"/>
                  <a:pt x="572949" y="5088290"/>
                </a:cubicBezTo>
                <a:cubicBezTo>
                  <a:pt x="544983" y="5098289"/>
                  <a:pt x="521992" y="5113144"/>
                  <a:pt x="499646" y="5132122"/>
                </a:cubicBezTo>
                <a:cubicBezTo>
                  <a:pt x="488795" y="5143673"/>
                  <a:pt x="474555" y="5151529"/>
                  <a:pt x="458083" y="5154101"/>
                </a:cubicBezTo>
                <a:cubicBezTo>
                  <a:pt x="444142" y="5154870"/>
                  <a:pt x="438138" y="5161440"/>
                  <a:pt x="438912" y="5175400"/>
                </a:cubicBezTo>
                <a:cubicBezTo>
                  <a:pt x="438827" y="5183862"/>
                  <a:pt x="435138" y="5187254"/>
                  <a:pt x="427417" y="5182827"/>
                </a:cubicBezTo>
                <a:cubicBezTo>
                  <a:pt x="417893" y="5175866"/>
                  <a:pt x="409872" y="5178526"/>
                  <a:pt x="402924" y="5188060"/>
                </a:cubicBezTo>
                <a:cubicBezTo>
                  <a:pt x="389457" y="5209876"/>
                  <a:pt x="363507" y="5223785"/>
                  <a:pt x="362525" y="5253509"/>
                </a:cubicBezTo>
                <a:cubicBezTo>
                  <a:pt x="361151" y="5253722"/>
                  <a:pt x="361366" y="5255098"/>
                  <a:pt x="360208" y="5256686"/>
                </a:cubicBezTo>
                <a:cubicBezTo>
                  <a:pt x="356520" y="5260079"/>
                  <a:pt x="354204" y="5263256"/>
                  <a:pt x="348284" y="5261364"/>
                </a:cubicBezTo>
                <a:cubicBezTo>
                  <a:pt x="343737" y="5259258"/>
                  <a:pt x="340563" y="5256938"/>
                  <a:pt x="339705" y="5251440"/>
                </a:cubicBezTo>
                <a:cubicBezTo>
                  <a:pt x="338631" y="5244566"/>
                  <a:pt x="342105" y="5239799"/>
                  <a:pt x="344206" y="5235246"/>
                </a:cubicBezTo>
                <a:cubicBezTo>
                  <a:pt x="350725" y="5222965"/>
                  <a:pt x="358616" y="5210468"/>
                  <a:pt x="365134" y="5198184"/>
                </a:cubicBezTo>
                <a:cubicBezTo>
                  <a:pt x="366508" y="5197971"/>
                  <a:pt x="366293" y="5196595"/>
                  <a:pt x="366079" y="5195221"/>
                </a:cubicBezTo>
                <a:cubicBezTo>
                  <a:pt x="367451" y="5195007"/>
                  <a:pt x="367236" y="5193631"/>
                  <a:pt x="368609" y="5193418"/>
                </a:cubicBezTo>
                <a:cubicBezTo>
                  <a:pt x="367236" y="5193631"/>
                  <a:pt x="365864" y="5193847"/>
                  <a:pt x="364491" y="5194061"/>
                </a:cubicBezTo>
                <a:cubicBezTo>
                  <a:pt x="364491" y="5194061"/>
                  <a:pt x="363333" y="5195650"/>
                  <a:pt x="361961" y="5195864"/>
                </a:cubicBezTo>
                <a:cubicBezTo>
                  <a:pt x="350466" y="5203291"/>
                  <a:pt x="337597" y="5210933"/>
                  <a:pt x="326103" y="5218360"/>
                </a:cubicBezTo>
                <a:cubicBezTo>
                  <a:pt x="311862" y="5226216"/>
                  <a:pt x="297623" y="5234072"/>
                  <a:pt x="288788" y="5249532"/>
                </a:cubicBezTo>
                <a:cubicBezTo>
                  <a:pt x="283642" y="5261601"/>
                  <a:pt x="276563" y="5261297"/>
                  <a:pt x="266826" y="5252961"/>
                </a:cubicBezTo>
                <a:cubicBezTo>
                  <a:pt x="258461" y="5244411"/>
                  <a:pt x="260132" y="5237110"/>
                  <a:pt x="265922" y="5229164"/>
                </a:cubicBezTo>
                <a:cubicBezTo>
                  <a:pt x="273599" y="5215293"/>
                  <a:pt x="281276" y="5201422"/>
                  <a:pt x="287579" y="5187764"/>
                </a:cubicBezTo>
                <a:cubicBezTo>
                  <a:pt x="294313" y="5176855"/>
                  <a:pt x="296713" y="5165216"/>
                  <a:pt x="294782" y="5152845"/>
                </a:cubicBezTo>
                <a:cubicBezTo>
                  <a:pt x="284230" y="5157308"/>
                  <a:pt x="282988" y="5167359"/>
                  <a:pt x="279943" y="5174876"/>
                </a:cubicBezTo>
                <a:cubicBezTo>
                  <a:pt x="274283" y="5192656"/>
                  <a:pt x="262273" y="5205797"/>
                  <a:pt x="243486" y="5211546"/>
                </a:cubicBezTo>
                <a:cubicBezTo>
                  <a:pt x="226072" y="5217081"/>
                  <a:pt x="208228" y="5219867"/>
                  <a:pt x="192830" y="5229312"/>
                </a:cubicBezTo>
                <a:cubicBezTo>
                  <a:pt x="170997" y="5242578"/>
                  <a:pt x="158214" y="5241758"/>
                  <a:pt x="143370" y="5218729"/>
                </a:cubicBezTo>
                <a:cubicBezTo>
                  <a:pt x="135733" y="5205840"/>
                  <a:pt x="124967" y="5208930"/>
                  <a:pt x="118663" y="5222587"/>
                </a:cubicBezTo>
                <a:cubicBezTo>
                  <a:pt x="112874" y="5230531"/>
                  <a:pt x="111630" y="5240583"/>
                  <a:pt x="101293" y="5246421"/>
                </a:cubicBezTo>
                <a:cubicBezTo>
                  <a:pt x="84218" y="5218108"/>
                  <a:pt x="56292" y="5201347"/>
                  <a:pt x="32997" y="5178230"/>
                </a:cubicBezTo>
                <a:cubicBezTo>
                  <a:pt x="6528" y="5152793"/>
                  <a:pt x="-9175" y="5124266"/>
                  <a:pt x="5834" y="5085311"/>
                </a:cubicBezTo>
                <a:cubicBezTo>
                  <a:pt x="12438" y="5064566"/>
                  <a:pt x="19041" y="5043821"/>
                  <a:pt x="27232" y="5024238"/>
                </a:cubicBezTo>
                <a:cubicBezTo>
                  <a:pt x="33536" y="5010580"/>
                  <a:pt x="44387" y="4999028"/>
                  <a:pt x="58842" y="4992547"/>
                </a:cubicBezTo>
                <a:cubicBezTo>
                  <a:pt x="61502" y="5000581"/>
                  <a:pt x="60988" y="5006293"/>
                  <a:pt x="64806" y="5012737"/>
                </a:cubicBezTo>
                <a:cubicBezTo>
                  <a:pt x="84837" y="4996937"/>
                  <a:pt x="91570" y="4986029"/>
                  <a:pt x="94999" y="4962964"/>
                </a:cubicBezTo>
                <a:cubicBezTo>
                  <a:pt x="98558" y="4949735"/>
                  <a:pt x="103919" y="4939041"/>
                  <a:pt x="117430" y="4935523"/>
                </a:cubicBezTo>
                <a:cubicBezTo>
                  <a:pt x="132314" y="4931791"/>
                  <a:pt x="144968" y="4922775"/>
                  <a:pt x="156677" y="4916722"/>
                </a:cubicBezTo>
                <a:cubicBezTo>
                  <a:pt x="169544" y="4909081"/>
                  <a:pt x="183056" y="4905563"/>
                  <a:pt x="195839" y="4906383"/>
                </a:cubicBezTo>
                <a:cubicBezTo>
                  <a:pt x="220032" y="4908238"/>
                  <a:pt x="228996" y="4902615"/>
                  <a:pt x="229680" y="4879978"/>
                </a:cubicBezTo>
                <a:cubicBezTo>
                  <a:pt x="229849" y="4863053"/>
                  <a:pt x="236797" y="4853521"/>
                  <a:pt x="249451" y="4844505"/>
                </a:cubicBezTo>
                <a:cubicBezTo>
                  <a:pt x="256099" y="4842058"/>
                  <a:pt x="262318" y="4836862"/>
                  <a:pt x="268538" y="4831667"/>
                </a:cubicBezTo>
                <a:cubicBezTo>
                  <a:pt x="302808" y="4808010"/>
                  <a:pt x="345359" y="4801366"/>
                  <a:pt x="382075" y="4784369"/>
                </a:cubicBezTo>
                <a:cubicBezTo>
                  <a:pt x="392627" y="4779906"/>
                  <a:pt x="403393" y="4776817"/>
                  <a:pt x="415961" y="4776262"/>
                </a:cubicBezTo>
                <a:cubicBezTo>
                  <a:pt x="450491" y="4772279"/>
                  <a:pt x="460184" y="4762316"/>
                  <a:pt x="466014" y="4727611"/>
                </a:cubicBezTo>
                <a:cubicBezTo>
                  <a:pt x="467986" y="4713222"/>
                  <a:pt x="473132" y="4701153"/>
                  <a:pt x="482825" y="4691192"/>
                </a:cubicBezTo>
                <a:cubicBezTo>
                  <a:pt x="498522" y="4674659"/>
                  <a:pt x="503109" y="4650006"/>
                  <a:pt x="494399" y="4630244"/>
                </a:cubicBezTo>
                <a:cubicBezTo>
                  <a:pt x="492383" y="4626334"/>
                  <a:pt x="490581" y="4623799"/>
                  <a:pt x="486463" y="4624441"/>
                </a:cubicBezTo>
                <a:cubicBezTo>
                  <a:pt x="482131" y="4623710"/>
                  <a:pt x="478443" y="4627103"/>
                  <a:pt x="479086" y="4631227"/>
                </a:cubicBezTo>
                <a:cubicBezTo>
                  <a:pt x="478358" y="4635564"/>
                  <a:pt x="478787" y="4638314"/>
                  <a:pt x="479431" y="4642437"/>
                </a:cubicBezTo>
                <a:cubicBezTo>
                  <a:pt x="485824" y="4665377"/>
                  <a:pt x="480978" y="4670358"/>
                  <a:pt x="459231" y="4675162"/>
                </a:cubicBezTo>
                <a:cubicBezTo>
                  <a:pt x="440229" y="4679536"/>
                  <a:pt x="421096" y="4674076"/>
                  <a:pt x="402095" y="4678450"/>
                </a:cubicBezTo>
                <a:cubicBezTo>
                  <a:pt x="407241" y="4666382"/>
                  <a:pt x="411014" y="4654528"/>
                  <a:pt x="416160" y="4642460"/>
                </a:cubicBezTo>
                <a:cubicBezTo>
                  <a:pt x="416889" y="4638121"/>
                  <a:pt x="418776" y="4632194"/>
                  <a:pt x="414228" y="4630089"/>
                </a:cubicBezTo>
                <a:cubicBezTo>
                  <a:pt x="409682" y="4627982"/>
                  <a:pt x="404835" y="4632963"/>
                  <a:pt x="402519" y="4636141"/>
                </a:cubicBezTo>
                <a:cubicBezTo>
                  <a:pt x="399260" y="4642282"/>
                  <a:pt x="396001" y="4648424"/>
                  <a:pt x="389567" y="4652244"/>
                </a:cubicBezTo>
                <a:cubicBezTo>
                  <a:pt x="378286" y="4661046"/>
                  <a:pt x="372366" y="4659155"/>
                  <a:pt x="368848" y="4645622"/>
                </a:cubicBezTo>
                <a:cubicBezTo>
                  <a:pt x="364685" y="4627966"/>
                  <a:pt x="360138" y="4625861"/>
                  <a:pt x="342508" y="4630021"/>
                </a:cubicBezTo>
                <a:cubicBezTo>
                  <a:pt x="331742" y="4633111"/>
                  <a:pt x="326980" y="4629630"/>
                  <a:pt x="328009" y="4618204"/>
                </a:cubicBezTo>
                <a:cubicBezTo>
                  <a:pt x="328737" y="4613866"/>
                  <a:pt x="329681" y="4610903"/>
                  <a:pt x="330625" y="4607939"/>
                </a:cubicBezTo>
                <a:cubicBezTo>
                  <a:pt x="331867" y="4597888"/>
                  <a:pt x="328049" y="4591444"/>
                  <a:pt x="316854" y="4591784"/>
                </a:cubicBezTo>
                <a:cubicBezTo>
                  <a:pt x="290774" y="4595856"/>
                  <a:pt x="267823" y="4583950"/>
                  <a:pt x="243201" y="4579345"/>
                </a:cubicBezTo>
                <a:cubicBezTo>
                  <a:pt x="237281" y="4577454"/>
                  <a:pt x="232519" y="4573973"/>
                  <a:pt x="227544" y="4569117"/>
                </a:cubicBezTo>
                <a:cubicBezTo>
                  <a:pt x="213043" y="4557300"/>
                  <a:pt x="212270" y="4543340"/>
                  <a:pt x="227454" y="4532520"/>
                </a:cubicBezTo>
                <a:cubicBezTo>
                  <a:pt x="239892" y="4522129"/>
                  <a:pt x="252544" y="4513113"/>
                  <a:pt x="266785" y="4505257"/>
                </a:cubicBezTo>
                <a:cubicBezTo>
                  <a:pt x="311822" y="4478511"/>
                  <a:pt x="356429" y="4449017"/>
                  <a:pt x="397647" y="4415827"/>
                </a:cubicBezTo>
                <a:cubicBezTo>
                  <a:pt x="407769" y="4408614"/>
                  <a:pt x="419265" y="4401186"/>
                  <a:pt x="425998" y="4390278"/>
                </a:cubicBezTo>
                <a:cubicBezTo>
                  <a:pt x="451988" y="4349609"/>
                  <a:pt x="488360" y="4321401"/>
                  <a:pt x="531724" y="4301957"/>
                </a:cubicBezTo>
                <a:cubicBezTo>
                  <a:pt x="535628" y="4299939"/>
                  <a:pt x="540904" y="4297708"/>
                  <a:pt x="540260" y="4293584"/>
                </a:cubicBezTo>
                <a:cubicBezTo>
                  <a:pt x="539271" y="4278248"/>
                  <a:pt x="544202" y="4264805"/>
                  <a:pt x="546174" y="4250416"/>
                </a:cubicBezTo>
                <a:cubicBezTo>
                  <a:pt x="546259" y="4241954"/>
                  <a:pt x="545400" y="4236456"/>
                  <a:pt x="537679" y="4232029"/>
                </a:cubicBezTo>
                <a:cubicBezTo>
                  <a:pt x="531330" y="4227389"/>
                  <a:pt x="526698" y="4233743"/>
                  <a:pt x="523009" y="4237136"/>
                </a:cubicBezTo>
                <a:cubicBezTo>
                  <a:pt x="489168" y="4263541"/>
                  <a:pt x="455542" y="4291322"/>
                  <a:pt x="420328" y="4317942"/>
                </a:cubicBezTo>
                <a:cubicBezTo>
                  <a:pt x="382584" y="4346365"/>
                  <a:pt x="342608" y="4369504"/>
                  <a:pt x="296583" y="4380915"/>
                </a:cubicBezTo>
                <a:cubicBezTo>
                  <a:pt x="291093" y="4381772"/>
                  <a:pt x="283286" y="4385808"/>
                  <a:pt x="279897" y="4382111"/>
                </a:cubicBezTo>
                <a:cubicBezTo>
                  <a:pt x="276293" y="4377043"/>
                  <a:pt x="279338" y="4369526"/>
                  <a:pt x="281225" y="4363599"/>
                </a:cubicBezTo>
                <a:cubicBezTo>
                  <a:pt x="283540" y="4360422"/>
                  <a:pt x="284484" y="4357458"/>
                  <a:pt x="286800" y="4354280"/>
                </a:cubicBezTo>
                <a:cubicBezTo>
                  <a:pt x="289630" y="4345389"/>
                  <a:pt x="295420" y="4337445"/>
                  <a:pt x="295290" y="4327608"/>
                </a:cubicBezTo>
                <a:cubicBezTo>
                  <a:pt x="263505" y="4331163"/>
                  <a:pt x="232534" y="4321917"/>
                  <a:pt x="201608" y="4330971"/>
                </a:cubicBezTo>
                <a:cubicBezTo>
                  <a:pt x="194959" y="4333417"/>
                  <a:pt x="188825" y="4330150"/>
                  <a:pt x="194401" y="4320831"/>
                </a:cubicBezTo>
                <a:cubicBezTo>
                  <a:pt x="197659" y="4314690"/>
                  <a:pt x="197745" y="4306227"/>
                  <a:pt x="195299" y="4299569"/>
                </a:cubicBezTo>
                <a:cubicBezTo>
                  <a:pt x="185515" y="4272934"/>
                  <a:pt x="190532" y="4251029"/>
                  <a:pt x="206529" y="4227410"/>
                </a:cubicBezTo>
                <a:cubicBezTo>
                  <a:pt x="231576" y="4189703"/>
                  <a:pt x="250488" y="4148731"/>
                  <a:pt x="280510" y="4115882"/>
                </a:cubicBezTo>
                <a:cubicBezTo>
                  <a:pt x="301999" y="4091406"/>
                  <a:pt x="322328" y="4068517"/>
                  <a:pt x="340641" y="4041719"/>
                </a:cubicBezTo>
                <a:cubicBezTo>
                  <a:pt x="355695" y="4021064"/>
                  <a:pt x="374353" y="4005477"/>
                  <a:pt x="397772" y="3993372"/>
                </a:cubicBezTo>
                <a:cubicBezTo>
                  <a:pt x="413170" y="3983928"/>
                  <a:pt x="428354" y="3973108"/>
                  <a:pt x="438775" y="3958808"/>
                </a:cubicBezTo>
                <a:lnTo>
                  <a:pt x="454229" y="3945331"/>
                </a:lnTo>
                <a:lnTo>
                  <a:pt x="452054" y="3946288"/>
                </a:lnTo>
                <a:cubicBezTo>
                  <a:pt x="431552" y="3952005"/>
                  <a:pt x="416831" y="3944295"/>
                  <a:pt x="401034" y="3917768"/>
                </a:cubicBezTo>
                <a:cubicBezTo>
                  <a:pt x="390256" y="3898006"/>
                  <a:pt x="373924" y="3902070"/>
                  <a:pt x="363729" y="3922241"/>
                </a:cubicBezTo>
                <a:cubicBezTo>
                  <a:pt x="354611" y="3933862"/>
                  <a:pt x="352208" y="3948889"/>
                  <a:pt x="336375" y="3957104"/>
                </a:cubicBezTo>
                <a:cubicBezTo>
                  <a:pt x="312245" y="3913678"/>
                  <a:pt x="271205" y="3887019"/>
                  <a:pt x="237461" y="3851063"/>
                </a:cubicBezTo>
                <a:cubicBezTo>
                  <a:pt x="199072" y="3811454"/>
                  <a:pt x="177015" y="3767780"/>
                  <a:pt x="201631" y="3710087"/>
                </a:cubicBezTo>
                <a:cubicBezTo>
                  <a:pt x="212654" y="3679289"/>
                  <a:pt x="223677" y="3648492"/>
                  <a:pt x="237021" y="3619521"/>
                </a:cubicBezTo>
                <a:cubicBezTo>
                  <a:pt x="247216" y="3599349"/>
                  <a:pt x="264126" y="3582583"/>
                  <a:pt x="286177" y="3573623"/>
                </a:cubicBezTo>
                <a:cubicBezTo>
                  <a:pt x="289744" y="3585827"/>
                  <a:pt x="288666" y="3594378"/>
                  <a:pt x="294056" y="3604259"/>
                </a:cubicBezTo>
                <a:cubicBezTo>
                  <a:pt x="324978" y="3581602"/>
                  <a:pt x="335670" y="3565581"/>
                  <a:pt x="342050" y="3531130"/>
                </a:cubicBezTo>
                <a:cubicBezTo>
                  <a:pt x="348100" y="3511455"/>
                  <a:pt x="356720" y="3495683"/>
                  <a:pt x="377197" y="3491122"/>
                </a:cubicBezTo>
                <a:cubicBezTo>
                  <a:pt x="399746" y="3486312"/>
                  <a:pt x="419226" y="3473448"/>
                  <a:pt x="437132" y="3464985"/>
                </a:cubicBezTo>
                <a:cubicBezTo>
                  <a:pt x="456862" y="3454197"/>
                  <a:pt x="477338" y="3449635"/>
                  <a:pt x="496490" y="3451550"/>
                </a:cubicBezTo>
                <a:cubicBezTo>
                  <a:pt x="532719" y="3455626"/>
                  <a:pt x="546479" y="3447659"/>
                  <a:pt x="548714" y="3413705"/>
                </a:cubicBezTo>
                <a:cubicBezTo>
                  <a:pt x="549872" y="3388301"/>
                  <a:pt x="560814" y="3374356"/>
                  <a:pt x="580295" y="3361493"/>
                </a:cubicBezTo>
                <a:cubicBezTo>
                  <a:pt x="590409" y="3358174"/>
                  <a:pt x="600025" y="3350704"/>
                  <a:pt x="609641" y="3343235"/>
                </a:cubicBezTo>
                <a:cubicBezTo>
                  <a:pt x="662364" y="3309541"/>
                  <a:pt x="726612" y="3301836"/>
                  <a:pt x="782652" y="3278271"/>
                </a:cubicBezTo>
                <a:cubicBezTo>
                  <a:pt x="798735" y="3272132"/>
                  <a:pt x="815066" y="3268068"/>
                  <a:pt x="833967" y="3267906"/>
                </a:cubicBezTo>
                <a:cubicBezTo>
                  <a:pt x="886031" y="3263767"/>
                  <a:pt x="901118" y="3249325"/>
                  <a:pt x="911723" y="3197524"/>
                </a:cubicBezTo>
                <a:cubicBezTo>
                  <a:pt x="915452" y="3176022"/>
                  <a:pt x="923823" y="3158175"/>
                  <a:pt x="938909" y="3143733"/>
                </a:cubicBezTo>
                <a:cubicBezTo>
                  <a:pt x="963365" y="3119746"/>
                  <a:pt x="971568" y="3082969"/>
                  <a:pt x="959543" y="3052831"/>
                </a:cubicBezTo>
                <a:cubicBezTo>
                  <a:pt x="956724" y="3046853"/>
                  <a:pt x="954153" y="3042950"/>
                  <a:pt x="947935" y="3043696"/>
                </a:cubicBezTo>
                <a:cubicBezTo>
                  <a:pt x="941469" y="3042366"/>
                  <a:pt x="935749" y="3047263"/>
                  <a:pt x="936496" y="3053490"/>
                </a:cubicBezTo>
                <a:cubicBezTo>
                  <a:pt x="935171" y="3059965"/>
                  <a:pt x="935668" y="3064116"/>
                  <a:pt x="936416" y="3070342"/>
                </a:cubicBezTo>
                <a:cubicBezTo>
                  <a:pt x="944792" y="3105130"/>
                  <a:pt x="937249" y="3112350"/>
                  <a:pt x="904336" y="3118403"/>
                </a:cubicBezTo>
                <a:cubicBezTo>
                  <a:pt x="875570" y="3123960"/>
                  <a:pt x="847133" y="3114737"/>
                  <a:pt x="818366" y="3120292"/>
                </a:cubicBezTo>
                <a:cubicBezTo>
                  <a:pt x="826738" y="3102445"/>
                  <a:pt x="833036" y="3084847"/>
                  <a:pt x="841408" y="3066999"/>
                </a:cubicBezTo>
                <a:cubicBezTo>
                  <a:pt x="842733" y="3060524"/>
                  <a:pt x="845883" y="3051725"/>
                  <a:pt x="839167" y="3048319"/>
                </a:cubicBezTo>
                <a:cubicBezTo>
                  <a:pt x="832451" y="3044914"/>
                  <a:pt x="824909" y="3052135"/>
                  <a:pt x="821261" y="3056784"/>
                </a:cubicBezTo>
                <a:cubicBezTo>
                  <a:pt x="816040" y="3065831"/>
                  <a:pt x="810817" y="3074879"/>
                  <a:pt x="800952" y="3080273"/>
                </a:cubicBezTo>
                <a:cubicBezTo>
                  <a:pt x="783545" y="3092888"/>
                  <a:pt x="774756" y="3089731"/>
                  <a:pt x="770194" y="3069225"/>
                </a:cubicBezTo>
                <a:cubicBezTo>
                  <a:pt x="764886" y="3042491"/>
                  <a:pt x="758170" y="3039085"/>
                  <a:pt x="731476" y="3044392"/>
                </a:cubicBezTo>
                <a:cubicBezTo>
                  <a:pt x="715144" y="3048456"/>
                  <a:pt x="708180" y="3042975"/>
                  <a:pt x="710333" y="3025874"/>
                </a:cubicBezTo>
                <a:cubicBezTo>
                  <a:pt x="711660" y="3019398"/>
                  <a:pt x="713234" y="3014999"/>
                  <a:pt x="714809" y="3010599"/>
                </a:cubicBezTo>
                <a:cubicBezTo>
                  <a:pt x="717211" y="2995574"/>
                  <a:pt x="711822" y="2985693"/>
                  <a:pt x="694992" y="2985605"/>
                </a:cubicBezTo>
                <a:cubicBezTo>
                  <a:pt x="655615" y="2990328"/>
                  <a:pt x="621788" y="2971226"/>
                  <a:pt x="585061" y="2962997"/>
                </a:cubicBezTo>
                <a:cubicBezTo>
                  <a:pt x="576273" y="2959841"/>
                  <a:pt x="569307" y="2954360"/>
                  <a:pt x="562094" y="2946803"/>
                </a:cubicBezTo>
                <a:cubicBezTo>
                  <a:pt x="540952" y="2928285"/>
                  <a:pt x="540535" y="2907282"/>
                  <a:pt x="563912" y="2891845"/>
                </a:cubicBezTo>
                <a:cubicBezTo>
                  <a:pt x="583144" y="2876905"/>
                  <a:pt x="602625" y="2864042"/>
                  <a:pt x="624428" y="2853006"/>
                </a:cubicBezTo>
                <a:cubicBezTo>
                  <a:pt x="693482" y="2815248"/>
                  <a:pt x="762038" y="2773339"/>
                  <a:pt x="825702" y="2725701"/>
                </a:cubicBezTo>
                <a:cubicBezTo>
                  <a:pt x="841288" y="2715410"/>
                  <a:pt x="858944" y="2704870"/>
                  <a:pt x="869638" y="2688850"/>
                </a:cubicBezTo>
                <a:cubicBezTo>
                  <a:pt x="910834" y="2629168"/>
                  <a:pt x="966955" y="2588751"/>
                  <a:pt x="1033108" y="2561868"/>
                </a:cubicBezTo>
                <a:cubicBezTo>
                  <a:pt x="1039077" y="2559047"/>
                  <a:pt x="1047119" y="2555977"/>
                  <a:pt x="1046372" y="2549750"/>
                </a:cubicBezTo>
                <a:cubicBezTo>
                  <a:pt x="1045706" y="2526671"/>
                  <a:pt x="1053828" y="2506748"/>
                  <a:pt x="1057557" y="2485247"/>
                </a:cubicBezTo>
                <a:cubicBezTo>
                  <a:pt x="1058136" y="2472544"/>
                  <a:pt x="1057140" y="2464242"/>
                  <a:pt x="1045781" y="2457183"/>
                </a:cubicBezTo>
                <a:cubicBezTo>
                  <a:pt x="1036495" y="2449876"/>
                  <a:pt x="1029201" y="2459172"/>
                  <a:pt x="1023481" y="2464069"/>
                </a:cubicBezTo>
                <a:cubicBezTo>
                  <a:pt x="971256" y="2501914"/>
                  <a:pt x="919280" y="2541834"/>
                  <a:pt x="864983" y="2579927"/>
                </a:cubicBezTo>
                <a:cubicBezTo>
                  <a:pt x="806790" y="2620594"/>
                  <a:pt x="745528" y="2653206"/>
                  <a:pt x="675808" y="2667884"/>
                </a:cubicBezTo>
                <a:cubicBezTo>
                  <a:pt x="667517" y="2668878"/>
                  <a:pt x="655580" y="2674520"/>
                  <a:pt x="650688" y="2668791"/>
                </a:cubicBezTo>
                <a:cubicBezTo>
                  <a:pt x="645547" y="2660986"/>
                  <a:pt x="650520" y="2649863"/>
                  <a:pt x="653669" y="2641063"/>
                </a:cubicBezTo>
                <a:cubicBezTo>
                  <a:pt x="657317" y="2636415"/>
                  <a:pt x="658891" y="2632016"/>
                  <a:pt x="662539" y="2627367"/>
                </a:cubicBezTo>
                <a:cubicBezTo>
                  <a:pt x="667263" y="2614167"/>
                  <a:pt x="676381" y="2602546"/>
                  <a:pt x="676711" y="2587770"/>
                </a:cubicBezTo>
                <a:cubicBezTo>
                  <a:pt x="628794" y="2591412"/>
                  <a:pt x="582780" y="2575876"/>
                  <a:pt x="535859" y="2587820"/>
                </a:cubicBezTo>
                <a:cubicBezTo>
                  <a:pt x="525745" y="2591137"/>
                  <a:pt x="516708" y="2585905"/>
                  <a:pt x="525577" y="2572209"/>
                </a:cubicBezTo>
                <a:cubicBezTo>
                  <a:pt x="530800" y="2563161"/>
                  <a:pt x="531378" y="2550460"/>
                  <a:pt x="528062" y="2540330"/>
                </a:cubicBezTo>
                <a:cubicBezTo>
                  <a:pt x="514792" y="2499813"/>
                  <a:pt x="523492" y="2467188"/>
                  <a:pt x="548774" y="2432575"/>
                </a:cubicBezTo>
                <a:cubicBezTo>
                  <a:pt x="588396" y="2377293"/>
                  <a:pt x="618981" y="2316779"/>
                  <a:pt x="665816" y="2269053"/>
                </a:cubicBezTo>
                <a:cubicBezTo>
                  <a:pt x="699388" y="2233446"/>
                  <a:pt x="731136" y="2200163"/>
                  <a:pt x="760066" y="2160900"/>
                </a:cubicBezTo>
                <a:cubicBezTo>
                  <a:pt x="783772" y="2130687"/>
                  <a:pt x="812621" y="2108278"/>
                  <a:pt x="848432" y="2091351"/>
                </a:cubicBezTo>
                <a:cubicBezTo>
                  <a:pt x="872059" y="2077990"/>
                  <a:pt x="895436" y="2062554"/>
                  <a:pt x="911849" y="2041636"/>
                </a:cubicBezTo>
                <a:cubicBezTo>
                  <a:pt x="950642" y="1996981"/>
                  <a:pt x="996070" y="1972584"/>
                  <a:pt x="1054351" y="1967699"/>
                </a:cubicBezTo>
                <a:cubicBezTo>
                  <a:pt x="1099946" y="1962231"/>
                  <a:pt x="1135262" y="1941152"/>
                  <a:pt x="1157475" y="1898485"/>
                </a:cubicBezTo>
                <a:cubicBezTo>
                  <a:pt x="1171068" y="1871590"/>
                  <a:pt x="1186734" y="1844446"/>
                  <a:pt x="1202150" y="1815227"/>
                </a:cubicBezTo>
                <a:cubicBezTo>
                  <a:pt x="1223038" y="1779035"/>
                  <a:pt x="1243926" y="1742843"/>
                  <a:pt x="1276173" y="1713711"/>
                </a:cubicBezTo>
                <a:cubicBezTo>
                  <a:pt x="1283965" y="1708565"/>
                  <a:pt x="1288109" y="1708069"/>
                  <a:pt x="1295075" y="1713550"/>
                </a:cubicBezTo>
                <a:cubicBezTo>
                  <a:pt x="1313397" y="1726089"/>
                  <a:pt x="1331222" y="1734479"/>
                  <a:pt x="1350871" y="1740544"/>
                </a:cubicBezTo>
                <a:cubicBezTo>
                  <a:pt x="1385277" y="1746944"/>
                  <a:pt x="1409151" y="1735659"/>
                  <a:pt x="1426641" y="1706192"/>
                </a:cubicBezTo>
                <a:cubicBezTo>
                  <a:pt x="1433188" y="1690668"/>
                  <a:pt x="1437664" y="1675394"/>
                  <a:pt x="1442139" y="1660119"/>
                </a:cubicBezTo>
                <a:cubicBezTo>
                  <a:pt x="1454487" y="1622847"/>
                  <a:pt x="1468248" y="1614879"/>
                  <a:pt x="1503897" y="1631658"/>
                </a:cubicBezTo>
                <a:cubicBezTo>
                  <a:pt x="1503897" y="1631658"/>
                  <a:pt x="1505722" y="1629333"/>
                  <a:pt x="1507794" y="1629086"/>
                </a:cubicBezTo>
                <a:cubicBezTo>
                  <a:pt x="1509120" y="1622609"/>
                  <a:pt x="1510694" y="1618210"/>
                  <a:pt x="1512020" y="1611735"/>
                </a:cubicBezTo>
                <a:cubicBezTo>
                  <a:pt x="1518899" y="1581434"/>
                  <a:pt x="1526441" y="1574213"/>
                  <a:pt x="1553055" y="1585759"/>
                </a:cubicBezTo>
                <a:cubicBezTo>
                  <a:pt x="1601639" y="1605197"/>
                  <a:pt x="1648809" y="1595329"/>
                  <a:pt x="1694983" y="1577158"/>
                </a:cubicBezTo>
                <a:cubicBezTo>
                  <a:pt x="1744806" y="1554340"/>
                  <a:pt x="1785591" y="1526288"/>
                  <a:pt x="1799845" y="1469839"/>
                </a:cubicBezTo>
                <a:cubicBezTo>
                  <a:pt x="1804071" y="1452488"/>
                  <a:pt x="1812443" y="1434641"/>
                  <a:pt x="1823136" y="1418621"/>
                </a:cubicBezTo>
                <a:cubicBezTo>
                  <a:pt x="1842448" y="1386829"/>
                  <a:pt x="1872541" y="1374798"/>
                  <a:pt x="1908770" y="1378875"/>
                </a:cubicBezTo>
                <a:cubicBezTo>
                  <a:pt x="1927921" y="1380789"/>
                  <a:pt x="1942179" y="1376973"/>
                  <a:pt x="1955443" y="1364855"/>
                </a:cubicBezTo>
                <a:cubicBezTo>
                  <a:pt x="1976249" y="1345517"/>
                  <a:pt x="1997304" y="1328254"/>
                  <a:pt x="2018857" y="1315141"/>
                </a:cubicBezTo>
                <a:cubicBezTo>
                  <a:pt x="2085840" y="1277632"/>
                  <a:pt x="2147680" y="1232318"/>
                  <a:pt x="2202060" y="1177371"/>
                </a:cubicBezTo>
                <a:cubicBezTo>
                  <a:pt x="2222616" y="1155957"/>
                  <a:pt x="2248066" y="1140273"/>
                  <a:pt x="2279154" y="1136543"/>
                </a:cubicBezTo>
                <a:cubicBezTo>
                  <a:pt x="2330720" y="1128254"/>
                  <a:pt x="2369184" y="1098375"/>
                  <a:pt x="2402507" y="1060693"/>
                </a:cubicBezTo>
                <a:cubicBezTo>
                  <a:pt x="2415521" y="1046499"/>
                  <a:pt x="2430857" y="1034133"/>
                  <a:pt x="2451582" y="1031647"/>
                </a:cubicBezTo>
                <a:cubicBezTo>
                  <a:pt x="2459872" y="1030652"/>
                  <a:pt x="2465841" y="1027832"/>
                  <a:pt x="2471312" y="1020859"/>
                </a:cubicBezTo>
                <a:cubicBezTo>
                  <a:pt x="2508033" y="976452"/>
                  <a:pt x="2559430" y="949234"/>
                  <a:pt x="2614144" y="932145"/>
                </a:cubicBezTo>
                <a:cubicBezTo>
                  <a:pt x="2630227" y="926005"/>
                  <a:pt x="2644734" y="924265"/>
                  <a:pt x="2654767" y="937800"/>
                </a:cubicBezTo>
                <a:cubicBezTo>
                  <a:pt x="2669442" y="954988"/>
                  <a:pt x="2648965" y="959549"/>
                  <a:pt x="2643744" y="968598"/>
                </a:cubicBezTo>
                <a:cubicBezTo>
                  <a:pt x="2639021" y="981796"/>
                  <a:pt x="2627083" y="987438"/>
                  <a:pt x="2611828" y="982952"/>
                </a:cubicBezTo>
                <a:cubicBezTo>
                  <a:pt x="2583392" y="973731"/>
                  <a:pt x="2583392" y="973731"/>
                  <a:pt x="2571871" y="1000377"/>
                </a:cubicBezTo>
                <a:cubicBezTo>
                  <a:pt x="2568721" y="1009176"/>
                  <a:pt x="2563499" y="1018224"/>
                  <a:pt x="2558277" y="1027272"/>
                </a:cubicBezTo>
                <a:cubicBezTo>
                  <a:pt x="2556702" y="1031672"/>
                  <a:pt x="2555378" y="1038147"/>
                  <a:pt x="2560020" y="1041801"/>
                </a:cubicBezTo>
                <a:cubicBezTo>
                  <a:pt x="2564663" y="1045455"/>
                  <a:pt x="2569306" y="1049109"/>
                  <a:pt x="2575025" y="1044212"/>
                </a:cubicBezTo>
                <a:cubicBezTo>
                  <a:pt x="2588786" y="1036246"/>
                  <a:pt x="2604290" y="1042808"/>
                  <a:pt x="2616974" y="1043392"/>
                </a:cubicBezTo>
                <a:cubicBezTo>
                  <a:pt x="2629659" y="1043976"/>
                  <a:pt x="2644416" y="1044311"/>
                  <a:pt x="2654032" y="1036841"/>
                </a:cubicBezTo>
                <a:cubicBezTo>
                  <a:pt x="2707582" y="992522"/>
                  <a:pt x="2772659" y="974190"/>
                  <a:pt x="2838482" y="962085"/>
                </a:cubicBezTo>
                <a:cubicBezTo>
                  <a:pt x="2858959" y="957523"/>
                  <a:pt x="2872969" y="951632"/>
                  <a:pt x="2881091" y="931710"/>
                </a:cubicBezTo>
                <a:cubicBezTo>
                  <a:pt x="2885567" y="916434"/>
                  <a:pt x="2893857" y="915441"/>
                  <a:pt x="2905713" y="926651"/>
                </a:cubicBezTo>
                <a:cubicBezTo>
                  <a:pt x="2913175" y="936283"/>
                  <a:pt x="2922462" y="943591"/>
                  <a:pt x="2936223" y="935624"/>
                </a:cubicBezTo>
                <a:cubicBezTo>
                  <a:pt x="2951807" y="925333"/>
                  <a:pt x="2965071" y="913216"/>
                  <a:pt x="2971618" y="897692"/>
                </a:cubicBezTo>
                <a:cubicBezTo>
                  <a:pt x="2976343" y="884493"/>
                  <a:pt x="2984134" y="879348"/>
                  <a:pt x="2998643" y="877608"/>
                </a:cubicBezTo>
                <a:cubicBezTo>
                  <a:pt x="3004860" y="876862"/>
                  <a:pt x="3011078" y="876116"/>
                  <a:pt x="3017047" y="873296"/>
                </a:cubicBezTo>
                <a:cubicBezTo>
                  <a:pt x="3055181" y="858195"/>
                  <a:pt x="3093315" y="843094"/>
                  <a:pt x="3133770" y="829820"/>
                </a:cubicBezTo>
                <a:cubicBezTo>
                  <a:pt x="3150101" y="825756"/>
                  <a:pt x="3164111" y="819866"/>
                  <a:pt x="3172731" y="804093"/>
                </a:cubicBezTo>
                <a:cubicBezTo>
                  <a:pt x="3180026" y="794797"/>
                  <a:pt x="3187818" y="789652"/>
                  <a:pt x="3199176" y="796711"/>
                </a:cubicBezTo>
                <a:cubicBezTo>
                  <a:pt x="3228609" y="814235"/>
                  <a:pt x="3255054" y="806853"/>
                  <a:pt x="3285395" y="796897"/>
                </a:cubicBezTo>
                <a:cubicBezTo>
                  <a:pt x="3361912" y="768771"/>
                  <a:pt x="3437601" y="751272"/>
                  <a:pt x="3519095" y="764657"/>
                </a:cubicBezTo>
                <a:cubicBezTo>
                  <a:pt x="3549107" y="769479"/>
                  <a:pt x="3578372" y="768076"/>
                  <a:pt x="3606641" y="758369"/>
                </a:cubicBezTo>
                <a:cubicBezTo>
                  <a:pt x="3653314" y="744350"/>
                  <a:pt x="3700235" y="732406"/>
                  <a:pt x="3747656" y="724613"/>
                </a:cubicBezTo>
                <a:cubicBezTo>
                  <a:pt x="3811655" y="714832"/>
                  <a:pt x="3876153" y="709201"/>
                  <a:pt x="3937913" y="680740"/>
                </a:cubicBezTo>
                <a:cubicBezTo>
                  <a:pt x="3987486" y="655846"/>
                  <a:pt x="4040626" y="643157"/>
                  <a:pt x="4096087" y="632294"/>
                </a:cubicBezTo>
                <a:cubicBezTo>
                  <a:pt x="4147653" y="624004"/>
                  <a:pt x="4199466" y="617790"/>
                  <a:pt x="4249536" y="597046"/>
                </a:cubicBezTo>
                <a:cubicBezTo>
                  <a:pt x="4285599" y="582194"/>
                  <a:pt x="4322406" y="573569"/>
                  <a:pt x="4359214" y="564943"/>
                </a:cubicBezTo>
                <a:cubicBezTo>
                  <a:pt x="4513411" y="535923"/>
                  <a:pt x="4664291" y="496773"/>
                  <a:pt x="4813595" y="462023"/>
                </a:cubicBezTo>
                <a:cubicBezTo>
                  <a:pt x="4978981" y="421134"/>
                  <a:pt x="5142048" y="378416"/>
                  <a:pt x="5307933" y="341677"/>
                </a:cubicBezTo>
                <a:cubicBezTo>
                  <a:pt x="5465528" y="305933"/>
                  <a:pt x="5623869" y="276416"/>
                  <a:pt x="5783456" y="257275"/>
                </a:cubicBezTo>
                <a:cubicBezTo>
                  <a:pt x="5905737" y="242610"/>
                  <a:pt x="6027270" y="221718"/>
                  <a:pt x="6148305" y="196674"/>
                </a:cubicBezTo>
                <a:cubicBezTo>
                  <a:pt x="6240575" y="177186"/>
                  <a:pt x="6332844" y="157698"/>
                  <a:pt x="6425610" y="142361"/>
                </a:cubicBezTo>
                <a:cubicBezTo>
                  <a:pt x="6491683" y="132331"/>
                  <a:pt x="6557756" y="122302"/>
                  <a:pt x="6625653" y="109948"/>
                </a:cubicBezTo>
                <a:cubicBezTo>
                  <a:pt x="6667103" y="104977"/>
                  <a:pt x="6710627" y="99756"/>
                  <a:pt x="6751829" y="92709"/>
                </a:cubicBezTo>
                <a:cubicBezTo>
                  <a:pt x="6766336" y="90969"/>
                  <a:pt x="6778772" y="89478"/>
                  <a:pt x="6791208" y="87987"/>
                </a:cubicBezTo>
                <a:cubicBezTo>
                  <a:pt x="6795352" y="87489"/>
                  <a:pt x="6797674" y="89316"/>
                  <a:pt x="6799747" y="89067"/>
                </a:cubicBezTo>
                <a:cubicBezTo>
                  <a:pt x="6997883" y="75830"/>
                  <a:pt x="7193531" y="41839"/>
                  <a:pt x="7392414" y="34830"/>
                </a:cubicBezTo>
                <a:cubicBezTo>
                  <a:pt x="7444726" y="32766"/>
                  <a:pt x="7496540" y="26552"/>
                  <a:pt x="7549100" y="26564"/>
                </a:cubicBezTo>
                <a:cubicBezTo>
                  <a:pt x="7664585" y="25347"/>
                  <a:pt x="7777498" y="20225"/>
                  <a:pt x="7892234" y="12781"/>
                </a:cubicBezTo>
                <a:cubicBezTo>
                  <a:pt x="7981852" y="6243"/>
                  <a:pt x="8071469" y="-294"/>
                  <a:pt x="8162580" y="5622"/>
                </a:cubicBezTo>
                <a:cubicBezTo>
                  <a:pt x="8247474" y="12283"/>
                  <a:pt x="8331870" y="14793"/>
                  <a:pt x="8414274" y="699"/>
                </a:cubicBezTo>
                <a:cubicBezTo>
                  <a:pt x="8418419" y="203"/>
                  <a:pt x="8422046" y="-233"/>
                  <a:pt x="8425507" y="1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0452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09" y="1131590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latin typeface="Meiryo UI" panose="020B0604030504040204" pitchFamily="50" charset="-128"/>
            </a:endParaRPr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  <a:latin typeface="Meiryo UI" panose="020B0604030504040204" pitchFamily="50" charset="-128"/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6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  <a:latin typeface="Meiryo UI" panose="020B0604030504040204" pitchFamily="50" charset="-128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3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2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3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Meiryo UI" panose="020B0604030504040204" pitchFamily="50" charset="-128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Meiryo UI" panose="020B0604030504040204" pitchFamily="50" charset="-128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8986015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695950" y="2886075"/>
            <a:ext cx="6496050" cy="6774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695950" y="3563491"/>
            <a:ext cx="649605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Meiryo UI" panose="020B0604030504040204" pitchFamily="50" charset="-128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sp>
        <p:nvSpPr>
          <p:cNvPr id="8" name="Freeform 7"/>
          <p:cNvSpPr/>
          <p:nvPr userDrawn="1"/>
        </p:nvSpPr>
        <p:spPr>
          <a:xfrm rot="1069892">
            <a:off x="5427588" y="-144026"/>
            <a:ext cx="560222" cy="2425198"/>
          </a:xfrm>
          <a:custGeom>
            <a:avLst/>
            <a:gdLst>
              <a:gd name="connsiteX0" fmla="*/ 0 w 560222"/>
              <a:gd name="connsiteY0" fmla="*/ 180207 h 2425198"/>
              <a:gd name="connsiteX1" fmla="*/ 560222 w 560222"/>
              <a:gd name="connsiteY1" fmla="*/ 0 h 2425198"/>
              <a:gd name="connsiteX2" fmla="*/ 560222 w 560222"/>
              <a:gd name="connsiteY2" fmla="*/ 2244990 h 2425198"/>
              <a:gd name="connsiteX3" fmla="*/ 0 w 560222"/>
              <a:gd name="connsiteY3" fmla="*/ 2425198 h 2425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0222" h="2425198">
                <a:moveTo>
                  <a:pt x="0" y="180207"/>
                </a:moveTo>
                <a:lnTo>
                  <a:pt x="560222" y="0"/>
                </a:lnTo>
                <a:lnTo>
                  <a:pt x="560222" y="2244990"/>
                </a:lnTo>
                <a:lnTo>
                  <a:pt x="0" y="242519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eiryo UI" panose="020B0604030504040204" pitchFamily="50" charset="-128"/>
            </a:endParaRPr>
          </a:p>
        </p:txBody>
      </p:sp>
      <p:sp>
        <p:nvSpPr>
          <p:cNvPr id="21" name="Freeform 20"/>
          <p:cNvSpPr/>
          <p:nvPr userDrawn="1"/>
        </p:nvSpPr>
        <p:spPr>
          <a:xfrm>
            <a:off x="10085998" y="-1268"/>
            <a:ext cx="2106002" cy="6859268"/>
          </a:xfrm>
          <a:custGeom>
            <a:avLst/>
            <a:gdLst>
              <a:gd name="connsiteX0" fmla="*/ 2106002 w 2106002"/>
              <a:gd name="connsiteY0" fmla="*/ 0 h 6859268"/>
              <a:gd name="connsiteX1" fmla="*/ 2106002 w 2106002"/>
              <a:gd name="connsiteY1" fmla="*/ 6859268 h 6859268"/>
              <a:gd name="connsiteX2" fmla="*/ 0 w 2106002"/>
              <a:gd name="connsiteY2" fmla="*/ 6859268 h 6859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6002" h="6859268">
                <a:moveTo>
                  <a:pt x="2106002" y="0"/>
                </a:moveTo>
                <a:lnTo>
                  <a:pt x="2106002" y="6859268"/>
                </a:lnTo>
                <a:lnTo>
                  <a:pt x="0" y="6859268"/>
                </a:lnTo>
                <a:close/>
              </a:path>
            </a:pathLst>
          </a:custGeom>
          <a:solidFill>
            <a:schemeClr val="accent1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eiryo UI" panose="020B0604030504040204" pitchFamily="50" charset="-128"/>
            </a:endParaRPr>
          </a:p>
        </p:txBody>
      </p:sp>
      <p:sp>
        <p:nvSpPr>
          <p:cNvPr id="22" name="Freeform 21"/>
          <p:cNvSpPr/>
          <p:nvPr userDrawn="1"/>
        </p:nvSpPr>
        <p:spPr>
          <a:xfrm>
            <a:off x="11484280" y="4552950"/>
            <a:ext cx="707720" cy="2305050"/>
          </a:xfrm>
          <a:custGeom>
            <a:avLst/>
            <a:gdLst>
              <a:gd name="connsiteX0" fmla="*/ 2106002 w 2106002"/>
              <a:gd name="connsiteY0" fmla="*/ 0 h 6859268"/>
              <a:gd name="connsiteX1" fmla="*/ 2106002 w 2106002"/>
              <a:gd name="connsiteY1" fmla="*/ 6859268 h 6859268"/>
              <a:gd name="connsiteX2" fmla="*/ 0 w 2106002"/>
              <a:gd name="connsiteY2" fmla="*/ 6859268 h 6859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6002" h="6859268">
                <a:moveTo>
                  <a:pt x="2106002" y="0"/>
                </a:moveTo>
                <a:lnTo>
                  <a:pt x="2106002" y="6859268"/>
                </a:lnTo>
                <a:lnTo>
                  <a:pt x="0" y="685926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7434525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4499CCF2-AB2E-46D3-8853-C8564E55540B}" type="datetimeFigureOut">
              <a:rPr kumimoji="1" lang="ja-JP" altLang="en-US" smtClean="0"/>
              <a:pPr/>
              <a:t>2019/5/9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5171BEA9-A5F1-4E4B-A8F4-6C845932369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11540064" y="6441015"/>
            <a:ext cx="53340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171BEA9-A5F1-4E4B-A8F4-6C845932369B}" type="slidenum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pPr/>
              <a:t>‹#›</a:t>
            </a:fld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43839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1046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5" r:id="rId2"/>
    <p:sldLayoutId id="2147483710" r:id="rId3"/>
    <p:sldLayoutId id="2147483713" r:id="rId4"/>
    <p:sldLayoutId id="2147483714" r:id="rId5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017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54" r:id="rId2"/>
    <p:sldLayoutId id="2147483690" r:id="rId3"/>
    <p:sldLayoutId id="2147483688" r:id="rId4"/>
    <p:sldLayoutId id="2147483689" r:id="rId5"/>
    <p:sldLayoutId id="2147483698" r:id="rId6"/>
    <p:sldLayoutId id="2147483701" r:id="rId7"/>
    <p:sldLayoutId id="2147483693" r:id="rId8"/>
    <p:sldLayoutId id="2147483691" r:id="rId9"/>
    <p:sldLayoutId id="2147483697" r:id="rId10"/>
    <p:sldLayoutId id="2147483709" r:id="rId11"/>
    <p:sldLayoutId id="2147483708" r:id="rId12"/>
    <p:sldLayoutId id="2147483687" r:id="rId13"/>
    <p:sldLayoutId id="2147483711" r:id="rId14"/>
    <p:sldLayoutId id="2147483712" r:id="rId15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gif"/><Relationship Id="rId3" Type="http://schemas.openxmlformats.org/officeDocument/2006/relationships/diagramLayout" Target="../diagrams/layout1.xml"/><Relationship Id="rId7" Type="http://schemas.openxmlformats.org/officeDocument/2006/relationships/image" Target="../media/image2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gif"/><Relationship Id="rId2" Type="http://schemas.openxmlformats.org/officeDocument/2006/relationships/image" Target="../media/image29.gif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hyperlink" Target="https://developer.cybozu.io/hc/ja/articles/360000361686" TargetMode="External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50.png"/><Relationship Id="rId7" Type="http://schemas.openxmlformats.org/officeDocument/2006/relationships/image" Target="../media/image26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4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7.png"/><Relationship Id="rId4" Type="http://schemas.openxmlformats.org/officeDocument/2006/relationships/image" Target="../media/image59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5">
            <a:extLst>
              <a:ext uri="{FF2B5EF4-FFF2-40B4-BE49-F238E27FC236}">
                <a16:creationId xmlns:a16="http://schemas.microsoft.com/office/drawing/2014/main" id="{B4B9783B-0D09-41B0-8C85-F7FBAACF46A8}"/>
              </a:ext>
            </a:extLst>
          </p:cNvPr>
          <p:cNvSpPr/>
          <p:nvPr/>
        </p:nvSpPr>
        <p:spPr>
          <a:xfrm rot="16200000">
            <a:off x="1613742" y="-1272337"/>
            <a:ext cx="2935196" cy="5781678"/>
          </a:xfrm>
          <a:prstGeom prst="roundRect">
            <a:avLst>
              <a:gd name="adj" fmla="val 10715"/>
            </a:avLst>
          </a:prstGeom>
          <a:noFill/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微软雅黑" panose="020B0503020204020204" pitchFamily="34" charset="-122"/>
            </a:endParaRPr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816555B3-30CA-4E23-9136-3EC402C8CEBF}"/>
              </a:ext>
            </a:extLst>
          </p:cNvPr>
          <p:cNvSpPr/>
          <p:nvPr/>
        </p:nvSpPr>
        <p:spPr>
          <a:xfrm>
            <a:off x="190500" y="3297362"/>
            <a:ext cx="11782424" cy="3351087"/>
          </a:xfrm>
          <a:prstGeom prst="roundRect">
            <a:avLst>
              <a:gd name="adj" fmla="val 10715"/>
            </a:avLst>
          </a:prstGeom>
          <a:noFill/>
          <a:ln w="635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微软雅黑" panose="020B0503020204020204" pitchFamily="34" charset="-122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E72EFBA-4372-4AE3-920B-704CE2DAD4EA}"/>
              </a:ext>
            </a:extLst>
          </p:cNvPr>
          <p:cNvSpPr/>
          <p:nvPr/>
        </p:nvSpPr>
        <p:spPr>
          <a:xfrm>
            <a:off x="6267451" y="150903"/>
            <a:ext cx="5705474" cy="2935197"/>
          </a:xfrm>
          <a:prstGeom prst="roundRect">
            <a:avLst>
              <a:gd name="adj" fmla="val 10715"/>
            </a:avLst>
          </a:prstGeom>
          <a:noFill/>
          <a:ln w="635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微软雅黑" panose="020B0503020204020204" pitchFamily="34" charset="-122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16DC08-8F9C-45C4-A809-A6B403ED7564}"/>
              </a:ext>
            </a:extLst>
          </p:cNvPr>
          <p:cNvSpPr txBox="1"/>
          <p:nvPr/>
        </p:nvSpPr>
        <p:spPr>
          <a:xfrm>
            <a:off x="1741378" y="429336"/>
            <a:ext cx="26799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本次课题</a:t>
            </a:r>
            <a:endParaRPr lang="ko-KR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+mj-ea"/>
              <a:cs typeface="Arial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55CB369-C218-4729-80DA-7B43F5968EC5}"/>
              </a:ext>
            </a:extLst>
          </p:cNvPr>
          <p:cNvSpPr txBox="1"/>
          <p:nvPr/>
        </p:nvSpPr>
        <p:spPr>
          <a:xfrm>
            <a:off x="4910710" y="3620977"/>
            <a:ext cx="24634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开课前准备</a:t>
            </a:r>
            <a:endParaRPr lang="en-US" altLang="ko-KR" sz="32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Rectangle 23">
            <a:extLst>
              <a:ext uri="{FF2B5EF4-FFF2-40B4-BE49-F238E27FC236}">
                <a16:creationId xmlns:a16="http://schemas.microsoft.com/office/drawing/2014/main" id="{1B6F4B7A-1933-4333-BF29-C6C24E2F8EC2}"/>
              </a:ext>
            </a:extLst>
          </p:cNvPr>
          <p:cNvSpPr/>
          <p:nvPr/>
        </p:nvSpPr>
        <p:spPr>
          <a:xfrm>
            <a:off x="404407" y="506718"/>
            <a:ext cx="731029" cy="430009"/>
          </a:xfrm>
          <a:custGeom>
            <a:avLst/>
            <a:gdLst/>
            <a:ahLst/>
            <a:cxnLst/>
            <a:rect l="l" t="t" r="r" b="b"/>
            <a:pathLst>
              <a:path w="4529836" h="2664566">
                <a:moveTo>
                  <a:pt x="1861969" y="0"/>
                </a:moveTo>
                <a:cubicBezTo>
                  <a:pt x="2177122" y="0"/>
                  <a:pt x="2455874" y="155855"/>
                  <a:pt x="2611443" y="404565"/>
                </a:cubicBezTo>
                <a:cubicBezTo>
                  <a:pt x="2709453" y="315054"/>
                  <a:pt x="2840684" y="266178"/>
                  <a:pt x="2983336" y="266178"/>
                </a:cubicBezTo>
                <a:cubicBezTo>
                  <a:pt x="3293144" y="266178"/>
                  <a:pt x="3549108" y="496718"/>
                  <a:pt x="3578241" y="797044"/>
                </a:cubicBezTo>
                <a:cubicBezTo>
                  <a:pt x="3583592" y="793823"/>
                  <a:pt x="3589010" y="793774"/>
                  <a:pt x="3594440" y="793774"/>
                </a:cubicBezTo>
                <a:cubicBezTo>
                  <a:pt x="4111042" y="793774"/>
                  <a:pt x="4529836" y="1212568"/>
                  <a:pt x="4529836" y="1729170"/>
                </a:cubicBezTo>
                <a:cubicBezTo>
                  <a:pt x="4529836" y="2216938"/>
                  <a:pt x="4156487" y="2617512"/>
                  <a:pt x="3679930" y="2660249"/>
                </a:cubicBezTo>
                <a:lnTo>
                  <a:pt x="3679930" y="2664566"/>
                </a:lnTo>
                <a:lnTo>
                  <a:pt x="3594440" y="2664566"/>
                </a:lnTo>
                <a:lnTo>
                  <a:pt x="1043912" y="2664566"/>
                </a:lnTo>
                <a:lnTo>
                  <a:pt x="1043912" y="2657589"/>
                </a:lnTo>
                <a:cubicBezTo>
                  <a:pt x="1008374" y="2662448"/>
                  <a:pt x="972132" y="2664566"/>
                  <a:pt x="935396" y="2664566"/>
                </a:cubicBezTo>
                <a:cubicBezTo>
                  <a:pt x="418794" y="2664566"/>
                  <a:pt x="0" y="2245772"/>
                  <a:pt x="0" y="1729170"/>
                </a:cubicBezTo>
                <a:cubicBezTo>
                  <a:pt x="0" y="1212568"/>
                  <a:pt x="418794" y="793774"/>
                  <a:pt x="935396" y="793774"/>
                </a:cubicBezTo>
                <a:lnTo>
                  <a:pt x="954395" y="797612"/>
                </a:lnTo>
                <a:cubicBezTo>
                  <a:pt x="1004779" y="344999"/>
                  <a:pt x="1393085" y="0"/>
                  <a:pt x="186196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latin typeface="微软雅黑" panose="020B0503020204020204" pitchFamily="34" charset="-122"/>
            </a:endParaRPr>
          </a:p>
        </p:txBody>
      </p:sp>
      <p:sp>
        <p:nvSpPr>
          <p:cNvPr id="36" name="Oval 31">
            <a:extLst>
              <a:ext uri="{FF2B5EF4-FFF2-40B4-BE49-F238E27FC236}">
                <a16:creationId xmlns:a16="http://schemas.microsoft.com/office/drawing/2014/main" id="{77ECFA31-A8EF-489E-A9DA-524B274FA6AD}"/>
              </a:ext>
            </a:extLst>
          </p:cNvPr>
          <p:cNvSpPr/>
          <p:nvPr/>
        </p:nvSpPr>
        <p:spPr>
          <a:xfrm>
            <a:off x="408870" y="3479114"/>
            <a:ext cx="686458" cy="677236"/>
          </a:xfrm>
          <a:custGeom>
            <a:avLst/>
            <a:gdLst/>
            <a:ahLst/>
            <a:cxnLst/>
            <a:rect l="l" t="t" r="r" b="b"/>
            <a:pathLst>
              <a:path w="3240076" h="3196551">
                <a:moveTo>
                  <a:pt x="2810300" y="1617710"/>
                </a:moveTo>
                <a:cubicBezTo>
                  <a:pt x="2817009" y="1615912"/>
                  <a:pt x="2824405" y="1616674"/>
                  <a:pt x="2830895" y="1620421"/>
                </a:cubicBezTo>
                <a:lnTo>
                  <a:pt x="3150571" y="1804986"/>
                </a:lnTo>
                <a:cubicBezTo>
                  <a:pt x="3163552" y="1812480"/>
                  <a:pt x="3168000" y="1829080"/>
                  <a:pt x="3160506" y="1842062"/>
                </a:cubicBezTo>
                <a:lnTo>
                  <a:pt x="3106222" y="1936084"/>
                </a:lnTo>
                <a:cubicBezTo>
                  <a:pt x="3098727" y="1949065"/>
                  <a:pt x="3082128" y="1953513"/>
                  <a:pt x="3069146" y="1946019"/>
                </a:cubicBezTo>
                <a:lnTo>
                  <a:pt x="2749470" y="1761453"/>
                </a:lnTo>
                <a:cubicBezTo>
                  <a:pt x="2736489" y="1753959"/>
                  <a:pt x="2732040" y="1737359"/>
                  <a:pt x="2739536" y="1724378"/>
                </a:cubicBezTo>
                <a:lnTo>
                  <a:pt x="2793819" y="1630356"/>
                </a:lnTo>
                <a:cubicBezTo>
                  <a:pt x="2797567" y="1623864"/>
                  <a:pt x="2803590" y="1619508"/>
                  <a:pt x="2810300" y="1617710"/>
                </a:cubicBezTo>
                <a:close/>
                <a:moveTo>
                  <a:pt x="1308278" y="1324343"/>
                </a:moveTo>
                <a:cubicBezTo>
                  <a:pt x="1529714" y="1324343"/>
                  <a:pt x="1725574" y="1433852"/>
                  <a:pt x="1834882" y="1608603"/>
                </a:cubicBezTo>
                <a:cubicBezTo>
                  <a:pt x="1903747" y="1545710"/>
                  <a:pt x="1995954" y="1511368"/>
                  <a:pt x="2096186" y="1511368"/>
                </a:cubicBezTo>
                <a:cubicBezTo>
                  <a:pt x="2313867" y="1511368"/>
                  <a:pt x="2493715" y="1673353"/>
                  <a:pt x="2514185" y="1884371"/>
                </a:cubicBezTo>
                <a:cubicBezTo>
                  <a:pt x="2517944" y="1882108"/>
                  <a:pt x="2521751" y="1882074"/>
                  <a:pt x="2525567" y="1882074"/>
                </a:cubicBezTo>
                <a:cubicBezTo>
                  <a:pt x="2888547" y="1882074"/>
                  <a:pt x="3182805" y="2176332"/>
                  <a:pt x="3182805" y="2539312"/>
                </a:cubicBezTo>
                <a:cubicBezTo>
                  <a:pt x="3182805" y="2882034"/>
                  <a:pt x="2920478" y="3163490"/>
                  <a:pt x="2585635" y="3193518"/>
                </a:cubicBezTo>
                <a:lnTo>
                  <a:pt x="2585635" y="3196551"/>
                </a:lnTo>
                <a:lnTo>
                  <a:pt x="2525567" y="3196551"/>
                </a:lnTo>
                <a:lnTo>
                  <a:pt x="733485" y="3196551"/>
                </a:lnTo>
                <a:lnTo>
                  <a:pt x="733485" y="3191649"/>
                </a:lnTo>
                <a:cubicBezTo>
                  <a:pt x="708515" y="3195063"/>
                  <a:pt x="683050" y="3196551"/>
                  <a:pt x="657239" y="3196551"/>
                </a:cubicBezTo>
                <a:cubicBezTo>
                  <a:pt x="294258" y="3196551"/>
                  <a:pt x="0" y="2902293"/>
                  <a:pt x="0" y="2539312"/>
                </a:cubicBezTo>
                <a:cubicBezTo>
                  <a:pt x="0" y="2176332"/>
                  <a:pt x="294258" y="1882074"/>
                  <a:pt x="657239" y="1882074"/>
                </a:cubicBezTo>
                <a:lnTo>
                  <a:pt x="670588" y="1884770"/>
                </a:lnTo>
                <a:cubicBezTo>
                  <a:pt x="705989" y="1566750"/>
                  <a:pt x="978825" y="1324343"/>
                  <a:pt x="1308278" y="1324343"/>
                </a:cubicBezTo>
                <a:close/>
                <a:moveTo>
                  <a:pt x="3166512" y="731828"/>
                </a:moveTo>
                <a:cubicBezTo>
                  <a:pt x="3180598" y="726701"/>
                  <a:pt x="3196172" y="733964"/>
                  <a:pt x="3201300" y="748050"/>
                </a:cubicBezTo>
                <a:lnTo>
                  <a:pt x="3238432" y="850070"/>
                </a:lnTo>
                <a:cubicBezTo>
                  <a:pt x="3243559" y="864156"/>
                  <a:pt x="3236295" y="879731"/>
                  <a:pt x="3222210" y="884857"/>
                </a:cubicBezTo>
                <a:lnTo>
                  <a:pt x="2875342" y="1011107"/>
                </a:lnTo>
                <a:cubicBezTo>
                  <a:pt x="2861256" y="1016234"/>
                  <a:pt x="2845680" y="1008972"/>
                  <a:pt x="2840554" y="994886"/>
                </a:cubicBezTo>
                <a:lnTo>
                  <a:pt x="2803421" y="892866"/>
                </a:lnTo>
                <a:cubicBezTo>
                  <a:pt x="2798295" y="878780"/>
                  <a:pt x="2805558" y="863204"/>
                  <a:pt x="2819643" y="858077"/>
                </a:cubicBezTo>
                <a:close/>
                <a:moveTo>
                  <a:pt x="773619" y="731828"/>
                </a:moveTo>
                <a:lnTo>
                  <a:pt x="1120487" y="858077"/>
                </a:lnTo>
                <a:cubicBezTo>
                  <a:pt x="1134573" y="863204"/>
                  <a:pt x="1141836" y="878780"/>
                  <a:pt x="1136709" y="892866"/>
                </a:cubicBezTo>
                <a:lnTo>
                  <a:pt x="1099577" y="994886"/>
                </a:lnTo>
                <a:cubicBezTo>
                  <a:pt x="1094450" y="1008972"/>
                  <a:pt x="1078875" y="1016234"/>
                  <a:pt x="1064789" y="1011107"/>
                </a:cubicBezTo>
                <a:lnTo>
                  <a:pt x="717921" y="884857"/>
                </a:lnTo>
                <a:cubicBezTo>
                  <a:pt x="703835" y="879731"/>
                  <a:pt x="696572" y="864156"/>
                  <a:pt x="701699" y="850070"/>
                </a:cubicBezTo>
                <a:lnTo>
                  <a:pt x="738831" y="748050"/>
                </a:lnTo>
                <a:cubicBezTo>
                  <a:pt x="743958" y="733964"/>
                  <a:pt x="759534" y="726701"/>
                  <a:pt x="773619" y="731828"/>
                </a:cubicBezTo>
                <a:close/>
                <a:moveTo>
                  <a:pt x="1970065" y="524905"/>
                </a:moveTo>
                <a:cubicBezTo>
                  <a:pt x="2386791" y="524905"/>
                  <a:pt x="2724614" y="862728"/>
                  <a:pt x="2724614" y="1279453"/>
                </a:cubicBezTo>
                <a:cubicBezTo>
                  <a:pt x="2724614" y="1453368"/>
                  <a:pt x="2665775" y="1613540"/>
                  <a:pt x="2564463" y="1739247"/>
                </a:cubicBezTo>
                <a:cubicBezTo>
                  <a:pt x="2529951" y="1545877"/>
                  <a:pt x="2358485" y="1402176"/>
                  <a:pt x="2153457" y="1402176"/>
                </a:cubicBezTo>
                <a:cubicBezTo>
                  <a:pt x="2053225" y="1402176"/>
                  <a:pt x="1961018" y="1436518"/>
                  <a:pt x="1892153" y="1499411"/>
                </a:cubicBezTo>
                <a:cubicBezTo>
                  <a:pt x="1782845" y="1324660"/>
                  <a:pt x="1586985" y="1215151"/>
                  <a:pt x="1365549" y="1215151"/>
                </a:cubicBezTo>
                <a:cubicBezTo>
                  <a:pt x="1314582" y="1215151"/>
                  <a:pt x="1264970" y="1220953"/>
                  <a:pt x="1217820" y="1233835"/>
                </a:cubicBezTo>
                <a:cubicBezTo>
                  <a:pt x="1240489" y="838320"/>
                  <a:pt x="1568676" y="524905"/>
                  <a:pt x="1970065" y="524905"/>
                </a:cubicBezTo>
                <a:close/>
                <a:moveTo>
                  <a:pt x="2490093" y="928"/>
                </a:moveTo>
                <a:cubicBezTo>
                  <a:pt x="2496802" y="-869"/>
                  <a:pt x="2504197" y="-108"/>
                  <a:pt x="2510688" y="3640"/>
                </a:cubicBezTo>
                <a:lnTo>
                  <a:pt x="2604711" y="57924"/>
                </a:lnTo>
                <a:cubicBezTo>
                  <a:pt x="2617692" y="65419"/>
                  <a:pt x="2622140" y="82019"/>
                  <a:pt x="2614644" y="95000"/>
                </a:cubicBezTo>
                <a:lnTo>
                  <a:pt x="2430080" y="414676"/>
                </a:lnTo>
                <a:cubicBezTo>
                  <a:pt x="2422585" y="427657"/>
                  <a:pt x="2405985" y="432105"/>
                  <a:pt x="2393004" y="424610"/>
                </a:cubicBezTo>
                <a:lnTo>
                  <a:pt x="2298982" y="370326"/>
                </a:lnTo>
                <a:cubicBezTo>
                  <a:pt x="2286000" y="362831"/>
                  <a:pt x="2281552" y="346232"/>
                  <a:pt x="2289048" y="333250"/>
                </a:cubicBezTo>
                <a:lnTo>
                  <a:pt x="2473612" y="13574"/>
                </a:lnTo>
                <a:cubicBezTo>
                  <a:pt x="2477359" y="7084"/>
                  <a:pt x="2483383" y="2726"/>
                  <a:pt x="2490093" y="928"/>
                </a:cubicBezTo>
                <a:close/>
                <a:moveTo>
                  <a:pt x="1450038" y="928"/>
                </a:moveTo>
                <a:cubicBezTo>
                  <a:pt x="1456747" y="2726"/>
                  <a:pt x="1462771" y="7084"/>
                  <a:pt x="1466519" y="13574"/>
                </a:cubicBezTo>
                <a:lnTo>
                  <a:pt x="1651083" y="333250"/>
                </a:lnTo>
                <a:cubicBezTo>
                  <a:pt x="1658578" y="346232"/>
                  <a:pt x="1654131" y="362831"/>
                  <a:pt x="1641149" y="370326"/>
                </a:cubicBezTo>
                <a:lnTo>
                  <a:pt x="1547127" y="424610"/>
                </a:lnTo>
                <a:cubicBezTo>
                  <a:pt x="1534145" y="432105"/>
                  <a:pt x="1517546" y="427657"/>
                  <a:pt x="1510050" y="414676"/>
                </a:cubicBezTo>
                <a:lnTo>
                  <a:pt x="1325486" y="95000"/>
                </a:lnTo>
                <a:cubicBezTo>
                  <a:pt x="1317991" y="82019"/>
                  <a:pt x="1322439" y="65419"/>
                  <a:pt x="1335420" y="57924"/>
                </a:cubicBezTo>
                <a:lnTo>
                  <a:pt x="1429442" y="3640"/>
                </a:lnTo>
                <a:cubicBezTo>
                  <a:pt x="1435933" y="-108"/>
                  <a:pt x="1443328" y="-869"/>
                  <a:pt x="1450038" y="92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latin typeface="微软雅黑" panose="020B0503020204020204" pitchFamily="34" charset="-122"/>
            </a:endParaRPr>
          </a:p>
        </p:txBody>
      </p:sp>
      <p:sp>
        <p:nvSpPr>
          <p:cNvPr id="40" name="TextBox 30">
            <a:extLst>
              <a:ext uri="{FF2B5EF4-FFF2-40B4-BE49-F238E27FC236}">
                <a16:creationId xmlns:a16="http://schemas.microsoft.com/office/drawing/2014/main" id="{655CB369-C218-4729-80DA-7B43F5968EC5}"/>
              </a:ext>
            </a:extLst>
          </p:cNvPr>
          <p:cNvSpPr txBox="1"/>
          <p:nvPr/>
        </p:nvSpPr>
        <p:spPr>
          <a:xfrm>
            <a:off x="8027692" y="429337"/>
            <a:ext cx="2280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r>
              <a:rPr lang="en-US" altLang="ko-KR" dirty="0" err="1"/>
              <a:t>wifi</a:t>
            </a:r>
            <a:r>
              <a:rPr lang="en-US" altLang="ko-KR" dirty="0"/>
              <a:t> </a:t>
            </a:r>
            <a:r>
              <a:rPr lang="zh-CN" altLang="en-US" dirty="0"/>
              <a:t>信息</a:t>
            </a:r>
            <a:endParaRPr lang="en-US" altLang="ko-KR" dirty="0"/>
          </a:p>
        </p:txBody>
      </p:sp>
      <p:sp>
        <p:nvSpPr>
          <p:cNvPr id="41" name="Rectangle 23">
            <a:extLst>
              <a:ext uri="{FF2B5EF4-FFF2-40B4-BE49-F238E27FC236}">
                <a16:creationId xmlns:a16="http://schemas.microsoft.com/office/drawing/2014/main" id="{939391A1-B880-48C4-844E-4564B467BE80}"/>
              </a:ext>
            </a:extLst>
          </p:cNvPr>
          <p:cNvSpPr/>
          <p:nvPr/>
        </p:nvSpPr>
        <p:spPr>
          <a:xfrm>
            <a:off x="6719746" y="298053"/>
            <a:ext cx="712658" cy="716872"/>
          </a:xfrm>
          <a:custGeom>
            <a:avLst/>
            <a:gdLst/>
            <a:ahLst/>
            <a:cxnLst/>
            <a:rect l="l" t="t" r="r" b="b"/>
            <a:pathLst>
              <a:path w="3220951" h="3240001">
                <a:moveTo>
                  <a:pt x="1308278" y="1367793"/>
                </a:moveTo>
                <a:cubicBezTo>
                  <a:pt x="1529714" y="1367793"/>
                  <a:pt x="1725574" y="1477302"/>
                  <a:pt x="1834882" y="1652053"/>
                </a:cubicBezTo>
                <a:cubicBezTo>
                  <a:pt x="1903747" y="1589160"/>
                  <a:pt x="1995954" y="1554818"/>
                  <a:pt x="2096186" y="1554818"/>
                </a:cubicBezTo>
                <a:cubicBezTo>
                  <a:pt x="2313867" y="1554818"/>
                  <a:pt x="2493715" y="1716803"/>
                  <a:pt x="2514185" y="1927821"/>
                </a:cubicBezTo>
                <a:cubicBezTo>
                  <a:pt x="2517944" y="1925558"/>
                  <a:pt x="2521751" y="1925524"/>
                  <a:pt x="2525567" y="1925524"/>
                </a:cubicBezTo>
                <a:cubicBezTo>
                  <a:pt x="2888547" y="1925524"/>
                  <a:pt x="3182805" y="2219782"/>
                  <a:pt x="3182805" y="2582762"/>
                </a:cubicBezTo>
                <a:cubicBezTo>
                  <a:pt x="3182805" y="2925484"/>
                  <a:pt x="2920478" y="3206940"/>
                  <a:pt x="2585635" y="3236968"/>
                </a:cubicBezTo>
                <a:lnTo>
                  <a:pt x="2585635" y="3240001"/>
                </a:lnTo>
                <a:lnTo>
                  <a:pt x="2525567" y="3240001"/>
                </a:lnTo>
                <a:lnTo>
                  <a:pt x="733485" y="3240001"/>
                </a:lnTo>
                <a:lnTo>
                  <a:pt x="733485" y="3235099"/>
                </a:lnTo>
                <a:cubicBezTo>
                  <a:pt x="708515" y="3238513"/>
                  <a:pt x="683051" y="3240001"/>
                  <a:pt x="657239" y="3240001"/>
                </a:cubicBezTo>
                <a:cubicBezTo>
                  <a:pt x="294258" y="3240001"/>
                  <a:pt x="0" y="2945743"/>
                  <a:pt x="0" y="2582762"/>
                </a:cubicBezTo>
                <a:cubicBezTo>
                  <a:pt x="0" y="2219782"/>
                  <a:pt x="294258" y="1925524"/>
                  <a:pt x="657239" y="1925524"/>
                </a:cubicBezTo>
                <a:lnTo>
                  <a:pt x="670588" y="1928221"/>
                </a:lnTo>
                <a:cubicBezTo>
                  <a:pt x="705989" y="1610200"/>
                  <a:pt x="978825" y="1367793"/>
                  <a:pt x="1308278" y="1367793"/>
                </a:cubicBezTo>
                <a:close/>
                <a:moveTo>
                  <a:pt x="1589786" y="0"/>
                </a:moveTo>
                <a:cubicBezTo>
                  <a:pt x="1520182" y="453314"/>
                  <a:pt x="1668069" y="912942"/>
                  <a:pt x="1988957" y="1240613"/>
                </a:cubicBezTo>
                <a:cubicBezTo>
                  <a:pt x="2309845" y="1568285"/>
                  <a:pt x="2766281" y="1725754"/>
                  <a:pt x="3220951" y="1665645"/>
                </a:cubicBezTo>
                <a:cubicBezTo>
                  <a:pt x="3108976" y="1775302"/>
                  <a:pt x="2980523" y="1857805"/>
                  <a:pt x="2843553" y="1912752"/>
                </a:cubicBezTo>
                <a:cubicBezTo>
                  <a:pt x="2756367" y="1866073"/>
                  <a:pt x="2656598" y="1841175"/>
                  <a:pt x="2551012" y="1841175"/>
                </a:cubicBezTo>
                <a:cubicBezTo>
                  <a:pt x="2547197" y="1841176"/>
                  <a:pt x="2543390" y="1841210"/>
                  <a:pt x="2539631" y="1843473"/>
                </a:cubicBezTo>
                <a:cubicBezTo>
                  <a:pt x="2519161" y="1632454"/>
                  <a:pt x="2339312" y="1470470"/>
                  <a:pt x="2121631" y="1470470"/>
                </a:cubicBezTo>
                <a:cubicBezTo>
                  <a:pt x="2021400" y="1470470"/>
                  <a:pt x="1929192" y="1504812"/>
                  <a:pt x="1860327" y="1567705"/>
                </a:cubicBezTo>
                <a:cubicBezTo>
                  <a:pt x="1751020" y="1392954"/>
                  <a:pt x="1555160" y="1283445"/>
                  <a:pt x="1333723" y="1283445"/>
                </a:cubicBezTo>
                <a:lnTo>
                  <a:pt x="1331160" y="1283679"/>
                </a:lnTo>
                <a:cubicBezTo>
                  <a:pt x="1150898" y="856385"/>
                  <a:pt x="1238290" y="344219"/>
                  <a:pt x="158978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latin typeface="微软雅黑" panose="020B0503020204020204" pitchFamily="34" charset="-122"/>
            </a:endParaRPr>
          </a:p>
        </p:txBody>
      </p:sp>
      <p:sp>
        <p:nvSpPr>
          <p:cNvPr id="42" name="テキスト ボックス 41"/>
          <p:cNvSpPr txBox="1"/>
          <p:nvPr/>
        </p:nvSpPr>
        <p:spPr>
          <a:xfrm>
            <a:off x="994371" y="4338102"/>
            <a:ext cx="103136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资料下载</a:t>
            </a:r>
            <a:br>
              <a:rPr lang="en-US" altLang="ja-JP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</a:br>
            <a:r>
              <a:rPr lang="en-US" altLang="ja-JP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[Download Link]</a:t>
            </a:r>
          </a:p>
          <a:p>
            <a:pPr marL="742950" indent="-742950">
              <a:buFont typeface="+mj-lt"/>
              <a:buAutoNum type="arabicPeriod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请打开</a:t>
            </a:r>
            <a:r>
              <a:rPr lang="en-US" altLang="ja-JP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Chrome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浏览器</a:t>
            </a:r>
            <a:r>
              <a:rPr lang="ja-JP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ja-JP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如果没有可使用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IE</a:t>
            </a:r>
            <a:r>
              <a:rPr lang="en-US" altLang="ja-JP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</a:p>
          <a:p>
            <a:pPr marL="742950" indent="-742950">
              <a:buFont typeface="+mj-lt"/>
              <a:buAutoNum type="arabicPeriod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登录到自己的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kintone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环境</a:t>
            </a:r>
            <a:endParaRPr lang="en-US" altLang="ja-JP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B5F0D852-3611-44C3-9438-B9E6FB3EB9E0}"/>
              </a:ext>
            </a:extLst>
          </p:cNvPr>
          <p:cNvSpPr txBox="1"/>
          <p:nvPr/>
        </p:nvSpPr>
        <p:spPr>
          <a:xfrm>
            <a:off x="7076075" y="1292545"/>
            <a:ext cx="44504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SSID</a:t>
            </a: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：</a:t>
            </a:r>
            <a:r>
              <a:rPr lang="en-US" altLang="ja-JP" sz="2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[SSID]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-US" altLang="ja-JP" sz="2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PW  </a:t>
            </a: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：</a:t>
            </a:r>
            <a:r>
              <a:rPr lang="en-US" altLang="ja-JP" sz="2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[Password]</a:t>
            </a:r>
            <a:endParaRPr lang="en-US" altLang="ja-JP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DD75C244-F028-47AD-AC2C-2E1A22706321}"/>
              </a:ext>
            </a:extLst>
          </p:cNvPr>
          <p:cNvSpPr txBox="1"/>
          <p:nvPr/>
        </p:nvSpPr>
        <p:spPr>
          <a:xfrm>
            <a:off x="190500" y="1292542"/>
            <a:ext cx="575536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charset="0"/>
              </a:rPr>
              <a:t>devCamp</a:t>
            </a:r>
            <a:r>
              <a:rPr lang="en-US" altLang="ja-JP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charset="0"/>
              </a:rPr>
              <a:t> Step1</a:t>
            </a:r>
          </a:p>
          <a:p>
            <a:pPr algn="ctr"/>
            <a:r>
              <a:rPr lang="ja-JP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charset="0"/>
              </a:rPr>
              <a:t>「</a:t>
            </a:r>
            <a:r>
              <a:rPr lang="en-US" altLang="ja-JP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charset="0"/>
              </a:rPr>
              <a:t>JavaScript </a:t>
            </a:r>
            <a:r>
              <a:rPr lang="zh-CN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charset="0"/>
              </a:rPr>
              <a:t>和</a:t>
            </a:r>
            <a:r>
              <a:rPr lang="ja-JP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charset="0"/>
              </a:rPr>
              <a:t> </a:t>
            </a:r>
            <a:r>
              <a:rPr lang="en-US" altLang="ja-JP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charset="0"/>
              </a:rPr>
              <a:t>kintone</a:t>
            </a:r>
            <a:r>
              <a:rPr lang="ja-JP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charset="0"/>
              </a:rPr>
              <a:t>」</a:t>
            </a:r>
            <a:endParaRPr lang="en-US" altLang="ja-JP" sz="3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9075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/>
          <p:cNvSpPr txBox="1">
            <a:spLocks/>
          </p:cNvSpPr>
          <p:nvPr/>
        </p:nvSpPr>
        <p:spPr>
          <a:xfrm>
            <a:off x="927493" y="3349637"/>
            <a:ext cx="6907471" cy="1299254"/>
          </a:xfrm>
          <a:prstGeom prst="rect">
            <a:avLst/>
          </a:prstGeom>
        </p:spPr>
        <p:txBody>
          <a:bodyPr/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  <a:defRPr/>
            </a:pPr>
            <a:r>
              <a:rPr lang="en-US" altLang="ko-KR" sz="3200" dirty="0">
                <a:latin typeface="Meiryo UI" panose="020B0604030504040204" pitchFamily="50" charset="-128"/>
                <a:ea typeface="Meiryo UI" panose="020B0604030504040204" pitchFamily="50" charset="-128"/>
              </a:rPr>
              <a:t>Step1</a:t>
            </a:r>
            <a:endParaRPr lang="en-US" altLang="ko-KR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  <a:defRPr/>
            </a:pPr>
            <a:r>
              <a:rPr lang="en-US" altLang="ko-KR" sz="4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JavaScript </a:t>
            </a:r>
            <a:r>
              <a:rPr lang="zh-CN" altLang="en-US" sz="4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和</a:t>
            </a:r>
            <a:r>
              <a:rPr lang="en-US" altLang="ja-JP" sz="4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 kintone</a:t>
            </a:r>
            <a:endParaRPr lang="en-US" altLang="ko-KR" sz="4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32476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867275" y="2238375"/>
            <a:ext cx="7324725" cy="2115691"/>
          </a:xfrm>
        </p:spPr>
        <p:txBody>
          <a:bodyPr/>
          <a:lstStyle/>
          <a:p>
            <a:r>
              <a:rPr lang="zh-CN" altLang="en-US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欢迎参加</a:t>
            </a:r>
            <a:r>
              <a:rPr lang="ja-JP" altLang="en-US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  <a:endParaRPr lang="en-US" altLang="ja-JP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kintone </a:t>
            </a:r>
            <a:r>
              <a:rPr lang="en-US" sz="4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devCamp</a:t>
            </a:r>
            <a:r>
              <a:rPr lang="ja-JP" altLang="en-US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  <a:endParaRPr lang="en-US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0588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04255" y="2477165"/>
            <a:ext cx="3552242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籍贯</a:t>
            </a:r>
            <a:r>
              <a:rPr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：</a:t>
            </a:r>
            <a:endParaRPr lang="en-US" altLang="ja-JP" sz="1400" b="1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  <a:p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　埼玉</a:t>
            </a: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 </a:t>
            </a:r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→</a:t>
            </a: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 </a:t>
            </a:r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中国 →</a:t>
            </a: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菲律宾 </a:t>
            </a:r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→</a:t>
            </a: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千叶 </a:t>
            </a:r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→</a:t>
            </a: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东京</a:t>
            </a:r>
            <a:endParaRPr lang="en-US" altLang="ja-JP" sz="14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  <a:p>
            <a:endParaRPr lang="en-US" altLang="ja-JP" sz="14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  <a:p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兴趣爱好</a:t>
            </a:r>
            <a:r>
              <a:rPr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：</a:t>
            </a:r>
            <a:endParaRPr lang="en-US" altLang="ja-JP" sz="1400" b="1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杂耍</a:t>
            </a: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/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魔术</a:t>
            </a:r>
            <a:endParaRPr lang="en-US" altLang="ja-JP" sz="14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卡拉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OK</a:t>
            </a:r>
            <a:endParaRPr lang="en-US" altLang="ja-JP" sz="14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网球</a:t>
            </a:r>
            <a:endParaRPr lang="en-US" altLang="ja-JP" sz="14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  <a:p>
            <a:endParaRPr lang="en-US" altLang="ja-JP" sz="14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  <a:p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简历</a:t>
            </a:r>
            <a:r>
              <a:rPr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：</a:t>
            </a:r>
            <a:endParaRPr lang="en-US" altLang="ja-JP" sz="1400" b="1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2015</a:t>
            </a:r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年 </a:t>
            </a: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4</a:t>
            </a:r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月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进入公司</a:t>
            </a:r>
            <a:endParaRPr lang="ja-JP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今年第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5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年</a:t>
            </a:r>
            <a:endParaRPr lang="ja-JP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  <a:p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  <a:p>
            <a:r>
              <a:rPr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仕事内容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工作内容</a:t>
            </a:r>
            <a:r>
              <a:rPr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：</a:t>
            </a:r>
            <a:endParaRPr lang="en-US" altLang="ja-JP" sz="1400" b="1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美国基地启动</a:t>
            </a:r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・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项目支持</a:t>
            </a:r>
            <a:endParaRPr lang="ja-JP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面向开发的活动策划</a:t>
            </a:r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・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运营管理</a:t>
            </a:r>
            <a:endParaRPr lang="ja-JP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内部</a:t>
            </a:r>
            <a:r>
              <a:rPr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教育</a:t>
            </a:r>
            <a:r>
              <a:rPr lang="en-US" altLang="ja-JP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 /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培训</a:t>
            </a:r>
            <a:endParaRPr lang="en-US" altLang="ja-JP" sz="14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  <a:p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  <a:p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副业</a:t>
            </a:r>
            <a:r>
              <a:rPr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：</a:t>
            </a:r>
            <a:endParaRPr lang="en-US" altLang="ja-JP" sz="1400" b="1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家教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cs typeface="Arial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80A5B4C-D686-4E80-A5BA-08C11CB04975}"/>
              </a:ext>
            </a:extLst>
          </p:cNvPr>
          <p:cNvSpPr/>
          <p:nvPr/>
        </p:nvSpPr>
        <p:spPr>
          <a:xfrm>
            <a:off x="904255" y="880801"/>
            <a:ext cx="2283082" cy="6556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0"/>
              </a:rPr>
              <a:t>自我介绍</a:t>
            </a:r>
            <a:endParaRPr lang="en-US" altLang="ko-KR" sz="3600" b="1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0"/>
            </a:endParaRPr>
          </a:p>
        </p:txBody>
      </p:sp>
      <p:pic>
        <p:nvPicPr>
          <p:cNvPr id="7" name="図プレースホルダー 6"/>
          <p:cNvPicPr>
            <a:picLocks noGrp="1" noChangeAspect="1"/>
          </p:cNvPicPr>
          <p:nvPr>
            <p:ph type="pic" idx="1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91" t="2084" r="442" b="-292"/>
          <a:stretch/>
        </p:blipFill>
        <p:spPr/>
      </p:pic>
      <p:pic>
        <p:nvPicPr>
          <p:cNvPr id="9" name="図プレースホルダー 8"/>
          <p:cNvPicPr>
            <a:picLocks noGrp="1" noChangeAspect="1"/>
          </p:cNvPicPr>
          <p:nvPr>
            <p:ph type="pic"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839" r="8773"/>
          <a:stretch/>
        </p:blipFill>
        <p:spPr/>
      </p:pic>
      <p:sp>
        <p:nvSpPr>
          <p:cNvPr id="3" name="テキスト ボックス 2"/>
          <p:cNvSpPr txBox="1"/>
          <p:nvPr/>
        </p:nvSpPr>
        <p:spPr>
          <a:xfrm>
            <a:off x="904255" y="1846909"/>
            <a:ext cx="29965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ぺそ（相馬理人）</a:t>
            </a:r>
          </a:p>
        </p:txBody>
      </p:sp>
      <p:pic>
        <p:nvPicPr>
          <p:cNvPr id="12" name="図プレースホルダー 11"/>
          <p:cNvPicPr>
            <a:picLocks noGrp="1" noChangeAspect="1"/>
          </p:cNvPicPr>
          <p:nvPr>
            <p:ph type="pic" idx="10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94" t="-305" r="7163" b="-161"/>
          <a:stretch/>
        </p:blipFill>
        <p:spPr/>
      </p:pic>
    </p:spTree>
    <p:extLst>
      <p:ext uri="{BB962C8B-B14F-4D97-AF65-F5344CB8AC3E}">
        <p14:creationId xmlns:p14="http://schemas.microsoft.com/office/powerpoint/2010/main" val="1084622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23528" y="287255"/>
            <a:ext cx="11573197" cy="1007540"/>
          </a:xfrm>
        </p:spPr>
        <p:txBody>
          <a:bodyPr/>
          <a:lstStyle/>
          <a:p>
            <a:r>
              <a:rPr 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kintone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自定义之路</a:t>
            </a:r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EEFC038-3220-4B9B-A74A-A9B476E3F300}"/>
              </a:ext>
            </a:extLst>
          </p:cNvPr>
          <p:cNvSpPr/>
          <p:nvPr/>
        </p:nvSpPr>
        <p:spPr>
          <a:xfrm>
            <a:off x="933973" y="3926457"/>
            <a:ext cx="2581200" cy="19849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微软雅黑" panose="020B0503020204020204" pitchFamily="34" charset="-122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23CD34F-20CE-4F9F-ADE4-D449EA3EDE31}"/>
              </a:ext>
            </a:extLst>
          </p:cNvPr>
          <p:cNvSpPr/>
          <p:nvPr/>
        </p:nvSpPr>
        <p:spPr>
          <a:xfrm>
            <a:off x="3510677" y="3476437"/>
            <a:ext cx="2581200" cy="19849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微软雅黑" panose="020B0503020204020204" pitchFamily="34" charset="-122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B5620EF-F69C-4442-A840-33265C23A231}"/>
              </a:ext>
            </a:extLst>
          </p:cNvPr>
          <p:cNvSpPr/>
          <p:nvPr/>
        </p:nvSpPr>
        <p:spPr>
          <a:xfrm>
            <a:off x="6087380" y="3018740"/>
            <a:ext cx="2581200" cy="198499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微软雅黑" panose="020B0503020204020204" pitchFamily="34" charset="-122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B6B5270-55BA-4D98-890C-6056ACF88274}"/>
              </a:ext>
            </a:extLst>
          </p:cNvPr>
          <p:cNvSpPr/>
          <p:nvPr/>
        </p:nvSpPr>
        <p:spPr>
          <a:xfrm>
            <a:off x="8664084" y="2533650"/>
            <a:ext cx="2581200" cy="198499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微软雅黑" panose="020B0503020204020204" pitchFamily="34" charset="-122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93569B6-29AC-4963-9315-5EA021AC31C6}"/>
              </a:ext>
            </a:extLst>
          </p:cNvPr>
          <p:cNvSpPr/>
          <p:nvPr/>
        </p:nvSpPr>
        <p:spPr>
          <a:xfrm>
            <a:off x="933854" y="5438433"/>
            <a:ext cx="2581319" cy="715338"/>
          </a:xfrm>
          <a:custGeom>
            <a:avLst/>
            <a:gdLst/>
            <a:ahLst/>
            <a:cxnLst/>
            <a:rect l="l" t="t" r="r" b="b"/>
            <a:pathLst>
              <a:path w="1512168" h="656456">
                <a:moveTo>
                  <a:pt x="0" y="0"/>
                </a:moveTo>
                <a:lnTo>
                  <a:pt x="1512168" y="0"/>
                </a:lnTo>
                <a:lnTo>
                  <a:pt x="1512168" y="440432"/>
                </a:lnTo>
                <a:lnTo>
                  <a:pt x="881378" y="440432"/>
                </a:lnTo>
                <a:lnTo>
                  <a:pt x="756084" y="656456"/>
                </a:lnTo>
                <a:lnTo>
                  <a:pt x="630790" y="440432"/>
                </a:lnTo>
                <a:lnTo>
                  <a:pt x="0" y="440432"/>
                </a:lnTo>
                <a:close/>
              </a:path>
            </a:pathLst>
          </a:custGeom>
          <a:solidFill>
            <a:srgbClr val="6B47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18C709E-B443-4EF9-9A6F-38268BFE6911}"/>
              </a:ext>
            </a:extLst>
          </p:cNvPr>
          <p:cNvSpPr/>
          <p:nvPr/>
        </p:nvSpPr>
        <p:spPr>
          <a:xfrm>
            <a:off x="3510558" y="4982099"/>
            <a:ext cx="2581319" cy="715257"/>
          </a:xfrm>
          <a:custGeom>
            <a:avLst/>
            <a:gdLst/>
            <a:ahLst/>
            <a:cxnLst/>
            <a:rect l="l" t="t" r="r" b="b"/>
            <a:pathLst>
              <a:path w="1512168" h="656456">
                <a:moveTo>
                  <a:pt x="0" y="0"/>
                </a:moveTo>
                <a:lnTo>
                  <a:pt x="1512168" y="0"/>
                </a:lnTo>
                <a:lnTo>
                  <a:pt x="1512168" y="440432"/>
                </a:lnTo>
                <a:lnTo>
                  <a:pt x="881378" y="440432"/>
                </a:lnTo>
                <a:lnTo>
                  <a:pt x="756084" y="656456"/>
                </a:lnTo>
                <a:lnTo>
                  <a:pt x="630790" y="440432"/>
                </a:lnTo>
                <a:lnTo>
                  <a:pt x="0" y="440432"/>
                </a:lnTo>
                <a:close/>
              </a:path>
            </a:pathLst>
          </a:custGeom>
          <a:solidFill>
            <a:srgbClr val="6B47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910668B3-D242-4DC4-91DD-34669E2808EF}"/>
              </a:ext>
            </a:extLst>
          </p:cNvPr>
          <p:cNvSpPr/>
          <p:nvPr/>
        </p:nvSpPr>
        <p:spPr>
          <a:xfrm>
            <a:off x="6087261" y="4524403"/>
            <a:ext cx="2581319" cy="715338"/>
          </a:xfrm>
          <a:custGeom>
            <a:avLst/>
            <a:gdLst/>
            <a:ahLst/>
            <a:cxnLst/>
            <a:rect l="l" t="t" r="r" b="b"/>
            <a:pathLst>
              <a:path w="1512168" h="656456">
                <a:moveTo>
                  <a:pt x="0" y="0"/>
                </a:moveTo>
                <a:lnTo>
                  <a:pt x="1512168" y="0"/>
                </a:lnTo>
                <a:lnTo>
                  <a:pt x="1512168" y="440432"/>
                </a:lnTo>
                <a:lnTo>
                  <a:pt x="881378" y="440432"/>
                </a:lnTo>
                <a:lnTo>
                  <a:pt x="756084" y="656456"/>
                </a:lnTo>
                <a:lnTo>
                  <a:pt x="630790" y="440432"/>
                </a:lnTo>
                <a:lnTo>
                  <a:pt x="0" y="440432"/>
                </a:lnTo>
                <a:close/>
              </a:path>
            </a:pathLst>
          </a:custGeom>
          <a:solidFill>
            <a:srgbClr val="6B47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142EC2B6-BEDF-4C29-8D68-10C4750E2FD2}"/>
              </a:ext>
            </a:extLst>
          </p:cNvPr>
          <p:cNvSpPr/>
          <p:nvPr/>
        </p:nvSpPr>
        <p:spPr>
          <a:xfrm>
            <a:off x="8663965" y="4051948"/>
            <a:ext cx="2581319" cy="715338"/>
          </a:xfrm>
          <a:custGeom>
            <a:avLst/>
            <a:gdLst/>
            <a:ahLst/>
            <a:cxnLst/>
            <a:rect l="l" t="t" r="r" b="b"/>
            <a:pathLst>
              <a:path w="1512168" h="656456">
                <a:moveTo>
                  <a:pt x="0" y="0"/>
                </a:moveTo>
                <a:lnTo>
                  <a:pt x="1512168" y="0"/>
                </a:lnTo>
                <a:lnTo>
                  <a:pt x="1512168" y="440432"/>
                </a:lnTo>
                <a:lnTo>
                  <a:pt x="881378" y="440432"/>
                </a:lnTo>
                <a:lnTo>
                  <a:pt x="756084" y="656456"/>
                </a:lnTo>
                <a:lnTo>
                  <a:pt x="630790" y="440432"/>
                </a:lnTo>
                <a:lnTo>
                  <a:pt x="0" y="440432"/>
                </a:lnTo>
                <a:close/>
              </a:path>
            </a:pathLst>
          </a:custGeom>
          <a:solidFill>
            <a:srgbClr val="6B47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7BF3B0-347D-4715-B33E-E2D3A4F3E355}"/>
              </a:ext>
            </a:extLst>
          </p:cNvPr>
          <p:cNvSpPr txBox="1"/>
          <p:nvPr/>
        </p:nvSpPr>
        <p:spPr>
          <a:xfrm>
            <a:off x="1467535" y="5534241"/>
            <a:ext cx="15094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Start with...</a:t>
            </a:r>
            <a:endParaRPr lang="ko-KR" altLang="en-US" sz="1400" b="1" dirty="0">
              <a:solidFill>
                <a:schemeClr val="bg1"/>
              </a:solidFill>
              <a:latin typeface="微软雅黑" panose="020B0503020204020204" pitchFamily="34" charset="-122"/>
              <a:cs typeface="Calibri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9F769C-9CEB-4C0D-8598-FC9F20FEE6B6}"/>
              </a:ext>
            </a:extLst>
          </p:cNvPr>
          <p:cNvSpPr txBox="1"/>
          <p:nvPr/>
        </p:nvSpPr>
        <p:spPr>
          <a:xfrm>
            <a:off x="4048734" y="5057277"/>
            <a:ext cx="15094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Step 1</a:t>
            </a:r>
            <a:endParaRPr lang="ko-KR" altLang="en-US" sz="1400" b="1" dirty="0">
              <a:solidFill>
                <a:schemeClr val="bg1"/>
              </a:solidFill>
              <a:latin typeface="微软雅黑" panose="020B0503020204020204" pitchFamily="34" charset="-122"/>
              <a:cs typeface="Calibri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002074-80C5-4DD3-8DD5-96CFDEDB2DF2}"/>
              </a:ext>
            </a:extLst>
          </p:cNvPr>
          <p:cNvSpPr txBox="1"/>
          <p:nvPr/>
        </p:nvSpPr>
        <p:spPr>
          <a:xfrm>
            <a:off x="6623979" y="4606311"/>
            <a:ext cx="15094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Step 2</a:t>
            </a:r>
            <a:endParaRPr lang="ko-KR" altLang="en-US" sz="1400" b="1" dirty="0">
              <a:solidFill>
                <a:schemeClr val="bg1"/>
              </a:solidFill>
              <a:latin typeface="微软雅黑" panose="020B0503020204020204" pitchFamily="34" charset="-122"/>
              <a:cs typeface="Calibri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0D6BEE-8CF4-4A1B-BB6B-7A2BB650A983}"/>
              </a:ext>
            </a:extLst>
          </p:cNvPr>
          <p:cNvSpPr txBox="1"/>
          <p:nvPr/>
        </p:nvSpPr>
        <p:spPr>
          <a:xfrm>
            <a:off x="9202201" y="4142346"/>
            <a:ext cx="15094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itchFamily="34" charset="0"/>
              </a:rPr>
              <a:t>Step 3</a:t>
            </a:r>
            <a:endParaRPr lang="ko-KR" altLang="en-US" sz="1400" b="1" dirty="0">
              <a:solidFill>
                <a:schemeClr val="bg1"/>
              </a:solidFill>
              <a:latin typeface="微软雅黑" panose="020B0503020204020204" pitchFamily="34" charset="-122"/>
              <a:cs typeface="Calibri" pitchFamily="34" charset="0"/>
            </a:endParaRPr>
          </a:p>
        </p:txBody>
      </p:sp>
      <p:sp>
        <p:nvSpPr>
          <p:cNvPr id="53" name="자유형: 도형 52">
            <a:extLst>
              <a:ext uri="{FF2B5EF4-FFF2-40B4-BE49-F238E27FC236}">
                <a16:creationId xmlns:a16="http://schemas.microsoft.com/office/drawing/2014/main" id="{27DB491F-7404-40E3-811C-7E1033C459C9}"/>
              </a:ext>
            </a:extLst>
          </p:cNvPr>
          <p:cNvSpPr/>
          <p:nvPr/>
        </p:nvSpPr>
        <p:spPr>
          <a:xfrm>
            <a:off x="3060516" y="2301748"/>
            <a:ext cx="833682" cy="1488439"/>
          </a:xfrm>
          <a:custGeom>
            <a:avLst/>
            <a:gdLst>
              <a:gd name="connsiteX0" fmla="*/ 214219 w 1074535"/>
              <a:gd name="connsiteY0" fmla="*/ 1091637 h 1918453"/>
              <a:gd name="connsiteX1" fmla="*/ 235318 w 1074535"/>
              <a:gd name="connsiteY1" fmla="*/ 1098104 h 1918453"/>
              <a:gd name="connsiteX2" fmla="*/ 264814 w 1074535"/>
              <a:gd name="connsiteY2" fmla="*/ 1100973 h 1918453"/>
              <a:gd name="connsiteX3" fmla="*/ 328003 w 1074535"/>
              <a:gd name="connsiteY3" fmla="*/ 1100750 h 1918453"/>
              <a:gd name="connsiteX4" fmla="*/ 363240 w 1074535"/>
              <a:gd name="connsiteY4" fmla="*/ 1093506 h 1918453"/>
              <a:gd name="connsiteX5" fmla="*/ 373128 w 1074535"/>
              <a:gd name="connsiteY5" fmla="*/ 1800548 h 1918453"/>
              <a:gd name="connsiteX6" fmla="*/ 372697 w 1074535"/>
              <a:gd name="connsiteY6" fmla="*/ 1805518 h 1918453"/>
              <a:gd name="connsiteX7" fmla="*/ 373239 w 1074535"/>
              <a:gd name="connsiteY7" fmla="*/ 1844277 h 1918453"/>
              <a:gd name="connsiteX8" fmla="*/ 301116 w 1074535"/>
              <a:gd name="connsiteY8" fmla="*/ 1918446 h 1918453"/>
              <a:gd name="connsiteX9" fmla="*/ 226946 w 1074535"/>
              <a:gd name="connsiteY9" fmla="*/ 1846323 h 1918453"/>
              <a:gd name="connsiteX10" fmla="*/ 226574 w 1074535"/>
              <a:gd name="connsiteY10" fmla="*/ 1819736 h 1918453"/>
              <a:gd name="connsiteX11" fmla="*/ 225885 w 1074535"/>
              <a:gd name="connsiteY11" fmla="*/ 1817621 h 1918453"/>
              <a:gd name="connsiteX12" fmla="*/ 224163 w 1074535"/>
              <a:gd name="connsiteY12" fmla="*/ 1802631 h 1918453"/>
              <a:gd name="connsiteX13" fmla="*/ 883809 w 1074535"/>
              <a:gd name="connsiteY13" fmla="*/ 416500 h 1918453"/>
              <a:gd name="connsiteX14" fmla="*/ 957090 w 1074535"/>
              <a:gd name="connsiteY14" fmla="*/ 454060 h 1918453"/>
              <a:gd name="connsiteX15" fmla="*/ 957089 w 1074535"/>
              <a:gd name="connsiteY15" fmla="*/ 454060 h 1918453"/>
              <a:gd name="connsiteX16" fmla="*/ 951038 w 1074535"/>
              <a:gd name="connsiteY16" fmla="*/ 536184 h 1918453"/>
              <a:gd name="connsiteX17" fmla="*/ 944731 w 1074535"/>
              <a:gd name="connsiteY17" fmla="*/ 541616 h 1918453"/>
              <a:gd name="connsiteX18" fmla="*/ 1074535 w 1074535"/>
              <a:gd name="connsiteY18" fmla="*/ 1366500 h 1918453"/>
              <a:gd name="connsiteX19" fmla="*/ 1029371 w 1074535"/>
              <a:gd name="connsiteY19" fmla="*/ 1373606 h 1918453"/>
              <a:gd name="connsiteX20" fmla="*/ 902906 w 1074535"/>
              <a:gd name="connsiteY20" fmla="*/ 569935 h 1918453"/>
              <a:gd name="connsiteX21" fmla="*/ 661675 w 1074535"/>
              <a:gd name="connsiteY21" fmla="*/ 705442 h 1918453"/>
              <a:gd name="connsiteX22" fmla="*/ 653401 w 1074535"/>
              <a:gd name="connsiteY22" fmla="*/ 708573 h 1918453"/>
              <a:gd name="connsiteX23" fmla="*/ 653770 w 1074535"/>
              <a:gd name="connsiteY23" fmla="*/ 539006 h 1918453"/>
              <a:gd name="connsiteX24" fmla="*/ 855663 w 1074535"/>
              <a:gd name="connsiteY24" fmla="*/ 425597 h 1918453"/>
              <a:gd name="connsiteX25" fmla="*/ 883809 w 1074535"/>
              <a:gd name="connsiteY25" fmla="*/ 416500 h 1918453"/>
              <a:gd name="connsiteX26" fmla="*/ 29148 w 1074535"/>
              <a:gd name="connsiteY26" fmla="*/ 400981 h 1918453"/>
              <a:gd name="connsiteX27" fmla="*/ 125491 w 1074535"/>
              <a:gd name="connsiteY27" fmla="*/ 400981 h 1918453"/>
              <a:gd name="connsiteX28" fmla="*/ 149578 w 1074535"/>
              <a:gd name="connsiteY28" fmla="*/ 425068 h 1918453"/>
              <a:gd name="connsiteX29" fmla="*/ 149578 w 1074535"/>
              <a:gd name="connsiteY29" fmla="*/ 965515 h 1918453"/>
              <a:gd name="connsiteX30" fmla="*/ 125491 w 1074535"/>
              <a:gd name="connsiteY30" fmla="*/ 989602 h 1918453"/>
              <a:gd name="connsiteX31" fmla="*/ 29148 w 1074535"/>
              <a:gd name="connsiteY31" fmla="*/ 989602 h 1918453"/>
              <a:gd name="connsiteX32" fmla="*/ 5061 w 1074535"/>
              <a:gd name="connsiteY32" fmla="*/ 965515 h 1918453"/>
              <a:gd name="connsiteX33" fmla="*/ 5061 w 1074535"/>
              <a:gd name="connsiteY33" fmla="*/ 425068 h 1918453"/>
              <a:gd name="connsiteX34" fmla="*/ 29148 w 1074535"/>
              <a:gd name="connsiteY34" fmla="*/ 400981 h 1918453"/>
              <a:gd name="connsiteX35" fmla="*/ 193377 w 1074535"/>
              <a:gd name="connsiteY35" fmla="*/ 366766 h 1918453"/>
              <a:gd name="connsiteX36" fmla="*/ 363365 w 1074535"/>
              <a:gd name="connsiteY36" fmla="*/ 390446 h 1918453"/>
              <a:gd name="connsiteX37" fmla="*/ 374173 w 1074535"/>
              <a:gd name="connsiteY37" fmla="*/ 392126 h 1918453"/>
              <a:gd name="connsiteX38" fmla="*/ 376882 w 1074535"/>
              <a:gd name="connsiteY38" fmla="*/ 393125 h 1918453"/>
              <a:gd name="connsiteX39" fmla="*/ 377281 w 1074535"/>
              <a:gd name="connsiteY39" fmla="*/ 393272 h 1918453"/>
              <a:gd name="connsiteX40" fmla="*/ 401926 w 1074535"/>
              <a:gd name="connsiteY40" fmla="*/ 402363 h 1918453"/>
              <a:gd name="connsiteX41" fmla="*/ 437148 w 1074535"/>
              <a:gd name="connsiteY41" fmla="*/ 462107 h 1918453"/>
              <a:gd name="connsiteX42" fmla="*/ 437102 w 1074535"/>
              <a:gd name="connsiteY42" fmla="*/ 462973 h 1918453"/>
              <a:gd name="connsiteX43" fmla="*/ 438546 w 1074535"/>
              <a:gd name="connsiteY43" fmla="*/ 467567 h 1918453"/>
              <a:gd name="connsiteX44" fmla="*/ 440725 w 1074535"/>
              <a:gd name="connsiteY44" fmla="*/ 488448 h 1918453"/>
              <a:gd name="connsiteX45" fmla="*/ 440758 w 1074535"/>
              <a:gd name="connsiteY45" fmla="*/ 497890 h 1918453"/>
              <a:gd name="connsiteX46" fmla="*/ 444835 w 1074535"/>
              <a:gd name="connsiteY46" fmla="*/ 495669 h 1918453"/>
              <a:gd name="connsiteX47" fmla="*/ 586852 w 1074535"/>
              <a:gd name="connsiteY47" fmla="*/ 546135 h 1918453"/>
              <a:gd name="connsiteX48" fmla="*/ 586511 w 1074535"/>
              <a:gd name="connsiteY48" fmla="*/ 703318 h 1918453"/>
              <a:gd name="connsiteX49" fmla="*/ 579551 w 1074535"/>
              <a:gd name="connsiteY49" fmla="*/ 699391 h 1918453"/>
              <a:gd name="connsiteX50" fmla="*/ 576534 w 1074535"/>
              <a:gd name="connsiteY50" fmla="*/ 695889 h 1918453"/>
              <a:gd name="connsiteX51" fmla="*/ 554440 w 1074535"/>
              <a:gd name="connsiteY51" fmla="*/ 692725 h 1918453"/>
              <a:gd name="connsiteX52" fmla="*/ 441305 w 1074535"/>
              <a:gd name="connsiteY52" fmla="*/ 652522 h 1918453"/>
              <a:gd name="connsiteX53" fmla="*/ 442217 w 1074535"/>
              <a:gd name="connsiteY53" fmla="*/ 910615 h 1918453"/>
              <a:gd name="connsiteX54" fmla="*/ 716699 w 1074535"/>
              <a:gd name="connsiteY54" fmla="*/ 926527 h 1918453"/>
              <a:gd name="connsiteX55" fmla="*/ 745307 w 1074535"/>
              <a:gd name="connsiteY55" fmla="*/ 934049 h 1918453"/>
              <a:gd name="connsiteX56" fmla="*/ 747791 w 1074535"/>
              <a:gd name="connsiteY56" fmla="*/ 935941 h 1918453"/>
              <a:gd name="connsiteX57" fmla="*/ 749560 w 1074535"/>
              <a:gd name="connsiteY57" fmla="*/ 936081 h 1918453"/>
              <a:gd name="connsiteX58" fmla="*/ 802979 w 1074535"/>
              <a:gd name="connsiteY58" fmla="*/ 998747 h 1918453"/>
              <a:gd name="connsiteX59" fmla="*/ 843164 w 1074535"/>
              <a:gd name="connsiteY59" fmla="*/ 1399260 h 1918453"/>
              <a:gd name="connsiteX60" fmla="*/ 781299 w 1074535"/>
              <a:gd name="connsiteY60" fmla="*/ 1451340 h 1918453"/>
              <a:gd name="connsiteX61" fmla="*/ 703433 w 1074535"/>
              <a:gd name="connsiteY61" fmla="*/ 1401491 h 1918453"/>
              <a:gd name="connsiteX62" fmla="*/ 700590 w 1074535"/>
              <a:gd name="connsiteY62" fmla="*/ 1388463 h 1918453"/>
              <a:gd name="connsiteX63" fmla="*/ 700124 w 1074535"/>
              <a:gd name="connsiteY63" fmla="*/ 1388469 h 1918453"/>
              <a:gd name="connsiteX64" fmla="*/ 661854 w 1074535"/>
              <a:gd name="connsiteY64" fmla="*/ 1072578 h 1918453"/>
              <a:gd name="connsiteX65" fmla="*/ 341945 w 1074535"/>
              <a:gd name="connsiteY65" fmla="*/ 1054034 h 1918453"/>
              <a:gd name="connsiteX66" fmla="*/ 339071 w 1074535"/>
              <a:gd name="connsiteY66" fmla="*/ 1054624 h 1918453"/>
              <a:gd name="connsiteX67" fmla="*/ 294302 w 1074535"/>
              <a:gd name="connsiteY67" fmla="*/ 1054782 h 1918453"/>
              <a:gd name="connsiteX68" fmla="*/ 190282 w 1074535"/>
              <a:gd name="connsiteY68" fmla="*/ 951495 h 1918453"/>
              <a:gd name="connsiteX69" fmla="*/ 193377 w 1074535"/>
              <a:gd name="connsiteY69" fmla="*/ 366766 h 1918453"/>
              <a:gd name="connsiteX70" fmla="*/ 21662 w 1074535"/>
              <a:gd name="connsiteY70" fmla="*/ 245799 h 1918453"/>
              <a:gd name="connsiteX71" fmla="*/ 123521 w 1074535"/>
              <a:gd name="connsiteY71" fmla="*/ 245799 h 1918453"/>
              <a:gd name="connsiteX72" fmla="*/ 145183 w 1074535"/>
              <a:gd name="connsiteY72" fmla="*/ 267461 h 1918453"/>
              <a:gd name="connsiteX73" fmla="*/ 145183 w 1074535"/>
              <a:gd name="connsiteY73" fmla="*/ 354108 h 1918453"/>
              <a:gd name="connsiteX74" fmla="*/ 123521 w 1074535"/>
              <a:gd name="connsiteY74" fmla="*/ 375770 h 1918453"/>
              <a:gd name="connsiteX75" fmla="*/ 21662 w 1074535"/>
              <a:gd name="connsiteY75" fmla="*/ 375770 h 1918453"/>
              <a:gd name="connsiteX76" fmla="*/ 0 w 1074535"/>
              <a:gd name="connsiteY76" fmla="*/ 354108 h 1918453"/>
              <a:gd name="connsiteX77" fmla="*/ 0 w 1074535"/>
              <a:gd name="connsiteY77" fmla="*/ 267461 h 1918453"/>
              <a:gd name="connsiteX78" fmla="*/ 21662 w 1074535"/>
              <a:gd name="connsiteY78" fmla="*/ 245799 h 1918453"/>
              <a:gd name="connsiteX79" fmla="*/ 314247 w 1074535"/>
              <a:gd name="connsiteY79" fmla="*/ 3674 h 1918453"/>
              <a:gd name="connsiteX80" fmla="*/ 349632 w 1074535"/>
              <a:gd name="connsiteY80" fmla="*/ 0 h 1918453"/>
              <a:gd name="connsiteX81" fmla="*/ 521798 w 1074535"/>
              <a:gd name="connsiteY81" fmla="*/ 140102 h 1918453"/>
              <a:gd name="connsiteX82" fmla="*/ 385371 w 1074535"/>
              <a:gd name="connsiteY82" fmla="*/ 347654 h 1918453"/>
              <a:gd name="connsiteX83" fmla="*/ 177819 w 1074535"/>
              <a:gd name="connsiteY83" fmla="*/ 211226 h 1918453"/>
              <a:gd name="connsiteX84" fmla="*/ 314247 w 1074535"/>
              <a:gd name="connsiteY84" fmla="*/ 3674 h 1918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074535" h="1918453">
                <a:moveTo>
                  <a:pt x="214219" y="1091637"/>
                </a:moveTo>
                <a:lnTo>
                  <a:pt x="235318" y="1098104"/>
                </a:lnTo>
                <a:cubicBezTo>
                  <a:pt x="244849" y="1100020"/>
                  <a:pt x="254714" y="1101008"/>
                  <a:pt x="264814" y="1100973"/>
                </a:cubicBezTo>
                <a:lnTo>
                  <a:pt x="328003" y="1100750"/>
                </a:lnTo>
                <a:lnTo>
                  <a:pt x="363240" y="1093506"/>
                </a:lnTo>
                <a:cubicBezTo>
                  <a:pt x="366536" y="1329186"/>
                  <a:pt x="369832" y="1564867"/>
                  <a:pt x="373128" y="1800548"/>
                </a:cubicBezTo>
                <a:cubicBezTo>
                  <a:pt x="372984" y="1802205"/>
                  <a:pt x="372841" y="1803861"/>
                  <a:pt x="372697" y="1805518"/>
                </a:cubicBezTo>
                <a:lnTo>
                  <a:pt x="373239" y="1844277"/>
                </a:lnTo>
                <a:cubicBezTo>
                  <a:pt x="373804" y="1884675"/>
                  <a:pt x="341513" y="1917882"/>
                  <a:pt x="301116" y="1918446"/>
                </a:cubicBezTo>
                <a:cubicBezTo>
                  <a:pt x="260717" y="1919011"/>
                  <a:pt x="227512" y="1886721"/>
                  <a:pt x="226946" y="1846323"/>
                </a:cubicBezTo>
                <a:lnTo>
                  <a:pt x="226574" y="1819736"/>
                </a:lnTo>
                <a:lnTo>
                  <a:pt x="225885" y="1817621"/>
                </a:lnTo>
                <a:cubicBezTo>
                  <a:pt x="224826" y="1812786"/>
                  <a:pt x="224234" y="1807773"/>
                  <a:pt x="224163" y="1802631"/>
                </a:cubicBezTo>
                <a:close/>
                <a:moveTo>
                  <a:pt x="883809" y="416500"/>
                </a:moveTo>
                <a:cubicBezTo>
                  <a:pt x="912657" y="413265"/>
                  <a:pt x="941978" y="427160"/>
                  <a:pt x="957090" y="454060"/>
                </a:cubicBezTo>
                <a:cubicBezTo>
                  <a:pt x="957089" y="454060"/>
                  <a:pt x="957089" y="454060"/>
                  <a:pt x="957089" y="454060"/>
                </a:cubicBezTo>
                <a:cubicBezTo>
                  <a:pt x="972200" y="480962"/>
                  <a:pt x="968810" y="513231"/>
                  <a:pt x="951038" y="536184"/>
                </a:cubicBezTo>
                <a:lnTo>
                  <a:pt x="944731" y="541616"/>
                </a:lnTo>
                <a:lnTo>
                  <a:pt x="1074535" y="1366500"/>
                </a:lnTo>
                <a:lnTo>
                  <a:pt x="1029371" y="1373606"/>
                </a:lnTo>
                <a:lnTo>
                  <a:pt x="902906" y="569935"/>
                </a:lnTo>
                <a:lnTo>
                  <a:pt x="661675" y="705442"/>
                </a:lnTo>
                <a:lnTo>
                  <a:pt x="653401" y="708573"/>
                </a:lnTo>
                <a:lnTo>
                  <a:pt x="653770" y="539006"/>
                </a:lnTo>
                <a:cubicBezTo>
                  <a:pt x="721067" y="501203"/>
                  <a:pt x="788364" y="463400"/>
                  <a:pt x="855663" y="425597"/>
                </a:cubicBezTo>
                <a:cubicBezTo>
                  <a:pt x="864630" y="420560"/>
                  <a:pt x="874193" y="417578"/>
                  <a:pt x="883809" y="416500"/>
                </a:cubicBezTo>
                <a:close/>
                <a:moveTo>
                  <a:pt x="29148" y="400981"/>
                </a:moveTo>
                <a:lnTo>
                  <a:pt x="125491" y="400981"/>
                </a:lnTo>
                <a:cubicBezTo>
                  <a:pt x="138794" y="400981"/>
                  <a:pt x="149578" y="411765"/>
                  <a:pt x="149578" y="425068"/>
                </a:cubicBezTo>
                <a:lnTo>
                  <a:pt x="149578" y="965515"/>
                </a:lnTo>
                <a:cubicBezTo>
                  <a:pt x="149578" y="978818"/>
                  <a:pt x="138794" y="989602"/>
                  <a:pt x="125491" y="989602"/>
                </a:cubicBezTo>
                <a:lnTo>
                  <a:pt x="29148" y="989602"/>
                </a:lnTo>
                <a:cubicBezTo>
                  <a:pt x="15845" y="989602"/>
                  <a:pt x="5061" y="978818"/>
                  <a:pt x="5061" y="965515"/>
                </a:cubicBezTo>
                <a:lnTo>
                  <a:pt x="5061" y="425068"/>
                </a:lnTo>
                <a:cubicBezTo>
                  <a:pt x="5061" y="411765"/>
                  <a:pt x="15845" y="400981"/>
                  <a:pt x="29148" y="400981"/>
                </a:cubicBezTo>
                <a:close/>
                <a:moveTo>
                  <a:pt x="193377" y="366766"/>
                </a:moveTo>
                <a:cubicBezTo>
                  <a:pt x="225956" y="368211"/>
                  <a:pt x="333232" y="386219"/>
                  <a:pt x="363365" y="390446"/>
                </a:cubicBezTo>
                <a:lnTo>
                  <a:pt x="374173" y="392126"/>
                </a:lnTo>
                <a:lnTo>
                  <a:pt x="376882" y="393125"/>
                </a:lnTo>
                <a:lnTo>
                  <a:pt x="377281" y="393272"/>
                </a:lnTo>
                <a:lnTo>
                  <a:pt x="401926" y="402363"/>
                </a:lnTo>
                <a:cubicBezTo>
                  <a:pt x="422494" y="415097"/>
                  <a:pt x="435971" y="437387"/>
                  <a:pt x="437148" y="462107"/>
                </a:cubicBezTo>
                <a:cubicBezTo>
                  <a:pt x="437133" y="462396"/>
                  <a:pt x="437118" y="462684"/>
                  <a:pt x="437102" y="462973"/>
                </a:cubicBezTo>
                <a:lnTo>
                  <a:pt x="438546" y="467567"/>
                </a:lnTo>
                <a:cubicBezTo>
                  <a:pt x="439950" y="474309"/>
                  <a:pt x="440700" y="481293"/>
                  <a:pt x="440725" y="488448"/>
                </a:cubicBezTo>
                <a:lnTo>
                  <a:pt x="440758" y="497890"/>
                </a:lnTo>
                <a:lnTo>
                  <a:pt x="444835" y="495669"/>
                </a:lnTo>
                <a:lnTo>
                  <a:pt x="586852" y="546135"/>
                </a:lnTo>
                <a:lnTo>
                  <a:pt x="586511" y="703318"/>
                </a:lnTo>
                <a:lnTo>
                  <a:pt x="579551" y="699391"/>
                </a:lnTo>
                <a:lnTo>
                  <a:pt x="576534" y="695889"/>
                </a:lnTo>
                <a:lnTo>
                  <a:pt x="554440" y="692725"/>
                </a:lnTo>
                <a:lnTo>
                  <a:pt x="441305" y="652522"/>
                </a:lnTo>
                <a:lnTo>
                  <a:pt x="442217" y="910615"/>
                </a:lnTo>
                <a:lnTo>
                  <a:pt x="716699" y="926527"/>
                </a:lnTo>
                <a:cubicBezTo>
                  <a:pt x="726967" y="927122"/>
                  <a:pt x="736628" y="929769"/>
                  <a:pt x="745307" y="934049"/>
                </a:cubicBezTo>
                <a:lnTo>
                  <a:pt x="747791" y="935941"/>
                </a:lnTo>
                <a:lnTo>
                  <a:pt x="749560" y="936081"/>
                </a:lnTo>
                <a:cubicBezTo>
                  <a:pt x="777462" y="944092"/>
                  <a:pt x="799270" y="968116"/>
                  <a:pt x="802979" y="998747"/>
                </a:cubicBezTo>
                <a:lnTo>
                  <a:pt x="843164" y="1399260"/>
                </a:lnTo>
                <a:cubicBezTo>
                  <a:pt x="835128" y="1426612"/>
                  <a:pt x="811402" y="1447882"/>
                  <a:pt x="781299" y="1451340"/>
                </a:cubicBezTo>
                <a:cubicBezTo>
                  <a:pt x="746179" y="1455374"/>
                  <a:pt x="714015" y="1433829"/>
                  <a:pt x="703433" y="1401491"/>
                </a:cubicBezTo>
                <a:lnTo>
                  <a:pt x="700590" y="1388463"/>
                </a:lnTo>
                <a:lnTo>
                  <a:pt x="700124" y="1388469"/>
                </a:lnTo>
                <a:lnTo>
                  <a:pt x="661854" y="1072578"/>
                </a:lnTo>
                <a:lnTo>
                  <a:pt x="341945" y="1054034"/>
                </a:lnTo>
                <a:lnTo>
                  <a:pt x="339071" y="1054624"/>
                </a:lnTo>
                <a:lnTo>
                  <a:pt x="294302" y="1054782"/>
                </a:lnTo>
                <a:cubicBezTo>
                  <a:pt x="237055" y="1054985"/>
                  <a:pt x="190484" y="1008742"/>
                  <a:pt x="190282" y="951495"/>
                </a:cubicBezTo>
                <a:cubicBezTo>
                  <a:pt x="176632" y="832469"/>
                  <a:pt x="184916" y="491779"/>
                  <a:pt x="193377" y="366766"/>
                </a:cubicBezTo>
                <a:close/>
                <a:moveTo>
                  <a:pt x="21662" y="245799"/>
                </a:moveTo>
                <a:lnTo>
                  <a:pt x="123521" y="245799"/>
                </a:lnTo>
                <a:cubicBezTo>
                  <a:pt x="135485" y="245799"/>
                  <a:pt x="145183" y="255497"/>
                  <a:pt x="145183" y="267461"/>
                </a:cubicBezTo>
                <a:lnTo>
                  <a:pt x="145183" y="354108"/>
                </a:lnTo>
                <a:cubicBezTo>
                  <a:pt x="145183" y="366072"/>
                  <a:pt x="135485" y="375770"/>
                  <a:pt x="123521" y="375770"/>
                </a:cubicBezTo>
                <a:lnTo>
                  <a:pt x="21662" y="375770"/>
                </a:lnTo>
                <a:cubicBezTo>
                  <a:pt x="9698" y="375770"/>
                  <a:pt x="0" y="366072"/>
                  <a:pt x="0" y="354108"/>
                </a:cubicBezTo>
                <a:lnTo>
                  <a:pt x="0" y="267461"/>
                </a:lnTo>
                <a:cubicBezTo>
                  <a:pt x="0" y="255497"/>
                  <a:pt x="9698" y="245799"/>
                  <a:pt x="21662" y="245799"/>
                </a:cubicBezTo>
                <a:close/>
                <a:moveTo>
                  <a:pt x="314247" y="3674"/>
                </a:moveTo>
                <a:cubicBezTo>
                  <a:pt x="326119" y="1218"/>
                  <a:pt x="337961" y="25"/>
                  <a:pt x="349632" y="0"/>
                </a:cubicBezTo>
                <a:cubicBezTo>
                  <a:pt x="431319" y="-167"/>
                  <a:pt x="504614" y="56988"/>
                  <a:pt x="521798" y="140102"/>
                </a:cubicBezTo>
                <a:cubicBezTo>
                  <a:pt x="541439" y="235089"/>
                  <a:pt x="480358" y="328013"/>
                  <a:pt x="385371" y="347654"/>
                </a:cubicBezTo>
                <a:cubicBezTo>
                  <a:pt x="290384" y="367294"/>
                  <a:pt x="197460" y="306213"/>
                  <a:pt x="177819" y="211226"/>
                </a:cubicBezTo>
                <a:cubicBezTo>
                  <a:pt x="158178" y="116239"/>
                  <a:pt x="219259" y="23314"/>
                  <a:pt x="314247" y="367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微软雅黑" panose="020B0503020204020204" pitchFamily="34" charset="-122"/>
            </a:endParaRPr>
          </a:p>
        </p:txBody>
      </p:sp>
      <p:pic>
        <p:nvPicPr>
          <p:cNvPr id="41" name="図 4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9915" y="3912257"/>
            <a:ext cx="920006" cy="920006"/>
          </a:xfrm>
          <a:prstGeom prst="rect">
            <a:avLst/>
          </a:prstGeom>
        </p:spPr>
      </p:pic>
      <p:sp>
        <p:nvSpPr>
          <p:cNvPr id="42" name="正方形/長方形 41"/>
          <p:cNvSpPr/>
          <p:nvPr/>
        </p:nvSpPr>
        <p:spPr>
          <a:xfrm>
            <a:off x="933854" y="4744810"/>
            <a:ext cx="257670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ja-JP" sz="2000" b="1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kintone</a:t>
            </a:r>
          </a:p>
          <a:p>
            <a:pPr algn="ctr"/>
            <a:r>
              <a:rPr lang="zh-CN" altLang="en-US" sz="2000" b="1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自定义概要</a:t>
            </a:r>
            <a:endParaRPr lang="en-US" altLang="ja-JP" sz="2000" b="1" i="0" dirty="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正方形/長方形 43"/>
          <p:cNvSpPr/>
          <p:nvPr/>
        </p:nvSpPr>
        <p:spPr>
          <a:xfrm>
            <a:off x="3554100" y="4265732"/>
            <a:ext cx="254178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ja-JP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ja-JP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ja-JP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kintone</a:t>
            </a:r>
            <a:endParaRPr lang="en-US" altLang="ja-JP" sz="2000" b="1" i="0" dirty="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正方形/長方形 45"/>
          <p:cNvSpPr/>
          <p:nvPr/>
        </p:nvSpPr>
        <p:spPr>
          <a:xfrm>
            <a:off x="6081714" y="3810501"/>
            <a:ext cx="258906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ja-JP" sz="2000" b="1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kintone</a:t>
            </a:r>
          </a:p>
          <a:p>
            <a:pPr algn="ctr"/>
            <a:r>
              <a:rPr lang="en-US" altLang="ja-JP" sz="2000" b="1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JavaScript API</a:t>
            </a:r>
          </a:p>
        </p:txBody>
      </p:sp>
      <p:sp>
        <p:nvSpPr>
          <p:cNvPr id="47" name="正方形/長方形 46"/>
          <p:cNvSpPr/>
          <p:nvPr/>
        </p:nvSpPr>
        <p:spPr>
          <a:xfrm>
            <a:off x="8690345" y="3329389"/>
            <a:ext cx="255044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ja-JP" sz="2000" b="1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kintone</a:t>
            </a:r>
          </a:p>
          <a:p>
            <a:pPr algn="ctr"/>
            <a:r>
              <a:rPr lang="en-US" altLang="ja-JP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REST</a:t>
            </a:r>
            <a:r>
              <a:rPr lang="en-US" altLang="ja-JP" sz="2000" b="1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API</a:t>
            </a:r>
          </a:p>
        </p:txBody>
      </p:sp>
      <p:pic>
        <p:nvPicPr>
          <p:cNvPr id="43" name="図 4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094344">
            <a:off x="9495599" y="2525765"/>
            <a:ext cx="887624" cy="887624"/>
          </a:xfrm>
          <a:prstGeom prst="rect">
            <a:avLst/>
          </a:prstGeom>
        </p:spPr>
      </p:pic>
      <p:pic>
        <p:nvPicPr>
          <p:cNvPr id="54" name="図 5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319" y="3522086"/>
            <a:ext cx="781390" cy="781390"/>
          </a:xfrm>
          <a:prstGeom prst="rect">
            <a:avLst/>
          </a:prstGeom>
        </p:spPr>
      </p:pic>
      <p:pic>
        <p:nvPicPr>
          <p:cNvPr id="55" name="図 5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0812" y="3105538"/>
            <a:ext cx="676082" cy="676082"/>
          </a:xfrm>
          <a:prstGeom prst="rect">
            <a:avLst/>
          </a:prstGeom>
        </p:spPr>
      </p:pic>
      <p:sp>
        <p:nvSpPr>
          <p:cNvPr id="63" name="Isosceles Triangle 1">
            <a:extLst>
              <a:ext uri="{FF2B5EF4-FFF2-40B4-BE49-F238E27FC236}">
                <a16:creationId xmlns:a16="http://schemas.microsoft.com/office/drawing/2014/main" id="{95B18D99-9F48-4BEF-9366-EA78A4720179}"/>
              </a:ext>
            </a:extLst>
          </p:cNvPr>
          <p:cNvSpPr/>
          <p:nvPr/>
        </p:nvSpPr>
        <p:spPr>
          <a:xfrm>
            <a:off x="849953" y="6153689"/>
            <a:ext cx="2798122" cy="341537"/>
          </a:xfrm>
          <a:prstGeom prst="triangle">
            <a:avLst>
              <a:gd name="adj" fmla="val 49582"/>
            </a:avLst>
          </a:prstGeom>
          <a:solidFill>
            <a:srgbClr val="CAE8AA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Isosceles Triangle 5">
            <a:extLst>
              <a:ext uri="{FF2B5EF4-FFF2-40B4-BE49-F238E27FC236}">
                <a16:creationId xmlns:a16="http://schemas.microsoft.com/office/drawing/2014/main" id="{E2DB6DD7-4B0F-42F8-8DB5-778690BBE5F2}"/>
              </a:ext>
            </a:extLst>
          </p:cNvPr>
          <p:cNvSpPr/>
          <p:nvPr/>
        </p:nvSpPr>
        <p:spPr>
          <a:xfrm>
            <a:off x="2219326" y="5705837"/>
            <a:ext cx="5143500" cy="789390"/>
          </a:xfrm>
          <a:prstGeom prst="triangle">
            <a:avLst/>
          </a:prstGeom>
          <a:solidFill>
            <a:srgbClr val="CAE8AA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Isosceles Triangle 6">
            <a:extLst>
              <a:ext uri="{FF2B5EF4-FFF2-40B4-BE49-F238E27FC236}">
                <a16:creationId xmlns:a16="http://schemas.microsoft.com/office/drawing/2014/main" id="{34C3DE1E-A517-4162-A597-5867A18F8132}"/>
              </a:ext>
            </a:extLst>
          </p:cNvPr>
          <p:cNvSpPr/>
          <p:nvPr/>
        </p:nvSpPr>
        <p:spPr>
          <a:xfrm>
            <a:off x="4795911" y="5271137"/>
            <a:ext cx="5143500" cy="1224090"/>
          </a:xfrm>
          <a:prstGeom prst="triangle">
            <a:avLst>
              <a:gd name="adj" fmla="val 49705"/>
            </a:avLst>
          </a:prstGeom>
          <a:solidFill>
            <a:srgbClr val="CAE8AA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Isosceles Triangle 7">
            <a:extLst>
              <a:ext uri="{FF2B5EF4-FFF2-40B4-BE49-F238E27FC236}">
                <a16:creationId xmlns:a16="http://schemas.microsoft.com/office/drawing/2014/main" id="{EC846CD0-09EC-4C1F-9E5A-CDFE165039AF}"/>
              </a:ext>
            </a:extLst>
          </p:cNvPr>
          <p:cNvSpPr/>
          <p:nvPr/>
        </p:nvSpPr>
        <p:spPr>
          <a:xfrm>
            <a:off x="7401752" y="4781959"/>
            <a:ext cx="4571172" cy="1713268"/>
          </a:xfrm>
          <a:prstGeom prst="triangle">
            <a:avLst>
              <a:gd name="adj" fmla="val 56460"/>
            </a:avLst>
          </a:prstGeom>
          <a:solidFill>
            <a:srgbClr val="CAE8AA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1" name="그룹 51">
            <a:extLst>
              <a:ext uri="{FF2B5EF4-FFF2-40B4-BE49-F238E27FC236}">
                <a16:creationId xmlns:a16="http://schemas.microsoft.com/office/drawing/2014/main" id="{A237A121-312F-493D-8D3B-827DA6C17BA9}"/>
              </a:ext>
            </a:extLst>
          </p:cNvPr>
          <p:cNvGrpSpPr/>
          <p:nvPr/>
        </p:nvGrpSpPr>
        <p:grpSpPr>
          <a:xfrm>
            <a:off x="1640148" y="5999190"/>
            <a:ext cx="315991" cy="368594"/>
            <a:chOff x="4508471" y="4738763"/>
            <a:chExt cx="816564" cy="1008000"/>
          </a:xfrm>
          <a:solidFill>
            <a:srgbClr val="6B471B"/>
          </a:solidFill>
        </p:grpSpPr>
        <p:sp>
          <p:nvSpPr>
            <p:cNvPr id="72" name="사각형: 둥근 모서리 50">
              <a:extLst>
                <a:ext uri="{FF2B5EF4-FFF2-40B4-BE49-F238E27FC236}">
                  <a16:creationId xmlns:a16="http://schemas.microsoft.com/office/drawing/2014/main" id="{63F5012B-C9AA-4D2E-A30C-8E56CD2D8743}"/>
                </a:ext>
              </a:extLst>
            </p:cNvPr>
            <p:cNvSpPr/>
            <p:nvPr/>
          </p:nvSpPr>
          <p:spPr>
            <a:xfrm>
              <a:off x="4858871" y="4738763"/>
              <a:ext cx="95333" cy="1008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微软雅黑" panose="020B0503020204020204" pitchFamily="34" charset="-122"/>
              </a:endParaRPr>
            </a:p>
          </p:txBody>
        </p:sp>
        <p:sp>
          <p:nvSpPr>
            <p:cNvPr id="73" name="Freeform 6">
              <a:extLst>
                <a:ext uri="{FF2B5EF4-FFF2-40B4-BE49-F238E27FC236}">
                  <a16:creationId xmlns:a16="http://schemas.microsoft.com/office/drawing/2014/main" id="{601BB691-127C-4CF3-8EDC-B0A2CCB45E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8471" y="4871479"/>
              <a:ext cx="816564" cy="378478"/>
            </a:xfrm>
            <a:custGeom>
              <a:avLst/>
              <a:gdLst>
                <a:gd name="T0" fmla="*/ 116 w 622"/>
                <a:gd name="T1" fmla="*/ 116 h 232"/>
                <a:gd name="T2" fmla="*/ 0 w 622"/>
                <a:gd name="T3" fmla="*/ 2 h 232"/>
                <a:gd name="T4" fmla="*/ 0 w 622"/>
                <a:gd name="T5" fmla="*/ 0 h 232"/>
                <a:gd name="T6" fmla="*/ 506 w 622"/>
                <a:gd name="T7" fmla="*/ 0 h 232"/>
                <a:gd name="T8" fmla="*/ 622 w 622"/>
                <a:gd name="T9" fmla="*/ 116 h 232"/>
                <a:gd name="T10" fmla="*/ 506 w 622"/>
                <a:gd name="T11" fmla="*/ 232 h 232"/>
                <a:gd name="T12" fmla="*/ 2 w 622"/>
                <a:gd name="T13" fmla="*/ 232 h 232"/>
                <a:gd name="T14" fmla="*/ 0 w 622"/>
                <a:gd name="T15" fmla="*/ 232 h 232"/>
                <a:gd name="T16" fmla="*/ 0 w 622"/>
                <a:gd name="T17" fmla="*/ 231 h 232"/>
                <a:gd name="T18" fmla="*/ 116 w 622"/>
                <a:gd name="T19" fmla="*/ 116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2" h="232">
                  <a:moveTo>
                    <a:pt x="116" y="116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506" y="0"/>
                  </a:lnTo>
                  <a:lnTo>
                    <a:pt x="622" y="116"/>
                  </a:lnTo>
                  <a:lnTo>
                    <a:pt x="506" y="232"/>
                  </a:lnTo>
                  <a:lnTo>
                    <a:pt x="2" y="232"/>
                  </a:lnTo>
                  <a:lnTo>
                    <a:pt x="0" y="232"/>
                  </a:lnTo>
                  <a:lnTo>
                    <a:pt x="0" y="231"/>
                  </a:lnTo>
                  <a:lnTo>
                    <a:pt x="116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77" name="그룹 51">
            <a:extLst>
              <a:ext uri="{FF2B5EF4-FFF2-40B4-BE49-F238E27FC236}">
                <a16:creationId xmlns:a16="http://schemas.microsoft.com/office/drawing/2014/main" id="{A237A121-312F-493D-8D3B-827DA6C17BA9}"/>
              </a:ext>
            </a:extLst>
          </p:cNvPr>
          <p:cNvGrpSpPr/>
          <p:nvPr/>
        </p:nvGrpSpPr>
        <p:grpSpPr>
          <a:xfrm>
            <a:off x="4250314" y="5544560"/>
            <a:ext cx="315991" cy="368594"/>
            <a:chOff x="4508471" y="4738763"/>
            <a:chExt cx="816564" cy="1008000"/>
          </a:xfrm>
          <a:solidFill>
            <a:srgbClr val="6B471B"/>
          </a:solidFill>
        </p:grpSpPr>
        <p:sp>
          <p:nvSpPr>
            <p:cNvPr id="78" name="사각형: 둥근 모서리 50">
              <a:extLst>
                <a:ext uri="{FF2B5EF4-FFF2-40B4-BE49-F238E27FC236}">
                  <a16:creationId xmlns:a16="http://schemas.microsoft.com/office/drawing/2014/main" id="{63F5012B-C9AA-4D2E-A30C-8E56CD2D8743}"/>
                </a:ext>
              </a:extLst>
            </p:cNvPr>
            <p:cNvSpPr/>
            <p:nvPr/>
          </p:nvSpPr>
          <p:spPr>
            <a:xfrm>
              <a:off x="4858871" y="4738763"/>
              <a:ext cx="95333" cy="1008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微软雅黑" panose="020B0503020204020204" pitchFamily="34" charset="-122"/>
              </a:endParaRPr>
            </a:p>
          </p:txBody>
        </p:sp>
        <p:sp>
          <p:nvSpPr>
            <p:cNvPr id="79" name="Freeform 6">
              <a:extLst>
                <a:ext uri="{FF2B5EF4-FFF2-40B4-BE49-F238E27FC236}">
                  <a16:creationId xmlns:a16="http://schemas.microsoft.com/office/drawing/2014/main" id="{601BB691-127C-4CF3-8EDC-B0A2CCB45E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8471" y="4871479"/>
              <a:ext cx="816564" cy="378478"/>
            </a:xfrm>
            <a:custGeom>
              <a:avLst/>
              <a:gdLst>
                <a:gd name="T0" fmla="*/ 116 w 622"/>
                <a:gd name="T1" fmla="*/ 116 h 232"/>
                <a:gd name="T2" fmla="*/ 0 w 622"/>
                <a:gd name="T3" fmla="*/ 2 h 232"/>
                <a:gd name="T4" fmla="*/ 0 w 622"/>
                <a:gd name="T5" fmla="*/ 0 h 232"/>
                <a:gd name="T6" fmla="*/ 506 w 622"/>
                <a:gd name="T7" fmla="*/ 0 h 232"/>
                <a:gd name="T8" fmla="*/ 622 w 622"/>
                <a:gd name="T9" fmla="*/ 116 h 232"/>
                <a:gd name="T10" fmla="*/ 506 w 622"/>
                <a:gd name="T11" fmla="*/ 232 h 232"/>
                <a:gd name="T12" fmla="*/ 2 w 622"/>
                <a:gd name="T13" fmla="*/ 232 h 232"/>
                <a:gd name="T14" fmla="*/ 0 w 622"/>
                <a:gd name="T15" fmla="*/ 232 h 232"/>
                <a:gd name="T16" fmla="*/ 0 w 622"/>
                <a:gd name="T17" fmla="*/ 231 h 232"/>
                <a:gd name="T18" fmla="*/ 116 w 622"/>
                <a:gd name="T19" fmla="*/ 116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2" h="232">
                  <a:moveTo>
                    <a:pt x="116" y="116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506" y="0"/>
                  </a:lnTo>
                  <a:lnTo>
                    <a:pt x="622" y="116"/>
                  </a:lnTo>
                  <a:lnTo>
                    <a:pt x="506" y="232"/>
                  </a:lnTo>
                  <a:lnTo>
                    <a:pt x="2" y="232"/>
                  </a:lnTo>
                  <a:lnTo>
                    <a:pt x="0" y="232"/>
                  </a:lnTo>
                  <a:lnTo>
                    <a:pt x="0" y="231"/>
                  </a:lnTo>
                  <a:lnTo>
                    <a:pt x="116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80" name="그룹 51">
            <a:extLst>
              <a:ext uri="{FF2B5EF4-FFF2-40B4-BE49-F238E27FC236}">
                <a16:creationId xmlns:a16="http://schemas.microsoft.com/office/drawing/2014/main" id="{A237A121-312F-493D-8D3B-827DA6C17BA9}"/>
              </a:ext>
            </a:extLst>
          </p:cNvPr>
          <p:cNvGrpSpPr/>
          <p:nvPr/>
        </p:nvGrpSpPr>
        <p:grpSpPr>
          <a:xfrm>
            <a:off x="6854870" y="5171480"/>
            <a:ext cx="315991" cy="368594"/>
            <a:chOff x="4508471" y="4738763"/>
            <a:chExt cx="816564" cy="1008000"/>
          </a:xfrm>
          <a:solidFill>
            <a:srgbClr val="6B471B"/>
          </a:solidFill>
        </p:grpSpPr>
        <p:sp>
          <p:nvSpPr>
            <p:cNvPr id="81" name="사각형: 둥근 모서리 50">
              <a:extLst>
                <a:ext uri="{FF2B5EF4-FFF2-40B4-BE49-F238E27FC236}">
                  <a16:creationId xmlns:a16="http://schemas.microsoft.com/office/drawing/2014/main" id="{63F5012B-C9AA-4D2E-A30C-8E56CD2D8743}"/>
                </a:ext>
              </a:extLst>
            </p:cNvPr>
            <p:cNvSpPr/>
            <p:nvPr/>
          </p:nvSpPr>
          <p:spPr>
            <a:xfrm>
              <a:off x="4858871" y="4738763"/>
              <a:ext cx="95333" cy="1008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微软雅黑" panose="020B0503020204020204" pitchFamily="34" charset="-122"/>
              </a:endParaRPr>
            </a:p>
          </p:txBody>
        </p:sp>
        <p:sp>
          <p:nvSpPr>
            <p:cNvPr id="82" name="Freeform 6">
              <a:extLst>
                <a:ext uri="{FF2B5EF4-FFF2-40B4-BE49-F238E27FC236}">
                  <a16:creationId xmlns:a16="http://schemas.microsoft.com/office/drawing/2014/main" id="{601BB691-127C-4CF3-8EDC-B0A2CCB45E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8471" y="4871479"/>
              <a:ext cx="816564" cy="378478"/>
            </a:xfrm>
            <a:custGeom>
              <a:avLst/>
              <a:gdLst>
                <a:gd name="T0" fmla="*/ 116 w 622"/>
                <a:gd name="T1" fmla="*/ 116 h 232"/>
                <a:gd name="T2" fmla="*/ 0 w 622"/>
                <a:gd name="T3" fmla="*/ 2 h 232"/>
                <a:gd name="T4" fmla="*/ 0 w 622"/>
                <a:gd name="T5" fmla="*/ 0 h 232"/>
                <a:gd name="T6" fmla="*/ 506 w 622"/>
                <a:gd name="T7" fmla="*/ 0 h 232"/>
                <a:gd name="T8" fmla="*/ 622 w 622"/>
                <a:gd name="T9" fmla="*/ 116 h 232"/>
                <a:gd name="T10" fmla="*/ 506 w 622"/>
                <a:gd name="T11" fmla="*/ 232 h 232"/>
                <a:gd name="T12" fmla="*/ 2 w 622"/>
                <a:gd name="T13" fmla="*/ 232 h 232"/>
                <a:gd name="T14" fmla="*/ 0 w 622"/>
                <a:gd name="T15" fmla="*/ 232 h 232"/>
                <a:gd name="T16" fmla="*/ 0 w 622"/>
                <a:gd name="T17" fmla="*/ 231 h 232"/>
                <a:gd name="T18" fmla="*/ 116 w 622"/>
                <a:gd name="T19" fmla="*/ 116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2" h="232">
                  <a:moveTo>
                    <a:pt x="116" y="116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506" y="0"/>
                  </a:lnTo>
                  <a:lnTo>
                    <a:pt x="622" y="116"/>
                  </a:lnTo>
                  <a:lnTo>
                    <a:pt x="506" y="232"/>
                  </a:lnTo>
                  <a:lnTo>
                    <a:pt x="2" y="232"/>
                  </a:lnTo>
                  <a:lnTo>
                    <a:pt x="0" y="232"/>
                  </a:lnTo>
                  <a:lnTo>
                    <a:pt x="0" y="231"/>
                  </a:lnTo>
                  <a:lnTo>
                    <a:pt x="116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83" name="그룹 51">
            <a:extLst>
              <a:ext uri="{FF2B5EF4-FFF2-40B4-BE49-F238E27FC236}">
                <a16:creationId xmlns:a16="http://schemas.microsoft.com/office/drawing/2014/main" id="{A237A121-312F-493D-8D3B-827DA6C17BA9}"/>
              </a:ext>
            </a:extLst>
          </p:cNvPr>
          <p:cNvGrpSpPr/>
          <p:nvPr/>
        </p:nvGrpSpPr>
        <p:grpSpPr>
          <a:xfrm>
            <a:off x="9482945" y="4739161"/>
            <a:ext cx="315991" cy="368594"/>
            <a:chOff x="4508471" y="4738763"/>
            <a:chExt cx="816564" cy="1008000"/>
          </a:xfrm>
          <a:solidFill>
            <a:srgbClr val="6B471B"/>
          </a:solidFill>
        </p:grpSpPr>
        <p:sp>
          <p:nvSpPr>
            <p:cNvPr id="84" name="사각형: 둥근 모서리 50">
              <a:extLst>
                <a:ext uri="{FF2B5EF4-FFF2-40B4-BE49-F238E27FC236}">
                  <a16:creationId xmlns:a16="http://schemas.microsoft.com/office/drawing/2014/main" id="{63F5012B-C9AA-4D2E-A30C-8E56CD2D8743}"/>
                </a:ext>
              </a:extLst>
            </p:cNvPr>
            <p:cNvSpPr/>
            <p:nvPr/>
          </p:nvSpPr>
          <p:spPr>
            <a:xfrm>
              <a:off x="4858871" y="4738763"/>
              <a:ext cx="95333" cy="1008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微软雅黑" panose="020B0503020204020204" pitchFamily="34" charset="-122"/>
              </a:endParaRPr>
            </a:p>
          </p:txBody>
        </p:sp>
        <p:sp>
          <p:nvSpPr>
            <p:cNvPr id="85" name="Freeform 6">
              <a:extLst>
                <a:ext uri="{FF2B5EF4-FFF2-40B4-BE49-F238E27FC236}">
                  <a16:creationId xmlns:a16="http://schemas.microsoft.com/office/drawing/2014/main" id="{601BB691-127C-4CF3-8EDC-B0A2CCB45E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8471" y="4871479"/>
              <a:ext cx="816564" cy="378478"/>
            </a:xfrm>
            <a:custGeom>
              <a:avLst/>
              <a:gdLst>
                <a:gd name="T0" fmla="*/ 116 w 622"/>
                <a:gd name="T1" fmla="*/ 116 h 232"/>
                <a:gd name="T2" fmla="*/ 0 w 622"/>
                <a:gd name="T3" fmla="*/ 2 h 232"/>
                <a:gd name="T4" fmla="*/ 0 w 622"/>
                <a:gd name="T5" fmla="*/ 0 h 232"/>
                <a:gd name="T6" fmla="*/ 506 w 622"/>
                <a:gd name="T7" fmla="*/ 0 h 232"/>
                <a:gd name="T8" fmla="*/ 622 w 622"/>
                <a:gd name="T9" fmla="*/ 116 h 232"/>
                <a:gd name="T10" fmla="*/ 506 w 622"/>
                <a:gd name="T11" fmla="*/ 232 h 232"/>
                <a:gd name="T12" fmla="*/ 2 w 622"/>
                <a:gd name="T13" fmla="*/ 232 h 232"/>
                <a:gd name="T14" fmla="*/ 0 w 622"/>
                <a:gd name="T15" fmla="*/ 232 h 232"/>
                <a:gd name="T16" fmla="*/ 0 w 622"/>
                <a:gd name="T17" fmla="*/ 231 h 232"/>
                <a:gd name="T18" fmla="*/ 116 w 622"/>
                <a:gd name="T19" fmla="*/ 116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2" h="232">
                  <a:moveTo>
                    <a:pt x="116" y="116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506" y="0"/>
                  </a:lnTo>
                  <a:lnTo>
                    <a:pt x="622" y="116"/>
                  </a:lnTo>
                  <a:lnTo>
                    <a:pt x="506" y="232"/>
                  </a:lnTo>
                  <a:lnTo>
                    <a:pt x="2" y="232"/>
                  </a:lnTo>
                  <a:lnTo>
                    <a:pt x="0" y="232"/>
                  </a:lnTo>
                  <a:lnTo>
                    <a:pt x="0" y="231"/>
                  </a:lnTo>
                  <a:lnTo>
                    <a:pt x="116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40" name="グループ化 39"/>
          <p:cNvGrpSpPr/>
          <p:nvPr/>
        </p:nvGrpSpPr>
        <p:grpSpPr>
          <a:xfrm rot="20196278">
            <a:off x="1522918" y="3385359"/>
            <a:ext cx="1278014" cy="547874"/>
            <a:chOff x="261203" y="1682885"/>
            <a:chExt cx="2745675" cy="1177047"/>
          </a:xfrm>
        </p:grpSpPr>
        <p:sp>
          <p:nvSpPr>
            <p:cNvPr id="45" name="正方形/長方形 44"/>
            <p:cNvSpPr/>
            <p:nvPr/>
          </p:nvSpPr>
          <p:spPr>
            <a:xfrm>
              <a:off x="261203" y="1682885"/>
              <a:ext cx="2745675" cy="1177047"/>
            </a:xfrm>
            <a:prstGeom prst="rect">
              <a:avLst/>
            </a:prstGeom>
            <a:solidFill>
              <a:schemeClr val="bg1"/>
            </a:solidFill>
            <a:ln w="120650" cmpd="tri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48" name="Picture 2" descr="アルファベットのペンキ文字「D」"/>
            <p:cNvPicPr>
              <a:picLocks noChangeAspect="1" noChangeArrowheads="1"/>
            </p:cNvPicPr>
            <p:nvPr/>
          </p:nvPicPr>
          <p:blipFill>
            <a:blip r:embed="rId6">
              <a:duotone>
                <a:prstClr val="black"/>
                <a:schemeClr val="accent5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203" y="1852390"/>
              <a:ext cx="781050" cy="9144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9" name="Picture 4" descr="アルファベットのペンキ文字「O」"/>
            <p:cNvPicPr>
              <a:picLocks noChangeAspect="1" noChangeArrowheads="1"/>
            </p:cNvPicPr>
            <p:nvPr/>
          </p:nvPicPr>
          <p:blipFill>
            <a:blip r:embed="rId7">
              <a:duotone>
                <a:prstClr val="black"/>
                <a:schemeClr val="accent5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6078" y="1852390"/>
              <a:ext cx="781050" cy="9144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" name="Picture 6" descr="アルファベットのペンキ文字「N」"/>
            <p:cNvPicPr>
              <a:picLocks noChangeAspect="1" noChangeArrowheads="1"/>
            </p:cNvPicPr>
            <p:nvPr/>
          </p:nvPicPr>
          <p:blipFill>
            <a:blip r:embed="rId8">
              <a:duotone>
                <a:prstClr val="black"/>
                <a:schemeClr val="accent5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0953" y="1852390"/>
              <a:ext cx="781050" cy="9144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" name="Picture 8" descr="アルファベットのペンキ文字「E」"/>
            <p:cNvPicPr>
              <a:picLocks noChangeAspect="1" noChangeArrowheads="1"/>
            </p:cNvPicPr>
            <p:nvPr/>
          </p:nvPicPr>
          <p:blipFill>
            <a:blip r:embed="rId9">
              <a:duotone>
                <a:prstClr val="black"/>
                <a:schemeClr val="accent5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25828" y="1852390"/>
              <a:ext cx="781050" cy="9144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168015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10050" y="412963"/>
            <a:ext cx="7981950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5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今日议题</a:t>
            </a:r>
            <a:endParaRPr lang="ko-KR" altLang="en-US" sz="5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05441" y="1949321"/>
            <a:ext cx="5031690" cy="369332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US" altLang="ko-KR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是？</a:t>
            </a:r>
            <a:endParaRPr lang="ja-JP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88606" y="1949323"/>
            <a:ext cx="1116835" cy="76944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01</a:t>
            </a:r>
            <a:endParaRPr lang="ko-KR" altLang="en-US" sz="4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cs typeface="Arial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391756" y="2715506"/>
            <a:ext cx="5031690" cy="369332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US" altLang="ko-KR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的基础</a:t>
            </a:r>
            <a:endParaRPr lang="ja-JP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50452" y="2715507"/>
            <a:ext cx="1041304" cy="76944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02</a:t>
            </a:r>
            <a:endParaRPr lang="ko-KR" altLang="en-US" sz="4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cs typeface="Arial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787596" y="3481691"/>
            <a:ext cx="5031690" cy="369332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ja-JP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语法</a:t>
            </a:r>
            <a:endParaRPr lang="ja-JP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747098" y="3481691"/>
            <a:ext cx="1040498" cy="76944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03</a:t>
            </a:r>
            <a:endParaRPr lang="ko-KR" altLang="en-US" sz="4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cs typeface="Arial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66644" y="4247876"/>
            <a:ext cx="5031690" cy="369332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事件</a:t>
            </a:r>
            <a:endParaRPr lang="ja-JP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282119" y="4247875"/>
            <a:ext cx="984525" cy="76944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04</a:t>
            </a:r>
            <a:endParaRPr lang="ko-KR" altLang="en-US" sz="4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cs typeface="Arial" pitchFamily="34" charset="0"/>
            </a:endParaRPr>
          </a:p>
        </p:txBody>
      </p:sp>
      <p:sp>
        <p:nvSpPr>
          <p:cNvPr id="27" name="TextBox 23"/>
          <p:cNvSpPr txBox="1"/>
          <p:nvPr/>
        </p:nvSpPr>
        <p:spPr>
          <a:xfrm>
            <a:off x="7384898" y="5780245"/>
            <a:ext cx="3154764" cy="369332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迈向下一步</a:t>
            </a:r>
            <a:endParaRPr lang="ja-JP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Box 24"/>
          <p:cNvSpPr txBox="1"/>
          <p:nvPr/>
        </p:nvSpPr>
        <p:spPr>
          <a:xfrm>
            <a:off x="6202214" y="5780245"/>
            <a:ext cx="1273407" cy="64633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ja-JP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END</a:t>
            </a:r>
            <a:endParaRPr lang="ko-KR" altLang="en-US" sz="3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cs typeface="Arial" pitchFamily="34" charset="0"/>
            </a:endParaRPr>
          </a:p>
        </p:txBody>
      </p:sp>
      <p:sp>
        <p:nvSpPr>
          <p:cNvPr id="30" name="TextBox 23"/>
          <p:cNvSpPr txBox="1"/>
          <p:nvPr/>
        </p:nvSpPr>
        <p:spPr>
          <a:xfrm>
            <a:off x="6745692" y="5014061"/>
            <a:ext cx="5031690" cy="369332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ja-JP" dirty="0">
                <a:latin typeface="微软雅黑" panose="020B0503020204020204" pitchFamily="34" charset="-122"/>
                <a:ea typeface="微软雅黑" panose="020B0503020204020204" pitchFamily="34" charset="-122"/>
              </a:rPr>
              <a:t>kintone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上运行</a:t>
            </a:r>
            <a:r>
              <a:rPr lang="en-US" altLang="ja-JP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endParaRPr lang="ja-JP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extBox 24"/>
          <p:cNvSpPr txBox="1"/>
          <p:nvPr/>
        </p:nvSpPr>
        <p:spPr>
          <a:xfrm>
            <a:off x="5690681" y="5014059"/>
            <a:ext cx="1055011" cy="76944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4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05</a:t>
            </a:r>
            <a:endParaRPr lang="ko-KR" altLang="en-US" sz="4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3384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是？</a:t>
            </a:r>
            <a:endParaRPr lang="ja-JP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09303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テキスト プレースホルダー 1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 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endParaRPr kumimoji="1" lang="ja-JP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3" name="図表 12"/>
          <p:cNvGraphicFramePr/>
          <p:nvPr>
            <p:extLst>
              <p:ext uri="{D42A27DB-BD31-4B8C-83A1-F6EECF244321}">
                <p14:modId xmlns:p14="http://schemas.microsoft.com/office/powerpoint/2010/main" val="610592380"/>
              </p:ext>
            </p:extLst>
          </p:nvPr>
        </p:nvGraphicFramePr>
        <p:xfrm>
          <a:off x="-297902" y="2085976"/>
          <a:ext cx="5850978" cy="468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5" name="コンテンツ プレースホルダー 2">
            <a:extLst>
              <a:ext uri="{FF2B5EF4-FFF2-40B4-BE49-F238E27FC236}">
                <a16:creationId xmlns:a16="http://schemas.microsoft.com/office/drawing/2014/main" id="{BC85D683-7877-4247-B259-411582072A34}"/>
              </a:ext>
            </a:extLst>
          </p:cNvPr>
          <p:cNvSpPr txBox="1">
            <a:spLocks/>
          </p:cNvSpPr>
          <p:nvPr/>
        </p:nvSpPr>
        <p:spPr>
          <a:xfrm>
            <a:off x="3737811" y="2166572"/>
            <a:ext cx="8454189" cy="533371"/>
          </a:xfrm>
          <a:prstGeom prst="rect">
            <a:avLst/>
          </a:prstGeom>
        </p:spPr>
        <p:txBody>
          <a:bodyPr>
            <a:no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ja-JP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是浏览器使用的一种编程语言。</a:t>
            </a:r>
            <a:endParaRPr lang="en-US" altLang="ja-JP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Picture 2" descr="https://3.bp.blogspot.com/-zvcrx_RHrCE/WnkML3pRIjI/AAAAAAABJ_Q/lc_Wh-Lpysst3Bvuk0FDI9TbacV9hhQUQCLcBGAs/s800/computer_internet_sns.png">
            <a:extLst>
              <a:ext uri="{FF2B5EF4-FFF2-40B4-BE49-F238E27FC236}">
                <a16:creationId xmlns:a16="http://schemas.microsoft.com/office/drawing/2014/main" id="{D6CB707B-7FB6-4FB5-8A7A-0D2FD9711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3661" y="3237181"/>
            <a:ext cx="2087851" cy="1787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4CCD7C9-65FB-467F-AA4E-1FA0CD32D2C6}"/>
              </a:ext>
            </a:extLst>
          </p:cNvPr>
          <p:cNvSpPr txBox="1"/>
          <p:nvPr/>
        </p:nvSpPr>
        <p:spPr>
          <a:xfrm>
            <a:off x="5315589" y="3090298"/>
            <a:ext cx="66389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网页是以</a:t>
            </a:r>
            <a:r>
              <a:rPr kumimoji="1"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kumimoji="1"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来排版的。 但只加这</a:t>
            </a:r>
            <a:r>
              <a:rPr kumimoji="1"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kumimoji="1" lang="zh-CN" altLang="en-US" sz="240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页面是静态的</a:t>
            </a:r>
            <a:endParaRPr kumimoji="1" lang="en-US" altLang="zh-CN" sz="2400" b="1" u="sng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ja-JP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kumimoji="1"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，您可以读取和替换</a:t>
            </a:r>
            <a:r>
              <a:rPr kumimoji="1"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kumimoji="1"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信息，以便</a:t>
            </a:r>
            <a:r>
              <a:rPr kumimoji="1"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为网页添加动画</a:t>
            </a:r>
            <a:endParaRPr kumimoji="1" lang="ja-JP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B924C4D5-A6A8-4BA6-8D02-C9BFC2FBDDA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798" y="3734185"/>
            <a:ext cx="965759" cy="63247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9" name="テキスト ボックス 18"/>
          <p:cNvSpPr txBox="1"/>
          <p:nvPr/>
        </p:nvSpPr>
        <p:spPr>
          <a:xfrm>
            <a:off x="1862727" y="4984691"/>
            <a:ext cx="148590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 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页面</a:t>
            </a:r>
            <a:endParaRPr kumimoji="1" lang="ja-JP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72798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/>
          <p:cNvSpPr/>
          <p:nvPr/>
        </p:nvSpPr>
        <p:spPr>
          <a:xfrm>
            <a:off x="1339515" y="1616910"/>
            <a:ext cx="4608000" cy="2589106"/>
          </a:xfrm>
          <a:prstGeom prst="rect">
            <a:avLst/>
          </a:prstGeom>
          <a:solidFill>
            <a:srgbClr val="FDFCF6"/>
          </a:solidFill>
          <a:ln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正方形/長方形 6"/>
          <p:cNvSpPr/>
          <p:nvPr/>
        </p:nvSpPr>
        <p:spPr>
          <a:xfrm>
            <a:off x="6545179" y="1616910"/>
            <a:ext cx="4608000" cy="2589105"/>
          </a:xfrm>
          <a:prstGeom prst="rect">
            <a:avLst/>
          </a:prstGeom>
          <a:solidFill>
            <a:srgbClr val="FDFCF6"/>
          </a:solidFill>
          <a:ln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テキスト プレースホルダー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为什么要学习</a:t>
            </a:r>
            <a:r>
              <a:rPr kumimoji="1" lang="en-US" altLang="ja-JP" dirty="0">
                <a:latin typeface="微软雅黑" panose="020B0503020204020204" pitchFamily="34" charset="-122"/>
                <a:ea typeface="微软雅黑" panose="020B0503020204020204" pitchFamily="34" charset="-122"/>
              </a:rPr>
              <a:t> JavaScript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kumimoji="1" lang="ja-JP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1339515" y="4206863"/>
            <a:ext cx="4608000" cy="9813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kintone</a:t>
            </a:r>
            <a:r>
              <a:rPr kumimoji="1" lang="ja-JP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kumimoji="1" lang="en-US" altLang="ja-JP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kumimoji="1" lang="ja-JP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浏览器中使用，</a:t>
            </a:r>
            <a:endParaRPr kumimoji="1" lang="en-US" altLang="ja-JP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kumimoji="1" lang="en-US" altLang="ja-JP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kumimoji="1"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兼容</a:t>
            </a:r>
            <a:endParaRPr kumimoji="1" lang="ja-JP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6545179" y="4206015"/>
            <a:ext cx="4620125" cy="9822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 API</a:t>
            </a:r>
            <a:r>
              <a:rPr kumimoji="1"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更易于学习</a:t>
            </a:r>
            <a:endParaRPr kumimoji="1" lang="ja-JP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正方形/長方形 4"/>
          <p:cNvSpPr/>
          <p:nvPr/>
        </p:nvSpPr>
        <p:spPr>
          <a:xfrm>
            <a:off x="1339515" y="5295783"/>
            <a:ext cx="4608000" cy="1171074"/>
          </a:xfrm>
          <a:prstGeom prst="rect">
            <a:avLst/>
          </a:prstGeom>
          <a:ln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它与浏览器使用的 </a:t>
            </a:r>
            <a:r>
              <a:rPr kumimoji="1" lang="en-US" altLang="ja-JP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 </a:t>
            </a:r>
            <a:r>
              <a:rPr kumimoji="1" lang="ja-JP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非常兼容</a:t>
            </a:r>
            <a:r>
              <a:rPr kumimoji="1" lang="en-US" altLang="ja-JP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kumimoji="1" lang="ja-JP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并且易于自定义。 此外，</a:t>
            </a:r>
            <a:r>
              <a:rPr kumimoji="1" lang="en-US" altLang="ja-JP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kintone</a:t>
            </a:r>
            <a:r>
              <a:rPr kumimoji="1" lang="ja-JP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本身的设计很容易使用 </a:t>
            </a:r>
            <a:r>
              <a:rPr kumimoji="1" lang="en-US" altLang="ja-JP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 </a:t>
            </a:r>
            <a:r>
              <a:rPr kumimoji="1" lang="ja-JP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进行自定义。</a:t>
            </a:r>
          </a:p>
        </p:txBody>
      </p:sp>
      <p:sp>
        <p:nvSpPr>
          <p:cNvPr id="6" name="正方形/長方形 5"/>
          <p:cNvSpPr/>
          <p:nvPr/>
        </p:nvSpPr>
        <p:spPr>
          <a:xfrm>
            <a:off x="6545179" y="5295783"/>
            <a:ext cx="4620125" cy="1171073"/>
          </a:xfrm>
          <a:prstGeom prst="rect">
            <a:avLst/>
          </a:prstGeom>
          <a:ln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REST API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用于数据整合，难度相对高。</a:t>
            </a:r>
            <a:endParaRPr kumimoji="1"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en-US" altLang="ja-JP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 API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用于画面自定义，易于理解和开始。</a:t>
            </a:r>
            <a:endParaRPr kumimoji="1" lang="ja-JP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図 11" descr="スクリーンショット 2014-06-13 11.22.26.png">
            <a:extLst>
              <a:ext uri="{FF2B5EF4-FFF2-40B4-BE49-F238E27FC236}">
                <a16:creationId xmlns:a16="http://schemas.microsoft.com/office/drawing/2014/main" id="{8616DFA0-0E25-421A-AA85-3A16F048BB3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154" r="64494"/>
          <a:stretch/>
        </p:blipFill>
        <p:spPr>
          <a:xfrm>
            <a:off x="6787637" y="2444599"/>
            <a:ext cx="1950807" cy="1254649"/>
          </a:xfrm>
          <a:prstGeom prst="rect">
            <a:avLst/>
          </a:prstGeom>
        </p:spPr>
      </p:pic>
      <p:sp>
        <p:nvSpPr>
          <p:cNvPr id="14" name="角丸四角形 13">
            <a:extLst>
              <a:ext uri="{FF2B5EF4-FFF2-40B4-BE49-F238E27FC236}">
                <a16:creationId xmlns:a16="http://schemas.microsoft.com/office/drawing/2014/main" id="{EF2126B1-EC3F-4E65-8FF7-9067002EFE3B}"/>
              </a:ext>
            </a:extLst>
          </p:cNvPr>
          <p:cNvSpPr/>
          <p:nvPr/>
        </p:nvSpPr>
        <p:spPr>
          <a:xfrm>
            <a:off x="6776944" y="1833714"/>
            <a:ext cx="1919584" cy="429830"/>
          </a:xfrm>
          <a:prstGeom prst="roundRect">
            <a:avLst>
              <a:gd name="adj" fmla="val 50000"/>
            </a:avLst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JavaScript API</a:t>
            </a:r>
            <a:endParaRPr lang="ja-JP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pic>
        <p:nvPicPr>
          <p:cNvPr id="15" name="図 14" descr="スクリーンショット 2014-06-13 11.22.26.png">
            <a:extLst>
              <a:ext uri="{FF2B5EF4-FFF2-40B4-BE49-F238E27FC236}">
                <a16:creationId xmlns:a16="http://schemas.microsoft.com/office/drawing/2014/main" id="{EAF2FC72-8B99-4C62-AE32-4A9C5355DED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494" b="49280"/>
          <a:stretch/>
        </p:blipFill>
        <p:spPr>
          <a:xfrm>
            <a:off x="8980902" y="2342524"/>
            <a:ext cx="2007503" cy="1313751"/>
          </a:xfrm>
          <a:prstGeom prst="rect">
            <a:avLst/>
          </a:prstGeom>
        </p:spPr>
      </p:pic>
      <p:sp>
        <p:nvSpPr>
          <p:cNvPr id="16" name="角丸四角形 15">
            <a:extLst>
              <a:ext uri="{FF2B5EF4-FFF2-40B4-BE49-F238E27FC236}">
                <a16:creationId xmlns:a16="http://schemas.microsoft.com/office/drawing/2014/main" id="{EF2126B1-EC3F-4E65-8FF7-9067002EFE3B}"/>
              </a:ext>
            </a:extLst>
          </p:cNvPr>
          <p:cNvSpPr/>
          <p:nvPr/>
        </p:nvSpPr>
        <p:spPr>
          <a:xfrm>
            <a:off x="9079832" y="1833714"/>
            <a:ext cx="1908573" cy="429830"/>
          </a:xfrm>
          <a:prstGeom prst="roundRect">
            <a:avLst>
              <a:gd name="adj" fmla="val 50000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REST </a:t>
            </a:r>
            <a:r>
              <a:rPr lang="en-US" altLang="ja-JP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API</a:t>
            </a:r>
            <a:endParaRPr lang="ja-JP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6F4907B-7BFA-4838-ADF8-5C53D1BDA819}"/>
              </a:ext>
            </a:extLst>
          </p:cNvPr>
          <p:cNvSpPr txBox="1"/>
          <p:nvPr/>
        </p:nvSpPr>
        <p:spPr>
          <a:xfrm>
            <a:off x="9401573" y="3585316"/>
            <a:ext cx="1107996" cy="369332"/>
          </a:xfrm>
          <a:prstGeom prst="rect">
            <a:avLst/>
          </a:prstGeom>
        </p:spPr>
        <p:txBody>
          <a:bodyPr wrap="none" rtlCol="0" anchor="ctr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数据整合</a:t>
            </a:r>
            <a:endParaRPr lang="ja-JP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10F5BC4C-E5E3-4F7E-A44D-C993F345B34D}"/>
              </a:ext>
            </a:extLst>
          </p:cNvPr>
          <p:cNvSpPr txBox="1"/>
          <p:nvPr/>
        </p:nvSpPr>
        <p:spPr>
          <a:xfrm>
            <a:off x="6729396" y="3583299"/>
            <a:ext cx="1569660" cy="369332"/>
          </a:xfrm>
          <a:prstGeom prst="rect">
            <a:avLst/>
          </a:prstGeom>
        </p:spPr>
        <p:txBody>
          <a:bodyPr wrap="none" rtlCol="0" anchor="ctr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画面的自定义</a:t>
            </a:r>
            <a:endParaRPr lang="ja-JP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図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3840" y="1833714"/>
            <a:ext cx="1036421" cy="729399"/>
          </a:xfrm>
          <a:prstGeom prst="rect">
            <a:avLst/>
          </a:prstGeom>
        </p:spPr>
      </p:pic>
      <p:pic>
        <p:nvPicPr>
          <p:cNvPr id="22" name="図 2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639" y="1869996"/>
            <a:ext cx="2407467" cy="2248006"/>
          </a:xfrm>
          <a:prstGeom prst="rect">
            <a:avLst/>
          </a:prstGeom>
        </p:spPr>
      </p:pic>
      <p:pic>
        <p:nvPicPr>
          <p:cNvPr id="23" name="図 2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14"/>
          <a:stretch/>
        </p:blipFill>
        <p:spPr>
          <a:xfrm>
            <a:off x="2646090" y="2145900"/>
            <a:ext cx="1728563" cy="1373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507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 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自定义案例</a:t>
            </a:r>
            <a:r>
              <a:rPr lang="ja-JP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初级篇</a:t>
            </a:r>
            <a:endParaRPr kumimoji="1" lang="ja-JP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14D4254-DB16-4773-B50F-ACD1C22241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5426" y="1703535"/>
            <a:ext cx="3805881" cy="398428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9B24BC38-24A5-4127-8C2D-B470644732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231" y="1703536"/>
            <a:ext cx="3768699" cy="398428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18DEF0A-4151-4BFC-97EE-672E84E41D60}"/>
              </a:ext>
            </a:extLst>
          </p:cNvPr>
          <p:cNvSpPr txBox="1"/>
          <p:nvPr/>
        </p:nvSpPr>
        <p:spPr>
          <a:xfrm>
            <a:off x="2024231" y="5699921"/>
            <a:ext cx="3768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控制字段显示</a:t>
            </a:r>
            <a:r>
              <a: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隐藏</a:t>
            </a:r>
            <a:endParaRPr kumimoji="1" lang="ja-JP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9B3EF98-F006-4375-B7F1-97EAB838E811}"/>
              </a:ext>
            </a:extLst>
          </p:cNvPr>
          <p:cNvSpPr txBox="1"/>
          <p:nvPr/>
        </p:nvSpPr>
        <p:spPr>
          <a:xfrm>
            <a:off x="6845426" y="5699921"/>
            <a:ext cx="3805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字符数和字段的输入</a:t>
            </a:r>
            <a:endParaRPr kumimoji="1" lang="ja-JP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47487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ja-JP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自定义案例</a:t>
            </a:r>
            <a:r>
              <a:rPr lang="ja-JP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：中・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高级篇</a:t>
            </a:r>
            <a:endParaRPr kumimoji="1" lang="ja-JP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コンテンツ プレースホルダー 8">
            <a:extLst>
              <a:ext uri="{FF2B5EF4-FFF2-40B4-BE49-F238E27FC236}">
                <a16:creationId xmlns:a16="http://schemas.microsoft.com/office/drawing/2014/main" id="{775DEDB4-AE2A-43B6-972C-C53693F8F2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0324" y="1923724"/>
            <a:ext cx="4359601" cy="275120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33C6155-12F3-4CC6-AE3F-6FD23BAA29B0}"/>
              </a:ext>
            </a:extLst>
          </p:cNvPr>
          <p:cNvSpPr txBox="1"/>
          <p:nvPr/>
        </p:nvSpPr>
        <p:spPr>
          <a:xfrm>
            <a:off x="3930323" y="1566055"/>
            <a:ext cx="43596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在记录详细页面中显示地图</a:t>
            </a:r>
            <a:endParaRPr kumimoji="1" lang="ja-JP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F52D08A-F8DB-4F55-8611-1269BE08956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60" t="15182" r="63302" b="5330"/>
          <a:stretch/>
        </p:blipFill>
        <p:spPr>
          <a:xfrm>
            <a:off x="7878906" y="2886063"/>
            <a:ext cx="4017819" cy="308423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BED0590A-CA6B-4DD3-A30E-27253890875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817" t="15147" r="30446" b="5154"/>
          <a:stretch/>
        </p:blipFill>
        <p:spPr>
          <a:xfrm>
            <a:off x="538762" y="2886063"/>
            <a:ext cx="3639986" cy="308423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AE37E4A-5A4A-41B9-98E9-1F9A21E1B284}"/>
              </a:ext>
            </a:extLst>
          </p:cNvPr>
          <p:cNvSpPr txBox="1"/>
          <p:nvPr/>
        </p:nvSpPr>
        <p:spPr>
          <a:xfrm>
            <a:off x="7878906" y="5980960"/>
            <a:ext cx="40178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在图表中显示记录信息</a:t>
            </a:r>
            <a:endParaRPr kumimoji="1" lang="ja-JP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BD2BBF7-6499-456B-B8A6-203C818DE85B}"/>
              </a:ext>
            </a:extLst>
          </p:cNvPr>
          <p:cNvSpPr txBox="1"/>
          <p:nvPr/>
        </p:nvSpPr>
        <p:spPr>
          <a:xfrm>
            <a:off x="514317" y="5984882"/>
            <a:ext cx="36644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在甘特图中显示记录信息</a:t>
            </a:r>
            <a:endParaRPr kumimoji="1" lang="ja-JP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角丸四角形 8"/>
          <p:cNvSpPr/>
          <p:nvPr/>
        </p:nvSpPr>
        <p:spPr>
          <a:xfrm>
            <a:off x="4443806" y="5011623"/>
            <a:ext cx="3170042" cy="1307891"/>
          </a:xfrm>
          <a:prstGeom prst="round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大家可以使用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kintone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自定义来定制标准功能中没有的内容！</a:t>
            </a:r>
            <a:endParaRPr kumimoji="1" lang="ja-JP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7067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的基础</a:t>
            </a:r>
            <a:endParaRPr lang="ja-JP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1129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 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kumimoji="1" lang="ja-JP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重要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术语</a:t>
            </a:r>
            <a:endParaRPr kumimoji="1" lang="ja-JP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3E82D0A-60F5-430D-9808-643B003A42E4}"/>
              </a:ext>
            </a:extLst>
          </p:cNvPr>
          <p:cNvSpPr txBox="1">
            <a:spLocks/>
          </p:cNvSpPr>
          <p:nvPr/>
        </p:nvSpPr>
        <p:spPr>
          <a:xfrm>
            <a:off x="2476659" y="2819467"/>
            <a:ext cx="9035989" cy="1080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ja-JP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kumimoji="1" lang="ja-JP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kumimoji="1" lang="en-US" altLang="ja-JP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br>
              <a:rPr kumimoji="1" lang="en-US" altLang="ja-JP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kumimoji="1" lang="ja-JP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　</a:t>
            </a:r>
            <a:r>
              <a:rPr kumimoji="1"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调用并</a:t>
            </a:r>
            <a:r>
              <a:rPr kumimoji="1"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执行各种处理</a:t>
            </a:r>
            <a:endParaRPr kumimoji="1" lang="en-US" altLang="ja-JP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189" lvl="1" indent="0">
              <a:buNone/>
            </a:pPr>
            <a:r>
              <a:rPr kumimoji="1"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还可以创建自己的函数。 它位于对象内部时</a:t>
            </a:r>
            <a:r>
              <a:rPr kumimoji="1"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kumimoji="1"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它也称为方法。</a:t>
            </a:r>
            <a:endParaRPr kumimoji="1" lang="en-US" altLang="ja-JP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858ABA76-60A0-4620-84D2-43DFFE3024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816" y="1612910"/>
            <a:ext cx="867710" cy="867710"/>
          </a:xfrm>
          <a:prstGeom prst="rect">
            <a:avLst/>
          </a:prstGeom>
        </p:spPr>
      </p:pic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9BCE2417-4B76-48E0-929B-A7AED2C76365}"/>
              </a:ext>
            </a:extLst>
          </p:cNvPr>
          <p:cNvSpPr txBox="1">
            <a:spLocks/>
          </p:cNvSpPr>
          <p:nvPr/>
        </p:nvSpPr>
        <p:spPr>
          <a:xfrm>
            <a:off x="2436326" y="1563568"/>
            <a:ext cx="9035989" cy="108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en-US" altLang="ja-JP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br>
              <a:rPr lang="en-US" altLang="ja-JP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ja-JP" altLang="en-US" sz="2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　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包含各种数据等内容</a:t>
            </a:r>
            <a:endParaRPr lang="en-US" altLang="ja-JP" sz="24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</a:pPr>
            <a:r>
              <a:rPr lang="zh-CN" altLang="en-US" sz="1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包含什么，能做出什么取决于里面的内容。</a:t>
            </a:r>
            <a:endParaRPr lang="ja-JP" altLang="en-US" sz="1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52993E74-CB9B-41D8-830B-639AB4781037}"/>
              </a:ext>
            </a:extLst>
          </p:cNvPr>
          <p:cNvSpPr txBox="1">
            <a:spLocks/>
          </p:cNvSpPr>
          <p:nvPr/>
        </p:nvSpPr>
        <p:spPr>
          <a:xfrm>
            <a:off x="2436325" y="5331264"/>
            <a:ext cx="9035989" cy="108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</a:t>
            </a:r>
            <a:r>
              <a:rPr lang="en-US" altLang="ja-JP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br>
              <a:rPr lang="en-US" altLang="ja-JP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ja-JP" altLang="en-US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　</a:t>
            </a:r>
            <a:r>
              <a:rPr lang="zh-CN" altLang="en-US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调用函数的时机</a:t>
            </a:r>
            <a:endParaRPr lang="en-US" altLang="ja-JP" sz="2400" b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</a:pPr>
            <a:r>
              <a:rPr lang="zh-CN" altLang="en-US" sz="18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存在各种事件，如按钮单击和页面加载。</a:t>
            </a:r>
            <a:endParaRPr lang="ja-JP" altLang="en-US" sz="1800" b="1" dirty="0">
              <a:solidFill>
                <a:srgbClr val="FF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図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63"/>
          <a:stretch/>
        </p:blipFill>
        <p:spPr>
          <a:xfrm>
            <a:off x="1272483" y="2924741"/>
            <a:ext cx="948376" cy="1021804"/>
          </a:xfrm>
          <a:prstGeom prst="rect">
            <a:avLst/>
          </a:prstGeom>
        </p:spPr>
      </p:pic>
      <p:pic>
        <p:nvPicPr>
          <p:cNvPr id="9" name="図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188" y="5560488"/>
            <a:ext cx="660967" cy="758522"/>
          </a:xfrm>
          <a:prstGeom prst="rect">
            <a:avLst/>
          </a:prstGeom>
        </p:spPr>
      </p:pic>
      <p:pic>
        <p:nvPicPr>
          <p:cNvPr id="1026" name="Picture 2" descr="コイン投入口にお金を入れているイラスト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7320" y="4390666"/>
            <a:ext cx="898702" cy="725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コンテンツ プレースホルダー 2">
            <a:extLst>
              <a:ext uri="{FF2B5EF4-FFF2-40B4-BE49-F238E27FC236}">
                <a16:creationId xmlns:a16="http://schemas.microsoft.com/office/drawing/2014/main" id="{52993E74-CB9B-41D8-830B-639AB4781037}"/>
              </a:ext>
            </a:extLst>
          </p:cNvPr>
          <p:cNvSpPr txBox="1">
            <a:spLocks/>
          </p:cNvSpPr>
          <p:nvPr/>
        </p:nvSpPr>
        <p:spPr>
          <a:xfrm>
            <a:off x="2436324" y="4075366"/>
            <a:ext cx="9035989" cy="108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ja-JP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br>
              <a:rPr lang="en-US" altLang="ja-JP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ja-JP" altLang="en-US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　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传递给函数的内容</a:t>
            </a:r>
            <a:endParaRPr lang="ja-JP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</a:pP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执行函数所需的信息</a:t>
            </a:r>
            <a:r>
              <a:rPr lang="en-US" altLang="zh-CN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也称为参数。传递的内容各种各样。 </a:t>
            </a:r>
            <a:endParaRPr lang="ja-JP" altLang="en-US" sz="1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7966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在现实世界中思考</a:t>
            </a:r>
            <a:r>
              <a:rPr kumimoji="1" lang="ja-JP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・・・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58ABA76-60A0-4620-84D2-43DFFE3024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5717" y="1600459"/>
            <a:ext cx="867710" cy="867710"/>
          </a:xfrm>
          <a:prstGeom prst="rect">
            <a:avLst/>
          </a:prstGeom>
        </p:spPr>
      </p:pic>
      <p:pic>
        <p:nvPicPr>
          <p:cNvPr id="4" name="図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63"/>
          <a:stretch/>
        </p:blipFill>
        <p:spPr>
          <a:xfrm>
            <a:off x="9590767" y="1483090"/>
            <a:ext cx="948376" cy="1021804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3902" y="1749100"/>
            <a:ext cx="660967" cy="758522"/>
          </a:xfrm>
          <a:prstGeom prst="rect">
            <a:avLst/>
          </a:prstGeom>
        </p:spPr>
      </p:pic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53E82D0A-60F5-430D-9808-643B003A42E4}"/>
              </a:ext>
            </a:extLst>
          </p:cNvPr>
          <p:cNvSpPr txBox="1">
            <a:spLocks/>
          </p:cNvSpPr>
          <p:nvPr/>
        </p:nvSpPr>
        <p:spPr>
          <a:xfrm>
            <a:off x="9310006" y="2654723"/>
            <a:ext cx="1509895" cy="396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kumimoji="1" lang="en-US" altLang="ja-JP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kumimoji="1" lang="en-US" altLang="ja-JP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kumimoji="1" lang="en-US" altLang="ja-JP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9BCE2417-4B76-48E0-929B-A7AED2C76365}"/>
              </a:ext>
            </a:extLst>
          </p:cNvPr>
          <p:cNvSpPr txBox="1">
            <a:spLocks/>
          </p:cNvSpPr>
          <p:nvPr/>
        </p:nvSpPr>
        <p:spPr>
          <a:xfrm>
            <a:off x="3891108" y="2654723"/>
            <a:ext cx="2514577" cy="39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ja-JP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en-US" altLang="ja-JP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ja-JP" altLang="en-US" sz="1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52993E74-CB9B-41D8-830B-639AB4781037}"/>
              </a:ext>
            </a:extLst>
          </p:cNvPr>
          <p:cNvSpPr txBox="1">
            <a:spLocks/>
          </p:cNvSpPr>
          <p:nvPr/>
        </p:nvSpPr>
        <p:spPr>
          <a:xfrm>
            <a:off x="1350858" y="2654723"/>
            <a:ext cx="2067053" cy="39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ja-JP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</a:t>
            </a:r>
            <a:r>
              <a:rPr lang="en-US" altLang="ja-JP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ja-JP" altLang="en-US" sz="1800" b="1" dirty="0">
              <a:solidFill>
                <a:srgbClr val="FF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990830" y="3092837"/>
            <a:ext cx="2787107" cy="99722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 anchor="ctr">
            <a:noAutofit/>
          </a:bodyPr>
          <a:lstStyle/>
          <a:p>
            <a:r>
              <a:rPr kumimoji="1" lang="ja-JP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・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例如红绿灯变蓝色时</a:t>
            </a:r>
            <a:endParaRPr kumimoji="1" lang="en-US" altLang="ja-JP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ja-JP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・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例如到冬天时</a:t>
            </a:r>
            <a:endParaRPr kumimoji="1" lang="en-US" altLang="ja-JP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ja-JP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・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例如按下操作按钮时</a:t>
            </a:r>
            <a:endParaRPr kumimoji="1" lang="ja-JP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4354798" y="3088392"/>
            <a:ext cx="1587198" cy="99722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 anchor="ctr">
            <a:noAutofit/>
          </a:bodyPr>
          <a:lstStyle/>
          <a:p>
            <a:r>
              <a:rPr kumimoji="1" lang="ja-JP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・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endParaRPr kumimoji="1" lang="en-US" altLang="ja-JP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ja-JP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・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候鸟</a:t>
            </a:r>
            <a:endParaRPr kumimoji="1" lang="en-US" altLang="ja-JP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ja-JP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・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机器</a:t>
            </a:r>
            <a:endParaRPr kumimoji="1" lang="en-US" altLang="ja-JP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9222245" y="3102844"/>
            <a:ext cx="1685418" cy="997226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kumimoji="1" lang="ja-JP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・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穿过</a:t>
            </a:r>
            <a:endParaRPr kumimoji="1" lang="en-US" altLang="ja-JP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ja-JP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・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飞</a:t>
            </a:r>
            <a:endParaRPr kumimoji="1" lang="en-US" altLang="ja-JP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ja-JP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・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加工</a:t>
            </a:r>
            <a:endParaRPr kumimoji="1" lang="en-US" altLang="ja-JP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1273782" y="4416467"/>
            <a:ext cx="1001336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共同点：</a:t>
            </a:r>
            <a:endParaRPr kumimoji="1" lang="en-US" altLang="ja-JP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Tx/>
              <a:buChar char="-"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对象可以做不同的事情</a:t>
            </a:r>
            <a:endParaRPr kumimoji="1" lang="en-US" altLang="ja-JP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Tx/>
              <a:buChar char="-"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正确事件的正确对象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必须绑定正确的函数</a:t>
            </a:r>
            <a:endParaRPr kumimoji="1" lang="en-US" altLang="ja-JP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Tx/>
              <a:buChar char="-"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某些情况下可以用到多个参数</a:t>
            </a:r>
            <a:endParaRPr kumimoji="1" lang="en-US" altLang="ja-JP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Tx/>
              <a:buChar char="-"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参数不一定是必需的</a:t>
            </a:r>
            <a:endParaRPr kumimoji="1" lang="en-US" altLang="ja-JP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Picture 2" descr="コイン投入口にお金を入れているイラスト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4275" y="1722244"/>
            <a:ext cx="898702" cy="725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52993E74-CB9B-41D8-830B-639AB4781037}"/>
              </a:ext>
            </a:extLst>
          </p:cNvPr>
          <p:cNvSpPr txBox="1">
            <a:spLocks/>
          </p:cNvSpPr>
          <p:nvPr/>
        </p:nvSpPr>
        <p:spPr>
          <a:xfrm>
            <a:off x="6519001" y="2654723"/>
            <a:ext cx="2326906" cy="39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ja-JP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ja-JP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ja-JP" altLang="en-US" sz="1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6551650" y="3088391"/>
            <a:ext cx="2261609" cy="99722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 anchor="ctr">
            <a:noAutofit/>
          </a:bodyPr>
          <a:lstStyle/>
          <a:p>
            <a:r>
              <a:rPr kumimoji="1" lang="ja-JP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・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左边人行道</a:t>
            </a:r>
            <a:endParaRPr kumimoji="1" lang="en-US" altLang="ja-JP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ja-JP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・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到南方</a:t>
            </a:r>
            <a:r>
              <a:rPr lang="en-US" altLang="ja-JP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个月内</a:t>
            </a:r>
            <a:endParaRPr kumimoji="1" lang="en-US" altLang="ja-JP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ja-JP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・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木材</a:t>
            </a:r>
            <a:endParaRPr kumimoji="1" lang="en-US" altLang="ja-JP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44836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/>
      <p:bldP spid="1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语法</a:t>
            </a:r>
            <a:endParaRPr lang="ja-JP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55213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基本语法</a:t>
            </a:r>
            <a:endParaRPr kumimoji="1" lang="ja-JP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679177" y="1536972"/>
            <a:ext cx="8861898" cy="118677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kumimoji="1" lang="ja-JP" altLang="en-US" sz="40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●●●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kumimoji="1" lang="ja-JP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▲▲▲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时，执行</a:t>
            </a:r>
            <a:r>
              <a:rPr kumimoji="1" lang="ja-JP" altLang="en-US" sz="4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■■</a:t>
            </a:r>
            <a:r>
              <a:rPr kumimoji="1" lang="ja-JP" altLang="en-US" sz="4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■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处理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en-US" altLang="ja-JP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134427" y="5696539"/>
            <a:ext cx="58111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例）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window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弹出对话框“</a:t>
            </a:r>
            <a:r>
              <a:rPr kumimoji="1" lang="en-US" altLang="ja-JP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Hello World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kumimoji="1" lang="ja-JP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7311492" y="5593131"/>
            <a:ext cx="44393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window</a:t>
            </a:r>
            <a:r>
              <a:rPr kumimoji="1" lang="en-US" altLang="ja-JP" sz="280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kumimoji="1" lang="en-US" altLang="ja-JP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alert(</a:t>
            </a:r>
            <a:r>
              <a:rPr kumimoji="1" lang="en-US" altLang="ja-JP"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‘Hello World’</a:t>
            </a:r>
            <a:r>
              <a:rPr kumimoji="1" lang="en-US" altLang="ja-JP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1" lang="en-US" altLang="ja-JP" sz="280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kumimoji="1" lang="ja-JP" altLang="en-US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1134427" y="5148781"/>
            <a:ext cx="39394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例）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机器加工木材</a:t>
            </a:r>
            <a:endParaRPr kumimoji="1" lang="ja-JP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7311492" y="5078152"/>
            <a:ext cx="44393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</a:t>
            </a:r>
            <a:r>
              <a:rPr kumimoji="1" lang="en-US" altLang="ja-JP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kumimoji="1" lang="ja-JP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加工</a:t>
            </a:r>
            <a:r>
              <a:rPr kumimoji="1" lang="en-US" altLang="ja-JP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ja-JP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木材</a:t>
            </a:r>
            <a:r>
              <a:rPr kumimoji="1" lang="en-US" altLang="ja-JP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1" lang="en-US" altLang="ja-JP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kumimoji="1" lang="ja-JP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1679177" y="3543780"/>
            <a:ext cx="8861898" cy="10850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kumimoji="1" lang="ja-JP" altLang="en-US" sz="4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●●●</a:t>
            </a:r>
            <a:r>
              <a:rPr kumimoji="1" lang="en-US" altLang="ja-JP" sz="4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kumimoji="1" lang="ja-JP" altLang="en-US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 ▲▲▲</a:t>
            </a:r>
            <a:r>
              <a:rPr kumimoji="1" lang="en-US" altLang="ja-JP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ja-JP" altLang="en-US" sz="4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■■■</a:t>
            </a:r>
            <a:r>
              <a:rPr kumimoji="1" lang="en-US" altLang="ja-JP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);</a:t>
            </a:r>
            <a:endParaRPr kumimoji="1" lang="en-US" altLang="ja-JP" sz="3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下矢印 11"/>
          <p:cNvSpPr/>
          <p:nvPr/>
        </p:nvSpPr>
        <p:spPr>
          <a:xfrm>
            <a:off x="5667517" y="2997572"/>
            <a:ext cx="885217" cy="35992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下矢印 12"/>
          <p:cNvSpPr/>
          <p:nvPr/>
        </p:nvSpPr>
        <p:spPr>
          <a:xfrm rot="16200000">
            <a:off x="6808057" y="5153525"/>
            <a:ext cx="274982" cy="35992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下矢印 13"/>
          <p:cNvSpPr/>
          <p:nvPr/>
        </p:nvSpPr>
        <p:spPr>
          <a:xfrm rot="16200000">
            <a:off x="6803193" y="5664385"/>
            <a:ext cx="274982" cy="35992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1272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 animBg="1"/>
      <p:bldP spid="12" grpId="0" animBg="1"/>
      <p:bldP spid="13" grpId="0" animBg="1"/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A0229356-EDB8-4640-9261-6371F6F84F1F}"/>
              </a:ext>
            </a:extLst>
          </p:cNvPr>
          <p:cNvSpPr/>
          <p:nvPr/>
        </p:nvSpPr>
        <p:spPr>
          <a:xfrm>
            <a:off x="458541" y="2650672"/>
            <a:ext cx="8819905" cy="4214949"/>
          </a:xfrm>
          <a:custGeom>
            <a:avLst/>
            <a:gdLst>
              <a:gd name="connsiteX0" fmla="*/ 0 w 9413966"/>
              <a:gd name="connsiteY0" fmla="*/ 2856412 h 4319452"/>
              <a:gd name="connsiteX1" fmla="*/ 1933303 w 9413966"/>
              <a:gd name="connsiteY1" fmla="*/ 1419498 h 4319452"/>
              <a:gd name="connsiteX2" fmla="*/ 3082835 w 9413966"/>
              <a:gd name="connsiteY2" fmla="*/ 2246812 h 4319452"/>
              <a:gd name="connsiteX3" fmla="*/ 5538652 w 9413966"/>
              <a:gd name="connsiteY3" fmla="*/ 0 h 4319452"/>
              <a:gd name="connsiteX4" fmla="*/ 6653349 w 9413966"/>
              <a:gd name="connsiteY4" fmla="*/ 1341120 h 4319452"/>
              <a:gd name="connsiteX5" fmla="*/ 6810103 w 9413966"/>
              <a:gd name="connsiteY5" fmla="*/ 1314995 h 4319452"/>
              <a:gd name="connsiteX6" fmla="*/ 6836229 w 9413966"/>
              <a:gd name="connsiteY6" fmla="*/ 1306286 h 4319452"/>
              <a:gd name="connsiteX7" fmla="*/ 6871063 w 9413966"/>
              <a:gd name="connsiteY7" fmla="*/ 1288869 h 4319452"/>
              <a:gd name="connsiteX8" fmla="*/ 7733212 w 9413966"/>
              <a:gd name="connsiteY8" fmla="*/ 670560 h 4319452"/>
              <a:gd name="connsiteX9" fmla="*/ 9413966 w 9413966"/>
              <a:gd name="connsiteY9" fmla="*/ 4319452 h 4319452"/>
              <a:gd name="connsiteX10" fmla="*/ 17418 w 9413966"/>
              <a:gd name="connsiteY10" fmla="*/ 4310743 h 4319452"/>
              <a:gd name="connsiteX11" fmla="*/ 0 w 9413966"/>
              <a:gd name="connsiteY11" fmla="*/ 2856412 h 4319452"/>
              <a:gd name="connsiteX0" fmla="*/ 0 w 9396548"/>
              <a:gd name="connsiteY0" fmla="*/ 4310743 h 4319452"/>
              <a:gd name="connsiteX1" fmla="*/ 1915885 w 9396548"/>
              <a:gd name="connsiteY1" fmla="*/ 1419498 h 4319452"/>
              <a:gd name="connsiteX2" fmla="*/ 3065417 w 9396548"/>
              <a:gd name="connsiteY2" fmla="*/ 2246812 h 4319452"/>
              <a:gd name="connsiteX3" fmla="*/ 5521234 w 9396548"/>
              <a:gd name="connsiteY3" fmla="*/ 0 h 4319452"/>
              <a:gd name="connsiteX4" fmla="*/ 6635931 w 9396548"/>
              <a:gd name="connsiteY4" fmla="*/ 1341120 h 4319452"/>
              <a:gd name="connsiteX5" fmla="*/ 6792685 w 9396548"/>
              <a:gd name="connsiteY5" fmla="*/ 1314995 h 4319452"/>
              <a:gd name="connsiteX6" fmla="*/ 6818811 w 9396548"/>
              <a:gd name="connsiteY6" fmla="*/ 1306286 h 4319452"/>
              <a:gd name="connsiteX7" fmla="*/ 6853645 w 9396548"/>
              <a:gd name="connsiteY7" fmla="*/ 1288869 h 4319452"/>
              <a:gd name="connsiteX8" fmla="*/ 7715794 w 9396548"/>
              <a:gd name="connsiteY8" fmla="*/ 670560 h 4319452"/>
              <a:gd name="connsiteX9" fmla="*/ 9396548 w 9396548"/>
              <a:gd name="connsiteY9" fmla="*/ 4319452 h 4319452"/>
              <a:gd name="connsiteX10" fmla="*/ 0 w 9396548"/>
              <a:gd name="connsiteY10" fmla="*/ 4310743 h 4319452"/>
              <a:gd name="connsiteX0" fmla="*/ 0 w 9396548"/>
              <a:gd name="connsiteY0" fmla="*/ 4310743 h 4319452"/>
              <a:gd name="connsiteX1" fmla="*/ 2368731 w 9396548"/>
              <a:gd name="connsiteY1" fmla="*/ 1611086 h 4319452"/>
              <a:gd name="connsiteX2" fmla="*/ 3065417 w 9396548"/>
              <a:gd name="connsiteY2" fmla="*/ 2246812 h 4319452"/>
              <a:gd name="connsiteX3" fmla="*/ 5521234 w 9396548"/>
              <a:gd name="connsiteY3" fmla="*/ 0 h 4319452"/>
              <a:gd name="connsiteX4" fmla="*/ 6635931 w 9396548"/>
              <a:gd name="connsiteY4" fmla="*/ 1341120 h 4319452"/>
              <a:gd name="connsiteX5" fmla="*/ 6792685 w 9396548"/>
              <a:gd name="connsiteY5" fmla="*/ 1314995 h 4319452"/>
              <a:gd name="connsiteX6" fmla="*/ 6818811 w 9396548"/>
              <a:gd name="connsiteY6" fmla="*/ 1306286 h 4319452"/>
              <a:gd name="connsiteX7" fmla="*/ 6853645 w 9396548"/>
              <a:gd name="connsiteY7" fmla="*/ 1288869 h 4319452"/>
              <a:gd name="connsiteX8" fmla="*/ 7715794 w 9396548"/>
              <a:gd name="connsiteY8" fmla="*/ 670560 h 4319452"/>
              <a:gd name="connsiteX9" fmla="*/ 9396548 w 9396548"/>
              <a:gd name="connsiteY9" fmla="*/ 4319452 h 4319452"/>
              <a:gd name="connsiteX10" fmla="*/ 0 w 9396548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7280366 w 8961120"/>
              <a:gd name="connsiteY7" fmla="*/ 670560 h 4319452"/>
              <a:gd name="connsiteX8" fmla="*/ 8961120 w 8961120"/>
              <a:gd name="connsiteY8" fmla="*/ 4319452 h 4319452"/>
              <a:gd name="connsiteX9" fmla="*/ 0 w 8961120"/>
              <a:gd name="connsiteY9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7280366 w 8961120"/>
              <a:gd name="connsiteY6" fmla="*/ 670560 h 4319452"/>
              <a:gd name="connsiteX7" fmla="*/ 8961120 w 8961120"/>
              <a:gd name="connsiteY7" fmla="*/ 4319452 h 4319452"/>
              <a:gd name="connsiteX8" fmla="*/ 0 w 8961120"/>
              <a:gd name="connsiteY8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78537"/>
              <a:gd name="connsiteY0" fmla="*/ 4310743 h 4310744"/>
              <a:gd name="connsiteX1" fmla="*/ 1933303 w 8978537"/>
              <a:gd name="connsiteY1" fmla="*/ 1611086 h 4310744"/>
              <a:gd name="connsiteX2" fmla="*/ 2725784 w 8978537"/>
              <a:gd name="connsiteY2" fmla="*/ 2360023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310743 h 4310744"/>
              <a:gd name="connsiteX1" fmla="*/ 1853517 w 8978537"/>
              <a:gd name="connsiteY1" fmla="*/ 1672046 h 4310744"/>
              <a:gd name="connsiteX2" fmla="*/ 2725784 w 8978537"/>
              <a:gd name="connsiteY2" fmla="*/ 2360023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310743 h 4310744"/>
              <a:gd name="connsiteX1" fmla="*/ 1853517 w 8978537"/>
              <a:gd name="connsiteY1" fmla="*/ 1672046 h 4310744"/>
              <a:gd name="connsiteX2" fmla="*/ 3257696 w 8978537"/>
              <a:gd name="connsiteY2" fmla="*/ 2360023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310743 h 4310744"/>
              <a:gd name="connsiteX1" fmla="*/ 1853517 w 8978537"/>
              <a:gd name="connsiteY1" fmla="*/ 1672046 h 4310744"/>
              <a:gd name="connsiteX2" fmla="*/ 3080392 w 8978537"/>
              <a:gd name="connsiteY2" fmla="*/ 2386149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306962 w 8978537"/>
              <a:gd name="connsiteY5" fmla="*/ 792480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78537" h="4214949">
                <a:moveTo>
                  <a:pt x="0" y="4214948"/>
                </a:moveTo>
                <a:cubicBezTo>
                  <a:pt x="644434" y="3315062"/>
                  <a:pt x="1540008" y="1561737"/>
                  <a:pt x="1853517" y="1576251"/>
                </a:cubicBezTo>
                <a:cubicBezTo>
                  <a:pt x="2164123" y="1570446"/>
                  <a:pt x="2639157" y="2313576"/>
                  <a:pt x="3080392" y="2290354"/>
                </a:cubicBezTo>
                <a:cubicBezTo>
                  <a:pt x="3684186" y="2278743"/>
                  <a:pt x="4409367" y="29027"/>
                  <a:pt x="5023750" y="0"/>
                </a:cubicBezTo>
                <a:cubicBezTo>
                  <a:pt x="5680414" y="11612"/>
                  <a:pt x="5889897" y="1233713"/>
                  <a:pt x="6200503" y="1245325"/>
                </a:cubicBezTo>
                <a:cubicBezTo>
                  <a:pt x="6496595" y="1226456"/>
                  <a:pt x="7003613" y="156754"/>
                  <a:pt x="7306962" y="792480"/>
                </a:cubicBezTo>
                <a:lnTo>
                  <a:pt x="8978537" y="4214949"/>
                </a:lnTo>
                <a:lnTo>
                  <a:pt x="0" y="4214948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eiryo UI" panose="020B0604030504040204" pitchFamily="50" charset="-128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187785C-5587-42DC-AD55-4A23CC5AFF16}"/>
              </a:ext>
            </a:extLst>
          </p:cNvPr>
          <p:cNvGrpSpPr/>
          <p:nvPr/>
        </p:nvGrpSpPr>
        <p:grpSpPr>
          <a:xfrm>
            <a:off x="2458935" y="5848616"/>
            <a:ext cx="1267879" cy="1009384"/>
            <a:chOff x="3774175" y="5561362"/>
            <a:chExt cx="1820125" cy="1449038"/>
          </a:xfrm>
          <a:solidFill>
            <a:schemeClr val="accent1">
              <a:lumMod val="50000"/>
              <a:alpha val="50000"/>
            </a:schemeClr>
          </a:solidFill>
        </p:grpSpPr>
        <p:sp>
          <p:nvSpPr>
            <p:cNvPr id="16" name="Freeform 44">
              <a:extLst>
                <a:ext uri="{FF2B5EF4-FFF2-40B4-BE49-F238E27FC236}">
                  <a16:creationId xmlns:a16="http://schemas.microsoft.com/office/drawing/2014/main" id="{BE9D842C-317C-4EE0-82C1-A43279DD1E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47489" y="5561362"/>
              <a:ext cx="1146811" cy="1449038"/>
            </a:xfrm>
            <a:custGeom>
              <a:avLst/>
              <a:gdLst>
                <a:gd name="T0" fmla="*/ 289 w 578"/>
                <a:gd name="T1" fmla="*/ 265 h 733"/>
                <a:gd name="T2" fmla="*/ 290 w 578"/>
                <a:gd name="T3" fmla="*/ 265 h 733"/>
                <a:gd name="T4" fmla="*/ 288 w 578"/>
                <a:gd name="T5" fmla="*/ 265 h 733"/>
                <a:gd name="T6" fmla="*/ 289 w 578"/>
                <a:gd name="T7" fmla="*/ 265 h 733"/>
                <a:gd name="T8" fmla="*/ 578 w 578"/>
                <a:gd name="T9" fmla="*/ 733 h 733"/>
                <a:gd name="T10" fmla="*/ 425 w 578"/>
                <a:gd name="T11" fmla="*/ 548 h 733"/>
                <a:gd name="T12" fmla="*/ 524 w 578"/>
                <a:gd name="T13" fmla="*/ 548 h 733"/>
                <a:gd name="T14" fmla="*/ 397 w 578"/>
                <a:gd name="T15" fmla="*/ 395 h 733"/>
                <a:gd name="T16" fmla="*/ 479 w 578"/>
                <a:gd name="T17" fmla="*/ 395 h 733"/>
                <a:gd name="T18" fmla="*/ 381 w 578"/>
                <a:gd name="T19" fmla="*/ 265 h 733"/>
                <a:gd name="T20" fmla="*/ 458 w 578"/>
                <a:gd name="T21" fmla="*/ 265 h 733"/>
                <a:gd name="T22" fmla="*/ 354 w 578"/>
                <a:gd name="T23" fmla="*/ 151 h 733"/>
                <a:gd name="T24" fmla="*/ 427 w 578"/>
                <a:gd name="T25" fmla="*/ 151 h 733"/>
                <a:gd name="T26" fmla="*/ 289 w 578"/>
                <a:gd name="T27" fmla="*/ 0 h 733"/>
                <a:gd name="T28" fmla="*/ 151 w 578"/>
                <a:gd name="T29" fmla="*/ 151 h 733"/>
                <a:gd name="T30" fmla="*/ 224 w 578"/>
                <a:gd name="T31" fmla="*/ 151 h 733"/>
                <a:gd name="T32" fmla="*/ 119 w 578"/>
                <a:gd name="T33" fmla="*/ 265 h 733"/>
                <a:gd name="T34" fmla="*/ 197 w 578"/>
                <a:gd name="T35" fmla="*/ 265 h 733"/>
                <a:gd name="T36" fmla="*/ 99 w 578"/>
                <a:gd name="T37" fmla="*/ 395 h 733"/>
                <a:gd name="T38" fmla="*/ 181 w 578"/>
                <a:gd name="T39" fmla="*/ 395 h 733"/>
                <a:gd name="T40" fmla="*/ 54 w 578"/>
                <a:gd name="T41" fmla="*/ 548 h 733"/>
                <a:gd name="T42" fmla="*/ 153 w 578"/>
                <a:gd name="T43" fmla="*/ 548 h 733"/>
                <a:gd name="T44" fmla="*/ 0 w 578"/>
                <a:gd name="T45" fmla="*/ 733 h 733"/>
                <a:gd name="T46" fmla="*/ 578 w 578"/>
                <a:gd name="T47" fmla="*/ 733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78" h="733">
                  <a:moveTo>
                    <a:pt x="289" y="265"/>
                  </a:moveTo>
                  <a:lnTo>
                    <a:pt x="290" y="265"/>
                  </a:lnTo>
                  <a:lnTo>
                    <a:pt x="288" y="265"/>
                  </a:lnTo>
                  <a:lnTo>
                    <a:pt x="289" y="265"/>
                  </a:lnTo>
                  <a:close/>
                  <a:moveTo>
                    <a:pt x="578" y="733"/>
                  </a:moveTo>
                  <a:lnTo>
                    <a:pt x="425" y="548"/>
                  </a:lnTo>
                  <a:lnTo>
                    <a:pt x="524" y="548"/>
                  </a:lnTo>
                  <a:lnTo>
                    <a:pt x="397" y="395"/>
                  </a:lnTo>
                  <a:lnTo>
                    <a:pt x="479" y="395"/>
                  </a:lnTo>
                  <a:lnTo>
                    <a:pt x="381" y="265"/>
                  </a:lnTo>
                  <a:lnTo>
                    <a:pt x="458" y="265"/>
                  </a:lnTo>
                  <a:lnTo>
                    <a:pt x="354" y="151"/>
                  </a:lnTo>
                  <a:lnTo>
                    <a:pt x="427" y="151"/>
                  </a:lnTo>
                  <a:lnTo>
                    <a:pt x="289" y="0"/>
                  </a:lnTo>
                  <a:lnTo>
                    <a:pt x="151" y="151"/>
                  </a:lnTo>
                  <a:lnTo>
                    <a:pt x="224" y="151"/>
                  </a:lnTo>
                  <a:lnTo>
                    <a:pt x="119" y="265"/>
                  </a:lnTo>
                  <a:lnTo>
                    <a:pt x="197" y="265"/>
                  </a:lnTo>
                  <a:lnTo>
                    <a:pt x="99" y="395"/>
                  </a:lnTo>
                  <a:lnTo>
                    <a:pt x="181" y="395"/>
                  </a:lnTo>
                  <a:lnTo>
                    <a:pt x="54" y="548"/>
                  </a:lnTo>
                  <a:lnTo>
                    <a:pt x="153" y="548"/>
                  </a:lnTo>
                  <a:lnTo>
                    <a:pt x="0" y="733"/>
                  </a:lnTo>
                  <a:lnTo>
                    <a:pt x="578" y="733"/>
                  </a:ln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7" name="Freeform 50">
              <a:extLst>
                <a:ext uri="{FF2B5EF4-FFF2-40B4-BE49-F238E27FC236}">
                  <a16:creationId xmlns:a16="http://schemas.microsoft.com/office/drawing/2014/main" id="{A918F3E8-EE9F-4AD2-9BA6-7522714521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4175" y="6097554"/>
              <a:ext cx="878339" cy="912846"/>
            </a:xfrm>
            <a:custGeom>
              <a:avLst/>
              <a:gdLst>
                <a:gd name="T0" fmla="*/ 0 w 584"/>
                <a:gd name="T1" fmla="*/ 608 h 608"/>
                <a:gd name="T2" fmla="*/ 151 w 584"/>
                <a:gd name="T3" fmla="*/ 408 h 608"/>
                <a:gd name="T4" fmla="*/ 31 w 584"/>
                <a:gd name="T5" fmla="*/ 408 h 608"/>
                <a:gd name="T6" fmla="*/ 192 w 584"/>
                <a:gd name="T7" fmla="*/ 232 h 608"/>
                <a:gd name="T8" fmla="*/ 80 w 584"/>
                <a:gd name="T9" fmla="*/ 232 h 608"/>
                <a:gd name="T10" fmla="*/ 292 w 584"/>
                <a:gd name="T11" fmla="*/ 0 h 608"/>
                <a:gd name="T12" fmla="*/ 503 w 584"/>
                <a:gd name="T13" fmla="*/ 232 h 608"/>
                <a:gd name="T14" fmla="*/ 391 w 584"/>
                <a:gd name="T15" fmla="*/ 232 h 608"/>
                <a:gd name="T16" fmla="*/ 552 w 584"/>
                <a:gd name="T17" fmla="*/ 408 h 608"/>
                <a:gd name="T18" fmla="*/ 433 w 584"/>
                <a:gd name="T19" fmla="*/ 408 h 608"/>
                <a:gd name="T20" fmla="*/ 584 w 584"/>
                <a:gd name="T21" fmla="*/ 608 h 608"/>
                <a:gd name="T22" fmla="*/ 0 w 584"/>
                <a:gd name="T23" fmla="*/ 608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4" h="608">
                  <a:moveTo>
                    <a:pt x="0" y="608"/>
                  </a:moveTo>
                  <a:lnTo>
                    <a:pt x="151" y="408"/>
                  </a:lnTo>
                  <a:lnTo>
                    <a:pt x="31" y="408"/>
                  </a:lnTo>
                  <a:lnTo>
                    <a:pt x="192" y="232"/>
                  </a:lnTo>
                  <a:lnTo>
                    <a:pt x="80" y="232"/>
                  </a:lnTo>
                  <a:lnTo>
                    <a:pt x="292" y="0"/>
                  </a:lnTo>
                  <a:lnTo>
                    <a:pt x="503" y="232"/>
                  </a:lnTo>
                  <a:lnTo>
                    <a:pt x="391" y="232"/>
                  </a:lnTo>
                  <a:lnTo>
                    <a:pt x="552" y="408"/>
                  </a:lnTo>
                  <a:lnTo>
                    <a:pt x="433" y="408"/>
                  </a:lnTo>
                  <a:lnTo>
                    <a:pt x="584" y="608"/>
                  </a:lnTo>
                  <a:lnTo>
                    <a:pt x="0" y="608"/>
                  </a:ln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14" name="Freeform 44">
            <a:extLst>
              <a:ext uri="{FF2B5EF4-FFF2-40B4-BE49-F238E27FC236}">
                <a16:creationId xmlns:a16="http://schemas.microsoft.com/office/drawing/2014/main" id="{401C5368-6114-4E58-A240-DDA0E441CFFB}"/>
              </a:ext>
            </a:extLst>
          </p:cNvPr>
          <p:cNvSpPr>
            <a:spLocks noEditPoints="1"/>
          </p:cNvSpPr>
          <p:nvPr/>
        </p:nvSpPr>
        <p:spPr bwMode="auto">
          <a:xfrm>
            <a:off x="4295089" y="5408962"/>
            <a:ext cx="1146811" cy="1449038"/>
          </a:xfrm>
          <a:custGeom>
            <a:avLst/>
            <a:gdLst>
              <a:gd name="T0" fmla="*/ 289 w 578"/>
              <a:gd name="T1" fmla="*/ 265 h 733"/>
              <a:gd name="T2" fmla="*/ 290 w 578"/>
              <a:gd name="T3" fmla="*/ 265 h 733"/>
              <a:gd name="T4" fmla="*/ 288 w 578"/>
              <a:gd name="T5" fmla="*/ 265 h 733"/>
              <a:gd name="T6" fmla="*/ 289 w 578"/>
              <a:gd name="T7" fmla="*/ 265 h 733"/>
              <a:gd name="T8" fmla="*/ 578 w 578"/>
              <a:gd name="T9" fmla="*/ 733 h 733"/>
              <a:gd name="T10" fmla="*/ 425 w 578"/>
              <a:gd name="T11" fmla="*/ 548 h 733"/>
              <a:gd name="T12" fmla="*/ 524 w 578"/>
              <a:gd name="T13" fmla="*/ 548 h 733"/>
              <a:gd name="T14" fmla="*/ 397 w 578"/>
              <a:gd name="T15" fmla="*/ 395 h 733"/>
              <a:gd name="T16" fmla="*/ 479 w 578"/>
              <a:gd name="T17" fmla="*/ 395 h 733"/>
              <a:gd name="T18" fmla="*/ 381 w 578"/>
              <a:gd name="T19" fmla="*/ 265 h 733"/>
              <a:gd name="T20" fmla="*/ 458 w 578"/>
              <a:gd name="T21" fmla="*/ 265 h 733"/>
              <a:gd name="T22" fmla="*/ 354 w 578"/>
              <a:gd name="T23" fmla="*/ 151 h 733"/>
              <a:gd name="T24" fmla="*/ 427 w 578"/>
              <a:gd name="T25" fmla="*/ 151 h 733"/>
              <a:gd name="T26" fmla="*/ 289 w 578"/>
              <a:gd name="T27" fmla="*/ 0 h 733"/>
              <a:gd name="T28" fmla="*/ 151 w 578"/>
              <a:gd name="T29" fmla="*/ 151 h 733"/>
              <a:gd name="T30" fmla="*/ 224 w 578"/>
              <a:gd name="T31" fmla="*/ 151 h 733"/>
              <a:gd name="T32" fmla="*/ 119 w 578"/>
              <a:gd name="T33" fmla="*/ 265 h 733"/>
              <a:gd name="T34" fmla="*/ 197 w 578"/>
              <a:gd name="T35" fmla="*/ 265 h 733"/>
              <a:gd name="T36" fmla="*/ 99 w 578"/>
              <a:gd name="T37" fmla="*/ 395 h 733"/>
              <a:gd name="T38" fmla="*/ 181 w 578"/>
              <a:gd name="T39" fmla="*/ 395 h 733"/>
              <a:gd name="T40" fmla="*/ 54 w 578"/>
              <a:gd name="T41" fmla="*/ 548 h 733"/>
              <a:gd name="T42" fmla="*/ 153 w 578"/>
              <a:gd name="T43" fmla="*/ 548 h 733"/>
              <a:gd name="T44" fmla="*/ 0 w 578"/>
              <a:gd name="T45" fmla="*/ 733 h 733"/>
              <a:gd name="T46" fmla="*/ 578 w 578"/>
              <a:gd name="T47" fmla="*/ 733 h 7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578" h="733">
                <a:moveTo>
                  <a:pt x="289" y="265"/>
                </a:moveTo>
                <a:lnTo>
                  <a:pt x="290" y="265"/>
                </a:lnTo>
                <a:lnTo>
                  <a:pt x="288" y="265"/>
                </a:lnTo>
                <a:lnTo>
                  <a:pt x="289" y="265"/>
                </a:lnTo>
                <a:close/>
                <a:moveTo>
                  <a:pt x="578" y="733"/>
                </a:moveTo>
                <a:lnTo>
                  <a:pt x="425" y="548"/>
                </a:lnTo>
                <a:lnTo>
                  <a:pt x="524" y="548"/>
                </a:lnTo>
                <a:lnTo>
                  <a:pt x="397" y="395"/>
                </a:lnTo>
                <a:lnTo>
                  <a:pt x="479" y="395"/>
                </a:lnTo>
                <a:lnTo>
                  <a:pt x="381" y="265"/>
                </a:lnTo>
                <a:lnTo>
                  <a:pt x="458" y="265"/>
                </a:lnTo>
                <a:lnTo>
                  <a:pt x="354" y="151"/>
                </a:lnTo>
                <a:lnTo>
                  <a:pt x="427" y="151"/>
                </a:lnTo>
                <a:lnTo>
                  <a:pt x="289" y="0"/>
                </a:lnTo>
                <a:lnTo>
                  <a:pt x="151" y="151"/>
                </a:lnTo>
                <a:lnTo>
                  <a:pt x="224" y="151"/>
                </a:lnTo>
                <a:lnTo>
                  <a:pt x="119" y="265"/>
                </a:lnTo>
                <a:lnTo>
                  <a:pt x="197" y="265"/>
                </a:lnTo>
                <a:lnTo>
                  <a:pt x="99" y="395"/>
                </a:lnTo>
                <a:lnTo>
                  <a:pt x="181" y="395"/>
                </a:lnTo>
                <a:lnTo>
                  <a:pt x="54" y="548"/>
                </a:lnTo>
                <a:lnTo>
                  <a:pt x="153" y="548"/>
                </a:lnTo>
                <a:lnTo>
                  <a:pt x="0" y="733"/>
                </a:lnTo>
                <a:lnTo>
                  <a:pt x="578" y="73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15" name="Freeform 50">
            <a:extLst>
              <a:ext uri="{FF2B5EF4-FFF2-40B4-BE49-F238E27FC236}">
                <a16:creationId xmlns:a16="http://schemas.microsoft.com/office/drawing/2014/main" id="{95BC1C8B-3C05-49DD-8A7D-622C5DDC68B6}"/>
              </a:ext>
            </a:extLst>
          </p:cNvPr>
          <p:cNvSpPr>
            <a:spLocks/>
          </p:cNvSpPr>
          <p:nvPr/>
        </p:nvSpPr>
        <p:spPr bwMode="auto">
          <a:xfrm>
            <a:off x="3621775" y="5945154"/>
            <a:ext cx="878339" cy="912846"/>
          </a:xfrm>
          <a:custGeom>
            <a:avLst/>
            <a:gdLst>
              <a:gd name="T0" fmla="*/ 0 w 584"/>
              <a:gd name="T1" fmla="*/ 608 h 608"/>
              <a:gd name="T2" fmla="*/ 151 w 584"/>
              <a:gd name="T3" fmla="*/ 408 h 608"/>
              <a:gd name="T4" fmla="*/ 31 w 584"/>
              <a:gd name="T5" fmla="*/ 408 h 608"/>
              <a:gd name="T6" fmla="*/ 192 w 584"/>
              <a:gd name="T7" fmla="*/ 232 h 608"/>
              <a:gd name="T8" fmla="*/ 80 w 584"/>
              <a:gd name="T9" fmla="*/ 232 h 608"/>
              <a:gd name="T10" fmla="*/ 292 w 584"/>
              <a:gd name="T11" fmla="*/ 0 h 608"/>
              <a:gd name="T12" fmla="*/ 503 w 584"/>
              <a:gd name="T13" fmla="*/ 232 h 608"/>
              <a:gd name="T14" fmla="*/ 391 w 584"/>
              <a:gd name="T15" fmla="*/ 232 h 608"/>
              <a:gd name="T16" fmla="*/ 552 w 584"/>
              <a:gd name="T17" fmla="*/ 408 h 608"/>
              <a:gd name="T18" fmla="*/ 433 w 584"/>
              <a:gd name="T19" fmla="*/ 408 h 608"/>
              <a:gd name="T20" fmla="*/ 584 w 584"/>
              <a:gd name="T21" fmla="*/ 608 h 608"/>
              <a:gd name="T22" fmla="*/ 0 w 584"/>
              <a:gd name="T23" fmla="*/ 608 h 6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584" h="608">
                <a:moveTo>
                  <a:pt x="0" y="608"/>
                </a:moveTo>
                <a:lnTo>
                  <a:pt x="151" y="408"/>
                </a:lnTo>
                <a:lnTo>
                  <a:pt x="31" y="408"/>
                </a:lnTo>
                <a:lnTo>
                  <a:pt x="192" y="232"/>
                </a:lnTo>
                <a:lnTo>
                  <a:pt x="80" y="232"/>
                </a:lnTo>
                <a:lnTo>
                  <a:pt x="292" y="0"/>
                </a:lnTo>
                <a:lnTo>
                  <a:pt x="503" y="232"/>
                </a:lnTo>
                <a:lnTo>
                  <a:pt x="391" y="232"/>
                </a:lnTo>
                <a:lnTo>
                  <a:pt x="552" y="408"/>
                </a:lnTo>
                <a:lnTo>
                  <a:pt x="433" y="408"/>
                </a:lnTo>
                <a:lnTo>
                  <a:pt x="584" y="608"/>
                </a:lnTo>
                <a:lnTo>
                  <a:pt x="0" y="6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33F337D-9B9E-40D8-BE92-07224B838D3D}"/>
              </a:ext>
            </a:extLst>
          </p:cNvPr>
          <p:cNvSpPr>
            <a:spLocks noEditPoints="1"/>
          </p:cNvSpPr>
          <p:nvPr/>
        </p:nvSpPr>
        <p:spPr bwMode="auto">
          <a:xfrm>
            <a:off x="5068389" y="2290905"/>
            <a:ext cx="7185638" cy="4567096"/>
          </a:xfrm>
          <a:custGeom>
            <a:avLst/>
            <a:gdLst>
              <a:gd name="T0" fmla="*/ 1621 w 5440"/>
              <a:gd name="T1" fmla="*/ 1505 h 2937"/>
              <a:gd name="T2" fmla="*/ 1438 w 5440"/>
              <a:gd name="T3" fmla="*/ 1830 h 2937"/>
              <a:gd name="T4" fmla="*/ 1596 w 5440"/>
              <a:gd name="T5" fmla="*/ 1908 h 2937"/>
              <a:gd name="T6" fmla="*/ 1888 w 5440"/>
              <a:gd name="T7" fmla="*/ 1886 h 2937"/>
              <a:gd name="T8" fmla="*/ 1683 w 5440"/>
              <a:gd name="T9" fmla="*/ 1967 h 2937"/>
              <a:gd name="T10" fmla="*/ 1190 w 5440"/>
              <a:gd name="T11" fmla="*/ 2015 h 2937"/>
              <a:gd name="T12" fmla="*/ 886 w 5440"/>
              <a:gd name="T13" fmla="*/ 2016 h 2937"/>
              <a:gd name="T14" fmla="*/ 601 w 5440"/>
              <a:gd name="T15" fmla="*/ 2525 h 2937"/>
              <a:gd name="T16" fmla="*/ 423 w 5440"/>
              <a:gd name="T17" fmla="*/ 2440 h 2937"/>
              <a:gd name="T18" fmla="*/ 701 w 5440"/>
              <a:gd name="T19" fmla="*/ 1862 h 2937"/>
              <a:gd name="T20" fmla="*/ 874 w 5440"/>
              <a:gd name="T21" fmla="*/ 1692 h 2937"/>
              <a:gd name="T22" fmla="*/ 1389 w 5440"/>
              <a:gd name="T23" fmla="*/ 1704 h 2937"/>
              <a:gd name="T24" fmla="*/ 1696 w 5440"/>
              <a:gd name="T25" fmla="*/ 1266 h 2937"/>
              <a:gd name="T26" fmla="*/ 4310 w 5440"/>
              <a:gd name="T27" fmla="*/ 2203 h 2937"/>
              <a:gd name="T28" fmla="*/ 4186 w 5440"/>
              <a:gd name="T29" fmla="*/ 2059 h 2937"/>
              <a:gd name="T30" fmla="*/ 3828 w 5440"/>
              <a:gd name="T31" fmla="*/ 1701 h 2937"/>
              <a:gd name="T32" fmla="*/ 3542 w 5440"/>
              <a:gd name="T33" fmla="*/ 1946 h 2937"/>
              <a:gd name="T34" fmla="*/ 3508 w 5440"/>
              <a:gd name="T35" fmla="*/ 2308 h 2937"/>
              <a:gd name="T36" fmla="*/ 3508 w 5440"/>
              <a:gd name="T37" fmla="*/ 2787 h 2937"/>
              <a:gd name="T38" fmla="*/ 3432 w 5440"/>
              <a:gd name="T39" fmla="*/ 2401 h 2937"/>
              <a:gd name="T40" fmla="*/ 3084 w 5440"/>
              <a:gd name="T41" fmla="*/ 1897 h 2937"/>
              <a:gd name="T42" fmla="*/ 2687 w 5440"/>
              <a:gd name="T43" fmla="*/ 1827 h 2937"/>
              <a:gd name="T44" fmla="*/ 3192 w 5440"/>
              <a:gd name="T45" fmla="*/ 1836 h 2937"/>
              <a:gd name="T46" fmla="*/ 3537 w 5440"/>
              <a:gd name="T47" fmla="*/ 1777 h 2937"/>
              <a:gd name="T48" fmla="*/ 3616 w 5440"/>
              <a:gd name="T49" fmla="*/ 1360 h 2937"/>
              <a:gd name="T50" fmla="*/ 3400 w 5440"/>
              <a:gd name="T51" fmla="*/ 1262 h 2937"/>
              <a:gd name="T52" fmla="*/ 3110 w 5440"/>
              <a:gd name="T53" fmla="*/ 985 h 2937"/>
              <a:gd name="T54" fmla="*/ 2585 w 5440"/>
              <a:gd name="T55" fmla="*/ 871 h 2937"/>
              <a:gd name="T56" fmla="*/ 2952 w 5440"/>
              <a:gd name="T57" fmla="*/ 696 h 2937"/>
              <a:gd name="T58" fmla="*/ 3141 w 5440"/>
              <a:gd name="T59" fmla="*/ 553 h 2937"/>
              <a:gd name="T60" fmla="*/ 2991 w 5440"/>
              <a:gd name="T61" fmla="*/ 204 h 2937"/>
              <a:gd name="T62" fmla="*/ 2858 w 5440"/>
              <a:gd name="T63" fmla="*/ 178 h 2937"/>
              <a:gd name="T64" fmla="*/ 3271 w 5440"/>
              <a:gd name="T65" fmla="*/ 288 h 2937"/>
              <a:gd name="T66" fmla="*/ 3531 w 5440"/>
              <a:gd name="T67" fmla="*/ 733 h 2937"/>
              <a:gd name="T68" fmla="*/ 3503 w 5440"/>
              <a:gd name="T69" fmla="*/ 957 h 2937"/>
              <a:gd name="T70" fmla="*/ 3924 w 5440"/>
              <a:gd name="T71" fmla="*/ 1327 h 2937"/>
              <a:gd name="T72" fmla="*/ 4232 w 5440"/>
              <a:gd name="T73" fmla="*/ 1854 h 2937"/>
              <a:gd name="T74" fmla="*/ 5201 w 5440"/>
              <a:gd name="T75" fmla="*/ 2678 h 2937"/>
              <a:gd name="T76" fmla="*/ 5151 w 5440"/>
              <a:gd name="T77" fmla="*/ 2641 h 2937"/>
              <a:gd name="T78" fmla="*/ 4916 w 5440"/>
              <a:gd name="T79" fmla="*/ 2192 h 2937"/>
              <a:gd name="T80" fmla="*/ 4885 w 5440"/>
              <a:gd name="T81" fmla="*/ 2021 h 2937"/>
              <a:gd name="T82" fmla="*/ 5196 w 5440"/>
              <a:gd name="T83" fmla="*/ 2586 h 2937"/>
              <a:gd name="T84" fmla="*/ 5278 w 5440"/>
              <a:gd name="T85" fmla="*/ 2742 h 2937"/>
              <a:gd name="T86" fmla="*/ 5090 w 5440"/>
              <a:gd name="T87" fmla="*/ 2450 h 2937"/>
              <a:gd name="T88" fmla="*/ 4831 w 5440"/>
              <a:gd name="T89" fmla="*/ 1976 h 2937"/>
              <a:gd name="T90" fmla="*/ 4350 w 5440"/>
              <a:gd name="T91" fmla="*/ 2023 h 2937"/>
              <a:gd name="T92" fmla="*/ 4065 w 5440"/>
              <a:gd name="T93" fmla="*/ 1496 h 2937"/>
              <a:gd name="T94" fmla="*/ 3845 w 5440"/>
              <a:gd name="T95" fmla="*/ 859 h 2937"/>
              <a:gd name="T96" fmla="*/ 3457 w 5440"/>
              <a:gd name="T97" fmla="*/ 464 h 2937"/>
              <a:gd name="T98" fmla="*/ 3151 w 5440"/>
              <a:gd name="T99" fmla="*/ 122 h 2937"/>
              <a:gd name="T100" fmla="*/ 2757 w 5440"/>
              <a:gd name="T101" fmla="*/ 193 h 2937"/>
              <a:gd name="T102" fmla="*/ 2382 w 5440"/>
              <a:gd name="T103" fmla="*/ 332 h 2937"/>
              <a:gd name="T104" fmla="*/ 1948 w 5440"/>
              <a:gd name="T105" fmla="*/ 776 h 2937"/>
              <a:gd name="T106" fmla="*/ 1712 w 5440"/>
              <a:gd name="T107" fmla="*/ 1193 h 2937"/>
              <a:gd name="T108" fmla="*/ 1213 w 5440"/>
              <a:gd name="T109" fmla="*/ 1734 h 2937"/>
              <a:gd name="T110" fmla="*/ 718 w 5440"/>
              <a:gd name="T111" fmla="*/ 1738 h 2937"/>
              <a:gd name="T112" fmla="*/ 591 w 5440"/>
              <a:gd name="T113" fmla="*/ 2113 h 2937"/>
              <a:gd name="T114" fmla="*/ 260 w 5440"/>
              <a:gd name="T115" fmla="*/ 2516 h 2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5440" h="2937">
                <a:moveTo>
                  <a:pt x="1918" y="1227"/>
                </a:moveTo>
                <a:cubicBezTo>
                  <a:pt x="1912" y="1262"/>
                  <a:pt x="1878" y="1276"/>
                  <a:pt x="1849" y="1280"/>
                </a:cubicBezTo>
                <a:cubicBezTo>
                  <a:pt x="1844" y="1280"/>
                  <a:pt x="1840" y="1281"/>
                  <a:pt x="1835" y="1281"/>
                </a:cubicBezTo>
                <a:cubicBezTo>
                  <a:pt x="1831" y="1282"/>
                  <a:pt x="1826" y="1282"/>
                  <a:pt x="1822" y="1283"/>
                </a:cubicBezTo>
                <a:cubicBezTo>
                  <a:pt x="1816" y="1284"/>
                  <a:pt x="1811" y="1284"/>
                  <a:pt x="1805" y="1285"/>
                </a:cubicBezTo>
                <a:cubicBezTo>
                  <a:pt x="1767" y="1289"/>
                  <a:pt x="1728" y="1300"/>
                  <a:pt x="1691" y="1315"/>
                </a:cubicBezTo>
                <a:cubicBezTo>
                  <a:pt x="1687" y="1317"/>
                  <a:pt x="1684" y="1321"/>
                  <a:pt x="1681" y="1325"/>
                </a:cubicBezTo>
                <a:cubicBezTo>
                  <a:pt x="1662" y="1367"/>
                  <a:pt x="1681" y="1421"/>
                  <a:pt x="1664" y="1457"/>
                </a:cubicBezTo>
                <a:cubicBezTo>
                  <a:pt x="1662" y="1461"/>
                  <a:pt x="1660" y="1465"/>
                  <a:pt x="1657" y="1469"/>
                </a:cubicBezTo>
                <a:cubicBezTo>
                  <a:pt x="1649" y="1477"/>
                  <a:pt x="1641" y="1485"/>
                  <a:pt x="1633" y="1493"/>
                </a:cubicBezTo>
                <a:cubicBezTo>
                  <a:pt x="1629" y="1497"/>
                  <a:pt x="1625" y="1501"/>
                  <a:pt x="1621" y="1505"/>
                </a:cubicBezTo>
                <a:cubicBezTo>
                  <a:pt x="1615" y="1515"/>
                  <a:pt x="1611" y="1526"/>
                  <a:pt x="1607" y="1537"/>
                </a:cubicBezTo>
                <a:cubicBezTo>
                  <a:pt x="1604" y="1543"/>
                  <a:pt x="1602" y="1548"/>
                  <a:pt x="1601" y="1554"/>
                </a:cubicBezTo>
                <a:cubicBezTo>
                  <a:pt x="1589" y="1582"/>
                  <a:pt x="1576" y="1608"/>
                  <a:pt x="1567" y="1635"/>
                </a:cubicBezTo>
                <a:cubicBezTo>
                  <a:pt x="1565" y="1638"/>
                  <a:pt x="1563" y="1643"/>
                  <a:pt x="1562" y="1647"/>
                </a:cubicBezTo>
                <a:cubicBezTo>
                  <a:pt x="1560" y="1652"/>
                  <a:pt x="1559" y="1657"/>
                  <a:pt x="1558" y="1663"/>
                </a:cubicBezTo>
                <a:cubicBezTo>
                  <a:pt x="1551" y="1702"/>
                  <a:pt x="1523" y="1724"/>
                  <a:pt x="1493" y="1744"/>
                </a:cubicBezTo>
                <a:cubicBezTo>
                  <a:pt x="1488" y="1748"/>
                  <a:pt x="1484" y="1751"/>
                  <a:pt x="1479" y="1755"/>
                </a:cubicBezTo>
                <a:cubicBezTo>
                  <a:pt x="1467" y="1761"/>
                  <a:pt x="1465" y="1772"/>
                  <a:pt x="1465" y="1784"/>
                </a:cubicBezTo>
                <a:cubicBezTo>
                  <a:pt x="1465" y="1788"/>
                  <a:pt x="1465" y="1792"/>
                  <a:pt x="1465" y="1795"/>
                </a:cubicBezTo>
                <a:cubicBezTo>
                  <a:pt x="1465" y="1802"/>
                  <a:pt x="1464" y="1807"/>
                  <a:pt x="1462" y="1812"/>
                </a:cubicBezTo>
                <a:cubicBezTo>
                  <a:pt x="1455" y="1816"/>
                  <a:pt x="1446" y="1825"/>
                  <a:pt x="1438" y="1830"/>
                </a:cubicBezTo>
                <a:cubicBezTo>
                  <a:pt x="1433" y="1832"/>
                  <a:pt x="1428" y="1833"/>
                  <a:pt x="1423" y="1834"/>
                </a:cubicBezTo>
                <a:cubicBezTo>
                  <a:pt x="1419" y="1835"/>
                  <a:pt x="1415" y="1836"/>
                  <a:pt x="1410" y="1838"/>
                </a:cubicBezTo>
                <a:cubicBezTo>
                  <a:pt x="1406" y="1839"/>
                  <a:pt x="1401" y="1840"/>
                  <a:pt x="1397" y="1842"/>
                </a:cubicBezTo>
                <a:cubicBezTo>
                  <a:pt x="1389" y="1843"/>
                  <a:pt x="1382" y="1847"/>
                  <a:pt x="1376" y="1852"/>
                </a:cubicBezTo>
                <a:cubicBezTo>
                  <a:pt x="1373" y="1855"/>
                  <a:pt x="1371" y="1857"/>
                  <a:pt x="1368" y="1860"/>
                </a:cubicBezTo>
                <a:cubicBezTo>
                  <a:pt x="1343" y="1878"/>
                  <a:pt x="1351" y="1914"/>
                  <a:pt x="1369" y="1936"/>
                </a:cubicBezTo>
                <a:cubicBezTo>
                  <a:pt x="1390" y="1954"/>
                  <a:pt x="1407" y="1927"/>
                  <a:pt x="1423" y="1927"/>
                </a:cubicBezTo>
                <a:cubicBezTo>
                  <a:pt x="1428" y="1925"/>
                  <a:pt x="1433" y="1924"/>
                  <a:pt x="1439" y="1923"/>
                </a:cubicBezTo>
                <a:cubicBezTo>
                  <a:pt x="1466" y="1916"/>
                  <a:pt x="1494" y="1916"/>
                  <a:pt x="1524" y="1919"/>
                </a:cubicBezTo>
                <a:cubicBezTo>
                  <a:pt x="1529" y="1919"/>
                  <a:pt x="1534" y="1918"/>
                  <a:pt x="1539" y="1917"/>
                </a:cubicBezTo>
                <a:cubicBezTo>
                  <a:pt x="1558" y="1915"/>
                  <a:pt x="1577" y="1911"/>
                  <a:pt x="1596" y="1908"/>
                </a:cubicBezTo>
                <a:cubicBezTo>
                  <a:pt x="1601" y="1908"/>
                  <a:pt x="1607" y="1908"/>
                  <a:pt x="1612" y="1908"/>
                </a:cubicBezTo>
                <a:cubicBezTo>
                  <a:pt x="1661" y="1909"/>
                  <a:pt x="1705" y="1937"/>
                  <a:pt x="1756" y="1941"/>
                </a:cubicBezTo>
                <a:cubicBezTo>
                  <a:pt x="1762" y="1942"/>
                  <a:pt x="1767" y="1942"/>
                  <a:pt x="1773" y="1942"/>
                </a:cubicBezTo>
                <a:cubicBezTo>
                  <a:pt x="1801" y="1940"/>
                  <a:pt x="1827" y="1929"/>
                  <a:pt x="1849" y="1900"/>
                </a:cubicBezTo>
                <a:cubicBezTo>
                  <a:pt x="1873" y="1869"/>
                  <a:pt x="1894" y="1833"/>
                  <a:pt x="1921" y="1805"/>
                </a:cubicBezTo>
                <a:cubicBezTo>
                  <a:pt x="1924" y="1802"/>
                  <a:pt x="1927" y="1800"/>
                  <a:pt x="1930" y="1797"/>
                </a:cubicBezTo>
                <a:cubicBezTo>
                  <a:pt x="1934" y="1790"/>
                  <a:pt x="1938" y="1781"/>
                  <a:pt x="1938" y="1772"/>
                </a:cubicBezTo>
                <a:cubicBezTo>
                  <a:pt x="1938" y="1776"/>
                  <a:pt x="1938" y="1781"/>
                  <a:pt x="1937" y="1785"/>
                </a:cubicBezTo>
                <a:cubicBezTo>
                  <a:pt x="1933" y="1796"/>
                  <a:pt x="1929" y="1807"/>
                  <a:pt x="1925" y="1818"/>
                </a:cubicBezTo>
                <a:cubicBezTo>
                  <a:pt x="1924" y="1822"/>
                  <a:pt x="1923" y="1825"/>
                  <a:pt x="1922" y="1829"/>
                </a:cubicBezTo>
                <a:cubicBezTo>
                  <a:pt x="1912" y="1852"/>
                  <a:pt x="1895" y="1865"/>
                  <a:pt x="1888" y="1886"/>
                </a:cubicBezTo>
                <a:cubicBezTo>
                  <a:pt x="1886" y="1890"/>
                  <a:pt x="1884" y="1895"/>
                  <a:pt x="1882" y="1899"/>
                </a:cubicBezTo>
                <a:cubicBezTo>
                  <a:pt x="1880" y="1904"/>
                  <a:pt x="1878" y="1908"/>
                  <a:pt x="1876" y="1911"/>
                </a:cubicBezTo>
                <a:cubicBezTo>
                  <a:pt x="1874" y="1914"/>
                  <a:pt x="1871" y="1916"/>
                  <a:pt x="1869" y="1919"/>
                </a:cubicBezTo>
                <a:cubicBezTo>
                  <a:pt x="1856" y="1932"/>
                  <a:pt x="1847" y="1940"/>
                  <a:pt x="1834" y="1953"/>
                </a:cubicBezTo>
                <a:cubicBezTo>
                  <a:pt x="1830" y="1955"/>
                  <a:pt x="1827" y="1956"/>
                  <a:pt x="1823" y="1958"/>
                </a:cubicBezTo>
                <a:cubicBezTo>
                  <a:pt x="1820" y="1959"/>
                  <a:pt x="1816" y="1960"/>
                  <a:pt x="1811" y="1960"/>
                </a:cubicBezTo>
                <a:cubicBezTo>
                  <a:pt x="1805" y="1960"/>
                  <a:pt x="1798" y="1961"/>
                  <a:pt x="1791" y="1963"/>
                </a:cubicBezTo>
                <a:cubicBezTo>
                  <a:pt x="1785" y="1962"/>
                  <a:pt x="1779" y="1961"/>
                  <a:pt x="1773" y="1960"/>
                </a:cubicBezTo>
                <a:cubicBezTo>
                  <a:pt x="1740" y="1958"/>
                  <a:pt x="1709" y="1958"/>
                  <a:pt x="1675" y="1963"/>
                </a:cubicBezTo>
                <a:cubicBezTo>
                  <a:pt x="1683" y="1971"/>
                  <a:pt x="1696" y="1963"/>
                  <a:pt x="1705" y="1963"/>
                </a:cubicBezTo>
                <a:cubicBezTo>
                  <a:pt x="1696" y="1963"/>
                  <a:pt x="1688" y="1963"/>
                  <a:pt x="1683" y="1967"/>
                </a:cubicBezTo>
                <a:cubicBezTo>
                  <a:pt x="1680" y="1972"/>
                  <a:pt x="1676" y="1977"/>
                  <a:pt x="1672" y="1981"/>
                </a:cubicBezTo>
                <a:cubicBezTo>
                  <a:pt x="1668" y="1986"/>
                  <a:pt x="1664" y="1989"/>
                  <a:pt x="1659" y="1993"/>
                </a:cubicBezTo>
                <a:cubicBezTo>
                  <a:pt x="1649" y="2002"/>
                  <a:pt x="1640" y="2007"/>
                  <a:pt x="1627" y="2007"/>
                </a:cubicBezTo>
                <a:cubicBezTo>
                  <a:pt x="1599" y="2002"/>
                  <a:pt x="1572" y="1999"/>
                  <a:pt x="1547" y="2003"/>
                </a:cubicBezTo>
                <a:cubicBezTo>
                  <a:pt x="1542" y="2003"/>
                  <a:pt x="1537" y="2004"/>
                  <a:pt x="1532" y="2006"/>
                </a:cubicBezTo>
                <a:cubicBezTo>
                  <a:pt x="1476" y="2007"/>
                  <a:pt x="1446" y="2065"/>
                  <a:pt x="1404" y="2084"/>
                </a:cubicBezTo>
                <a:cubicBezTo>
                  <a:pt x="1399" y="2086"/>
                  <a:pt x="1394" y="2086"/>
                  <a:pt x="1389" y="2087"/>
                </a:cubicBezTo>
                <a:cubicBezTo>
                  <a:pt x="1382" y="2087"/>
                  <a:pt x="1375" y="2087"/>
                  <a:pt x="1369" y="2085"/>
                </a:cubicBezTo>
                <a:cubicBezTo>
                  <a:pt x="1363" y="2083"/>
                  <a:pt x="1357" y="2079"/>
                  <a:pt x="1351" y="2073"/>
                </a:cubicBezTo>
                <a:cubicBezTo>
                  <a:pt x="1317" y="2038"/>
                  <a:pt x="1274" y="2033"/>
                  <a:pt x="1226" y="2042"/>
                </a:cubicBezTo>
                <a:cubicBezTo>
                  <a:pt x="1209" y="2042"/>
                  <a:pt x="1205" y="2025"/>
                  <a:pt x="1190" y="2015"/>
                </a:cubicBezTo>
                <a:cubicBezTo>
                  <a:pt x="1186" y="2012"/>
                  <a:pt x="1182" y="2009"/>
                  <a:pt x="1178" y="2006"/>
                </a:cubicBezTo>
                <a:cubicBezTo>
                  <a:pt x="1157" y="1991"/>
                  <a:pt x="1134" y="1981"/>
                  <a:pt x="1110" y="1967"/>
                </a:cubicBezTo>
                <a:cubicBezTo>
                  <a:pt x="1097" y="1958"/>
                  <a:pt x="1093" y="1949"/>
                  <a:pt x="1090" y="1936"/>
                </a:cubicBezTo>
                <a:cubicBezTo>
                  <a:pt x="1087" y="1931"/>
                  <a:pt x="1084" y="1925"/>
                  <a:pt x="1080" y="1919"/>
                </a:cubicBezTo>
                <a:cubicBezTo>
                  <a:pt x="1077" y="1914"/>
                  <a:pt x="1073" y="1909"/>
                  <a:pt x="1069" y="1904"/>
                </a:cubicBezTo>
                <a:cubicBezTo>
                  <a:pt x="1066" y="1902"/>
                  <a:pt x="1062" y="1901"/>
                  <a:pt x="1058" y="1901"/>
                </a:cubicBezTo>
                <a:cubicBezTo>
                  <a:pt x="1047" y="1901"/>
                  <a:pt x="1035" y="1902"/>
                  <a:pt x="1024" y="1903"/>
                </a:cubicBezTo>
                <a:cubicBezTo>
                  <a:pt x="1018" y="1904"/>
                  <a:pt x="1013" y="1904"/>
                  <a:pt x="1007" y="1904"/>
                </a:cubicBezTo>
                <a:cubicBezTo>
                  <a:pt x="976" y="1901"/>
                  <a:pt x="937" y="1870"/>
                  <a:pt x="920" y="1909"/>
                </a:cubicBezTo>
                <a:cubicBezTo>
                  <a:pt x="917" y="1913"/>
                  <a:pt x="915" y="1918"/>
                  <a:pt x="913" y="1924"/>
                </a:cubicBezTo>
                <a:cubicBezTo>
                  <a:pt x="903" y="1952"/>
                  <a:pt x="902" y="1988"/>
                  <a:pt x="886" y="2016"/>
                </a:cubicBezTo>
                <a:cubicBezTo>
                  <a:pt x="877" y="2025"/>
                  <a:pt x="868" y="2029"/>
                  <a:pt x="861" y="2034"/>
                </a:cubicBezTo>
                <a:cubicBezTo>
                  <a:pt x="857" y="2037"/>
                  <a:pt x="853" y="2040"/>
                  <a:pt x="850" y="2044"/>
                </a:cubicBezTo>
                <a:cubicBezTo>
                  <a:pt x="846" y="2047"/>
                  <a:pt x="844" y="2051"/>
                  <a:pt x="842" y="2056"/>
                </a:cubicBezTo>
                <a:cubicBezTo>
                  <a:pt x="830" y="2109"/>
                  <a:pt x="860" y="2162"/>
                  <a:pt x="889" y="2206"/>
                </a:cubicBezTo>
                <a:cubicBezTo>
                  <a:pt x="892" y="2212"/>
                  <a:pt x="895" y="2218"/>
                  <a:pt x="896" y="2223"/>
                </a:cubicBezTo>
                <a:cubicBezTo>
                  <a:pt x="907" y="2274"/>
                  <a:pt x="851" y="2321"/>
                  <a:pt x="811" y="2354"/>
                </a:cubicBezTo>
                <a:cubicBezTo>
                  <a:pt x="807" y="2358"/>
                  <a:pt x="804" y="2363"/>
                  <a:pt x="801" y="2368"/>
                </a:cubicBezTo>
                <a:cubicBezTo>
                  <a:pt x="798" y="2372"/>
                  <a:pt x="795" y="2377"/>
                  <a:pt x="791" y="2379"/>
                </a:cubicBezTo>
                <a:cubicBezTo>
                  <a:pt x="709" y="2388"/>
                  <a:pt x="679" y="2463"/>
                  <a:pt x="630" y="2516"/>
                </a:cubicBezTo>
                <a:cubicBezTo>
                  <a:pt x="626" y="2518"/>
                  <a:pt x="621" y="2521"/>
                  <a:pt x="616" y="2522"/>
                </a:cubicBezTo>
                <a:cubicBezTo>
                  <a:pt x="611" y="2524"/>
                  <a:pt x="606" y="2525"/>
                  <a:pt x="601" y="2525"/>
                </a:cubicBezTo>
                <a:cubicBezTo>
                  <a:pt x="554" y="2525"/>
                  <a:pt x="493" y="2552"/>
                  <a:pt x="457" y="2508"/>
                </a:cubicBezTo>
                <a:cubicBezTo>
                  <a:pt x="454" y="2506"/>
                  <a:pt x="451" y="2503"/>
                  <a:pt x="447" y="2501"/>
                </a:cubicBezTo>
                <a:cubicBezTo>
                  <a:pt x="437" y="2493"/>
                  <a:pt x="427" y="2485"/>
                  <a:pt x="416" y="2479"/>
                </a:cubicBezTo>
                <a:cubicBezTo>
                  <a:pt x="410" y="2476"/>
                  <a:pt x="405" y="2473"/>
                  <a:pt x="399" y="2471"/>
                </a:cubicBezTo>
                <a:cubicBezTo>
                  <a:pt x="392" y="2465"/>
                  <a:pt x="384" y="2463"/>
                  <a:pt x="376" y="2463"/>
                </a:cubicBezTo>
                <a:cubicBezTo>
                  <a:pt x="372" y="2462"/>
                  <a:pt x="368" y="2463"/>
                  <a:pt x="364" y="2463"/>
                </a:cubicBezTo>
                <a:cubicBezTo>
                  <a:pt x="360" y="2463"/>
                  <a:pt x="356" y="2464"/>
                  <a:pt x="352" y="2464"/>
                </a:cubicBezTo>
                <a:cubicBezTo>
                  <a:pt x="355" y="2460"/>
                  <a:pt x="360" y="2458"/>
                  <a:pt x="364" y="2455"/>
                </a:cubicBezTo>
                <a:cubicBezTo>
                  <a:pt x="369" y="2453"/>
                  <a:pt x="374" y="2452"/>
                  <a:pt x="379" y="2451"/>
                </a:cubicBezTo>
                <a:cubicBezTo>
                  <a:pt x="389" y="2448"/>
                  <a:pt x="398" y="2446"/>
                  <a:pt x="407" y="2441"/>
                </a:cubicBezTo>
                <a:cubicBezTo>
                  <a:pt x="412" y="2441"/>
                  <a:pt x="418" y="2441"/>
                  <a:pt x="423" y="2440"/>
                </a:cubicBezTo>
                <a:cubicBezTo>
                  <a:pt x="450" y="2440"/>
                  <a:pt x="478" y="2443"/>
                  <a:pt x="505" y="2440"/>
                </a:cubicBezTo>
                <a:cubicBezTo>
                  <a:pt x="511" y="2439"/>
                  <a:pt x="516" y="2438"/>
                  <a:pt x="522" y="2437"/>
                </a:cubicBezTo>
                <a:cubicBezTo>
                  <a:pt x="555" y="2428"/>
                  <a:pt x="584" y="2413"/>
                  <a:pt x="609" y="2390"/>
                </a:cubicBezTo>
                <a:cubicBezTo>
                  <a:pt x="613" y="2385"/>
                  <a:pt x="618" y="2381"/>
                  <a:pt x="622" y="2376"/>
                </a:cubicBezTo>
                <a:cubicBezTo>
                  <a:pt x="670" y="2335"/>
                  <a:pt x="692" y="2264"/>
                  <a:pt x="639" y="2218"/>
                </a:cubicBezTo>
                <a:cubicBezTo>
                  <a:pt x="636" y="2212"/>
                  <a:pt x="634" y="2206"/>
                  <a:pt x="632" y="2200"/>
                </a:cubicBezTo>
                <a:cubicBezTo>
                  <a:pt x="623" y="2170"/>
                  <a:pt x="628" y="2137"/>
                  <a:pt x="644" y="2110"/>
                </a:cubicBezTo>
                <a:cubicBezTo>
                  <a:pt x="647" y="2106"/>
                  <a:pt x="650" y="2101"/>
                  <a:pt x="653" y="2096"/>
                </a:cubicBezTo>
                <a:cubicBezTo>
                  <a:pt x="673" y="2068"/>
                  <a:pt x="688" y="2038"/>
                  <a:pt x="696" y="1998"/>
                </a:cubicBezTo>
                <a:cubicBezTo>
                  <a:pt x="696" y="1993"/>
                  <a:pt x="697" y="1987"/>
                  <a:pt x="697" y="1981"/>
                </a:cubicBezTo>
                <a:cubicBezTo>
                  <a:pt x="698" y="1942"/>
                  <a:pt x="693" y="1900"/>
                  <a:pt x="701" y="1862"/>
                </a:cubicBezTo>
                <a:cubicBezTo>
                  <a:pt x="703" y="1857"/>
                  <a:pt x="705" y="1852"/>
                  <a:pt x="706" y="1847"/>
                </a:cubicBezTo>
                <a:cubicBezTo>
                  <a:pt x="707" y="1842"/>
                  <a:pt x="708" y="1836"/>
                  <a:pt x="709" y="1831"/>
                </a:cubicBezTo>
                <a:cubicBezTo>
                  <a:pt x="710" y="1826"/>
                  <a:pt x="711" y="1821"/>
                  <a:pt x="713" y="1816"/>
                </a:cubicBezTo>
                <a:cubicBezTo>
                  <a:pt x="717" y="1808"/>
                  <a:pt x="726" y="1803"/>
                  <a:pt x="733" y="1797"/>
                </a:cubicBezTo>
                <a:cubicBezTo>
                  <a:pt x="738" y="1794"/>
                  <a:pt x="742" y="1792"/>
                  <a:pt x="747" y="1789"/>
                </a:cubicBezTo>
                <a:cubicBezTo>
                  <a:pt x="751" y="1786"/>
                  <a:pt x="754" y="1783"/>
                  <a:pt x="756" y="1781"/>
                </a:cubicBezTo>
                <a:cubicBezTo>
                  <a:pt x="769" y="1759"/>
                  <a:pt x="773" y="1732"/>
                  <a:pt x="792" y="1716"/>
                </a:cubicBezTo>
                <a:cubicBezTo>
                  <a:pt x="796" y="1712"/>
                  <a:pt x="801" y="1709"/>
                  <a:pt x="805" y="1705"/>
                </a:cubicBezTo>
                <a:cubicBezTo>
                  <a:pt x="809" y="1701"/>
                  <a:pt x="813" y="1697"/>
                  <a:pt x="817" y="1692"/>
                </a:cubicBezTo>
                <a:cubicBezTo>
                  <a:pt x="821" y="1689"/>
                  <a:pt x="826" y="1688"/>
                  <a:pt x="831" y="1687"/>
                </a:cubicBezTo>
                <a:cubicBezTo>
                  <a:pt x="844" y="1685"/>
                  <a:pt x="859" y="1689"/>
                  <a:pt x="874" y="1692"/>
                </a:cubicBezTo>
                <a:cubicBezTo>
                  <a:pt x="880" y="1693"/>
                  <a:pt x="885" y="1694"/>
                  <a:pt x="890" y="1694"/>
                </a:cubicBezTo>
                <a:cubicBezTo>
                  <a:pt x="933" y="1688"/>
                  <a:pt x="980" y="1679"/>
                  <a:pt x="1024" y="1701"/>
                </a:cubicBezTo>
                <a:cubicBezTo>
                  <a:pt x="1054" y="1719"/>
                  <a:pt x="1028" y="1759"/>
                  <a:pt x="1040" y="1784"/>
                </a:cubicBezTo>
                <a:cubicBezTo>
                  <a:pt x="1042" y="1788"/>
                  <a:pt x="1045" y="1791"/>
                  <a:pt x="1049" y="1794"/>
                </a:cubicBezTo>
                <a:cubicBezTo>
                  <a:pt x="1056" y="1799"/>
                  <a:pt x="1067" y="1802"/>
                  <a:pt x="1082" y="1801"/>
                </a:cubicBezTo>
                <a:cubicBezTo>
                  <a:pt x="1087" y="1801"/>
                  <a:pt x="1092" y="1802"/>
                  <a:pt x="1096" y="1802"/>
                </a:cubicBezTo>
                <a:cubicBezTo>
                  <a:pt x="1125" y="1801"/>
                  <a:pt x="1153" y="1799"/>
                  <a:pt x="1181" y="1799"/>
                </a:cubicBezTo>
                <a:cubicBezTo>
                  <a:pt x="1185" y="1799"/>
                  <a:pt x="1190" y="1800"/>
                  <a:pt x="1195" y="1799"/>
                </a:cubicBezTo>
                <a:cubicBezTo>
                  <a:pt x="1226" y="1799"/>
                  <a:pt x="1257" y="1784"/>
                  <a:pt x="1289" y="1776"/>
                </a:cubicBezTo>
                <a:cubicBezTo>
                  <a:pt x="1295" y="1773"/>
                  <a:pt x="1301" y="1770"/>
                  <a:pt x="1307" y="1767"/>
                </a:cubicBezTo>
                <a:cubicBezTo>
                  <a:pt x="1338" y="1751"/>
                  <a:pt x="1366" y="1730"/>
                  <a:pt x="1389" y="1704"/>
                </a:cubicBezTo>
                <a:cubicBezTo>
                  <a:pt x="1392" y="1701"/>
                  <a:pt x="1395" y="1697"/>
                  <a:pt x="1398" y="1693"/>
                </a:cubicBezTo>
                <a:cubicBezTo>
                  <a:pt x="1416" y="1670"/>
                  <a:pt x="1433" y="1648"/>
                  <a:pt x="1438" y="1621"/>
                </a:cubicBezTo>
                <a:cubicBezTo>
                  <a:pt x="1440" y="1616"/>
                  <a:pt x="1441" y="1611"/>
                  <a:pt x="1443" y="1606"/>
                </a:cubicBezTo>
                <a:cubicBezTo>
                  <a:pt x="1456" y="1564"/>
                  <a:pt x="1469" y="1524"/>
                  <a:pt x="1510" y="1505"/>
                </a:cubicBezTo>
                <a:cubicBezTo>
                  <a:pt x="1514" y="1502"/>
                  <a:pt x="1518" y="1498"/>
                  <a:pt x="1521" y="1495"/>
                </a:cubicBezTo>
                <a:cubicBezTo>
                  <a:pt x="1532" y="1484"/>
                  <a:pt x="1542" y="1472"/>
                  <a:pt x="1551" y="1457"/>
                </a:cubicBezTo>
                <a:cubicBezTo>
                  <a:pt x="1553" y="1454"/>
                  <a:pt x="1556" y="1450"/>
                  <a:pt x="1558" y="1446"/>
                </a:cubicBezTo>
                <a:cubicBezTo>
                  <a:pt x="1593" y="1409"/>
                  <a:pt x="1610" y="1373"/>
                  <a:pt x="1621" y="1320"/>
                </a:cubicBezTo>
                <a:cubicBezTo>
                  <a:pt x="1623" y="1315"/>
                  <a:pt x="1626" y="1310"/>
                  <a:pt x="1630" y="1305"/>
                </a:cubicBezTo>
                <a:cubicBezTo>
                  <a:pt x="1643" y="1287"/>
                  <a:pt x="1661" y="1275"/>
                  <a:pt x="1682" y="1269"/>
                </a:cubicBezTo>
                <a:cubicBezTo>
                  <a:pt x="1686" y="1268"/>
                  <a:pt x="1691" y="1267"/>
                  <a:pt x="1696" y="1266"/>
                </a:cubicBezTo>
                <a:cubicBezTo>
                  <a:pt x="1724" y="1260"/>
                  <a:pt x="1752" y="1260"/>
                  <a:pt x="1780" y="1261"/>
                </a:cubicBezTo>
                <a:cubicBezTo>
                  <a:pt x="1786" y="1261"/>
                  <a:pt x="1791" y="1261"/>
                  <a:pt x="1797" y="1261"/>
                </a:cubicBezTo>
                <a:cubicBezTo>
                  <a:pt x="1807" y="1263"/>
                  <a:pt x="1817" y="1263"/>
                  <a:pt x="1827" y="1262"/>
                </a:cubicBezTo>
                <a:cubicBezTo>
                  <a:pt x="1832" y="1261"/>
                  <a:pt x="1837" y="1260"/>
                  <a:pt x="1842" y="1259"/>
                </a:cubicBezTo>
                <a:cubicBezTo>
                  <a:pt x="1869" y="1249"/>
                  <a:pt x="1890" y="1240"/>
                  <a:pt x="1916" y="1230"/>
                </a:cubicBezTo>
                <a:cubicBezTo>
                  <a:pt x="1917" y="1229"/>
                  <a:pt x="1918" y="1228"/>
                  <a:pt x="1918" y="1227"/>
                </a:cubicBezTo>
                <a:moveTo>
                  <a:pt x="4382" y="2179"/>
                </a:moveTo>
                <a:cubicBezTo>
                  <a:pt x="4370" y="2189"/>
                  <a:pt x="4375" y="2206"/>
                  <a:pt x="4376" y="2219"/>
                </a:cubicBezTo>
                <a:cubicBezTo>
                  <a:pt x="4378" y="2224"/>
                  <a:pt x="4380" y="2228"/>
                  <a:pt x="4383" y="2233"/>
                </a:cubicBezTo>
                <a:cubicBezTo>
                  <a:pt x="4422" y="2277"/>
                  <a:pt x="4482" y="2259"/>
                  <a:pt x="4534" y="2277"/>
                </a:cubicBezTo>
                <a:cubicBezTo>
                  <a:pt x="4452" y="2304"/>
                  <a:pt x="4357" y="2277"/>
                  <a:pt x="4310" y="2203"/>
                </a:cubicBezTo>
                <a:cubicBezTo>
                  <a:pt x="4307" y="2200"/>
                  <a:pt x="4305" y="2196"/>
                  <a:pt x="4302" y="2192"/>
                </a:cubicBezTo>
                <a:cubicBezTo>
                  <a:pt x="4290" y="2173"/>
                  <a:pt x="4275" y="2153"/>
                  <a:pt x="4255" y="2144"/>
                </a:cubicBezTo>
                <a:cubicBezTo>
                  <a:pt x="4253" y="2143"/>
                  <a:pt x="4252" y="2142"/>
                  <a:pt x="4250" y="2141"/>
                </a:cubicBezTo>
                <a:cubicBezTo>
                  <a:pt x="4237" y="2135"/>
                  <a:pt x="4222" y="2132"/>
                  <a:pt x="4210" y="2123"/>
                </a:cubicBezTo>
                <a:cubicBezTo>
                  <a:pt x="4209" y="2122"/>
                  <a:pt x="4207" y="2121"/>
                  <a:pt x="4206" y="2121"/>
                </a:cubicBezTo>
                <a:cubicBezTo>
                  <a:pt x="4204" y="2119"/>
                  <a:pt x="4202" y="2117"/>
                  <a:pt x="4200" y="2116"/>
                </a:cubicBezTo>
                <a:cubicBezTo>
                  <a:pt x="4196" y="2113"/>
                  <a:pt x="4193" y="2109"/>
                  <a:pt x="4190" y="2106"/>
                </a:cubicBezTo>
                <a:cubicBezTo>
                  <a:pt x="4189" y="2105"/>
                  <a:pt x="4189" y="2104"/>
                  <a:pt x="4188" y="2103"/>
                </a:cubicBezTo>
                <a:cubicBezTo>
                  <a:pt x="4184" y="2096"/>
                  <a:pt x="4181" y="2089"/>
                  <a:pt x="4180" y="2082"/>
                </a:cubicBezTo>
                <a:cubicBezTo>
                  <a:pt x="4180" y="2078"/>
                  <a:pt x="4179" y="2074"/>
                  <a:pt x="4179" y="2071"/>
                </a:cubicBezTo>
                <a:cubicBezTo>
                  <a:pt x="4181" y="2067"/>
                  <a:pt x="4184" y="2063"/>
                  <a:pt x="4186" y="2059"/>
                </a:cubicBezTo>
                <a:cubicBezTo>
                  <a:pt x="4237" y="2025"/>
                  <a:pt x="4202" y="1976"/>
                  <a:pt x="4193" y="1927"/>
                </a:cubicBezTo>
                <a:cubicBezTo>
                  <a:pt x="4189" y="1905"/>
                  <a:pt x="4159" y="1909"/>
                  <a:pt x="4142" y="1896"/>
                </a:cubicBezTo>
                <a:cubicBezTo>
                  <a:pt x="4137" y="1892"/>
                  <a:pt x="4133" y="1888"/>
                  <a:pt x="4129" y="1883"/>
                </a:cubicBezTo>
                <a:cubicBezTo>
                  <a:pt x="4126" y="1879"/>
                  <a:pt x="4123" y="1874"/>
                  <a:pt x="4120" y="1869"/>
                </a:cubicBezTo>
                <a:cubicBezTo>
                  <a:pt x="4105" y="1847"/>
                  <a:pt x="4090" y="1825"/>
                  <a:pt x="4075" y="1803"/>
                </a:cubicBezTo>
                <a:cubicBezTo>
                  <a:pt x="4072" y="1799"/>
                  <a:pt x="4069" y="1794"/>
                  <a:pt x="4066" y="1790"/>
                </a:cubicBezTo>
                <a:cubicBezTo>
                  <a:pt x="4042" y="1745"/>
                  <a:pt x="4008" y="1723"/>
                  <a:pt x="3960" y="1719"/>
                </a:cubicBezTo>
                <a:cubicBezTo>
                  <a:pt x="3955" y="1718"/>
                  <a:pt x="3951" y="1718"/>
                  <a:pt x="3946" y="1717"/>
                </a:cubicBezTo>
                <a:cubicBezTo>
                  <a:pt x="3930" y="1714"/>
                  <a:pt x="3917" y="1706"/>
                  <a:pt x="3902" y="1708"/>
                </a:cubicBezTo>
                <a:cubicBezTo>
                  <a:pt x="3897" y="1707"/>
                  <a:pt x="3892" y="1706"/>
                  <a:pt x="3887" y="1706"/>
                </a:cubicBezTo>
                <a:cubicBezTo>
                  <a:pt x="3867" y="1703"/>
                  <a:pt x="3848" y="1701"/>
                  <a:pt x="3828" y="1701"/>
                </a:cubicBezTo>
                <a:cubicBezTo>
                  <a:pt x="3822" y="1700"/>
                  <a:pt x="3817" y="1700"/>
                  <a:pt x="3811" y="1700"/>
                </a:cubicBezTo>
                <a:cubicBezTo>
                  <a:pt x="3771" y="1701"/>
                  <a:pt x="3732" y="1710"/>
                  <a:pt x="3701" y="1735"/>
                </a:cubicBezTo>
                <a:cubicBezTo>
                  <a:pt x="3697" y="1738"/>
                  <a:pt x="3693" y="1742"/>
                  <a:pt x="3689" y="1745"/>
                </a:cubicBezTo>
                <a:cubicBezTo>
                  <a:pt x="3685" y="1749"/>
                  <a:pt x="3680" y="1754"/>
                  <a:pt x="3676" y="1759"/>
                </a:cubicBezTo>
                <a:cubicBezTo>
                  <a:pt x="3659" y="1794"/>
                  <a:pt x="3624" y="1812"/>
                  <a:pt x="3603" y="1843"/>
                </a:cubicBezTo>
                <a:cubicBezTo>
                  <a:pt x="3592" y="1856"/>
                  <a:pt x="3592" y="1873"/>
                  <a:pt x="3592" y="1889"/>
                </a:cubicBezTo>
                <a:cubicBezTo>
                  <a:pt x="3592" y="1895"/>
                  <a:pt x="3592" y="1900"/>
                  <a:pt x="3591" y="1905"/>
                </a:cubicBezTo>
                <a:cubicBezTo>
                  <a:pt x="3590" y="1914"/>
                  <a:pt x="3585" y="1923"/>
                  <a:pt x="3581" y="1927"/>
                </a:cubicBezTo>
                <a:cubicBezTo>
                  <a:pt x="3577" y="1930"/>
                  <a:pt x="3572" y="1933"/>
                  <a:pt x="3568" y="1935"/>
                </a:cubicBezTo>
                <a:cubicBezTo>
                  <a:pt x="3564" y="1936"/>
                  <a:pt x="3560" y="1937"/>
                  <a:pt x="3557" y="1938"/>
                </a:cubicBezTo>
                <a:cubicBezTo>
                  <a:pt x="3552" y="1941"/>
                  <a:pt x="3547" y="1943"/>
                  <a:pt x="3542" y="1946"/>
                </a:cubicBezTo>
                <a:cubicBezTo>
                  <a:pt x="3537" y="1948"/>
                  <a:pt x="3533" y="1950"/>
                  <a:pt x="3528" y="1952"/>
                </a:cubicBezTo>
                <a:cubicBezTo>
                  <a:pt x="3503" y="1958"/>
                  <a:pt x="3490" y="1985"/>
                  <a:pt x="3495" y="2011"/>
                </a:cubicBezTo>
                <a:cubicBezTo>
                  <a:pt x="3496" y="2017"/>
                  <a:pt x="3499" y="2023"/>
                  <a:pt x="3502" y="2028"/>
                </a:cubicBezTo>
                <a:cubicBezTo>
                  <a:pt x="3519" y="2053"/>
                  <a:pt x="3553" y="2071"/>
                  <a:pt x="3539" y="2103"/>
                </a:cubicBezTo>
                <a:cubicBezTo>
                  <a:pt x="3538" y="2108"/>
                  <a:pt x="3537" y="2112"/>
                  <a:pt x="3536" y="2117"/>
                </a:cubicBezTo>
                <a:cubicBezTo>
                  <a:pt x="3533" y="2123"/>
                  <a:pt x="3531" y="2129"/>
                  <a:pt x="3529" y="2135"/>
                </a:cubicBezTo>
                <a:cubicBezTo>
                  <a:pt x="3523" y="2139"/>
                  <a:pt x="3518" y="2143"/>
                  <a:pt x="3513" y="2148"/>
                </a:cubicBezTo>
                <a:cubicBezTo>
                  <a:pt x="3508" y="2152"/>
                  <a:pt x="3503" y="2156"/>
                  <a:pt x="3499" y="2161"/>
                </a:cubicBezTo>
                <a:cubicBezTo>
                  <a:pt x="3480" y="2192"/>
                  <a:pt x="3468" y="2232"/>
                  <a:pt x="3477" y="2264"/>
                </a:cubicBezTo>
                <a:cubicBezTo>
                  <a:pt x="3479" y="2269"/>
                  <a:pt x="3481" y="2275"/>
                  <a:pt x="3484" y="2279"/>
                </a:cubicBezTo>
                <a:cubicBezTo>
                  <a:pt x="3486" y="2295"/>
                  <a:pt x="3508" y="2295"/>
                  <a:pt x="3508" y="2308"/>
                </a:cubicBezTo>
                <a:cubicBezTo>
                  <a:pt x="3508" y="2344"/>
                  <a:pt x="3512" y="2375"/>
                  <a:pt x="3524" y="2412"/>
                </a:cubicBezTo>
                <a:cubicBezTo>
                  <a:pt x="3526" y="2418"/>
                  <a:pt x="3527" y="2424"/>
                  <a:pt x="3529" y="2429"/>
                </a:cubicBezTo>
                <a:cubicBezTo>
                  <a:pt x="3530" y="2435"/>
                  <a:pt x="3532" y="2441"/>
                  <a:pt x="3533" y="2447"/>
                </a:cubicBezTo>
                <a:cubicBezTo>
                  <a:pt x="3534" y="2452"/>
                  <a:pt x="3535" y="2458"/>
                  <a:pt x="3536" y="2464"/>
                </a:cubicBezTo>
                <a:cubicBezTo>
                  <a:pt x="3538" y="2499"/>
                  <a:pt x="3542" y="2534"/>
                  <a:pt x="3529" y="2570"/>
                </a:cubicBezTo>
                <a:cubicBezTo>
                  <a:pt x="3527" y="2575"/>
                  <a:pt x="3524" y="2579"/>
                  <a:pt x="3521" y="2584"/>
                </a:cubicBezTo>
                <a:cubicBezTo>
                  <a:pt x="3504" y="2606"/>
                  <a:pt x="3476" y="2621"/>
                  <a:pt x="3492" y="2656"/>
                </a:cubicBezTo>
                <a:cubicBezTo>
                  <a:pt x="3494" y="2660"/>
                  <a:pt x="3496" y="2663"/>
                  <a:pt x="3499" y="2667"/>
                </a:cubicBezTo>
                <a:cubicBezTo>
                  <a:pt x="3506" y="2678"/>
                  <a:pt x="3516" y="2688"/>
                  <a:pt x="3519" y="2701"/>
                </a:cubicBezTo>
                <a:cubicBezTo>
                  <a:pt x="3520" y="2708"/>
                  <a:pt x="3521" y="2715"/>
                  <a:pt x="3520" y="2722"/>
                </a:cubicBezTo>
                <a:cubicBezTo>
                  <a:pt x="3520" y="2743"/>
                  <a:pt x="3516" y="2765"/>
                  <a:pt x="3508" y="2787"/>
                </a:cubicBezTo>
                <a:cubicBezTo>
                  <a:pt x="3497" y="2764"/>
                  <a:pt x="3486" y="2741"/>
                  <a:pt x="3474" y="2719"/>
                </a:cubicBezTo>
                <a:cubicBezTo>
                  <a:pt x="3472" y="2714"/>
                  <a:pt x="3470" y="2710"/>
                  <a:pt x="3467" y="2706"/>
                </a:cubicBezTo>
                <a:cubicBezTo>
                  <a:pt x="3459" y="2693"/>
                  <a:pt x="3449" y="2681"/>
                  <a:pt x="3440" y="2668"/>
                </a:cubicBezTo>
                <a:cubicBezTo>
                  <a:pt x="3437" y="2664"/>
                  <a:pt x="3434" y="2660"/>
                  <a:pt x="3431" y="2656"/>
                </a:cubicBezTo>
                <a:cubicBezTo>
                  <a:pt x="3427" y="2652"/>
                  <a:pt x="3423" y="2647"/>
                  <a:pt x="3420" y="2642"/>
                </a:cubicBezTo>
                <a:cubicBezTo>
                  <a:pt x="3416" y="2637"/>
                  <a:pt x="3414" y="2632"/>
                  <a:pt x="3412" y="2627"/>
                </a:cubicBezTo>
                <a:cubicBezTo>
                  <a:pt x="3410" y="2623"/>
                  <a:pt x="3407" y="2617"/>
                  <a:pt x="3405" y="2612"/>
                </a:cubicBezTo>
                <a:cubicBezTo>
                  <a:pt x="3403" y="2606"/>
                  <a:pt x="3402" y="2601"/>
                  <a:pt x="3404" y="2596"/>
                </a:cubicBezTo>
                <a:cubicBezTo>
                  <a:pt x="3452" y="2556"/>
                  <a:pt x="3499" y="2499"/>
                  <a:pt x="3439" y="2446"/>
                </a:cubicBezTo>
                <a:cubicBezTo>
                  <a:pt x="3434" y="2437"/>
                  <a:pt x="3434" y="2423"/>
                  <a:pt x="3433" y="2414"/>
                </a:cubicBezTo>
                <a:cubicBezTo>
                  <a:pt x="3433" y="2409"/>
                  <a:pt x="3433" y="2405"/>
                  <a:pt x="3432" y="2401"/>
                </a:cubicBezTo>
                <a:cubicBezTo>
                  <a:pt x="3431" y="2398"/>
                  <a:pt x="3429" y="2395"/>
                  <a:pt x="3426" y="2392"/>
                </a:cubicBezTo>
                <a:cubicBezTo>
                  <a:pt x="3383" y="2357"/>
                  <a:pt x="3340" y="2273"/>
                  <a:pt x="3381" y="2227"/>
                </a:cubicBezTo>
                <a:cubicBezTo>
                  <a:pt x="3384" y="2222"/>
                  <a:pt x="3387" y="2217"/>
                  <a:pt x="3389" y="2213"/>
                </a:cubicBezTo>
                <a:cubicBezTo>
                  <a:pt x="3414" y="2160"/>
                  <a:pt x="3376" y="2087"/>
                  <a:pt x="3334" y="2037"/>
                </a:cubicBezTo>
                <a:cubicBezTo>
                  <a:pt x="3329" y="2033"/>
                  <a:pt x="3324" y="2029"/>
                  <a:pt x="3319" y="2025"/>
                </a:cubicBezTo>
                <a:cubicBezTo>
                  <a:pt x="3292" y="2004"/>
                  <a:pt x="3259" y="1989"/>
                  <a:pt x="3231" y="1981"/>
                </a:cubicBezTo>
                <a:cubicBezTo>
                  <a:pt x="3226" y="1980"/>
                  <a:pt x="3221" y="1979"/>
                  <a:pt x="3217" y="1978"/>
                </a:cubicBezTo>
                <a:cubicBezTo>
                  <a:pt x="3194" y="1973"/>
                  <a:pt x="3170" y="1968"/>
                  <a:pt x="3151" y="1956"/>
                </a:cubicBezTo>
                <a:cubicBezTo>
                  <a:pt x="3148" y="1952"/>
                  <a:pt x="3146" y="1949"/>
                  <a:pt x="3143" y="1946"/>
                </a:cubicBezTo>
                <a:cubicBezTo>
                  <a:pt x="3129" y="1930"/>
                  <a:pt x="3114" y="1916"/>
                  <a:pt x="3099" y="1905"/>
                </a:cubicBezTo>
                <a:cubicBezTo>
                  <a:pt x="3094" y="1902"/>
                  <a:pt x="3089" y="1899"/>
                  <a:pt x="3084" y="1897"/>
                </a:cubicBezTo>
                <a:cubicBezTo>
                  <a:pt x="3025" y="1847"/>
                  <a:pt x="2973" y="1874"/>
                  <a:pt x="2928" y="1928"/>
                </a:cubicBezTo>
                <a:cubicBezTo>
                  <a:pt x="2925" y="1930"/>
                  <a:pt x="2921" y="1933"/>
                  <a:pt x="2918" y="1935"/>
                </a:cubicBezTo>
                <a:cubicBezTo>
                  <a:pt x="2912" y="1940"/>
                  <a:pt x="2907" y="1946"/>
                  <a:pt x="2901" y="1953"/>
                </a:cubicBezTo>
                <a:cubicBezTo>
                  <a:pt x="2896" y="1953"/>
                  <a:pt x="2890" y="1953"/>
                  <a:pt x="2885" y="1953"/>
                </a:cubicBezTo>
                <a:cubicBezTo>
                  <a:pt x="2864" y="1951"/>
                  <a:pt x="2844" y="1943"/>
                  <a:pt x="2825" y="1924"/>
                </a:cubicBezTo>
                <a:cubicBezTo>
                  <a:pt x="2821" y="1921"/>
                  <a:pt x="2816" y="1917"/>
                  <a:pt x="2811" y="1913"/>
                </a:cubicBezTo>
                <a:cubicBezTo>
                  <a:pt x="2802" y="1906"/>
                  <a:pt x="2793" y="1898"/>
                  <a:pt x="2785" y="1891"/>
                </a:cubicBezTo>
                <a:cubicBezTo>
                  <a:pt x="2779" y="1889"/>
                  <a:pt x="2774" y="1887"/>
                  <a:pt x="2767" y="1886"/>
                </a:cubicBezTo>
                <a:cubicBezTo>
                  <a:pt x="2763" y="1884"/>
                  <a:pt x="2758" y="1882"/>
                  <a:pt x="2754" y="1879"/>
                </a:cubicBezTo>
                <a:cubicBezTo>
                  <a:pt x="2736" y="1869"/>
                  <a:pt x="2720" y="1854"/>
                  <a:pt x="2704" y="1834"/>
                </a:cubicBezTo>
                <a:cubicBezTo>
                  <a:pt x="2698" y="1832"/>
                  <a:pt x="2692" y="1830"/>
                  <a:pt x="2687" y="1827"/>
                </a:cubicBezTo>
                <a:cubicBezTo>
                  <a:pt x="2647" y="1809"/>
                  <a:pt x="2610" y="1786"/>
                  <a:pt x="2576" y="1756"/>
                </a:cubicBezTo>
                <a:cubicBezTo>
                  <a:pt x="2619" y="1771"/>
                  <a:pt x="2665" y="1794"/>
                  <a:pt x="2710" y="1801"/>
                </a:cubicBezTo>
                <a:cubicBezTo>
                  <a:pt x="2714" y="1802"/>
                  <a:pt x="2719" y="1802"/>
                  <a:pt x="2724" y="1803"/>
                </a:cubicBezTo>
                <a:cubicBezTo>
                  <a:pt x="2777" y="1807"/>
                  <a:pt x="2828" y="1843"/>
                  <a:pt x="2878" y="1844"/>
                </a:cubicBezTo>
                <a:cubicBezTo>
                  <a:pt x="2884" y="1844"/>
                  <a:pt x="2890" y="1844"/>
                  <a:pt x="2895" y="1843"/>
                </a:cubicBezTo>
                <a:cubicBezTo>
                  <a:pt x="2917" y="1812"/>
                  <a:pt x="2887" y="1754"/>
                  <a:pt x="2943" y="1754"/>
                </a:cubicBezTo>
                <a:cubicBezTo>
                  <a:pt x="2995" y="1759"/>
                  <a:pt x="3025" y="1808"/>
                  <a:pt x="3070" y="1827"/>
                </a:cubicBezTo>
                <a:cubicBezTo>
                  <a:pt x="3075" y="1828"/>
                  <a:pt x="3081" y="1829"/>
                  <a:pt x="3086" y="1828"/>
                </a:cubicBezTo>
                <a:cubicBezTo>
                  <a:pt x="3097" y="1827"/>
                  <a:pt x="3107" y="1822"/>
                  <a:pt x="3115" y="1812"/>
                </a:cubicBezTo>
                <a:cubicBezTo>
                  <a:pt x="3120" y="1808"/>
                  <a:pt x="3124" y="1806"/>
                  <a:pt x="3128" y="1805"/>
                </a:cubicBezTo>
                <a:cubicBezTo>
                  <a:pt x="3148" y="1801"/>
                  <a:pt x="3169" y="1822"/>
                  <a:pt x="3192" y="1836"/>
                </a:cubicBezTo>
                <a:cubicBezTo>
                  <a:pt x="3197" y="1838"/>
                  <a:pt x="3201" y="1841"/>
                  <a:pt x="3206" y="1843"/>
                </a:cubicBezTo>
                <a:cubicBezTo>
                  <a:pt x="3212" y="1845"/>
                  <a:pt x="3218" y="1846"/>
                  <a:pt x="3223" y="1848"/>
                </a:cubicBezTo>
                <a:cubicBezTo>
                  <a:pt x="3253" y="1861"/>
                  <a:pt x="3266" y="1892"/>
                  <a:pt x="3275" y="1923"/>
                </a:cubicBezTo>
                <a:cubicBezTo>
                  <a:pt x="3279" y="1932"/>
                  <a:pt x="3292" y="1936"/>
                  <a:pt x="3301" y="1940"/>
                </a:cubicBezTo>
                <a:cubicBezTo>
                  <a:pt x="3307" y="1943"/>
                  <a:pt x="3314" y="1940"/>
                  <a:pt x="3320" y="1938"/>
                </a:cubicBezTo>
                <a:cubicBezTo>
                  <a:pt x="3365" y="1927"/>
                  <a:pt x="3413" y="1980"/>
                  <a:pt x="3456" y="1940"/>
                </a:cubicBezTo>
                <a:cubicBezTo>
                  <a:pt x="3456" y="1945"/>
                  <a:pt x="3460" y="1949"/>
                  <a:pt x="3460" y="1954"/>
                </a:cubicBezTo>
                <a:cubicBezTo>
                  <a:pt x="3482" y="1927"/>
                  <a:pt x="3490" y="1892"/>
                  <a:pt x="3500" y="1860"/>
                </a:cubicBezTo>
                <a:cubicBezTo>
                  <a:pt x="3501" y="1856"/>
                  <a:pt x="3503" y="1851"/>
                  <a:pt x="3504" y="1846"/>
                </a:cubicBezTo>
                <a:cubicBezTo>
                  <a:pt x="3510" y="1826"/>
                  <a:pt x="3515" y="1807"/>
                  <a:pt x="3524" y="1791"/>
                </a:cubicBezTo>
                <a:cubicBezTo>
                  <a:pt x="3528" y="1785"/>
                  <a:pt x="3532" y="1781"/>
                  <a:pt x="3537" y="1777"/>
                </a:cubicBezTo>
                <a:cubicBezTo>
                  <a:pt x="3539" y="1772"/>
                  <a:pt x="3542" y="1767"/>
                  <a:pt x="3544" y="1762"/>
                </a:cubicBezTo>
                <a:cubicBezTo>
                  <a:pt x="3557" y="1737"/>
                  <a:pt x="3568" y="1712"/>
                  <a:pt x="3584" y="1689"/>
                </a:cubicBezTo>
                <a:cubicBezTo>
                  <a:pt x="3587" y="1684"/>
                  <a:pt x="3590" y="1680"/>
                  <a:pt x="3594" y="1675"/>
                </a:cubicBezTo>
                <a:cubicBezTo>
                  <a:pt x="3628" y="1644"/>
                  <a:pt x="3680" y="1670"/>
                  <a:pt x="3706" y="1639"/>
                </a:cubicBezTo>
                <a:cubicBezTo>
                  <a:pt x="3745" y="1599"/>
                  <a:pt x="3663" y="1577"/>
                  <a:pt x="3641" y="1551"/>
                </a:cubicBezTo>
                <a:cubicBezTo>
                  <a:pt x="3637" y="1544"/>
                  <a:pt x="3636" y="1536"/>
                  <a:pt x="3638" y="1529"/>
                </a:cubicBezTo>
                <a:cubicBezTo>
                  <a:pt x="3640" y="1521"/>
                  <a:pt x="3645" y="1514"/>
                  <a:pt x="3653" y="1509"/>
                </a:cubicBezTo>
                <a:cubicBezTo>
                  <a:pt x="3672" y="1484"/>
                  <a:pt x="3706" y="1475"/>
                  <a:pt x="3736" y="1475"/>
                </a:cubicBezTo>
                <a:cubicBezTo>
                  <a:pt x="3736" y="1453"/>
                  <a:pt x="3723" y="1431"/>
                  <a:pt x="3700" y="1423"/>
                </a:cubicBezTo>
                <a:cubicBezTo>
                  <a:pt x="3694" y="1420"/>
                  <a:pt x="3689" y="1417"/>
                  <a:pt x="3683" y="1415"/>
                </a:cubicBezTo>
                <a:cubicBezTo>
                  <a:pt x="3657" y="1402"/>
                  <a:pt x="3631" y="1389"/>
                  <a:pt x="3616" y="1360"/>
                </a:cubicBezTo>
                <a:cubicBezTo>
                  <a:pt x="3613" y="1356"/>
                  <a:pt x="3612" y="1351"/>
                  <a:pt x="3612" y="1346"/>
                </a:cubicBezTo>
                <a:cubicBezTo>
                  <a:pt x="3611" y="1326"/>
                  <a:pt x="3628" y="1305"/>
                  <a:pt x="3628" y="1285"/>
                </a:cubicBezTo>
                <a:cubicBezTo>
                  <a:pt x="3628" y="1249"/>
                  <a:pt x="3564" y="1254"/>
                  <a:pt x="3546" y="1213"/>
                </a:cubicBezTo>
                <a:cubicBezTo>
                  <a:pt x="3544" y="1208"/>
                  <a:pt x="3543" y="1203"/>
                  <a:pt x="3541" y="1198"/>
                </a:cubicBezTo>
                <a:cubicBezTo>
                  <a:pt x="3539" y="1193"/>
                  <a:pt x="3538" y="1189"/>
                  <a:pt x="3535" y="1185"/>
                </a:cubicBezTo>
                <a:cubicBezTo>
                  <a:pt x="3533" y="1179"/>
                  <a:pt x="3530" y="1175"/>
                  <a:pt x="3527" y="1171"/>
                </a:cubicBezTo>
                <a:cubicBezTo>
                  <a:pt x="3490" y="1134"/>
                  <a:pt x="3465" y="1178"/>
                  <a:pt x="3444" y="1203"/>
                </a:cubicBezTo>
                <a:cubicBezTo>
                  <a:pt x="3441" y="1208"/>
                  <a:pt x="3437" y="1213"/>
                  <a:pt x="3433" y="1218"/>
                </a:cubicBezTo>
                <a:cubicBezTo>
                  <a:pt x="3429" y="1222"/>
                  <a:pt x="3425" y="1227"/>
                  <a:pt x="3420" y="1230"/>
                </a:cubicBezTo>
                <a:cubicBezTo>
                  <a:pt x="3416" y="1234"/>
                  <a:pt x="3412" y="1238"/>
                  <a:pt x="3408" y="1244"/>
                </a:cubicBezTo>
                <a:cubicBezTo>
                  <a:pt x="3405" y="1249"/>
                  <a:pt x="3402" y="1255"/>
                  <a:pt x="3400" y="1262"/>
                </a:cubicBezTo>
                <a:cubicBezTo>
                  <a:pt x="3399" y="1266"/>
                  <a:pt x="3396" y="1269"/>
                  <a:pt x="3391" y="1271"/>
                </a:cubicBezTo>
                <a:cubicBezTo>
                  <a:pt x="3387" y="1274"/>
                  <a:pt x="3382" y="1276"/>
                  <a:pt x="3377" y="1276"/>
                </a:cubicBezTo>
                <a:cubicBezTo>
                  <a:pt x="3366" y="1278"/>
                  <a:pt x="3357" y="1276"/>
                  <a:pt x="3357" y="1267"/>
                </a:cubicBezTo>
                <a:cubicBezTo>
                  <a:pt x="3357" y="1250"/>
                  <a:pt x="3354" y="1237"/>
                  <a:pt x="3348" y="1227"/>
                </a:cubicBezTo>
                <a:cubicBezTo>
                  <a:pt x="3346" y="1222"/>
                  <a:pt x="3342" y="1217"/>
                  <a:pt x="3339" y="1213"/>
                </a:cubicBezTo>
                <a:cubicBezTo>
                  <a:pt x="3331" y="1192"/>
                  <a:pt x="3352" y="1165"/>
                  <a:pt x="3340" y="1156"/>
                </a:cubicBezTo>
                <a:cubicBezTo>
                  <a:pt x="3305" y="1116"/>
                  <a:pt x="3245" y="1121"/>
                  <a:pt x="3212" y="1076"/>
                </a:cubicBezTo>
                <a:cubicBezTo>
                  <a:pt x="3209" y="1073"/>
                  <a:pt x="3207" y="1070"/>
                  <a:pt x="3204" y="1067"/>
                </a:cubicBezTo>
                <a:cubicBezTo>
                  <a:pt x="3200" y="1062"/>
                  <a:pt x="3196" y="1058"/>
                  <a:pt x="3192" y="1054"/>
                </a:cubicBezTo>
                <a:cubicBezTo>
                  <a:pt x="3156" y="1045"/>
                  <a:pt x="3129" y="1026"/>
                  <a:pt x="3116" y="1001"/>
                </a:cubicBezTo>
                <a:cubicBezTo>
                  <a:pt x="3114" y="996"/>
                  <a:pt x="3112" y="991"/>
                  <a:pt x="3110" y="985"/>
                </a:cubicBezTo>
                <a:cubicBezTo>
                  <a:pt x="3089" y="952"/>
                  <a:pt x="3141" y="930"/>
                  <a:pt x="3110" y="897"/>
                </a:cubicBezTo>
                <a:cubicBezTo>
                  <a:pt x="3106" y="894"/>
                  <a:pt x="3101" y="892"/>
                  <a:pt x="3097" y="890"/>
                </a:cubicBezTo>
                <a:cubicBezTo>
                  <a:pt x="3045" y="869"/>
                  <a:pt x="2975" y="903"/>
                  <a:pt x="2916" y="900"/>
                </a:cubicBezTo>
                <a:cubicBezTo>
                  <a:pt x="2912" y="901"/>
                  <a:pt x="2907" y="902"/>
                  <a:pt x="2903" y="903"/>
                </a:cubicBezTo>
                <a:cubicBezTo>
                  <a:pt x="2895" y="905"/>
                  <a:pt x="2886" y="906"/>
                  <a:pt x="2877" y="908"/>
                </a:cubicBezTo>
                <a:cubicBezTo>
                  <a:pt x="2872" y="908"/>
                  <a:pt x="2867" y="909"/>
                  <a:pt x="2861" y="909"/>
                </a:cubicBezTo>
                <a:cubicBezTo>
                  <a:pt x="2809" y="904"/>
                  <a:pt x="2770" y="895"/>
                  <a:pt x="2730" y="940"/>
                </a:cubicBezTo>
                <a:cubicBezTo>
                  <a:pt x="2725" y="942"/>
                  <a:pt x="2720" y="943"/>
                  <a:pt x="2715" y="943"/>
                </a:cubicBezTo>
                <a:cubicBezTo>
                  <a:pt x="2700" y="944"/>
                  <a:pt x="2685" y="939"/>
                  <a:pt x="2675" y="926"/>
                </a:cubicBezTo>
                <a:cubicBezTo>
                  <a:pt x="2654" y="899"/>
                  <a:pt x="2637" y="868"/>
                  <a:pt x="2596" y="876"/>
                </a:cubicBezTo>
                <a:cubicBezTo>
                  <a:pt x="2592" y="875"/>
                  <a:pt x="2588" y="873"/>
                  <a:pt x="2585" y="871"/>
                </a:cubicBezTo>
                <a:cubicBezTo>
                  <a:pt x="2581" y="868"/>
                  <a:pt x="2578" y="864"/>
                  <a:pt x="2576" y="859"/>
                </a:cubicBezTo>
                <a:cubicBezTo>
                  <a:pt x="2563" y="833"/>
                  <a:pt x="2611" y="815"/>
                  <a:pt x="2632" y="793"/>
                </a:cubicBezTo>
                <a:cubicBezTo>
                  <a:pt x="2625" y="806"/>
                  <a:pt x="2625" y="816"/>
                  <a:pt x="2629" y="823"/>
                </a:cubicBezTo>
                <a:cubicBezTo>
                  <a:pt x="2631" y="827"/>
                  <a:pt x="2634" y="830"/>
                  <a:pt x="2638" y="832"/>
                </a:cubicBezTo>
                <a:cubicBezTo>
                  <a:pt x="2652" y="839"/>
                  <a:pt x="2668" y="844"/>
                  <a:pt x="2683" y="846"/>
                </a:cubicBezTo>
                <a:cubicBezTo>
                  <a:pt x="2688" y="847"/>
                  <a:pt x="2693" y="847"/>
                  <a:pt x="2698" y="847"/>
                </a:cubicBezTo>
                <a:cubicBezTo>
                  <a:pt x="2734" y="853"/>
                  <a:pt x="2757" y="836"/>
                  <a:pt x="2777" y="814"/>
                </a:cubicBezTo>
                <a:cubicBezTo>
                  <a:pt x="2781" y="809"/>
                  <a:pt x="2785" y="805"/>
                  <a:pt x="2790" y="801"/>
                </a:cubicBezTo>
                <a:cubicBezTo>
                  <a:pt x="2839" y="766"/>
                  <a:pt x="2926" y="815"/>
                  <a:pt x="2913" y="717"/>
                </a:cubicBezTo>
                <a:cubicBezTo>
                  <a:pt x="2908" y="704"/>
                  <a:pt x="2930" y="704"/>
                  <a:pt x="2940" y="698"/>
                </a:cubicBezTo>
                <a:cubicBezTo>
                  <a:pt x="2944" y="697"/>
                  <a:pt x="2948" y="696"/>
                  <a:pt x="2952" y="696"/>
                </a:cubicBezTo>
                <a:cubicBezTo>
                  <a:pt x="2958" y="695"/>
                  <a:pt x="2964" y="694"/>
                  <a:pt x="2970" y="693"/>
                </a:cubicBezTo>
                <a:cubicBezTo>
                  <a:pt x="2976" y="693"/>
                  <a:pt x="2982" y="692"/>
                  <a:pt x="2988" y="691"/>
                </a:cubicBezTo>
                <a:cubicBezTo>
                  <a:pt x="3004" y="687"/>
                  <a:pt x="3022" y="695"/>
                  <a:pt x="3039" y="702"/>
                </a:cubicBezTo>
                <a:cubicBezTo>
                  <a:pt x="3045" y="704"/>
                  <a:pt x="3050" y="706"/>
                  <a:pt x="3056" y="707"/>
                </a:cubicBezTo>
                <a:cubicBezTo>
                  <a:pt x="3067" y="704"/>
                  <a:pt x="3080" y="702"/>
                  <a:pt x="3092" y="699"/>
                </a:cubicBezTo>
                <a:cubicBezTo>
                  <a:pt x="3098" y="698"/>
                  <a:pt x="3105" y="696"/>
                  <a:pt x="3111" y="695"/>
                </a:cubicBezTo>
                <a:cubicBezTo>
                  <a:pt x="3117" y="693"/>
                  <a:pt x="3123" y="691"/>
                  <a:pt x="3129" y="689"/>
                </a:cubicBezTo>
                <a:cubicBezTo>
                  <a:pt x="3136" y="687"/>
                  <a:pt x="3142" y="685"/>
                  <a:pt x="3149" y="682"/>
                </a:cubicBezTo>
                <a:cubicBezTo>
                  <a:pt x="3180" y="660"/>
                  <a:pt x="3245" y="673"/>
                  <a:pt x="3245" y="633"/>
                </a:cubicBezTo>
                <a:cubicBezTo>
                  <a:pt x="3249" y="593"/>
                  <a:pt x="3189" y="585"/>
                  <a:pt x="3155" y="563"/>
                </a:cubicBezTo>
                <a:cubicBezTo>
                  <a:pt x="3150" y="560"/>
                  <a:pt x="3145" y="556"/>
                  <a:pt x="3141" y="553"/>
                </a:cubicBezTo>
                <a:cubicBezTo>
                  <a:pt x="3133" y="545"/>
                  <a:pt x="3128" y="535"/>
                  <a:pt x="3126" y="521"/>
                </a:cubicBezTo>
                <a:cubicBezTo>
                  <a:pt x="3127" y="514"/>
                  <a:pt x="3126" y="507"/>
                  <a:pt x="3125" y="501"/>
                </a:cubicBezTo>
                <a:cubicBezTo>
                  <a:pt x="3116" y="449"/>
                  <a:pt x="3042" y="458"/>
                  <a:pt x="3008" y="431"/>
                </a:cubicBezTo>
                <a:cubicBezTo>
                  <a:pt x="3004" y="428"/>
                  <a:pt x="3000" y="425"/>
                  <a:pt x="2996" y="422"/>
                </a:cubicBezTo>
                <a:cubicBezTo>
                  <a:pt x="2985" y="414"/>
                  <a:pt x="2975" y="406"/>
                  <a:pt x="2967" y="397"/>
                </a:cubicBezTo>
                <a:cubicBezTo>
                  <a:pt x="2964" y="393"/>
                  <a:pt x="2961" y="389"/>
                  <a:pt x="2958" y="385"/>
                </a:cubicBezTo>
                <a:cubicBezTo>
                  <a:pt x="2943" y="376"/>
                  <a:pt x="2956" y="359"/>
                  <a:pt x="2964" y="350"/>
                </a:cubicBezTo>
                <a:cubicBezTo>
                  <a:pt x="2968" y="348"/>
                  <a:pt x="2972" y="347"/>
                  <a:pt x="2976" y="346"/>
                </a:cubicBezTo>
                <a:cubicBezTo>
                  <a:pt x="3029" y="359"/>
                  <a:pt x="3076" y="301"/>
                  <a:pt x="3069" y="247"/>
                </a:cubicBezTo>
                <a:cubicBezTo>
                  <a:pt x="3066" y="242"/>
                  <a:pt x="3063" y="238"/>
                  <a:pt x="3059" y="233"/>
                </a:cubicBezTo>
                <a:cubicBezTo>
                  <a:pt x="3042" y="217"/>
                  <a:pt x="3016" y="203"/>
                  <a:pt x="2991" y="204"/>
                </a:cubicBezTo>
                <a:cubicBezTo>
                  <a:pt x="2987" y="203"/>
                  <a:pt x="2983" y="204"/>
                  <a:pt x="2979" y="204"/>
                </a:cubicBezTo>
                <a:cubicBezTo>
                  <a:pt x="2970" y="204"/>
                  <a:pt x="2962" y="204"/>
                  <a:pt x="2955" y="205"/>
                </a:cubicBezTo>
                <a:cubicBezTo>
                  <a:pt x="2949" y="206"/>
                  <a:pt x="2944" y="209"/>
                  <a:pt x="2938" y="211"/>
                </a:cubicBezTo>
                <a:cubicBezTo>
                  <a:pt x="2922" y="219"/>
                  <a:pt x="2905" y="230"/>
                  <a:pt x="2889" y="233"/>
                </a:cubicBezTo>
                <a:cubicBezTo>
                  <a:pt x="2884" y="235"/>
                  <a:pt x="2879" y="235"/>
                  <a:pt x="2874" y="235"/>
                </a:cubicBezTo>
                <a:cubicBezTo>
                  <a:pt x="2865" y="235"/>
                  <a:pt x="2855" y="233"/>
                  <a:pt x="2845" y="227"/>
                </a:cubicBezTo>
                <a:cubicBezTo>
                  <a:pt x="2840" y="224"/>
                  <a:pt x="2836" y="220"/>
                  <a:pt x="2833" y="215"/>
                </a:cubicBezTo>
                <a:cubicBezTo>
                  <a:pt x="2830" y="210"/>
                  <a:pt x="2828" y="205"/>
                  <a:pt x="2826" y="199"/>
                </a:cubicBezTo>
                <a:cubicBezTo>
                  <a:pt x="2826" y="199"/>
                  <a:pt x="2830" y="198"/>
                  <a:pt x="2834" y="196"/>
                </a:cubicBezTo>
                <a:cubicBezTo>
                  <a:pt x="2838" y="195"/>
                  <a:pt x="2844" y="192"/>
                  <a:pt x="2848" y="190"/>
                </a:cubicBezTo>
                <a:cubicBezTo>
                  <a:pt x="2852" y="186"/>
                  <a:pt x="2855" y="182"/>
                  <a:pt x="2858" y="178"/>
                </a:cubicBezTo>
                <a:cubicBezTo>
                  <a:pt x="2862" y="174"/>
                  <a:pt x="2865" y="169"/>
                  <a:pt x="2868" y="165"/>
                </a:cubicBezTo>
                <a:cubicBezTo>
                  <a:pt x="2887" y="133"/>
                  <a:pt x="2913" y="119"/>
                  <a:pt x="2947" y="119"/>
                </a:cubicBezTo>
                <a:cubicBezTo>
                  <a:pt x="2977" y="119"/>
                  <a:pt x="2973" y="62"/>
                  <a:pt x="3014" y="57"/>
                </a:cubicBezTo>
                <a:cubicBezTo>
                  <a:pt x="3020" y="57"/>
                  <a:pt x="3026" y="58"/>
                  <a:pt x="3032" y="59"/>
                </a:cubicBezTo>
                <a:cubicBezTo>
                  <a:pt x="3059" y="72"/>
                  <a:pt x="3076" y="93"/>
                  <a:pt x="3093" y="116"/>
                </a:cubicBezTo>
                <a:cubicBezTo>
                  <a:pt x="3096" y="120"/>
                  <a:pt x="3099" y="125"/>
                  <a:pt x="3103" y="129"/>
                </a:cubicBezTo>
                <a:cubicBezTo>
                  <a:pt x="3106" y="135"/>
                  <a:pt x="3109" y="141"/>
                  <a:pt x="3112" y="146"/>
                </a:cubicBezTo>
                <a:cubicBezTo>
                  <a:pt x="3115" y="152"/>
                  <a:pt x="3118" y="158"/>
                  <a:pt x="3121" y="164"/>
                </a:cubicBezTo>
                <a:cubicBezTo>
                  <a:pt x="3126" y="173"/>
                  <a:pt x="3131" y="182"/>
                  <a:pt x="3137" y="190"/>
                </a:cubicBezTo>
                <a:cubicBezTo>
                  <a:pt x="3140" y="194"/>
                  <a:pt x="3143" y="198"/>
                  <a:pt x="3147" y="202"/>
                </a:cubicBezTo>
                <a:cubicBezTo>
                  <a:pt x="3184" y="239"/>
                  <a:pt x="3249" y="235"/>
                  <a:pt x="3271" y="288"/>
                </a:cubicBezTo>
                <a:cubicBezTo>
                  <a:pt x="3272" y="293"/>
                  <a:pt x="3272" y="298"/>
                  <a:pt x="3272" y="302"/>
                </a:cubicBezTo>
                <a:cubicBezTo>
                  <a:pt x="3252" y="327"/>
                  <a:pt x="3243" y="354"/>
                  <a:pt x="3245" y="378"/>
                </a:cubicBezTo>
                <a:cubicBezTo>
                  <a:pt x="3246" y="383"/>
                  <a:pt x="3246" y="387"/>
                  <a:pt x="3248" y="392"/>
                </a:cubicBezTo>
                <a:cubicBezTo>
                  <a:pt x="3245" y="474"/>
                  <a:pt x="3340" y="456"/>
                  <a:pt x="3389" y="482"/>
                </a:cubicBezTo>
                <a:cubicBezTo>
                  <a:pt x="3394" y="485"/>
                  <a:pt x="3399" y="487"/>
                  <a:pt x="3404" y="489"/>
                </a:cubicBezTo>
                <a:cubicBezTo>
                  <a:pt x="3452" y="514"/>
                  <a:pt x="3499" y="549"/>
                  <a:pt x="3545" y="576"/>
                </a:cubicBezTo>
                <a:cubicBezTo>
                  <a:pt x="3548" y="579"/>
                  <a:pt x="3551" y="582"/>
                  <a:pt x="3554" y="585"/>
                </a:cubicBezTo>
                <a:cubicBezTo>
                  <a:pt x="3562" y="595"/>
                  <a:pt x="3569" y="607"/>
                  <a:pt x="3574" y="620"/>
                </a:cubicBezTo>
                <a:cubicBezTo>
                  <a:pt x="3577" y="626"/>
                  <a:pt x="3578" y="633"/>
                  <a:pt x="3580" y="639"/>
                </a:cubicBezTo>
                <a:cubicBezTo>
                  <a:pt x="3584" y="686"/>
                  <a:pt x="3570" y="711"/>
                  <a:pt x="3547" y="726"/>
                </a:cubicBezTo>
                <a:cubicBezTo>
                  <a:pt x="3542" y="729"/>
                  <a:pt x="3537" y="731"/>
                  <a:pt x="3531" y="733"/>
                </a:cubicBezTo>
                <a:cubicBezTo>
                  <a:pt x="3478" y="749"/>
                  <a:pt x="3421" y="744"/>
                  <a:pt x="3371" y="751"/>
                </a:cubicBezTo>
                <a:cubicBezTo>
                  <a:pt x="3365" y="752"/>
                  <a:pt x="3358" y="754"/>
                  <a:pt x="3352" y="755"/>
                </a:cubicBezTo>
                <a:cubicBezTo>
                  <a:pt x="3346" y="757"/>
                  <a:pt x="3341" y="759"/>
                  <a:pt x="3335" y="762"/>
                </a:cubicBezTo>
                <a:cubicBezTo>
                  <a:pt x="3330" y="765"/>
                  <a:pt x="3325" y="768"/>
                  <a:pt x="3321" y="772"/>
                </a:cubicBezTo>
                <a:cubicBezTo>
                  <a:pt x="3314" y="778"/>
                  <a:pt x="3309" y="786"/>
                  <a:pt x="3306" y="795"/>
                </a:cubicBezTo>
                <a:cubicBezTo>
                  <a:pt x="3305" y="799"/>
                  <a:pt x="3303" y="804"/>
                  <a:pt x="3303" y="809"/>
                </a:cubicBezTo>
                <a:cubicBezTo>
                  <a:pt x="3304" y="813"/>
                  <a:pt x="3306" y="818"/>
                  <a:pt x="3307" y="823"/>
                </a:cubicBezTo>
                <a:cubicBezTo>
                  <a:pt x="3318" y="864"/>
                  <a:pt x="3249" y="881"/>
                  <a:pt x="3283" y="904"/>
                </a:cubicBezTo>
                <a:cubicBezTo>
                  <a:pt x="3331" y="935"/>
                  <a:pt x="3378" y="952"/>
                  <a:pt x="3434" y="953"/>
                </a:cubicBezTo>
                <a:cubicBezTo>
                  <a:pt x="3441" y="954"/>
                  <a:pt x="3447" y="954"/>
                  <a:pt x="3453" y="954"/>
                </a:cubicBezTo>
                <a:cubicBezTo>
                  <a:pt x="3471" y="955"/>
                  <a:pt x="3488" y="956"/>
                  <a:pt x="3503" y="957"/>
                </a:cubicBezTo>
                <a:cubicBezTo>
                  <a:pt x="3521" y="961"/>
                  <a:pt x="3568" y="957"/>
                  <a:pt x="3559" y="994"/>
                </a:cubicBezTo>
                <a:cubicBezTo>
                  <a:pt x="3557" y="998"/>
                  <a:pt x="3555" y="1002"/>
                  <a:pt x="3552" y="1006"/>
                </a:cubicBezTo>
                <a:cubicBezTo>
                  <a:pt x="3550" y="1010"/>
                  <a:pt x="3548" y="1014"/>
                  <a:pt x="3547" y="1019"/>
                </a:cubicBezTo>
                <a:cubicBezTo>
                  <a:pt x="3585" y="1032"/>
                  <a:pt x="3628" y="1019"/>
                  <a:pt x="3666" y="1020"/>
                </a:cubicBezTo>
                <a:cubicBezTo>
                  <a:pt x="3673" y="1020"/>
                  <a:pt x="3679" y="1020"/>
                  <a:pt x="3685" y="1020"/>
                </a:cubicBezTo>
                <a:cubicBezTo>
                  <a:pt x="3726" y="1022"/>
                  <a:pt x="3764" y="1035"/>
                  <a:pt x="3785" y="1074"/>
                </a:cubicBezTo>
                <a:cubicBezTo>
                  <a:pt x="3790" y="1084"/>
                  <a:pt x="3794" y="1095"/>
                  <a:pt x="3798" y="1107"/>
                </a:cubicBezTo>
                <a:cubicBezTo>
                  <a:pt x="3794" y="1134"/>
                  <a:pt x="3760" y="1149"/>
                  <a:pt x="3751" y="1165"/>
                </a:cubicBezTo>
                <a:cubicBezTo>
                  <a:pt x="3749" y="1169"/>
                  <a:pt x="3748" y="1173"/>
                  <a:pt x="3749" y="1177"/>
                </a:cubicBezTo>
                <a:cubicBezTo>
                  <a:pt x="3797" y="1231"/>
                  <a:pt x="3870" y="1192"/>
                  <a:pt x="3926" y="1227"/>
                </a:cubicBezTo>
                <a:cubicBezTo>
                  <a:pt x="3968" y="1254"/>
                  <a:pt x="3933" y="1292"/>
                  <a:pt x="3924" y="1327"/>
                </a:cubicBezTo>
                <a:cubicBezTo>
                  <a:pt x="3923" y="1332"/>
                  <a:pt x="3922" y="1337"/>
                  <a:pt x="3922" y="1342"/>
                </a:cubicBezTo>
                <a:cubicBezTo>
                  <a:pt x="3952" y="1360"/>
                  <a:pt x="3948" y="1395"/>
                  <a:pt x="3956" y="1426"/>
                </a:cubicBezTo>
                <a:cubicBezTo>
                  <a:pt x="3958" y="1431"/>
                  <a:pt x="3960" y="1434"/>
                  <a:pt x="3964" y="1437"/>
                </a:cubicBezTo>
                <a:cubicBezTo>
                  <a:pt x="3999" y="1449"/>
                  <a:pt x="4004" y="1484"/>
                  <a:pt x="4021" y="1511"/>
                </a:cubicBezTo>
                <a:cubicBezTo>
                  <a:pt x="4024" y="1516"/>
                  <a:pt x="4026" y="1521"/>
                  <a:pt x="4029" y="1526"/>
                </a:cubicBezTo>
                <a:cubicBezTo>
                  <a:pt x="4023" y="1547"/>
                  <a:pt x="4022" y="1565"/>
                  <a:pt x="4025" y="1580"/>
                </a:cubicBezTo>
                <a:cubicBezTo>
                  <a:pt x="4026" y="1586"/>
                  <a:pt x="4027" y="1591"/>
                  <a:pt x="4029" y="1596"/>
                </a:cubicBezTo>
                <a:cubicBezTo>
                  <a:pt x="4042" y="1621"/>
                  <a:pt x="4064" y="1652"/>
                  <a:pt x="4081" y="1675"/>
                </a:cubicBezTo>
                <a:cubicBezTo>
                  <a:pt x="4111" y="1710"/>
                  <a:pt x="4111" y="1768"/>
                  <a:pt x="4166" y="1780"/>
                </a:cubicBezTo>
                <a:cubicBezTo>
                  <a:pt x="4170" y="1783"/>
                  <a:pt x="4175" y="1786"/>
                  <a:pt x="4180" y="1789"/>
                </a:cubicBezTo>
                <a:cubicBezTo>
                  <a:pt x="4202" y="1805"/>
                  <a:pt x="4219" y="1825"/>
                  <a:pt x="4232" y="1854"/>
                </a:cubicBezTo>
                <a:cubicBezTo>
                  <a:pt x="4235" y="1858"/>
                  <a:pt x="4238" y="1863"/>
                  <a:pt x="4241" y="1867"/>
                </a:cubicBezTo>
                <a:cubicBezTo>
                  <a:pt x="4243" y="1870"/>
                  <a:pt x="4246" y="1873"/>
                  <a:pt x="4248" y="1876"/>
                </a:cubicBezTo>
                <a:cubicBezTo>
                  <a:pt x="4258" y="1905"/>
                  <a:pt x="4293" y="1905"/>
                  <a:pt x="4318" y="1918"/>
                </a:cubicBezTo>
                <a:cubicBezTo>
                  <a:pt x="4327" y="1923"/>
                  <a:pt x="4336" y="1932"/>
                  <a:pt x="4336" y="1940"/>
                </a:cubicBezTo>
                <a:cubicBezTo>
                  <a:pt x="4331" y="1971"/>
                  <a:pt x="4306" y="1994"/>
                  <a:pt x="4314" y="2028"/>
                </a:cubicBezTo>
                <a:cubicBezTo>
                  <a:pt x="4313" y="2033"/>
                  <a:pt x="4313" y="2039"/>
                  <a:pt x="4313" y="2044"/>
                </a:cubicBezTo>
                <a:cubicBezTo>
                  <a:pt x="4312" y="2065"/>
                  <a:pt x="4317" y="2086"/>
                  <a:pt x="4331" y="2106"/>
                </a:cubicBezTo>
                <a:cubicBezTo>
                  <a:pt x="4332" y="2107"/>
                  <a:pt x="4333" y="2108"/>
                  <a:pt x="4334" y="2109"/>
                </a:cubicBezTo>
                <a:cubicBezTo>
                  <a:pt x="4362" y="2127"/>
                  <a:pt x="4426" y="2131"/>
                  <a:pt x="4384" y="2175"/>
                </a:cubicBezTo>
                <a:cubicBezTo>
                  <a:pt x="4384" y="2176"/>
                  <a:pt x="4383" y="2178"/>
                  <a:pt x="4382" y="2179"/>
                </a:cubicBezTo>
                <a:moveTo>
                  <a:pt x="5201" y="2678"/>
                </a:moveTo>
                <a:cubicBezTo>
                  <a:pt x="5202" y="2700"/>
                  <a:pt x="5208" y="2718"/>
                  <a:pt x="5218" y="2732"/>
                </a:cubicBezTo>
                <a:cubicBezTo>
                  <a:pt x="5221" y="2737"/>
                  <a:pt x="5225" y="2741"/>
                  <a:pt x="5229" y="2745"/>
                </a:cubicBezTo>
                <a:cubicBezTo>
                  <a:pt x="5233" y="2749"/>
                  <a:pt x="5237" y="2753"/>
                  <a:pt x="5242" y="2757"/>
                </a:cubicBezTo>
                <a:cubicBezTo>
                  <a:pt x="5267" y="2782"/>
                  <a:pt x="5280" y="2818"/>
                  <a:pt x="5319" y="2827"/>
                </a:cubicBezTo>
                <a:cubicBezTo>
                  <a:pt x="5280" y="2840"/>
                  <a:pt x="5254" y="2804"/>
                  <a:pt x="5231" y="2784"/>
                </a:cubicBezTo>
                <a:cubicBezTo>
                  <a:pt x="5225" y="2781"/>
                  <a:pt x="5220" y="2779"/>
                  <a:pt x="5215" y="2776"/>
                </a:cubicBezTo>
                <a:cubicBezTo>
                  <a:pt x="5211" y="2773"/>
                  <a:pt x="5206" y="2769"/>
                  <a:pt x="5202" y="2766"/>
                </a:cubicBezTo>
                <a:cubicBezTo>
                  <a:pt x="5195" y="2758"/>
                  <a:pt x="5188" y="2749"/>
                  <a:pt x="5183" y="2738"/>
                </a:cubicBezTo>
                <a:cubicBezTo>
                  <a:pt x="5180" y="2733"/>
                  <a:pt x="5178" y="2728"/>
                  <a:pt x="5176" y="2722"/>
                </a:cubicBezTo>
                <a:cubicBezTo>
                  <a:pt x="5174" y="2718"/>
                  <a:pt x="5172" y="2714"/>
                  <a:pt x="5170" y="2710"/>
                </a:cubicBezTo>
                <a:cubicBezTo>
                  <a:pt x="5162" y="2689"/>
                  <a:pt x="5156" y="2665"/>
                  <a:pt x="5151" y="2641"/>
                </a:cubicBezTo>
                <a:cubicBezTo>
                  <a:pt x="5142" y="2618"/>
                  <a:pt x="5121" y="2610"/>
                  <a:pt x="5111" y="2587"/>
                </a:cubicBezTo>
                <a:cubicBezTo>
                  <a:pt x="5108" y="2583"/>
                  <a:pt x="5105" y="2579"/>
                  <a:pt x="5102" y="2576"/>
                </a:cubicBezTo>
                <a:cubicBezTo>
                  <a:pt x="5085" y="2558"/>
                  <a:pt x="5061" y="2543"/>
                  <a:pt x="5031" y="2531"/>
                </a:cubicBezTo>
                <a:cubicBezTo>
                  <a:pt x="5027" y="2527"/>
                  <a:pt x="5023" y="2522"/>
                  <a:pt x="5019" y="2518"/>
                </a:cubicBezTo>
                <a:cubicBezTo>
                  <a:pt x="5015" y="2513"/>
                  <a:pt x="5012" y="2508"/>
                  <a:pt x="5009" y="2503"/>
                </a:cubicBezTo>
                <a:cubicBezTo>
                  <a:pt x="4977" y="2455"/>
                  <a:pt x="4992" y="2404"/>
                  <a:pt x="4982" y="2355"/>
                </a:cubicBezTo>
                <a:cubicBezTo>
                  <a:pt x="4981" y="2349"/>
                  <a:pt x="4979" y="2344"/>
                  <a:pt x="4977" y="2339"/>
                </a:cubicBezTo>
                <a:cubicBezTo>
                  <a:pt x="4975" y="2334"/>
                  <a:pt x="4972" y="2328"/>
                  <a:pt x="4969" y="2323"/>
                </a:cubicBezTo>
                <a:cubicBezTo>
                  <a:pt x="4967" y="2317"/>
                  <a:pt x="4964" y="2312"/>
                  <a:pt x="4962" y="2306"/>
                </a:cubicBezTo>
                <a:cubicBezTo>
                  <a:pt x="4942" y="2273"/>
                  <a:pt x="4930" y="2242"/>
                  <a:pt x="4920" y="2207"/>
                </a:cubicBezTo>
                <a:cubicBezTo>
                  <a:pt x="4919" y="2202"/>
                  <a:pt x="4917" y="2197"/>
                  <a:pt x="4916" y="2192"/>
                </a:cubicBezTo>
                <a:cubicBezTo>
                  <a:pt x="4901" y="2166"/>
                  <a:pt x="4914" y="2131"/>
                  <a:pt x="4883" y="2109"/>
                </a:cubicBezTo>
                <a:cubicBezTo>
                  <a:pt x="4845" y="2078"/>
                  <a:pt x="4806" y="2109"/>
                  <a:pt x="4799" y="2147"/>
                </a:cubicBezTo>
                <a:cubicBezTo>
                  <a:pt x="4797" y="2152"/>
                  <a:pt x="4795" y="2157"/>
                  <a:pt x="4793" y="2162"/>
                </a:cubicBezTo>
                <a:cubicBezTo>
                  <a:pt x="4789" y="2173"/>
                  <a:pt x="4783" y="2184"/>
                  <a:pt x="4776" y="2194"/>
                </a:cubicBezTo>
                <a:cubicBezTo>
                  <a:pt x="4774" y="2197"/>
                  <a:pt x="4771" y="2200"/>
                  <a:pt x="4769" y="2202"/>
                </a:cubicBezTo>
                <a:cubicBezTo>
                  <a:pt x="4745" y="2228"/>
                  <a:pt x="4702" y="2206"/>
                  <a:pt x="4685" y="2180"/>
                </a:cubicBezTo>
                <a:cubicBezTo>
                  <a:pt x="4715" y="2175"/>
                  <a:pt x="4745" y="2166"/>
                  <a:pt x="4756" y="2134"/>
                </a:cubicBezTo>
                <a:cubicBezTo>
                  <a:pt x="4758" y="2129"/>
                  <a:pt x="4760" y="2124"/>
                  <a:pt x="4761" y="2119"/>
                </a:cubicBezTo>
                <a:cubicBezTo>
                  <a:pt x="4762" y="2088"/>
                  <a:pt x="4758" y="2045"/>
                  <a:pt x="4777" y="2028"/>
                </a:cubicBezTo>
                <a:cubicBezTo>
                  <a:pt x="4780" y="2025"/>
                  <a:pt x="4784" y="2023"/>
                  <a:pt x="4789" y="2021"/>
                </a:cubicBezTo>
                <a:cubicBezTo>
                  <a:pt x="4819" y="2019"/>
                  <a:pt x="4854" y="2016"/>
                  <a:pt x="4885" y="2021"/>
                </a:cubicBezTo>
                <a:cubicBezTo>
                  <a:pt x="4891" y="2022"/>
                  <a:pt x="4897" y="2023"/>
                  <a:pt x="4903" y="2025"/>
                </a:cubicBezTo>
                <a:cubicBezTo>
                  <a:pt x="4961" y="2033"/>
                  <a:pt x="4961" y="2100"/>
                  <a:pt x="4976" y="2148"/>
                </a:cubicBezTo>
                <a:cubicBezTo>
                  <a:pt x="4978" y="2154"/>
                  <a:pt x="4980" y="2160"/>
                  <a:pt x="4982" y="2166"/>
                </a:cubicBezTo>
                <a:cubicBezTo>
                  <a:pt x="5000" y="2214"/>
                  <a:pt x="5027" y="2258"/>
                  <a:pt x="5048" y="2303"/>
                </a:cubicBezTo>
                <a:cubicBezTo>
                  <a:pt x="5049" y="2308"/>
                  <a:pt x="5049" y="2312"/>
                  <a:pt x="5050" y="2317"/>
                </a:cubicBezTo>
                <a:cubicBezTo>
                  <a:pt x="5050" y="2322"/>
                  <a:pt x="5050" y="2326"/>
                  <a:pt x="5050" y="2331"/>
                </a:cubicBezTo>
                <a:cubicBezTo>
                  <a:pt x="5049" y="2389"/>
                  <a:pt x="5031" y="2451"/>
                  <a:pt x="5086" y="2481"/>
                </a:cubicBezTo>
                <a:cubicBezTo>
                  <a:pt x="5091" y="2484"/>
                  <a:pt x="5095" y="2486"/>
                  <a:pt x="5100" y="2489"/>
                </a:cubicBezTo>
                <a:cubicBezTo>
                  <a:pt x="5104" y="2491"/>
                  <a:pt x="5109" y="2493"/>
                  <a:pt x="5113" y="2496"/>
                </a:cubicBezTo>
                <a:cubicBezTo>
                  <a:pt x="5158" y="2503"/>
                  <a:pt x="5184" y="2533"/>
                  <a:pt x="5193" y="2570"/>
                </a:cubicBezTo>
                <a:cubicBezTo>
                  <a:pt x="5194" y="2575"/>
                  <a:pt x="5195" y="2580"/>
                  <a:pt x="5196" y="2586"/>
                </a:cubicBezTo>
                <a:cubicBezTo>
                  <a:pt x="5205" y="2609"/>
                  <a:pt x="5195" y="2632"/>
                  <a:pt x="5196" y="2654"/>
                </a:cubicBezTo>
                <a:cubicBezTo>
                  <a:pt x="5196" y="2659"/>
                  <a:pt x="5196" y="2663"/>
                  <a:pt x="5198" y="2668"/>
                </a:cubicBezTo>
                <a:cubicBezTo>
                  <a:pt x="5199" y="2671"/>
                  <a:pt x="5200" y="2675"/>
                  <a:pt x="5201" y="2678"/>
                </a:cubicBezTo>
                <a:moveTo>
                  <a:pt x="4" y="2907"/>
                </a:moveTo>
                <a:lnTo>
                  <a:pt x="6" y="2927"/>
                </a:lnTo>
                <a:lnTo>
                  <a:pt x="5236" y="2927"/>
                </a:lnTo>
                <a:cubicBezTo>
                  <a:pt x="5240" y="2927"/>
                  <a:pt x="5244" y="2927"/>
                  <a:pt x="5247" y="2927"/>
                </a:cubicBezTo>
                <a:cubicBezTo>
                  <a:pt x="5260" y="2928"/>
                  <a:pt x="5272" y="2928"/>
                  <a:pt x="5285" y="2928"/>
                </a:cubicBezTo>
                <a:cubicBezTo>
                  <a:pt x="5289" y="2928"/>
                  <a:pt x="5293" y="2928"/>
                  <a:pt x="5297" y="2928"/>
                </a:cubicBezTo>
                <a:cubicBezTo>
                  <a:pt x="5328" y="2929"/>
                  <a:pt x="5366" y="2937"/>
                  <a:pt x="5379" y="2924"/>
                </a:cubicBezTo>
                <a:cubicBezTo>
                  <a:pt x="5440" y="2840"/>
                  <a:pt x="5323" y="2800"/>
                  <a:pt x="5278" y="2742"/>
                </a:cubicBezTo>
                <a:cubicBezTo>
                  <a:pt x="5275" y="2738"/>
                  <a:pt x="5271" y="2734"/>
                  <a:pt x="5268" y="2729"/>
                </a:cubicBezTo>
                <a:cubicBezTo>
                  <a:pt x="5264" y="2725"/>
                  <a:pt x="5261" y="2720"/>
                  <a:pt x="5258" y="2716"/>
                </a:cubicBezTo>
                <a:cubicBezTo>
                  <a:pt x="5254" y="2712"/>
                  <a:pt x="5251" y="2708"/>
                  <a:pt x="5248" y="2704"/>
                </a:cubicBezTo>
                <a:cubicBezTo>
                  <a:pt x="5240" y="2691"/>
                  <a:pt x="5234" y="2676"/>
                  <a:pt x="5230" y="2659"/>
                </a:cubicBezTo>
                <a:cubicBezTo>
                  <a:pt x="5229" y="2654"/>
                  <a:pt x="5228" y="2648"/>
                  <a:pt x="5228" y="2642"/>
                </a:cubicBezTo>
                <a:cubicBezTo>
                  <a:pt x="5227" y="2637"/>
                  <a:pt x="5227" y="2633"/>
                  <a:pt x="5227" y="2628"/>
                </a:cubicBezTo>
                <a:cubicBezTo>
                  <a:pt x="5227" y="2623"/>
                  <a:pt x="5228" y="2617"/>
                  <a:pt x="5230" y="2612"/>
                </a:cubicBezTo>
                <a:cubicBezTo>
                  <a:pt x="5232" y="2605"/>
                  <a:pt x="5233" y="2599"/>
                  <a:pt x="5233" y="2593"/>
                </a:cubicBezTo>
                <a:cubicBezTo>
                  <a:pt x="5240" y="2530"/>
                  <a:pt x="5202" y="2480"/>
                  <a:pt x="5136" y="2473"/>
                </a:cubicBezTo>
                <a:cubicBezTo>
                  <a:pt x="5131" y="2471"/>
                  <a:pt x="5125" y="2469"/>
                  <a:pt x="5120" y="2467"/>
                </a:cubicBezTo>
                <a:cubicBezTo>
                  <a:pt x="5110" y="2462"/>
                  <a:pt x="5100" y="2457"/>
                  <a:pt x="5090" y="2450"/>
                </a:cubicBezTo>
                <a:cubicBezTo>
                  <a:pt x="5086" y="2441"/>
                  <a:pt x="5078" y="2432"/>
                  <a:pt x="5078" y="2423"/>
                </a:cubicBezTo>
                <a:cubicBezTo>
                  <a:pt x="5075" y="2392"/>
                  <a:pt x="5082" y="2361"/>
                  <a:pt x="5085" y="2331"/>
                </a:cubicBezTo>
                <a:cubicBezTo>
                  <a:pt x="5086" y="2320"/>
                  <a:pt x="5087" y="2310"/>
                  <a:pt x="5086" y="2300"/>
                </a:cubicBezTo>
                <a:cubicBezTo>
                  <a:pt x="5086" y="2295"/>
                  <a:pt x="5086" y="2290"/>
                  <a:pt x="5085" y="2285"/>
                </a:cubicBezTo>
                <a:cubicBezTo>
                  <a:pt x="5084" y="2281"/>
                  <a:pt x="5082" y="2276"/>
                  <a:pt x="5081" y="2272"/>
                </a:cubicBezTo>
                <a:cubicBezTo>
                  <a:pt x="5052" y="2228"/>
                  <a:pt x="5009" y="2193"/>
                  <a:pt x="5011" y="2134"/>
                </a:cubicBezTo>
                <a:cubicBezTo>
                  <a:pt x="5010" y="2128"/>
                  <a:pt x="5008" y="2122"/>
                  <a:pt x="5006" y="2116"/>
                </a:cubicBezTo>
                <a:cubicBezTo>
                  <a:pt x="5004" y="2105"/>
                  <a:pt x="5001" y="2095"/>
                  <a:pt x="4999" y="2085"/>
                </a:cubicBezTo>
                <a:cubicBezTo>
                  <a:pt x="4997" y="2074"/>
                  <a:pt x="4995" y="2064"/>
                  <a:pt x="4993" y="2053"/>
                </a:cubicBezTo>
                <a:cubicBezTo>
                  <a:pt x="5000" y="1967"/>
                  <a:pt x="4905" y="1958"/>
                  <a:pt x="4846" y="1973"/>
                </a:cubicBezTo>
                <a:cubicBezTo>
                  <a:pt x="4841" y="1974"/>
                  <a:pt x="4836" y="1975"/>
                  <a:pt x="4831" y="1976"/>
                </a:cubicBezTo>
                <a:cubicBezTo>
                  <a:pt x="4796" y="1979"/>
                  <a:pt x="4763" y="1960"/>
                  <a:pt x="4733" y="1976"/>
                </a:cubicBezTo>
                <a:cubicBezTo>
                  <a:pt x="4685" y="2002"/>
                  <a:pt x="4728" y="2060"/>
                  <a:pt x="4722" y="2106"/>
                </a:cubicBezTo>
                <a:cubicBezTo>
                  <a:pt x="4719" y="2110"/>
                  <a:pt x="4715" y="2113"/>
                  <a:pt x="4712" y="2116"/>
                </a:cubicBezTo>
                <a:cubicBezTo>
                  <a:pt x="4677" y="2143"/>
                  <a:pt x="4620" y="2137"/>
                  <a:pt x="4580" y="2116"/>
                </a:cubicBezTo>
                <a:cubicBezTo>
                  <a:pt x="4575" y="2114"/>
                  <a:pt x="4570" y="2112"/>
                  <a:pt x="4565" y="2110"/>
                </a:cubicBezTo>
                <a:cubicBezTo>
                  <a:pt x="4547" y="2104"/>
                  <a:pt x="4529" y="2101"/>
                  <a:pt x="4508" y="2105"/>
                </a:cubicBezTo>
                <a:cubicBezTo>
                  <a:pt x="4504" y="2106"/>
                  <a:pt x="4500" y="2107"/>
                  <a:pt x="4495" y="2109"/>
                </a:cubicBezTo>
                <a:cubicBezTo>
                  <a:pt x="4444" y="2113"/>
                  <a:pt x="4409" y="2078"/>
                  <a:pt x="4361" y="2069"/>
                </a:cubicBezTo>
                <a:cubicBezTo>
                  <a:pt x="4357" y="2067"/>
                  <a:pt x="4354" y="2062"/>
                  <a:pt x="4352" y="2058"/>
                </a:cubicBezTo>
                <a:cubicBezTo>
                  <a:pt x="4349" y="2051"/>
                  <a:pt x="4349" y="2038"/>
                  <a:pt x="4349" y="2029"/>
                </a:cubicBezTo>
                <a:cubicBezTo>
                  <a:pt x="4349" y="2027"/>
                  <a:pt x="4350" y="2025"/>
                  <a:pt x="4350" y="2023"/>
                </a:cubicBezTo>
                <a:cubicBezTo>
                  <a:pt x="4357" y="1980"/>
                  <a:pt x="4413" y="1963"/>
                  <a:pt x="4400" y="1914"/>
                </a:cubicBezTo>
                <a:cubicBezTo>
                  <a:pt x="4387" y="1874"/>
                  <a:pt x="4336" y="1865"/>
                  <a:pt x="4298" y="1855"/>
                </a:cubicBezTo>
                <a:cubicBezTo>
                  <a:pt x="4293" y="1852"/>
                  <a:pt x="4289" y="1849"/>
                  <a:pt x="4285" y="1846"/>
                </a:cubicBezTo>
                <a:cubicBezTo>
                  <a:pt x="4274" y="1836"/>
                  <a:pt x="4267" y="1824"/>
                  <a:pt x="4269" y="1807"/>
                </a:cubicBezTo>
                <a:cubicBezTo>
                  <a:pt x="4269" y="1806"/>
                  <a:pt x="4269" y="1805"/>
                  <a:pt x="4268" y="1804"/>
                </a:cubicBezTo>
                <a:cubicBezTo>
                  <a:pt x="4258" y="1760"/>
                  <a:pt x="4223" y="1740"/>
                  <a:pt x="4193" y="1717"/>
                </a:cubicBezTo>
                <a:cubicBezTo>
                  <a:pt x="4189" y="1713"/>
                  <a:pt x="4184" y="1710"/>
                  <a:pt x="4180" y="1706"/>
                </a:cubicBezTo>
                <a:cubicBezTo>
                  <a:pt x="4150" y="1683"/>
                  <a:pt x="4137" y="1648"/>
                  <a:pt x="4124" y="1613"/>
                </a:cubicBezTo>
                <a:cubicBezTo>
                  <a:pt x="4121" y="1607"/>
                  <a:pt x="4118" y="1601"/>
                  <a:pt x="4116" y="1595"/>
                </a:cubicBezTo>
                <a:cubicBezTo>
                  <a:pt x="4102" y="1566"/>
                  <a:pt x="4087" y="1539"/>
                  <a:pt x="4074" y="1512"/>
                </a:cubicBezTo>
                <a:cubicBezTo>
                  <a:pt x="4071" y="1506"/>
                  <a:pt x="4068" y="1501"/>
                  <a:pt x="4065" y="1496"/>
                </a:cubicBezTo>
                <a:cubicBezTo>
                  <a:pt x="4050" y="1470"/>
                  <a:pt x="4036" y="1443"/>
                  <a:pt x="4030" y="1412"/>
                </a:cubicBezTo>
                <a:cubicBezTo>
                  <a:pt x="4029" y="1406"/>
                  <a:pt x="4028" y="1400"/>
                  <a:pt x="4027" y="1394"/>
                </a:cubicBezTo>
                <a:cubicBezTo>
                  <a:pt x="4024" y="1369"/>
                  <a:pt x="4025" y="1343"/>
                  <a:pt x="4020" y="1321"/>
                </a:cubicBezTo>
                <a:cubicBezTo>
                  <a:pt x="4019" y="1320"/>
                  <a:pt x="4018" y="1319"/>
                  <a:pt x="4018" y="1317"/>
                </a:cubicBezTo>
                <a:cubicBezTo>
                  <a:pt x="4007" y="1295"/>
                  <a:pt x="3991" y="1281"/>
                  <a:pt x="4004" y="1245"/>
                </a:cubicBezTo>
                <a:cubicBezTo>
                  <a:pt x="4008" y="1236"/>
                  <a:pt x="3999" y="1223"/>
                  <a:pt x="3993" y="1213"/>
                </a:cubicBezTo>
                <a:cubicBezTo>
                  <a:pt x="3989" y="1204"/>
                  <a:pt x="3983" y="1196"/>
                  <a:pt x="3978" y="1188"/>
                </a:cubicBezTo>
                <a:cubicBezTo>
                  <a:pt x="3942" y="1132"/>
                  <a:pt x="3897" y="1077"/>
                  <a:pt x="3903" y="1005"/>
                </a:cubicBezTo>
                <a:cubicBezTo>
                  <a:pt x="3902" y="996"/>
                  <a:pt x="3901" y="987"/>
                  <a:pt x="3900" y="979"/>
                </a:cubicBezTo>
                <a:cubicBezTo>
                  <a:pt x="3895" y="944"/>
                  <a:pt x="3887" y="912"/>
                  <a:pt x="3866" y="883"/>
                </a:cubicBezTo>
                <a:cubicBezTo>
                  <a:pt x="3860" y="875"/>
                  <a:pt x="3853" y="867"/>
                  <a:pt x="3845" y="859"/>
                </a:cubicBezTo>
                <a:cubicBezTo>
                  <a:pt x="3839" y="854"/>
                  <a:pt x="3833" y="849"/>
                  <a:pt x="3827" y="845"/>
                </a:cubicBezTo>
                <a:cubicBezTo>
                  <a:pt x="3836" y="850"/>
                  <a:pt x="3844" y="850"/>
                  <a:pt x="3853" y="855"/>
                </a:cubicBezTo>
                <a:cubicBezTo>
                  <a:pt x="3846" y="853"/>
                  <a:pt x="3840" y="851"/>
                  <a:pt x="3833" y="849"/>
                </a:cubicBezTo>
                <a:cubicBezTo>
                  <a:pt x="3775" y="801"/>
                  <a:pt x="3689" y="771"/>
                  <a:pt x="3644" y="708"/>
                </a:cubicBezTo>
                <a:cubicBezTo>
                  <a:pt x="3640" y="703"/>
                  <a:pt x="3637" y="698"/>
                  <a:pt x="3634" y="693"/>
                </a:cubicBezTo>
                <a:cubicBezTo>
                  <a:pt x="3646" y="638"/>
                  <a:pt x="3637" y="585"/>
                  <a:pt x="3590" y="554"/>
                </a:cubicBezTo>
                <a:cubicBezTo>
                  <a:pt x="3586" y="551"/>
                  <a:pt x="3583" y="547"/>
                  <a:pt x="3579" y="543"/>
                </a:cubicBezTo>
                <a:cubicBezTo>
                  <a:pt x="3559" y="525"/>
                  <a:pt x="3538" y="507"/>
                  <a:pt x="3510" y="496"/>
                </a:cubicBezTo>
                <a:cubicBezTo>
                  <a:pt x="3507" y="494"/>
                  <a:pt x="3503" y="492"/>
                  <a:pt x="3499" y="490"/>
                </a:cubicBezTo>
                <a:cubicBezTo>
                  <a:pt x="3489" y="484"/>
                  <a:pt x="3479" y="478"/>
                  <a:pt x="3469" y="472"/>
                </a:cubicBezTo>
                <a:cubicBezTo>
                  <a:pt x="3465" y="469"/>
                  <a:pt x="3461" y="466"/>
                  <a:pt x="3457" y="464"/>
                </a:cubicBezTo>
                <a:cubicBezTo>
                  <a:pt x="3448" y="457"/>
                  <a:pt x="3437" y="451"/>
                  <a:pt x="3425" y="446"/>
                </a:cubicBezTo>
                <a:cubicBezTo>
                  <a:pt x="3421" y="444"/>
                  <a:pt x="3417" y="442"/>
                  <a:pt x="3413" y="441"/>
                </a:cubicBezTo>
                <a:cubicBezTo>
                  <a:pt x="3408" y="438"/>
                  <a:pt x="3403" y="436"/>
                  <a:pt x="3397" y="434"/>
                </a:cubicBezTo>
                <a:cubicBezTo>
                  <a:pt x="3392" y="432"/>
                  <a:pt x="3387" y="431"/>
                  <a:pt x="3381" y="429"/>
                </a:cubicBezTo>
                <a:cubicBezTo>
                  <a:pt x="3348" y="421"/>
                  <a:pt x="3275" y="425"/>
                  <a:pt x="3286" y="371"/>
                </a:cubicBezTo>
                <a:cubicBezTo>
                  <a:pt x="3288" y="366"/>
                  <a:pt x="3291" y="362"/>
                  <a:pt x="3296" y="359"/>
                </a:cubicBezTo>
                <a:cubicBezTo>
                  <a:pt x="3302" y="357"/>
                  <a:pt x="3308" y="356"/>
                  <a:pt x="3313" y="353"/>
                </a:cubicBezTo>
                <a:cubicBezTo>
                  <a:pt x="3346" y="336"/>
                  <a:pt x="3354" y="289"/>
                  <a:pt x="3331" y="266"/>
                </a:cubicBezTo>
                <a:cubicBezTo>
                  <a:pt x="3296" y="221"/>
                  <a:pt x="3236" y="226"/>
                  <a:pt x="3199" y="190"/>
                </a:cubicBezTo>
                <a:cubicBezTo>
                  <a:pt x="3195" y="187"/>
                  <a:pt x="3191" y="183"/>
                  <a:pt x="3187" y="179"/>
                </a:cubicBezTo>
                <a:cubicBezTo>
                  <a:pt x="3172" y="163"/>
                  <a:pt x="3159" y="145"/>
                  <a:pt x="3151" y="122"/>
                </a:cubicBezTo>
                <a:cubicBezTo>
                  <a:pt x="3148" y="116"/>
                  <a:pt x="3146" y="111"/>
                  <a:pt x="3144" y="105"/>
                </a:cubicBezTo>
                <a:cubicBezTo>
                  <a:pt x="3140" y="101"/>
                  <a:pt x="3137" y="97"/>
                  <a:pt x="3133" y="92"/>
                </a:cubicBezTo>
                <a:cubicBezTo>
                  <a:pt x="3109" y="67"/>
                  <a:pt x="3081" y="46"/>
                  <a:pt x="3049" y="29"/>
                </a:cubicBezTo>
                <a:cubicBezTo>
                  <a:pt x="3044" y="26"/>
                  <a:pt x="3040" y="23"/>
                  <a:pt x="3035" y="21"/>
                </a:cubicBezTo>
                <a:cubicBezTo>
                  <a:pt x="3030" y="18"/>
                  <a:pt x="3025" y="16"/>
                  <a:pt x="3020" y="14"/>
                </a:cubicBezTo>
                <a:cubicBezTo>
                  <a:pt x="2947" y="0"/>
                  <a:pt x="2887" y="66"/>
                  <a:pt x="2843" y="121"/>
                </a:cubicBezTo>
                <a:cubicBezTo>
                  <a:pt x="2839" y="125"/>
                  <a:pt x="2834" y="129"/>
                  <a:pt x="2828" y="132"/>
                </a:cubicBezTo>
                <a:cubicBezTo>
                  <a:pt x="2823" y="135"/>
                  <a:pt x="2817" y="137"/>
                  <a:pt x="2810" y="138"/>
                </a:cubicBezTo>
                <a:cubicBezTo>
                  <a:pt x="2805" y="139"/>
                  <a:pt x="2801" y="141"/>
                  <a:pt x="2797" y="143"/>
                </a:cubicBezTo>
                <a:cubicBezTo>
                  <a:pt x="2785" y="148"/>
                  <a:pt x="2774" y="159"/>
                  <a:pt x="2766" y="177"/>
                </a:cubicBezTo>
                <a:cubicBezTo>
                  <a:pt x="2763" y="182"/>
                  <a:pt x="2760" y="187"/>
                  <a:pt x="2757" y="193"/>
                </a:cubicBezTo>
                <a:cubicBezTo>
                  <a:pt x="2740" y="230"/>
                  <a:pt x="2731" y="281"/>
                  <a:pt x="2706" y="310"/>
                </a:cubicBezTo>
                <a:cubicBezTo>
                  <a:pt x="2702" y="315"/>
                  <a:pt x="2699" y="320"/>
                  <a:pt x="2695" y="326"/>
                </a:cubicBezTo>
                <a:cubicBezTo>
                  <a:pt x="2691" y="332"/>
                  <a:pt x="2687" y="338"/>
                  <a:pt x="2683" y="343"/>
                </a:cubicBezTo>
                <a:cubicBezTo>
                  <a:pt x="2662" y="372"/>
                  <a:pt x="2632" y="336"/>
                  <a:pt x="2606" y="359"/>
                </a:cubicBezTo>
                <a:cubicBezTo>
                  <a:pt x="2576" y="385"/>
                  <a:pt x="2580" y="456"/>
                  <a:pt x="2525" y="451"/>
                </a:cubicBezTo>
                <a:cubicBezTo>
                  <a:pt x="2521" y="451"/>
                  <a:pt x="2517" y="450"/>
                  <a:pt x="2514" y="450"/>
                </a:cubicBezTo>
                <a:cubicBezTo>
                  <a:pt x="2502" y="448"/>
                  <a:pt x="2492" y="446"/>
                  <a:pt x="2482" y="444"/>
                </a:cubicBezTo>
                <a:cubicBezTo>
                  <a:pt x="2476" y="443"/>
                  <a:pt x="2470" y="441"/>
                  <a:pt x="2464" y="439"/>
                </a:cubicBezTo>
                <a:cubicBezTo>
                  <a:pt x="2454" y="430"/>
                  <a:pt x="2444" y="422"/>
                  <a:pt x="2433" y="415"/>
                </a:cubicBezTo>
                <a:cubicBezTo>
                  <a:pt x="2427" y="411"/>
                  <a:pt x="2422" y="408"/>
                  <a:pt x="2417" y="404"/>
                </a:cubicBezTo>
                <a:cubicBezTo>
                  <a:pt x="2395" y="381"/>
                  <a:pt x="2417" y="336"/>
                  <a:pt x="2382" y="332"/>
                </a:cubicBezTo>
                <a:cubicBezTo>
                  <a:pt x="2335" y="332"/>
                  <a:pt x="2296" y="367"/>
                  <a:pt x="2248" y="376"/>
                </a:cubicBezTo>
                <a:cubicBezTo>
                  <a:pt x="2244" y="376"/>
                  <a:pt x="2240" y="376"/>
                  <a:pt x="2236" y="375"/>
                </a:cubicBezTo>
                <a:cubicBezTo>
                  <a:pt x="2223" y="372"/>
                  <a:pt x="2210" y="365"/>
                  <a:pt x="2198" y="359"/>
                </a:cubicBezTo>
                <a:cubicBezTo>
                  <a:pt x="2192" y="355"/>
                  <a:pt x="2186" y="351"/>
                  <a:pt x="2180" y="348"/>
                </a:cubicBezTo>
                <a:cubicBezTo>
                  <a:pt x="2174" y="345"/>
                  <a:pt x="2167" y="343"/>
                  <a:pt x="2160" y="343"/>
                </a:cubicBezTo>
                <a:cubicBezTo>
                  <a:pt x="2130" y="343"/>
                  <a:pt x="2113" y="376"/>
                  <a:pt x="2091" y="440"/>
                </a:cubicBezTo>
                <a:cubicBezTo>
                  <a:pt x="2083" y="466"/>
                  <a:pt x="2076" y="487"/>
                  <a:pt x="2070" y="504"/>
                </a:cubicBezTo>
                <a:cubicBezTo>
                  <a:pt x="2068" y="508"/>
                  <a:pt x="2067" y="512"/>
                  <a:pt x="2065" y="516"/>
                </a:cubicBezTo>
                <a:cubicBezTo>
                  <a:pt x="2054" y="558"/>
                  <a:pt x="2016" y="567"/>
                  <a:pt x="1998" y="602"/>
                </a:cubicBezTo>
                <a:cubicBezTo>
                  <a:pt x="1981" y="655"/>
                  <a:pt x="2011" y="731"/>
                  <a:pt x="1960" y="770"/>
                </a:cubicBezTo>
                <a:cubicBezTo>
                  <a:pt x="1956" y="772"/>
                  <a:pt x="1952" y="774"/>
                  <a:pt x="1948" y="776"/>
                </a:cubicBezTo>
                <a:cubicBezTo>
                  <a:pt x="1944" y="779"/>
                  <a:pt x="1941" y="781"/>
                  <a:pt x="1938" y="784"/>
                </a:cubicBezTo>
                <a:cubicBezTo>
                  <a:pt x="1933" y="790"/>
                  <a:pt x="1930" y="796"/>
                  <a:pt x="1927" y="803"/>
                </a:cubicBezTo>
                <a:cubicBezTo>
                  <a:pt x="1912" y="895"/>
                  <a:pt x="1886" y="983"/>
                  <a:pt x="1901" y="1078"/>
                </a:cubicBezTo>
                <a:cubicBezTo>
                  <a:pt x="1901" y="1088"/>
                  <a:pt x="1900" y="1099"/>
                  <a:pt x="1899" y="1110"/>
                </a:cubicBezTo>
                <a:cubicBezTo>
                  <a:pt x="1899" y="1115"/>
                  <a:pt x="1898" y="1121"/>
                  <a:pt x="1898" y="1126"/>
                </a:cubicBezTo>
                <a:cubicBezTo>
                  <a:pt x="1897" y="1132"/>
                  <a:pt x="1896" y="1137"/>
                  <a:pt x="1895" y="1143"/>
                </a:cubicBezTo>
                <a:cubicBezTo>
                  <a:pt x="1886" y="1174"/>
                  <a:pt x="1865" y="1200"/>
                  <a:pt x="1836" y="1201"/>
                </a:cubicBezTo>
                <a:cubicBezTo>
                  <a:pt x="1831" y="1202"/>
                  <a:pt x="1826" y="1202"/>
                  <a:pt x="1820" y="1201"/>
                </a:cubicBezTo>
                <a:cubicBezTo>
                  <a:pt x="1815" y="1202"/>
                  <a:pt x="1809" y="1202"/>
                  <a:pt x="1803" y="1202"/>
                </a:cubicBezTo>
                <a:cubicBezTo>
                  <a:pt x="1779" y="1202"/>
                  <a:pt x="1754" y="1198"/>
                  <a:pt x="1732" y="1196"/>
                </a:cubicBezTo>
                <a:cubicBezTo>
                  <a:pt x="1726" y="1195"/>
                  <a:pt x="1719" y="1194"/>
                  <a:pt x="1712" y="1193"/>
                </a:cubicBezTo>
                <a:cubicBezTo>
                  <a:pt x="1680" y="1189"/>
                  <a:pt x="1648" y="1189"/>
                  <a:pt x="1622" y="1209"/>
                </a:cubicBezTo>
                <a:cubicBezTo>
                  <a:pt x="1618" y="1213"/>
                  <a:pt x="1614" y="1216"/>
                  <a:pt x="1610" y="1220"/>
                </a:cubicBezTo>
                <a:cubicBezTo>
                  <a:pt x="1598" y="1232"/>
                  <a:pt x="1588" y="1247"/>
                  <a:pt x="1578" y="1264"/>
                </a:cubicBezTo>
                <a:cubicBezTo>
                  <a:pt x="1575" y="1268"/>
                  <a:pt x="1573" y="1273"/>
                  <a:pt x="1570" y="1277"/>
                </a:cubicBezTo>
                <a:cubicBezTo>
                  <a:pt x="1566" y="1301"/>
                  <a:pt x="1557" y="1328"/>
                  <a:pt x="1543" y="1351"/>
                </a:cubicBezTo>
                <a:cubicBezTo>
                  <a:pt x="1540" y="1355"/>
                  <a:pt x="1537" y="1360"/>
                  <a:pt x="1534" y="1364"/>
                </a:cubicBezTo>
                <a:cubicBezTo>
                  <a:pt x="1520" y="1395"/>
                  <a:pt x="1489" y="1418"/>
                  <a:pt x="1461" y="1436"/>
                </a:cubicBezTo>
                <a:cubicBezTo>
                  <a:pt x="1456" y="1439"/>
                  <a:pt x="1451" y="1443"/>
                  <a:pt x="1446" y="1446"/>
                </a:cubicBezTo>
                <a:cubicBezTo>
                  <a:pt x="1410" y="1472"/>
                  <a:pt x="1382" y="1499"/>
                  <a:pt x="1393" y="1556"/>
                </a:cubicBezTo>
                <a:cubicBezTo>
                  <a:pt x="1392" y="1561"/>
                  <a:pt x="1391" y="1566"/>
                  <a:pt x="1390" y="1571"/>
                </a:cubicBezTo>
                <a:cubicBezTo>
                  <a:pt x="1345" y="1634"/>
                  <a:pt x="1285" y="1707"/>
                  <a:pt x="1213" y="1734"/>
                </a:cubicBezTo>
                <a:cubicBezTo>
                  <a:pt x="1207" y="1736"/>
                  <a:pt x="1201" y="1738"/>
                  <a:pt x="1195" y="1740"/>
                </a:cubicBezTo>
                <a:cubicBezTo>
                  <a:pt x="1186" y="1742"/>
                  <a:pt x="1175" y="1745"/>
                  <a:pt x="1165" y="1746"/>
                </a:cubicBezTo>
                <a:cubicBezTo>
                  <a:pt x="1160" y="1747"/>
                  <a:pt x="1155" y="1748"/>
                  <a:pt x="1150" y="1748"/>
                </a:cubicBezTo>
                <a:cubicBezTo>
                  <a:pt x="1136" y="1754"/>
                  <a:pt x="1123" y="1750"/>
                  <a:pt x="1114" y="1741"/>
                </a:cubicBezTo>
                <a:cubicBezTo>
                  <a:pt x="1109" y="1738"/>
                  <a:pt x="1105" y="1734"/>
                  <a:pt x="1102" y="1729"/>
                </a:cubicBezTo>
                <a:cubicBezTo>
                  <a:pt x="1084" y="1613"/>
                  <a:pt x="998" y="1608"/>
                  <a:pt x="913" y="1656"/>
                </a:cubicBezTo>
                <a:cubicBezTo>
                  <a:pt x="907" y="1657"/>
                  <a:pt x="900" y="1657"/>
                  <a:pt x="894" y="1656"/>
                </a:cubicBezTo>
                <a:cubicBezTo>
                  <a:pt x="851" y="1650"/>
                  <a:pt x="820" y="1601"/>
                  <a:pt x="786" y="1617"/>
                </a:cubicBezTo>
                <a:cubicBezTo>
                  <a:pt x="772" y="1625"/>
                  <a:pt x="762" y="1636"/>
                  <a:pt x="754" y="1648"/>
                </a:cubicBezTo>
                <a:cubicBezTo>
                  <a:pt x="750" y="1655"/>
                  <a:pt x="747" y="1661"/>
                  <a:pt x="744" y="1668"/>
                </a:cubicBezTo>
                <a:cubicBezTo>
                  <a:pt x="742" y="1699"/>
                  <a:pt x="732" y="1721"/>
                  <a:pt x="718" y="1738"/>
                </a:cubicBezTo>
                <a:cubicBezTo>
                  <a:pt x="715" y="1741"/>
                  <a:pt x="711" y="1744"/>
                  <a:pt x="708" y="1747"/>
                </a:cubicBezTo>
                <a:cubicBezTo>
                  <a:pt x="704" y="1752"/>
                  <a:pt x="701" y="1757"/>
                  <a:pt x="698" y="1762"/>
                </a:cubicBezTo>
                <a:cubicBezTo>
                  <a:pt x="695" y="1767"/>
                  <a:pt x="692" y="1772"/>
                  <a:pt x="689" y="1777"/>
                </a:cubicBezTo>
                <a:cubicBezTo>
                  <a:pt x="688" y="1784"/>
                  <a:pt x="687" y="1789"/>
                  <a:pt x="684" y="1795"/>
                </a:cubicBezTo>
                <a:cubicBezTo>
                  <a:pt x="682" y="1800"/>
                  <a:pt x="679" y="1804"/>
                  <a:pt x="676" y="1808"/>
                </a:cubicBezTo>
                <a:cubicBezTo>
                  <a:pt x="660" y="1825"/>
                  <a:pt x="644" y="1843"/>
                  <a:pt x="634" y="1862"/>
                </a:cubicBezTo>
                <a:cubicBezTo>
                  <a:pt x="632" y="1867"/>
                  <a:pt x="630" y="1872"/>
                  <a:pt x="629" y="1877"/>
                </a:cubicBezTo>
                <a:cubicBezTo>
                  <a:pt x="631" y="1915"/>
                  <a:pt x="655" y="1949"/>
                  <a:pt x="651" y="1982"/>
                </a:cubicBezTo>
                <a:cubicBezTo>
                  <a:pt x="650" y="1988"/>
                  <a:pt x="648" y="1993"/>
                  <a:pt x="646" y="1999"/>
                </a:cubicBezTo>
                <a:cubicBezTo>
                  <a:pt x="631" y="2033"/>
                  <a:pt x="618" y="2065"/>
                  <a:pt x="599" y="2097"/>
                </a:cubicBezTo>
                <a:cubicBezTo>
                  <a:pt x="596" y="2102"/>
                  <a:pt x="594" y="2108"/>
                  <a:pt x="591" y="2113"/>
                </a:cubicBezTo>
                <a:cubicBezTo>
                  <a:pt x="577" y="2150"/>
                  <a:pt x="575" y="2192"/>
                  <a:pt x="582" y="2232"/>
                </a:cubicBezTo>
                <a:cubicBezTo>
                  <a:pt x="583" y="2237"/>
                  <a:pt x="584" y="2243"/>
                  <a:pt x="586" y="2249"/>
                </a:cubicBezTo>
                <a:cubicBezTo>
                  <a:pt x="601" y="2277"/>
                  <a:pt x="601" y="2304"/>
                  <a:pt x="581" y="2326"/>
                </a:cubicBezTo>
                <a:cubicBezTo>
                  <a:pt x="577" y="2330"/>
                  <a:pt x="574" y="2333"/>
                  <a:pt x="569" y="2336"/>
                </a:cubicBezTo>
                <a:cubicBezTo>
                  <a:pt x="543" y="2353"/>
                  <a:pt x="503" y="2360"/>
                  <a:pt x="471" y="2371"/>
                </a:cubicBezTo>
                <a:cubicBezTo>
                  <a:pt x="466" y="2372"/>
                  <a:pt x="461" y="2374"/>
                  <a:pt x="457" y="2376"/>
                </a:cubicBezTo>
                <a:cubicBezTo>
                  <a:pt x="442" y="2379"/>
                  <a:pt x="427" y="2382"/>
                  <a:pt x="413" y="2386"/>
                </a:cubicBezTo>
                <a:cubicBezTo>
                  <a:pt x="408" y="2387"/>
                  <a:pt x="403" y="2388"/>
                  <a:pt x="398" y="2390"/>
                </a:cubicBezTo>
                <a:cubicBezTo>
                  <a:pt x="379" y="2402"/>
                  <a:pt x="359" y="2412"/>
                  <a:pt x="339" y="2420"/>
                </a:cubicBezTo>
                <a:cubicBezTo>
                  <a:pt x="333" y="2422"/>
                  <a:pt x="328" y="2424"/>
                  <a:pt x="323" y="2426"/>
                </a:cubicBezTo>
                <a:cubicBezTo>
                  <a:pt x="282" y="2432"/>
                  <a:pt x="265" y="2477"/>
                  <a:pt x="260" y="2516"/>
                </a:cubicBezTo>
                <a:cubicBezTo>
                  <a:pt x="260" y="2543"/>
                  <a:pt x="221" y="2539"/>
                  <a:pt x="209" y="2560"/>
                </a:cubicBezTo>
                <a:cubicBezTo>
                  <a:pt x="205" y="2565"/>
                  <a:pt x="202" y="2570"/>
                  <a:pt x="199" y="2575"/>
                </a:cubicBezTo>
                <a:cubicBezTo>
                  <a:pt x="157" y="2672"/>
                  <a:pt x="118" y="2760"/>
                  <a:pt x="21" y="2809"/>
                </a:cubicBezTo>
                <a:cubicBezTo>
                  <a:pt x="18" y="2813"/>
                  <a:pt x="15" y="2817"/>
                  <a:pt x="12" y="2822"/>
                </a:cubicBezTo>
                <a:cubicBezTo>
                  <a:pt x="6" y="2832"/>
                  <a:pt x="3" y="2843"/>
                  <a:pt x="1" y="2856"/>
                </a:cubicBezTo>
                <a:cubicBezTo>
                  <a:pt x="0" y="2867"/>
                  <a:pt x="1" y="2878"/>
                  <a:pt x="2" y="2887"/>
                </a:cubicBezTo>
                <a:cubicBezTo>
                  <a:pt x="3" y="2896"/>
                  <a:pt x="3" y="2903"/>
                  <a:pt x="4" y="2907"/>
                </a:cubicBezTo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293DC3C-B748-4DC0-A39A-C334517AC565}"/>
              </a:ext>
            </a:extLst>
          </p:cNvPr>
          <p:cNvSpPr txBox="1"/>
          <p:nvPr/>
        </p:nvSpPr>
        <p:spPr>
          <a:xfrm>
            <a:off x="911240" y="1433564"/>
            <a:ext cx="35888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动手操作</a:t>
            </a:r>
            <a:endParaRPr lang="en-US" altLang="ko-KR" sz="5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Rectangle 45">
            <a:extLst>
              <a:ext uri="{FF2B5EF4-FFF2-40B4-BE49-F238E27FC236}">
                <a16:creationId xmlns:a16="http://schemas.microsoft.com/office/drawing/2014/main" id="{97AEA4D1-F28F-453F-BACC-E738CC344268}"/>
              </a:ext>
            </a:extLst>
          </p:cNvPr>
          <p:cNvSpPr/>
          <p:nvPr/>
        </p:nvSpPr>
        <p:spPr>
          <a:xfrm>
            <a:off x="911240" y="2364514"/>
            <a:ext cx="4896000" cy="82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  <a:latin typeface="Meiryo UI" panose="020B0604030504040204" pitchFamily="50" charset="-128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18E9DE6A-71DB-4292-90F7-90980BEFF8AF}"/>
              </a:ext>
            </a:extLst>
          </p:cNvPr>
          <p:cNvGrpSpPr/>
          <p:nvPr/>
        </p:nvGrpSpPr>
        <p:grpSpPr>
          <a:xfrm>
            <a:off x="8351521" y="470408"/>
            <a:ext cx="1384661" cy="1894106"/>
            <a:chOff x="963295" y="160338"/>
            <a:chExt cx="572137" cy="78263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968839F4-0A7F-4F5F-A127-407BA41BDD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325" y="160338"/>
              <a:ext cx="53975" cy="76200"/>
            </a:xfrm>
            <a:custGeom>
              <a:avLst/>
              <a:gdLst>
                <a:gd name="T0" fmla="*/ 0 w 70"/>
                <a:gd name="T1" fmla="*/ 41 h 100"/>
                <a:gd name="T2" fmla="*/ 9 w 70"/>
                <a:gd name="T3" fmla="*/ 13 h 100"/>
                <a:gd name="T4" fmla="*/ 35 w 70"/>
                <a:gd name="T5" fmla="*/ 1 h 100"/>
                <a:gd name="T6" fmla="*/ 61 w 70"/>
                <a:gd name="T7" fmla="*/ 13 h 100"/>
                <a:gd name="T8" fmla="*/ 70 w 70"/>
                <a:gd name="T9" fmla="*/ 41 h 100"/>
                <a:gd name="T10" fmla="*/ 70 w 70"/>
                <a:gd name="T11" fmla="*/ 90 h 100"/>
                <a:gd name="T12" fmla="*/ 70 w 70"/>
                <a:gd name="T13" fmla="*/ 100 h 100"/>
                <a:gd name="T14" fmla="*/ 58 w 70"/>
                <a:gd name="T15" fmla="*/ 100 h 100"/>
                <a:gd name="T16" fmla="*/ 11 w 70"/>
                <a:gd name="T17" fmla="*/ 100 h 100"/>
                <a:gd name="T18" fmla="*/ 0 w 70"/>
                <a:gd name="T19" fmla="*/ 100 h 100"/>
                <a:gd name="T20" fmla="*/ 0 w 70"/>
                <a:gd name="T21" fmla="*/ 90 h 100"/>
                <a:gd name="T22" fmla="*/ 0 w 70"/>
                <a:gd name="T23" fmla="*/ 41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0" h="100">
                  <a:moveTo>
                    <a:pt x="0" y="41"/>
                  </a:moveTo>
                  <a:cubicBezTo>
                    <a:pt x="0" y="30"/>
                    <a:pt x="3" y="21"/>
                    <a:pt x="9" y="13"/>
                  </a:cubicBezTo>
                  <a:cubicBezTo>
                    <a:pt x="15" y="4"/>
                    <a:pt x="25" y="1"/>
                    <a:pt x="35" y="1"/>
                  </a:cubicBezTo>
                  <a:cubicBezTo>
                    <a:pt x="46" y="0"/>
                    <a:pt x="55" y="4"/>
                    <a:pt x="61" y="13"/>
                  </a:cubicBezTo>
                  <a:cubicBezTo>
                    <a:pt x="67" y="21"/>
                    <a:pt x="70" y="30"/>
                    <a:pt x="70" y="41"/>
                  </a:cubicBezTo>
                  <a:lnTo>
                    <a:pt x="70" y="90"/>
                  </a:lnTo>
                  <a:lnTo>
                    <a:pt x="70" y="100"/>
                  </a:lnTo>
                  <a:lnTo>
                    <a:pt x="58" y="100"/>
                  </a:lnTo>
                  <a:lnTo>
                    <a:pt x="11" y="100"/>
                  </a:lnTo>
                  <a:lnTo>
                    <a:pt x="0" y="100"/>
                  </a:lnTo>
                  <a:lnTo>
                    <a:pt x="0" y="90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8527B325-A237-4AC0-AB59-F6BA0B5BED62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583" y="248851"/>
              <a:ext cx="557849" cy="172224"/>
            </a:xfrm>
            <a:custGeom>
              <a:avLst/>
              <a:gdLst>
                <a:gd name="T0" fmla="*/ 116 w 622"/>
                <a:gd name="T1" fmla="*/ 116 h 232"/>
                <a:gd name="T2" fmla="*/ 0 w 622"/>
                <a:gd name="T3" fmla="*/ 2 h 232"/>
                <a:gd name="T4" fmla="*/ 0 w 622"/>
                <a:gd name="T5" fmla="*/ 0 h 232"/>
                <a:gd name="T6" fmla="*/ 506 w 622"/>
                <a:gd name="T7" fmla="*/ 0 h 232"/>
                <a:gd name="T8" fmla="*/ 622 w 622"/>
                <a:gd name="T9" fmla="*/ 116 h 232"/>
                <a:gd name="T10" fmla="*/ 506 w 622"/>
                <a:gd name="T11" fmla="*/ 232 h 232"/>
                <a:gd name="T12" fmla="*/ 2 w 622"/>
                <a:gd name="T13" fmla="*/ 232 h 232"/>
                <a:gd name="T14" fmla="*/ 0 w 622"/>
                <a:gd name="T15" fmla="*/ 232 h 232"/>
                <a:gd name="T16" fmla="*/ 0 w 622"/>
                <a:gd name="T17" fmla="*/ 231 h 232"/>
                <a:gd name="T18" fmla="*/ 116 w 622"/>
                <a:gd name="T19" fmla="*/ 116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2" h="232">
                  <a:moveTo>
                    <a:pt x="116" y="116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506" y="0"/>
                  </a:lnTo>
                  <a:lnTo>
                    <a:pt x="622" y="116"/>
                  </a:lnTo>
                  <a:lnTo>
                    <a:pt x="506" y="232"/>
                  </a:lnTo>
                  <a:lnTo>
                    <a:pt x="2" y="232"/>
                  </a:lnTo>
                  <a:lnTo>
                    <a:pt x="0" y="232"/>
                  </a:lnTo>
                  <a:lnTo>
                    <a:pt x="0" y="231"/>
                  </a:lnTo>
                  <a:lnTo>
                    <a:pt x="116" y="11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1B5923A2-68BD-4C2C-91F8-65ED5BCD5893}"/>
                </a:ext>
              </a:extLst>
            </p:cNvPr>
            <p:cNvSpPr>
              <a:spLocks/>
            </p:cNvSpPr>
            <p:nvPr/>
          </p:nvSpPr>
          <p:spPr bwMode="auto">
            <a:xfrm>
              <a:off x="963295" y="528273"/>
              <a:ext cx="557849" cy="175356"/>
            </a:xfrm>
            <a:custGeom>
              <a:avLst/>
              <a:gdLst>
                <a:gd name="T0" fmla="*/ 507 w 623"/>
                <a:gd name="T1" fmla="*/ 117 h 233"/>
                <a:gd name="T2" fmla="*/ 623 w 623"/>
                <a:gd name="T3" fmla="*/ 231 h 233"/>
                <a:gd name="T4" fmla="*/ 623 w 623"/>
                <a:gd name="T5" fmla="*/ 233 h 233"/>
                <a:gd name="T6" fmla="*/ 117 w 623"/>
                <a:gd name="T7" fmla="*/ 233 h 233"/>
                <a:gd name="T8" fmla="*/ 0 w 623"/>
                <a:gd name="T9" fmla="*/ 117 h 233"/>
                <a:gd name="T10" fmla="*/ 117 w 623"/>
                <a:gd name="T11" fmla="*/ 0 h 233"/>
                <a:gd name="T12" fmla="*/ 621 w 623"/>
                <a:gd name="T13" fmla="*/ 0 h 233"/>
                <a:gd name="T14" fmla="*/ 623 w 623"/>
                <a:gd name="T15" fmla="*/ 0 h 233"/>
                <a:gd name="T16" fmla="*/ 623 w 623"/>
                <a:gd name="T17" fmla="*/ 2 h 233"/>
                <a:gd name="T18" fmla="*/ 507 w 623"/>
                <a:gd name="T19" fmla="*/ 117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3" h="233">
                  <a:moveTo>
                    <a:pt x="507" y="117"/>
                  </a:moveTo>
                  <a:lnTo>
                    <a:pt x="623" y="231"/>
                  </a:lnTo>
                  <a:lnTo>
                    <a:pt x="623" y="233"/>
                  </a:lnTo>
                  <a:lnTo>
                    <a:pt x="117" y="233"/>
                  </a:lnTo>
                  <a:lnTo>
                    <a:pt x="0" y="117"/>
                  </a:lnTo>
                  <a:lnTo>
                    <a:pt x="117" y="0"/>
                  </a:lnTo>
                  <a:lnTo>
                    <a:pt x="621" y="0"/>
                  </a:lnTo>
                  <a:lnTo>
                    <a:pt x="623" y="0"/>
                  </a:lnTo>
                  <a:lnTo>
                    <a:pt x="623" y="2"/>
                  </a:lnTo>
                  <a:lnTo>
                    <a:pt x="507" y="11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5FFF07C2-1904-4C4E-B101-ED41AA4E24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325" y="438151"/>
              <a:ext cx="53975" cy="77788"/>
            </a:xfrm>
            <a:custGeom>
              <a:avLst/>
              <a:gdLst>
                <a:gd name="T0" fmla="*/ 70 w 70"/>
                <a:gd name="T1" fmla="*/ 11 h 104"/>
                <a:gd name="T2" fmla="*/ 70 w 70"/>
                <a:gd name="T3" fmla="*/ 91 h 104"/>
                <a:gd name="T4" fmla="*/ 70 w 70"/>
                <a:gd name="T5" fmla="*/ 104 h 104"/>
                <a:gd name="T6" fmla="*/ 58 w 70"/>
                <a:gd name="T7" fmla="*/ 104 h 104"/>
                <a:gd name="T8" fmla="*/ 11 w 70"/>
                <a:gd name="T9" fmla="*/ 104 h 104"/>
                <a:gd name="T10" fmla="*/ 0 w 70"/>
                <a:gd name="T11" fmla="*/ 104 h 104"/>
                <a:gd name="T12" fmla="*/ 0 w 70"/>
                <a:gd name="T13" fmla="*/ 91 h 104"/>
                <a:gd name="T14" fmla="*/ 0 w 70"/>
                <a:gd name="T15" fmla="*/ 11 h 104"/>
                <a:gd name="T16" fmla="*/ 0 w 70"/>
                <a:gd name="T17" fmla="*/ 0 h 104"/>
                <a:gd name="T18" fmla="*/ 11 w 70"/>
                <a:gd name="T19" fmla="*/ 0 h 104"/>
                <a:gd name="T20" fmla="*/ 58 w 70"/>
                <a:gd name="T21" fmla="*/ 0 h 104"/>
                <a:gd name="T22" fmla="*/ 70 w 70"/>
                <a:gd name="T23" fmla="*/ 0 h 104"/>
                <a:gd name="T24" fmla="*/ 70 w 70"/>
                <a:gd name="T25" fmla="*/ 11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04">
                  <a:moveTo>
                    <a:pt x="70" y="11"/>
                  </a:moveTo>
                  <a:lnTo>
                    <a:pt x="70" y="91"/>
                  </a:lnTo>
                  <a:lnTo>
                    <a:pt x="70" y="104"/>
                  </a:lnTo>
                  <a:lnTo>
                    <a:pt x="58" y="104"/>
                  </a:lnTo>
                  <a:lnTo>
                    <a:pt x="11" y="104"/>
                  </a:lnTo>
                  <a:lnTo>
                    <a:pt x="0" y="104"/>
                  </a:lnTo>
                  <a:lnTo>
                    <a:pt x="0" y="9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11" y="0"/>
                  </a:lnTo>
                  <a:lnTo>
                    <a:pt x="58" y="0"/>
                  </a:lnTo>
                  <a:lnTo>
                    <a:pt x="70" y="0"/>
                  </a:lnTo>
                  <a:lnTo>
                    <a:pt x="70" y="11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0CB374B2-4034-4D90-9057-EE6431511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325" y="715963"/>
              <a:ext cx="53975" cy="227013"/>
            </a:xfrm>
            <a:custGeom>
              <a:avLst/>
              <a:gdLst>
                <a:gd name="T0" fmla="*/ 70 w 70"/>
                <a:gd name="T1" fmla="*/ 12 h 299"/>
                <a:gd name="T2" fmla="*/ 70 w 70"/>
                <a:gd name="T3" fmla="*/ 258 h 299"/>
                <a:gd name="T4" fmla="*/ 61 w 70"/>
                <a:gd name="T5" fmla="*/ 285 h 299"/>
                <a:gd name="T6" fmla="*/ 35 w 70"/>
                <a:gd name="T7" fmla="*/ 299 h 299"/>
                <a:gd name="T8" fmla="*/ 9 w 70"/>
                <a:gd name="T9" fmla="*/ 285 h 299"/>
                <a:gd name="T10" fmla="*/ 0 w 70"/>
                <a:gd name="T11" fmla="*/ 258 h 299"/>
                <a:gd name="T12" fmla="*/ 0 w 70"/>
                <a:gd name="T13" fmla="*/ 12 h 299"/>
                <a:gd name="T14" fmla="*/ 0 w 70"/>
                <a:gd name="T15" fmla="*/ 0 h 299"/>
                <a:gd name="T16" fmla="*/ 11 w 70"/>
                <a:gd name="T17" fmla="*/ 0 h 299"/>
                <a:gd name="T18" fmla="*/ 58 w 70"/>
                <a:gd name="T19" fmla="*/ 0 h 299"/>
                <a:gd name="T20" fmla="*/ 70 w 70"/>
                <a:gd name="T21" fmla="*/ 0 h 299"/>
                <a:gd name="T22" fmla="*/ 70 w 70"/>
                <a:gd name="T23" fmla="*/ 12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0" h="299">
                  <a:moveTo>
                    <a:pt x="70" y="12"/>
                  </a:moveTo>
                  <a:lnTo>
                    <a:pt x="70" y="258"/>
                  </a:lnTo>
                  <a:cubicBezTo>
                    <a:pt x="70" y="268"/>
                    <a:pt x="67" y="277"/>
                    <a:pt x="61" y="285"/>
                  </a:cubicBezTo>
                  <a:cubicBezTo>
                    <a:pt x="55" y="293"/>
                    <a:pt x="46" y="299"/>
                    <a:pt x="35" y="299"/>
                  </a:cubicBezTo>
                  <a:cubicBezTo>
                    <a:pt x="25" y="299"/>
                    <a:pt x="15" y="293"/>
                    <a:pt x="9" y="285"/>
                  </a:cubicBezTo>
                  <a:cubicBezTo>
                    <a:pt x="3" y="277"/>
                    <a:pt x="0" y="268"/>
                    <a:pt x="0" y="258"/>
                  </a:cubicBezTo>
                  <a:lnTo>
                    <a:pt x="0" y="12"/>
                  </a:lnTo>
                  <a:lnTo>
                    <a:pt x="0" y="0"/>
                  </a:lnTo>
                  <a:lnTo>
                    <a:pt x="11" y="0"/>
                  </a:lnTo>
                  <a:lnTo>
                    <a:pt x="58" y="0"/>
                  </a:lnTo>
                  <a:lnTo>
                    <a:pt x="70" y="0"/>
                  </a:lnTo>
                  <a:lnTo>
                    <a:pt x="70" y="1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27" name="자유형: 도형 52">
            <a:extLst>
              <a:ext uri="{FF2B5EF4-FFF2-40B4-BE49-F238E27FC236}">
                <a16:creationId xmlns:a16="http://schemas.microsoft.com/office/drawing/2014/main" id="{27DB491F-7404-40E3-811C-7E1033C459C9}"/>
              </a:ext>
            </a:extLst>
          </p:cNvPr>
          <p:cNvSpPr/>
          <p:nvPr/>
        </p:nvSpPr>
        <p:spPr>
          <a:xfrm rot="20726331">
            <a:off x="4699951" y="4799866"/>
            <a:ext cx="901948" cy="1638198"/>
          </a:xfrm>
          <a:custGeom>
            <a:avLst/>
            <a:gdLst>
              <a:gd name="connsiteX0" fmla="*/ 214219 w 1074535"/>
              <a:gd name="connsiteY0" fmla="*/ 1091637 h 1918453"/>
              <a:gd name="connsiteX1" fmla="*/ 235318 w 1074535"/>
              <a:gd name="connsiteY1" fmla="*/ 1098104 h 1918453"/>
              <a:gd name="connsiteX2" fmla="*/ 264814 w 1074535"/>
              <a:gd name="connsiteY2" fmla="*/ 1100973 h 1918453"/>
              <a:gd name="connsiteX3" fmla="*/ 328003 w 1074535"/>
              <a:gd name="connsiteY3" fmla="*/ 1100750 h 1918453"/>
              <a:gd name="connsiteX4" fmla="*/ 363240 w 1074535"/>
              <a:gd name="connsiteY4" fmla="*/ 1093506 h 1918453"/>
              <a:gd name="connsiteX5" fmla="*/ 373128 w 1074535"/>
              <a:gd name="connsiteY5" fmla="*/ 1800548 h 1918453"/>
              <a:gd name="connsiteX6" fmla="*/ 372697 w 1074535"/>
              <a:gd name="connsiteY6" fmla="*/ 1805518 h 1918453"/>
              <a:gd name="connsiteX7" fmla="*/ 373239 w 1074535"/>
              <a:gd name="connsiteY7" fmla="*/ 1844277 h 1918453"/>
              <a:gd name="connsiteX8" fmla="*/ 301116 w 1074535"/>
              <a:gd name="connsiteY8" fmla="*/ 1918446 h 1918453"/>
              <a:gd name="connsiteX9" fmla="*/ 226946 w 1074535"/>
              <a:gd name="connsiteY9" fmla="*/ 1846323 h 1918453"/>
              <a:gd name="connsiteX10" fmla="*/ 226574 w 1074535"/>
              <a:gd name="connsiteY10" fmla="*/ 1819736 h 1918453"/>
              <a:gd name="connsiteX11" fmla="*/ 225885 w 1074535"/>
              <a:gd name="connsiteY11" fmla="*/ 1817621 h 1918453"/>
              <a:gd name="connsiteX12" fmla="*/ 224163 w 1074535"/>
              <a:gd name="connsiteY12" fmla="*/ 1802631 h 1918453"/>
              <a:gd name="connsiteX13" fmla="*/ 883809 w 1074535"/>
              <a:gd name="connsiteY13" fmla="*/ 416500 h 1918453"/>
              <a:gd name="connsiteX14" fmla="*/ 957090 w 1074535"/>
              <a:gd name="connsiteY14" fmla="*/ 454060 h 1918453"/>
              <a:gd name="connsiteX15" fmla="*/ 957089 w 1074535"/>
              <a:gd name="connsiteY15" fmla="*/ 454060 h 1918453"/>
              <a:gd name="connsiteX16" fmla="*/ 951038 w 1074535"/>
              <a:gd name="connsiteY16" fmla="*/ 536184 h 1918453"/>
              <a:gd name="connsiteX17" fmla="*/ 944731 w 1074535"/>
              <a:gd name="connsiteY17" fmla="*/ 541616 h 1918453"/>
              <a:gd name="connsiteX18" fmla="*/ 1074535 w 1074535"/>
              <a:gd name="connsiteY18" fmla="*/ 1366500 h 1918453"/>
              <a:gd name="connsiteX19" fmla="*/ 1029371 w 1074535"/>
              <a:gd name="connsiteY19" fmla="*/ 1373606 h 1918453"/>
              <a:gd name="connsiteX20" fmla="*/ 902906 w 1074535"/>
              <a:gd name="connsiteY20" fmla="*/ 569935 h 1918453"/>
              <a:gd name="connsiteX21" fmla="*/ 661675 w 1074535"/>
              <a:gd name="connsiteY21" fmla="*/ 705442 h 1918453"/>
              <a:gd name="connsiteX22" fmla="*/ 653401 w 1074535"/>
              <a:gd name="connsiteY22" fmla="*/ 708573 h 1918453"/>
              <a:gd name="connsiteX23" fmla="*/ 653770 w 1074535"/>
              <a:gd name="connsiteY23" fmla="*/ 539006 h 1918453"/>
              <a:gd name="connsiteX24" fmla="*/ 855663 w 1074535"/>
              <a:gd name="connsiteY24" fmla="*/ 425597 h 1918453"/>
              <a:gd name="connsiteX25" fmla="*/ 883809 w 1074535"/>
              <a:gd name="connsiteY25" fmla="*/ 416500 h 1918453"/>
              <a:gd name="connsiteX26" fmla="*/ 29148 w 1074535"/>
              <a:gd name="connsiteY26" fmla="*/ 400981 h 1918453"/>
              <a:gd name="connsiteX27" fmla="*/ 125491 w 1074535"/>
              <a:gd name="connsiteY27" fmla="*/ 400981 h 1918453"/>
              <a:gd name="connsiteX28" fmla="*/ 149578 w 1074535"/>
              <a:gd name="connsiteY28" fmla="*/ 425068 h 1918453"/>
              <a:gd name="connsiteX29" fmla="*/ 149578 w 1074535"/>
              <a:gd name="connsiteY29" fmla="*/ 965515 h 1918453"/>
              <a:gd name="connsiteX30" fmla="*/ 125491 w 1074535"/>
              <a:gd name="connsiteY30" fmla="*/ 989602 h 1918453"/>
              <a:gd name="connsiteX31" fmla="*/ 29148 w 1074535"/>
              <a:gd name="connsiteY31" fmla="*/ 989602 h 1918453"/>
              <a:gd name="connsiteX32" fmla="*/ 5061 w 1074535"/>
              <a:gd name="connsiteY32" fmla="*/ 965515 h 1918453"/>
              <a:gd name="connsiteX33" fmla="*/ 5061 w 1074535"/>
              <a:gd name="connsiteY33" fmla="*/ 425068 h 1918453"/>
              <a:gd name="connsiteX34" fmla="*/ 29148 w 1074535"/>
              <a:gd name="connsiteY34" fmla="*/ 400981 h 1918453"/>
              <a:gd name="connsiteX35" fmla="*/ 193377 w 1074535"/>
              <a:gd name="connsiteY35" fmla="*/ 366766 h 1918453"/>
              <a:gd name="connsiteX36" fmla="*/ 363365 w 1074535"/>
              <a:gd name="connsiteY36" fmla="*/ 390446 h 1918453"/>
              <a:gd name="connsiteX37" fmla="*/ 374173 w 1074535"/>
              <a:gd name="connsiteY37" fmla="*/ 392126 h 1918453"/>
              <a:gd name="connsiteX38" fmla="*/ 376882 w 1074535"/>
              <a:gd name="connsiteY38" fmla="*/ 393125 h 1918453"/>
              <a:gd name="connsiteX39" fmla="*/ 377281 w 1074535"/>
              <a:gd name="connsiteY39" fmla="*/ 393272 h 1918453"/>
              <a:gd name="connsiteX40" fmla="*/ 401926 w 1074535"/>
              <a:gd name="connsiteY40" fmla="*/ 402363 h 1918453"/>
              <a:gd name="connsiteX41" fmla="*/ 437148 w 1074535"/>
              <a:gd name="connsiteY41" fmla="*/ 462107 h 1918453"/>
              <a:gd name="connsiteX42" fmla="*/ 437102 w 1074535"/>
              <a:gd name="connsiteY42" fmla="*/ 462973 h 1918453"/>
              <a:gd name="connsiteX43" fmla="*/ 438546 w 1074535"/>
              <a:gd name="connsiteY43" fmla="*/ 467567 h 1918453"/>
              <a:gd name="connsiteX44" fmla="*/ 440725 w 1074535"/>
              <a:gd name="connsiteY44" fmla="*/ 488448 h 1918453"/>
              <a:gd name="connsiteX45" fmla="*/ 440758 w 1074535"/>
              <a:gd name="connsiteY45" fmla="*/ 497890 h 1918453"/>
              <a:gd name="connsiteX46" fmla="*/ 444835 w 1074535"/>
              <a:gd name="connsiteY46" fmla="*/ 495669 h 1918453"/>
              <a:gd name="connsiteX47" fmla="*/ 586852 w 1074535"/>
              <a:gd name="connsiteY47" fmla="*/ 546135 h 1918453"/>
              <a:gd name="connsiteX48" fmla="*/ 586511 w 1074535"/>
              <a:gd name="connsiteY48" fmla="*/ 703318 h 1918453"/>
              <a:gd name="connsiteX49" fmla="*/ 579551 w 1074535"/>
              <a:gd name="connsiteY49" fmla="*/ 699391 h 1918453"/>
              <a:gd name="connsiteX50" fmla="*/ 576534 w 1074535"/>
              <a:gd name="connsiteY50" fmla="*/ 695889 h 1918453"/>
              <a:gd name="connsiteX51" fmla="*/ 554440 w 1074535"/>
              <a:gd name="connsiteY51" fmla="*/ 692725 h 1918453"/>
              <a:gd name="connsiteX52" fmla="*/ 441305 w 1074535"/>
              <a:gd name="connsiteY52" fmla="*/ 652522 h 1918453"/>
              <a:gd name="connsiteX53" fmla="*/ 442217 w 1074535"/>
              <a:gd name="connsiteY53" fmla="*/ 910615 h 1918453"/>
              <a:gd name="connsiteX54" fmla="*/ 716699 w 1074535"/>
              <a:gd name="connsiteY54" fmla="*/ 926527 h 1918453"/>
              <a:gd name="connsiteX55" fmla="*/ 745307 w 1074535"/>
              <a:gd name="connsiteY55" fmla="*/ 934049 h 1918453"/>
              <a:gd name="connsiteX56" fmla="*/ 747791 w 1074535"/>
              <a:gd name="connsiteY56" fmla="*/ 935941 h 1918453"/>
              <a:gd name="connsiteX57" fmla="*/ 749560 w 1074535"/>
              <a:gd name="connsiteY57" fmla="*/ 936081 h 1918453"/>
              <a:gd name="connsiteX58" fmla="*/ 802979 w 1074535"/>
              <a:gd name="connsiteY58" fmla="*/ 998747 h 1918453"/>
              <a:gd name="connsiteX59" fmla="*/ 843164 w 1074535"/>
              <a:gd name="connsiteY59" fmla="*/ 1399260 h 1918453"/>
              <a:gd name="connsiteX60" fmla="*/ 781299 w 1074535"/>
              <a:gd name="connsiteY60" fmla="*/ 1451340 h 1918453"/>
              <a:gd name="connsiteX61" fmla="*/ 703433 w 1074535"/>
              <a:gd name="connsiteY61" fmla="*/ 1401491 h 1918453"/>
              <a:gd name="connsiteX62" fmla="*/ 700590 w 1074535"/>
              <a:gd name="connsiteY62" fmla="*/ 1388463 h 1918453"/>
              <a:gd name="connsiteX63" fmla="*/ 700124 w 1074535"/>
              <a:gd name="connsiteY63" fmla="*/ 1388469 h 1918453"/>
              <a:gd name="connsiteX64" fmla="*/ 661854 w 1074535"/>
              <a:gd name="connsiteY64" fmla="*/ 1072578 h 1918453"/>
              <a:gd name="connsiteX65" fmla="*/ 341945 w 1074535"/>
              <a:gd name="connsiteY65" fmla="*/ 1054034 h 1918453"/>
              <a:gd name="connsiteX66" fmla="*/ 339071 w 1074535"/>
              <a:gd name="connsiteY66" fmla="*/ 1054624 h 1918453"/>
              <a:gd name="connsiteX67" fmla="*/ 294302 w 1074535"/>
              <a:gd name="connsiteY67" fmla="*/ 1054782 h 1918453"/>
              <a:gd name="connsiteX68" fmla="*/ 190282 w 1074535"/>
              <a:gd name="connsiteY68" fmla="*/ 951495 h 1918453"/>
              <a:gd name="connsiteX69" fmla="*/ 193377 w 1074535"/>
              <a:gd name="connsiteY69" fmla="*/ 366766 h 1918453"/>
              <a:gd name="connsiteX70" fmla="*/ 21662 w 1074535"/>
              <a:gd name="connsiteY70" fmla="*/ 245799 h 1918453"/>
              <a:gd name="connsiteX71" fmla="*/ 123521 w 1074535"/>
              <a:gd name="connsiteY71" fmla="*/ 245799 h 1918453"/>
              <a:gd name="connsiteX72" fmla="*/ 145183 w 1074535"/>
              <a:gd name="connsiteY72" fmla="*/ 267461 h 1918453"/>
              <a:gd name="connsiteX73" fmla="*/ 145183 w 1074535"/>
              <a:gd name="connsiteY73" fmla="*/ 354108 h 1918453"/>
              <a:gd name="connsiteX74" fmla="*/ 123521 w 1074535"/>
              <a:gd name="connsiteY74" fmla="*/ 375770 h 1918453"/>
              <a:gd name="connsiteX75" fmla="*/ 21662 w 1074535"/>
              <a:gd name="connsiteY75" fmla="*/ 375770 h 1918453"/>
              <a:gd name="connsiteX76" fmla="*/ 0 w 1074535"/>
              <a:gd name="connsiteY76" fmla="*/ 354108 h 1918453"/>
              <a:gd name="connsiteX77" fmla="*/ 0 w 1074535"/>
              <a:gd name="connsiteY77" fmla="*/ 267461 h 1918453"/>
              <a:gd name="connsiteX78" fmla="*/ 21662 w 1074535"/>
              <a:gd name="connsiteY78" fmla="*/ 245799 h 1918453"/>
              <a:gd name="connsiteX79" fmla="*/ 314247 w 1074535"/>
              <a:gd name="connsiteY79" fmla="*/ 3674 h 1918453"/>
              <a:gd name="connsiteX80" fmla="*/ 349632 w 1074535"/>
              <a:gd name="connsiteY80" fmla="*/ 0 h 1918453"/>
              <a:gd name="connsiteX81" fmla="*/ 521798 w 1074535"/>
              <a:gd name="connsiteY81" fmla="*/ 140102 h 1918453"/>
              <a:gd name="connsiteX82" fmla="*/ 385371 w 1074535"/>
              <a:gd name="connsiteY82" fmla="*/ 347654 h 1918453"/>
              <a:gd name="connsiteX83" fmla="*/ 177819 w 1074535"/>
              <a:gd name="connsiteY83" fmla="*/ 211226 h 1918453"/>
              <a:gd name="connsiteX84" fmla="*/ 314247 w 1074535"/>
              <a:gd name="connsiteY84" fmla="*/ 3674 h 1918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074535" h="1918453">
                <a:moveTo>
                  <a:pt x="214219" y="1091637"/>
                </a:moveTo>
                <a:lnTo>
                  <a:pt x="235318" y="1098104"/>
                </a:lnTo>
                <a:cubicBezTo>
                  <a:pt x="244849" y="1100020"/>
                  <a:pt x="254714" y="1101008"/>
                  <a:pt x="264814" y="1100973"/>
                </a:cubicBezTo>
                <a:lnTo>
                  <a:pt x="328003" y="1100750"/>
                </a:lnTo>
                <a:lnTo>
                  <a:pt x="363240" y="1093506"/>
                </a:lnTo>
                <a:cubicBezTo>
                  <a:pt x="366536" y="1329186"/>
                  <a:pt x="369832" y="1564867"/>
                  <a:pt x="373128" y="1800548"/>
                </a:cubicBezTo>
                <a:cubicBezTo>
                  <a:pt x="372984" y="1802205"/>
                  <a:pt x="372841" y="1803861"/>
                  <a:pt x="372697" y="1805518"/>
                </a:cubicBezTo>
                <a:lnTo>
                  <a:pt x="373239" y="1844277"/>
                </a:lnTo>
                <a:cubicBezTo>
                  <a:pt x="373804" y="1884675"/>
                  <a:pt x="341513" y="1917882"/>
                  <a:pt x="301116" y="1918446"/>
                </a:cubicBezTo>
                <a:cubicBezTo>
                  <a:pt x="260717" y="1919011"/>
                  <a:pt x="227512" y="1886721"/>
                  <a:pt x="226946" y="1846323"/>
                </a:cubicBezTo>
                <a:lnTo>
                  <a:pt x="226574" y="1819736"/>
                </a:lnTo>
                <a:lnTo>
                  <a:pt x="225885" y="1817621"/>
                </a:lnTo>
                <a:cubicBezTo>
                  <a:pt x="224826" y="1812786"/>
                  <a:pt x="224234" y="1807773"/>
                  <a:pt x="224163" y="1802631"/>
                </a:cubicBezTo>
                <a:close/>
                <a:moveTo>
                  <a:pt x="883809" y="416500"/>
                </a:moveTo>
                <a:cubicBezTo>
                  <a:pt x="912657" y="413265"/>
                  <a:pt x="941978" y="427160"/>
                  <a:pt x="957090" y="454060"/>
                </a:cubicBezTo>
                <a:cubicBezTo>
                  <a:pt x="957089" y="454060"/>
                  <a:pt x="957089" y="454060"/>
                  <a:pt x="957089" y="454060"/>
                </a:cubicBezTo>
                <a:cubicBezTo>
                  <a:pt x="972200" y="480962"/>
                  <a:pt x="968810" y="513231"/>
                  <a:pt x="951038" y="536184"/>
                </a:cubicBezTo>
                <a:lnTo>
                  <a:pt x="944731" y="541616"/>
                </a:lnTo>
                <a:lnTo>
                  <a:pt x="1074535" y="1366500"/>
                </a:lnTo>
                <a:lnTo>
                  <a:pt x="1029371" y="1373606"/>
                </a:lnTo>
                <a:lnTo>
                  <a:pt x="902906" y="569935"/>
                </a:lnTo>
                <a:lnTo>
                  <a:pt x="661675" y="705442"/>
                </a:lnTo>
                <a:lnTo>
                  <a:pt x="653401" y="708573"/>
                </a:lnTo>
                <a:lnTo>
                  <a:pt x="653770" y="539006"/>
                </a:lnTo>
                <a:cubicBezTo>
                  <a:pt x="721067" y="501203"/>
                  <a:pt x="788364" y="463400"/>
                  <a:pt x="855663" y="425597"/>
                </a:cubicBezTo>
                <a:cubicBezTo>
                  <a:pt x="864630" y="420560"/>
                  <a:pt x="874193" y="417578"/>
                  <a:pt x="883809" y="416500"/>
                </a:cubicBezTo>
                <a:close/>
                <a:moveTo>
                  <a:pt x="29148" y="400981"/>
                </a:moveTo>
                <a:lnTo>
                  <a:pt x="125491" y="400981"/>
                </a:lnTo>
                <a:cubicBezTo>
                  <a:pt x="138794" y="400981"/>
                  <a:pt x="149578" y="411765"/>
                  <a:pt x="149578" y="425068"/>
                </a:cubicBezTo>
                <a:lnTo>
                  <a:pt x="149578" y="965515"/>
                </a:lnTo>
                <a:cubicBezTo>
                  <a:pt x="149578" y="978818"/>
                  <a:pt x="138794" y="989602"/>
                  <a:pt x="125491" y="989602"/>
                </a:cubicBezTo>
                <a:lnTo>
                  <a:pt x="29148" y="989602"/>
                </a:lnTo>
                <a:cubicBezTo>
                  <a:pt x="15845" y="989602"/>
                  <a:pt x="5061" y="978818"/>
                  <a:pt x="5061" y="965515"/>
                </a:cubicBezTo>
                <a:lnTo>
                  <a:pt x="5061" y="425068"/>
                </a:lnTo>
                <a:cubicBezTo>
                  <a:pt x="5061" y="411765"/>
                  <a:pt x="15845" y="400981"/>
                  <a:pt x="29148" y="400981"/>
                </a:cubicBezTo>
                <a:close/>
                <a:moveTo>
                  <a:pt x="193377" y="366766"/>
                </a:moveTo>
                <a:cubicBezTo>
                  <a:pt x="225956" y="368211"/>
                  <a:pt x="333232" y="386219"/>
                  <a:pt x="363365" y="390446"/>
                </a:cubicBezTo>
                <a:lnTo>
                  <a:pt x="374173" y="392126"/>
                </a:lnTo>
                <a:lnTo>
                  <a:pt x="376882" y="393125"/>
                </a:lnTo>
                <a:lnTo>
                  <a:pt x="377281" y="393272"/>
                </a:lnTo>
                <a:lnTo>
                  <a:pt x="401926" y="402363"/>
                </a:lnTo>
                <a:cubicBezTo>
                  <a:pt x="422494" y="415097"/>
                  <a:pt x="435971" y="437387"/>
                  <a:pt x="437148" y="462107"/>
                </a:cubicBezTo>
                <a:cubicBezTo>
                  <a:pt x="437133" y="462396"/>
                  <a:pt x="437118" y="462684"/>
                  <a:pt x="437102" y="462973"/>
                </a:cubicBezTo>
                <a:lnTo>
                  <a:pt x="438546" y="467567"/>
                </a:lnTo>
                <a:cubicBezTo>
                  <a:pt x="439950" y="474309"/>
                  <a:pt x="440700" y="481293"/>
                  <a:pt x="440725" y="488448"/>
                </a:cubicBezTo>
                <a:lnTo>
                  <a:pt x="440758" y="497890"/>
                </a:lnTo>
                <a:lnTo>
                  <a:pt x="444835" y="495669"/>
                </a:lnTo>
                <a:lnTo>
                  <a:pt x="586852" y="546135"/>
                </a:lnTo>
                <a:lnTo>
                  <a:pt x="586511" y="703318"/>
                </a:lnTo>
                <a:lnTo>
                  <a:pt x="579551" y="699391"/>
                </a:lnTo>
                <a:lnTo>
                  <a:pt x="576534" y="695889"/>
                </a:lnTo>
                <a:lnTo>
                  <a:pt x="554440" y="692725"/>
                </a:lnTo>
                <a:lnTo>
                  <a:pt x="441305" y="652522"/>
                </a:lnTo>
                <a:lnTo>
                  <a:pt x="442217" y="910615"/>
                </a:lnTo>
                <a:lnTo>
                  <a:pt x="716699" y="926527"/>
                </a:lnTo>
                <a:cubicBezTo>
                  <a:pt x="726967" y="927122"/>
                  <a:pt x="736628" y="929769"/>
                  <a:pt x="745307" y="934049"/>
                </a:cubicBezTo>
                <a:lnTo>
                  <a:pt x="747791" y="935941"/>
                </a:lnTo>
                <a:lnTo>
                  <a:pt x="749560" y="936081"/>
                </a:lnTo>
                <a:cubicBezTo>
                  <a:pt x="777462" y="944092"/>
                  <a:pt x="799270" y="968116"/>
                  <a:pt x="802979" y="998747"/>
                </a:cubicBezTo>
                <a:lnTo>
                  <a:pt x="843164" y="1399260"/>
                </a:lnTo>
                <a:cubicBezTo>
                  <a:pt x="835128" y="1426612"/>
                  <a:pt x="811402" y="1447882"/>
                  <a:pt x="781299" y="1451340"/>
                </a:cubicBezTo>
                <a:cubicBezTo>
                  <a:pt x="746179" y="1455374"/>
                  <a:pt x="714015" y="1433829"/>
                  <a:pt x="703433" y="1401491"/>
                </a:cubicBezTo>
                <a:lnTo>
                  <a:pt x="700590" y="1388463"/>
                </a:lnTo>
                <a:lnTo>
                  <a:pt x="700124" y="1388469"/>
                </a:lnTo>
                <a:lnTo>
                  <a:pt x="661854" y="1072578"/>
                </a:lnTo>
                <a:lnTo>
                  <a:pt x="341945" y="1054034"/>
                </a:lnTo>
                <a:lnTo>
                  <a:pt x="339071" y="1054624"/>
                </a:lnTo>
                <a:lnTo>
                  <a:pt x="294302" y="1054782"/>
                </a:lnTo>
                <a:cubicBezTo>
                  <a:pt x="237055" y="1054985"/>
                  <a:pt x="190484" y="1008742"/>
                  <a:pt x="190282" y="951495"/>
                </a:cubicBezTo>
                <a:cubicBezTo>
                  <a:pt x="176632" y="832469"/>
                  <a:pt x="184916" y="491779"/>
                  <a:pt x="193377" y="366766"/>
                </a:cubicBezTo>
                <a:close/>
                <a:moveTo>
                  <a:pt x="21662" y="245799"/>
                </a:moveTo>
                <a:lnTo>
                  <a:pt x="123521" y="245799"/>
                </a:lnTo>
                <a:cubicBezTo>
                  <a:pt x="135485" y="245799"/>
                  <a:pt x="145183" y="255497"/>
                  <a:pt x="145183" y="267461"/>
                </a:cubicBezTo>
                <a:lnTo>
                  <a:pt x="145183" y="354108"/>
                </a:lnTo>
                <a:cubicBezTo>
                  <a:pt x="145183" y="366072"/>
                  <a:pt x="135485" y="375770"/>
                  <a:pt x="123521" y="375770"/>
                </a:cubicBezTo>
                <a:lnTo>
                  <a:pt x="21662" y="375770"/>
                </a:lnTo>
                <a:cubicBezTo>
                  <a:pt x="9698" y="375770"/>
                  <a:pt x="0" y="366072"/>
                  <a:pt x="0" y="354108"/>
                </a:cubicBezTo>
                <a:lnTo>
                  <a:pt x="0" y="267461"/>
                </a:lnTo>
                <a:cubicBezTo>
                  <a:pt x="0" y="255497"/>
                  <a:pt x="9698" y="245799"/>
                  <a:pt x="21662" y="245799"/>
                </a:cubicBezTo>
                <a:close/>
                <a:moveTo>
                  <a:pt x="314247" y="3674"/>
                </a:moveTo>
                <a:cubicBezTo>
                  <a:pt x="326119" y="1218"/>
                  <a:pt x="337961" y="25"/>
                  <a:pt x="349632" y="0"/>
                </a:cubicBezTo>
                <a:cubicBezTo>
                  <a:pt x="431319" y="-167"/>
                  <a:pt x="504614" y="56988"/>
                  <a:pt x="521798" y="140102"/>
                </a:cubicBezTo>
                <a:cubicBezTo>
                  <a:pt x="541439" y="235089"/>
                  <a:pt x="480358" y="328013"/>
                  <a:pt x="385371" y="347654"/>
                </a:cubicBezTo>
                <a:cubicBezTo>
                  <a:pt x="290384" y="367294"/>
                  <a:pt x="197460" y="306213"/>
                  <a:pt x="177819" y="211226"/>
                </a:cubicBezTo>
                <a:cubicBezTo>
                  <a:pt x="158178" y="116239"/>
                  <a:pt x="219259" y="23314"/>
                  <a:pt x="314247" y="367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456881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让我们来弹出提示框吧</a:t>
            </a:r>
            <a:r>
              <a:rPr kumimoji="1" lang="ja-JP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730282E7-E4C1-49C6-9750-4E67D1EB5373}"/>
              </a:ext>
            </a:extLst>
          </p:cNvPr>
          <p:cNvSpPr txBox="1">
            <a:spLocks/>
          </p:cNvSpPr>
          <p:nvPr/>
        </p:nvSpPr>
        <p:spPr>
          <a:xfrm>
            <a:off x="2863223" y="1904354"/>
            <a:ext cx="8648700" cy="3737689"/>
          </a:xfrm>
          <a:prstGeom prst="rect">
            <a:avLst/>
          </a:prstGeom>
        </p:spPr>
        <p:txBody>
          <a:bodyPr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启动</a:t>
            </a:r>
            <a:r>
              <a:rPr lang="en-US" altLang="ja-JP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Chrome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打开开发人员工具（浏览器中右击点“检查”）</a:t>
            </a:r>
            <a:endParaRPr lang="en-US" altLang="ja-JP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转到</a:t>
            </a:r>
            <a:r>
              <a:rPr lang="en-US" altLang="ja-JP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『console』(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控制台选项卡</a:t>
            </a:r>
            <a:r>
              <a:rPr lang="en-US" altLang="ja-JP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输入以下代码</a:t>
            </a:r>
            <a:br>
              <a:rPr lang="en-US" altLang="ja-JP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br>
              <a:rPr lang="en-US" altLang="ja-JP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br>
              <a:rPr lang="en-US" altLang="ja-JP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en-US" altLang="ja-JP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按“回车”键</a:t>
            </a:r>
            <a:endParaRPr lang="ja-JP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07FCE3B-B275-421F-A2ED-47D883686CF4}"/>
              </a:ext>
            </a:extLst>
          </p:cNvPr>
          <p:cNvSpPr txBox="1"/>
          <p:nvPr/>
        </p:nvSpPr>
        <p:spPr>
          <a:xfrm>
            <a:off x="3472476" y="3810328"/>
            <a:ext cx="3972498" cy="67710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lIns="182880" tIns="182880" rIns="182880" bIns="182880" rtlCol="0">
            <a:spAutoFit/>
          </a:bodyPr>
          <a:lstStyle/>
          <a:p>
            <a:r>
              <a:rPr kumimoji="1" lang="en-US" altLang="ja-JP" sz="2000"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window.alert</a:t>
            </a:r>
            <a:r>
              <a:rPr kumimoji="1" lang="en-US" altLang="ja-JP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('Hello World!');</a:t>
            </a:r>
            <a:endParaRPr kumimoji="1" lang="ja-JP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33C6155-12F3-4CC6-AE3F-6FD23BAA29B0}"/>
              </a:ext>
            </a:extLst>
          </p:cNvPr>
          <p:cNvSpPr txBox="1"/>
          <p:nvPr/>
        </p:nvSpPr>
        <p:spPr>
          <a:xfrm>
            <a:off x="10073790" y="2159865"/>
            <a:ext cx="18229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ja-JP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右击后显示的菜单</a:t>
            </a:r>
            <a:endParaRPr kumimoji="1" lang="ja-JP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33C6155-12F3-4CC6-AE3F-6FD23BAA29B0}"/>
              </a:ext>
            </a:extLst>
          </p:cNvPr>
          <p:cNvSpPr txBox="1"/>
          <p:nvPr/>
        </p:nvSpPr>
        <p:spPr>
          <a:xfrm>
            <a:off x="9778838" y="4809457"/>
            <a:ext cx="1976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 Console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和代码输入</a:t>
            </a:r>
            <a:endParaRPr kumimoji="1" lang="ja-JP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図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976" y="2709216"/>
            <a:ext cx="1565749" cy="153664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11" name="図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7640" y="5140561"/>
            <a:ext cx="3599085" cy="152777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2" name="角丸四角形 11"/>
          <p:cNvSpPr/>
          <p:nvPr/>
        </p:nvSpPr>
        <p:spPr>
          <a:xfrm>
            <a:off x="97277" y="80597"/>
            <a:ext cx="2276272" cy="454424"/>
          </a:xfrm>
          <a:prstGeom prst="roundRect">
            <a:avLst/>
          </a:prstGeom>
          <a:solidFill>
            <a:srgbClr val="F8931D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动手操作</a:t>
            </a:r>
            <a:r>
              <a:rPr kumimoji="1" lang="ja-JP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</a:p>
        </p:txBody>
      </p:sp>
    </p:spTree>
    <p:extLst>
      <p:ext uri="{BB962C8B-B14F-4D97-AF65-F5344CB8AC3E}">
        <p14:creationId xmlns:p14="http://schemas.microsoft.com/office/powerpoint/2010/main" val="7471095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3"/>
          <p:cNvSpPr/>
          <p:nvPr/>
        </p:nvSpPr>
        <p:spPr>
          <a:xfrm>
            <a:off x="97277" y="80597"/>
            <a:ext cx="2276272" cy="454424"/>
          </a:xfrm>
          <a:prstGeom prst="roundRect">
            <a:avLst/>
          </a:prstGeom>
          <a:solidFill>
            <a:srgbClr val="F8931D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动手操作</a:t>
            </a:r>
            <a:r>
              <a:rPr kumimoji="1" lang="ja-JP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r>
              <a:rPr kumimoji="1" lang="en-US" altLang="ja-JP" dirty="0">
                <a:latin typeface="微软雅黑" panose="020B0503020204020204" pitchFamily="34" charset="-122"/>
                <a:ea typeface="微软雅黑" panose="020B0503020204020204" pitchFamily="34" charset="-122"/>
              </a:rPr>
              <a:t> - 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kumimoji="1" lang="ja-JP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3131133" y="4949913"/>
            <a:ext cx="79097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浏览器中将弹出提示框。</a:t>
            </a:r>
            <a:br>
              <a:rPr kumimoji="1" lang="en-US" altLang="ja-JP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输入内容错误的情况下，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console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控制器内会显示错误。</a:t>
            </a:r>
            <a:endParaRPr kumimoji="1" lang="ja-JP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995" y="1597793"/>
            <a:ext cx="7286035" cy="304940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56551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让我们来执行这个函数吧</a:t>
            </a:r>
            <a:r>
              <a:rPr kumimoji="1" lang="ja-JP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730282E7-E4C1-49C6-9750-4E67D1EB5373}"/>
              </a:ext>
            </a:extLst>
          </p:cNvPr>
          <p:cNvSpPr txBox="1">
            <a:spLocks/>
          </p:cNvSpPr>
          <p:nvPr/>
        </p:nvSpPr>
        <p:spPr>
          <a:xfrm>
            <a:off x="2863223" y="1904354"/>
            <a:ext cx="9033502" cy="4224072"/>
          </a:xfrm>
          <a:prstGeom prst="rect">
            <a:avLst/>
          </a:prstGeom>
        </p:spPr>
        <p:txBody>
          <a:bodyPr>
            <a:no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打开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Chrome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console tab</a:t>
            </a:r>
            <a:br>
              <a:rPr lang="ja-JP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ja-JP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※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刷新浏览器，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console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将重置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变为空白</a:t>
            </a:r>
            <a:br>
              <a:rPr lang="ja-JP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ja-JP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※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也可以输入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ctrl + l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，变成空白</a:t>
            </a:r>
            <a:br>
              <a:rPr lang="ja-JP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ja-JP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输入以下代码</a:t>
            </a:r>
            <a:br>
              <a:rPr lang="ja-JP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br>
              <a:rPr lang="ja-JP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br>
              <a:rPr lang="ja-JP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en-US" altLang="ja-JP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buFont typeface="+mj-lt"/>
              <a:buAutoNum type="arabicPeriod"/>
            </a:pPr>
            <a:endParaRPr lang="en-US" altLang="ja-JP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buFont typeface="+mj-lt"/>
              <a:buAutoNum type="arabicPeriod"/>
            </a:pPr>
            <a:endParaRPr lang="ja-JP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按“回车”键</a:t>
            </a:r>
            <a:endParaRPr lang="ja-JP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角丸四角形 11"/>
          <p:cNvSpPr/>
          <p:nvPr/>
        </p:nvSpPr>
        <p:spPr>
          <a:xfrm>
            <a:off x="97277" y="80597"/>
            <a:ext cx="2276272" cy="454424"/>
          </a:xfrm>
          <a:prstGeom prst="roundRect">
            <a:avLst/>
          </a:prstGeom>
          <a:solidFill>
            <a:srgbClr val="F8931D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动手操作</a:t>
            </a:r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②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07FCE3B-B275-421F-A2ED-47D883686CF4}"/>
              </a:ext>
            </a:extLst>
          </p:cNvPr>
          <p:cNvSpPr txBox="1"/>
          <p:nvPr/>
        </p:nvSpPr>
        <p:spPr>
          <a:xfrm>
            <a:off x="3708671" y="3774331"/>
            <a:ext cx="4423653" cy="163593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08000" tIns="108000" rIns="108000" bIns="108000" rtlCol="0" anchor="ctr">
            <a:noAutofit/>
          </a:bodyPr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function show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M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essage() {</a:t>
            </a:r>
          </a:p>
          <a:p>
            <a:r>
              <a:rPr lang="en-US" altLang="ja-JP"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	window.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alert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(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'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H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ello 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W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orld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'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)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;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  <a:cs typeface="Consolas" panose="020B0609020204030204" pitchFamily="49" charset="0"/>
            </a:endParaRPr>
          </a:p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}</a:t>
            </a:r>
          </a:p>
          <a:p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  <a:cs typeface="Consolas" panose="020B0609020204030204" pitchFamily="49" charset="0"/>
            </a:endParaRPr>
          </a:p>
          <a:p>
            <a:r>
              <a:rPr kumimoji="1" lang="en-US" altLang="ja-JP" dirty="0" err="1"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showMessage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();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33C6155-12F3-4CC6-AE3F-6FD23BAA29B0}"/>
              </a:ext>
            </a:extLst>
          </p:cNvPr>
          <p:cNvSpPr txBox="1"/>
          <p:nvPr/>
        </p:nvSpPr>
        <p:spPr>
          <a:xfrm>
            <a:off x="9933384" y="4585236"/>
            <a:ext cx="2182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Console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和代码的输入</a:t>
            </a:r>
            <a:endParaRPr kumimoji="1" lang="ja-JP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87"/>
          <a:stretch/>
        </p:blipFill>
        <p:spPr>
          <a:xfrm>
            <a:off x="8871077" y="4893013"/>
            <a:ext cx="3102921" cy="160192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108046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3"/>
          <p:cNvSpPr/>
          <p:nvPr/>
        </p:nvSpPr>
        <p:spPr>
          <a:xfrm>
            <a:off x="97277" y="80597"/>
            <a:ext cx="2276272" cy="454424"/>
          </a:xfrm>
          <a:prstGeom prst="roundRect">
            <a:avLst/>
          </a:prstGeom>
          <a:solidFill>
            <a:srgbClr val="F8931D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动手操作②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 - </a:t>
            </a:r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结果</a:t>
            </a: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3131133" y="4531624"/>
            <a:ext cx="79097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我们定义一个名为</a:t>
            </a:r>
            <a:r>
              <a:rPr kumimoji="1" lang="en-US" altLang="ja-JP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showMessage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的函数，并在</a:t>
            </a:r>
            <a:r>
              <a:rPr kumimoji="1" lang="en-US" altLang="ja-JP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showMessage</a:t>
            </a:r>
            <a:r>
              <a:rPr kumimoji="1" lang="en-US" altLang="ja-JP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中调用该函数。</a:t>
            </a:r>
            <a:endParaRPr kumimoji="1" lang="ja-JP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由于函数中有用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alert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来表示的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method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（函数），所以用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alert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来表示。</a:t>
            </a:r>
            <a:endParaRPr kumimoji="1" lang="ja-JP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4496" y="1503014"/>
            <a:ext cx="7776065" cy="266446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9270924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事件</a:t>
            </a:r>
            <a:endParaRPr lang="ja-JP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73310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>
                <a:ea typeface="Meiryo UI" panose="020B0604030504040204" pitchFamily="50" charset="-128"/>
              </a:rPr>
              <a:t>事件和函数的绑定</a:t>
            </a:r>
            <a:endParaRPr kumimoji="1" lang="ja-JP" altLang="en-US" dirty="0">
              <a:ea typeface="Meiryo UI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679177" y="1536972"/>
            <a:ext cx="8861898" cy="157587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kumimoji="1" lang="ja-JP" altLang="en-US" sz="4000" dirty="0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●●● </a:t>
            </a:r>
            <a:r>
              <a:rPr kumimoji="1" lang="zh-CN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在 </a:t>
            </a:r>
            <a:r>
              <a:rPr kumimoji="1" lang="ja-JP" altLang="en-US" sz="40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✖✖✖ </a:t>
            </a:r>
            <a:r>
              <a:rPr kumimoji="1" lang="zh-CN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时执行 </a:t>
            </a:r>
            <a:r>
              <a:rPr kumimoji="1" lang="ja-JP" altLang="en-US" sz="4000" dirty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■■</a:t>
            </a:r>
            <a:r>
              <a:rPr kumimoji="1" lang="ja-JP" altLang="en-US" sz="4000" b="1" dirty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■</a:t>
            </a:r>
            <a:r>
              <a:rPr kumimoji="1" lang="ja-JP" altLang="en-US" sz="4000" dirty="0">
                <a:latin typeface="Meiryo UI" panose="020B0604030504040204" pitchFamily="50" charset="-128"/>
                <a:ea typeface="Meiryo UI" panose="020B0604030504040204" pitchFamily="50" charset="-128"/>
              </a:rPr>
              <a:t>。</a:t>
            </a:r>
            <a:endParaRPr kumimoji="1" lang="en-US" altLang="ja-JP" sz="4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1234712" y="3905943"/>
            <a:ext cx="9711912" cy="82123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r>
              <a:rPr kumimoji="1" lang="ja-JP" altLang="en-US" sz="3600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●●●</a:t>
            </a:r>
            <a:r>
              <a:rPr kumimoji="1" lang="en-US" altLang="ja-JP" sz="3600" b="1"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.addEventListener(</a:t>
            </a:r>
            <a:r>
              <a:rPr kumimoji="1" lang="en-US" altLang="ja-JP" sz="3600" b="1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'</a:t>
            </a:r>
            <a:r>
              <a:rPr kumimoji="1" lang="ja-JP" altLang="en-US" sz="360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✖✖✖</a:t>
            </a:r>
            <a:r>
              <a:rPr kumimoji="1" lang="en-US" altLang="ja-JP" sz="360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'</a:t>
            </a:r>
            <a:r>
              <a:rPr kumimoji="1" lang="en-US" altLang="ja-JP" sz="3600" b="1"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,</a:t>
            </a:r>
            <a:r>
              <a:rPr kumimoji="1" lang="en-US" altLang="ja-JP" sz="3600" b="1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 </a:t>
            </a:r>
            <a:r>
              <a:rPr kumimoji="1" lang="ja-JP" altLang="en-US" sz="360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■■■</a:t>
            </a:r>
            <a:r>
              <a:rPr kumimoji="1" lang="en-US" altLang="ja-JP" sz="3600" b="1"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);</a:t>
            </a:r>
            <a:endParaRPr kumimoji="1" lang="en-US" altLang="ja-JP" sz="3600" b="1" dirty="0">
              <a:latin typeface="Meiryo UI" panose="020B0604030504040204" pitchFamily="50" charset="-128"/>
              <a:ea typeface="Meiryo UI" panose="020B0604030504040204" pitchFamily="50" charset="-128"/>
              <a:cs typeface="Consolas" panose="020B0609020204030204" pitchFamily="49" charset="0"/>
            </a:endParaRPr>
          </a:p>
        </p:txBody>
      </p:sp>
      <p:sp>
        <p:nvSpPr>
          <p:cNvPr id="12" name="下矢印 11"/>
          <p:cNvSpPr/>
          <p:nvPr/>
        </p:nvSpPr>
        <p:spPr>
          <a:xfrm>
            <a:off x="5648060" y="3356924"/>
            <a:ext cx="885217" cy="35992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1679177" y="5193981"/>
            <a:ext cx="79998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</a:t>
            </a:r>
            <a:r>
              <a:rPr kumimoji="1" lang="ja-JP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按钮在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mouse over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时，执行函数</a:t>
            </a:r>
            <a:r>
              <a:rPr kumimoji="1"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hidetext</a:t>
            </a:r>
            <a:endParaRPr kumimoji="1" lang="ja-JP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2107194" y="5799284"/>
            <a:ext cx="99940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b="1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mybutton</a:t>
            </a:r>
            <a:r>
              <a:rPr kumimoji="1" lang="en-US" altLang="ja-JP" sz="2800">
                <a:latin typeface="Meiryo UI" panose="020B0604030504040204" pitchFamily="50" charset="-128"/>
                <a:ea typeface="Meiryo UI" panose="020B0604030504040204" pitchFamily="50" charset="-128"/>
              </a:rPr>
              <a:t>.</a:t>
            </a:r>
            <a:r>
              <a:rPr kumimoji="1" lang="en-US" altLang="ja-JP" sz="2800" b="1">
                <a:latin typeface="Meiryo UI" panose="020B0604030504040204" pitchFamily="50" charset="-128"/>
                <a:ea typeface="Meiryo UI" panose="020B0604030504040204" pitchFamily="50" charset="-128"/>
              </a:rPr>
              <a:t>addEventListener(</a:t>
            </a:r>
            <a:r>
              <a:rPr kumimoji="1" lang="en-US" altLang="ja-JP" sz="2800" b="1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'mouseover'</a:t>
            </a:r>
            <a:r>
              <a:rPr kumimoji="1" lang="en-US" altLang="ja-JP" sz="2800" b="1">
                <a:latin typeface="Meiryo UI" panose="020B0604030504040204" pitchFamily="50" charset="-128"/>
                <a:ea typeface="Meiryo UI" panose="020B0604030504040204" pitchFamily="50" charset="-128"/>
              </a:rPr>
              <a:t>, </a:t>
            </a:r>
            <a:r>
              <a:rPr kumimoji="1" lang="en-US" altLang="ja-JP" sz="2800" b="1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hidetext</a:t>
            </a:r>
            <a:r>
              <a:rPr kumimoji="1" lang="en-US" altLang="ja-JP" sz="2800" b="1">
                <a:latin typeface="Meiryo UI" panose="020B0604030504040204" pitchFamily="50" charset="-128"/>
                <a:ea typeface="Meiryo UI" panose="020B0604030504040204" pitchFamily="50" charset="-128"/>
              </a:rPr>
              <a:t>);</a:t>
            </a:r>
            <a:endParaRPr kumimoji="1"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下矢印 19"/>
          <p:cNvSpPr/>
          <p:nvPr/>
        </p:nvSpPr>
        <p:spPr>
          <a:xfrm rot="16200000">
            <a:off x="1721648" y="5880932"/>
            <a:ext cx="274982" cy="35992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6697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6" grpId="0"/>
      <p:bldP spid="2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A0229356-EDB8-4640-9261-6371F6F84F1F}"/>
              </a:ext>
            </a:extLst>
          </p:cNvPr>
          <p:cNvSpPr/>
          <p:nvPr/>
        </p:nvSpPr>
        <p:spPr>
          <a:xfrm>
            <a:off x="444137" y="2647406"/>
            <a:ext cx="8819905" cy="4214949"/>
          </a:xfrm>
          <a:custGeom>
            <a:avLst/>
            <a:gdLst>
              <a:gd name="connsiteX0" fmla="*/ 0 w 9413966"/>
              <a:gd name="connsiteY0" fmla="*/ 2856412 h 4319452"/>
              <a:gd name="connsiteX1" fmla="*/ 1933303 w 9413966"/>
              <a:gd name="connsiteY1" fmla="*/ 1419498 h 4319452"/>
              <a:gd name="connsiteX2" fmla="*/ 3082835 w 9413966"/>
              <a:gd name="connsiteY2" fmla="*/ 2246812 h 4319452"/>
              <a:gd name="connsiteX3" fmla="*/ 5538652 w 9413966"/>
              <a:gd name="connsiteY3" fmla="*/ 0 h 4319452"/>
              <a:gd name="connsiteX4" fmla="*/ 6653349 w 9413966"/>
              <a:gd name="connsiteY4" fmla="*/ 1341120 h 4319452"/>
              <a:gd name="connsiteX5" fmla="*/ 6810103 w 9413966"/>
              <a:gd name="connsiteY5" fmla="*/ 1314995 h 4319452"/>
              <a:gd name="connsiteX6" fmla="*/ 6836229 w 9413966"/>
              <a:gd name="connsiteY6" fmla="*/ 1306286 h 4319452"/>
              <a:gd name="connsiteX7" fmla="*/ 6871063 w 9413966"/>
              <a:gd name="connsiteY7" fmla="*/ 1288869 h 4319452"/>
              <a:gd name="connsiteX8" fmla="*/ 7733212 w 9413966"/>
              <a:gd name="connsiteY8" fmla="*/ 670560 h 4319452"/>
              <a:gd name="connsiteX9" fmla="*/ 9413966 w 9413966"/>
              <a:gd name="connsiteY9" fmla="*/ 4319452 h 4319452"/>
              <a:gd name="connsiteX10" fmla="*/ 17418 w 9413966"/>
              <a:gd name="connsiteY10" fmla="*/ 4310743 h 4319452"/>
              <a:gd name="connsiteX11" fmla="*/ 0 w 9413966"/>
              <a:gd name="connsiteY11" fmla="*/ 2856412 h 4319452"/>
              <a:gd name="connsiteX0" fmla="*/ 0 w 9396548"/>
              <a:gd name="connsiteY0" fmla="*/ 4310743 h 4319452"/>
              <a:gd name="connsiteX1" fmla="*/ 1915885 w 9396548"/>
              <a:gd name="connsiteY1" fmla="*/ 1419498 h 4319452"/>
              <a:gd name="connsiteX2" fmla="*/ 3065417 w 9396548"/>
              <a:gd name="connsiteY2" fmla="*/ 2246812 h 4319452"/>
              <a:gd name="connsiteX3" fmla="*/ 5521234 w 9396548"/>
              <a:gd name="connsiteY3" fmla="*/ 0 h 4319452"/>
              <a:gd name="connsiteX4" fmla="*/ 6635931 w 9396548"/>
              <a:gd name="connsiteY4" fmla="*/ 1341120 h 4319452"/>
              <a:gd name="connsiteX5" fmla="*/ 6792685 w 9396548"/>
              <a:gd name="connsiteY5" fmla="*/ 1314995 h 4319452"/>
              <a:gd name="connsiteX6" fmla="*/ 6818811 w 9396548"/>
              <a:gd name="connsiteY6" fmla="*/ 1306286 h 4319452"/>
              <a:gd name="connsiteX7" fmla="*/ 6853645 w 9396548"/>
              <a:gd name="connsiteY7" fmla="*/ 1288869 h 4319452"/>
              <a:gd name="connsiteX8" fmla="*/ 7715794 w 9396548"/>
              <a:gd name="connsiteY8" fmla="*/ 670560 h 4319452"/>
              <a:gd name="connsiteX9" fmla="*/ 9396548 w 9396548"/>
              <a:gd name="connsiteY9" fmla="*/ 4319452 h 4319452"/>
              <a:gd name="connsiteX10" fmla="*/ 0 w 9396548"/>
              <a:gd name="connsiteY10" fmla="*/ 4310743 h 4319452"/>
              <a:gd name="connsiteX0" fmla="*/ 0 w 9396548"/>
              <a:gd name="connsiteY0" fmla="*/ 4310743 h 4319452"/>
              <a:gd name="connsiteX1" fmla="*/ 2368731 w 9396548"/>
              <a:gd name="connsiteY1" fmla="*/ 1611086 h 4319452"/>
              <a:gd name="connsiteX2" fmla="*/ 3065417 w 9396548"/>
              <a:gd name="connsiteY2" fmla="*/ 2246812 h 4319452"/>
              <a:gd name="connsiteX3" fmla="*/ 5521234 w 9396548"/>
              <a:gd name="connsiteY3" fmla="*/ 0 h 4319452"/>
              <a:gd name="connsiteX4" fmla="*/ 6635931 w 9396548"/>
              <a:gd name="connsiteY4" fmla="*/ 1341120 h 4319452"/>
              <a:gd name="connsiteX5" fmla="*/ 6792685 w 9396548"/>
              <a:gd name="connsiteY5" fmla="*/ 1314995 h 4319452"/>
              <a:gd name="connsiteX6" fmla="*/ 6818811 w 9396548"/>
              <a:gd name="connsiteY6" fmla="*/ 1306286 h 4319452"/>
              <a:gd name="connsiteX7" fmla="*/ 6853645 w 9396548"/>
              <a:gd name="connsiteY7" fmla="*/ 1288869 h 4319452"/>
              <a:gd name="connsiteX8" fmla="*/ 7715794 w 9396548"/>
              <a:gd name="connsiteY8" fmla="*/ 670560 h 4319452"/>
              <a:gd name="connsiteX9" fmla="*/ 9396548 w 9396548"/>
              <a:gd name="connsiteY9" fmla="*/ 4319452 h 4319452"/>
              <a:gd name="connsiteX10" fmla="*/ 0 w 9396548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7280366 w 8961120"/>
              <a:gd name="connsiteY7" fmla="*/ 670560 h 4319452"/>
              <a:gd name="connsiteX8" fmla="*/ 8961120 w 8961120"/>
              <a:gd name="connsiteY8" fmla="*/ 4319452 h 4319452"/>
              <a:gd name="connsiteX9" fmla="*/ 0 w 8961120"/>
              <a:gd name="connsiteY9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7280366 w 8961120"/>
              <a:gd name="connsiteY6" fmla="*/ 670560 h 4319452"/>
              <a:gd name="connsiteX7" fmla="*/ 8961120 w 8961120"/>
              <a:gd name="connsiteY7" fmla="*/ 4319452 h 4319452"/>
              <a:gd name="connsiteX8" fmla="*/ 0 w 8961120"/>
              <a:gd name="connsiteY8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78537"/>
              <a:gd name="connsiteY0" fmla="*/ 4310743 h 4310744"/>
              <a:gd name="connsiteX1" fmla="*/ 1933303 w 8978537"/>
              <a:gd name="connsiteY1" fmla="*/ 1611086 h 4310744"/>
              <a:gd name="connsiteX2" fmla="*/ 2725784 w 8978537"/>
              <a:gd name="connsiteY2" fmla="*/ 2360023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310743 h 4310744"/>
              <a:gd name="connsiteX1" fmla="*/ 1853517 w 8978537"/>
              <a:gd name="connsiteY1" fmla="*/ 1672046 h 4310744"/>
              <a:gd name="connsiteX2" fmla="*/ 2725784 w 8978537"/>
              <a:gd name="connsiteY2" fmla="*/ 2360023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310743 h 4310744"/>
              <a:gd name="connsiteX1" fmla="*/ 1853517 w 8978537"/>
              <a:gd name="connsiteY1" fmla="*/ 1672046 h 4310744"/>
              <a:gd name="connsiteX2" fmla="*/ 3257696 w 8978537"/>
              <a:gd name="connsiteY2" fmla="*/ 2360023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310743 h 4310744"/>
              <a:gd name="connsiteX1" fmla="*/ 1853517 w 8978537"/>
              <a:gd name="connsiteY1" fmla="*/ 1672046 h 4310744"/>
              <a:gd name="connsiteX2" fmla="*/ 3080392 w 8978537"/>
              <a:gd name="connsiteY2" fmla="*/ 2386149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306962 w 8978537"/>
              <a:gd name="connsiteY5" fmla="*/ 792480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78537" h="4214949">
                <a:moveTo>
                  <a:pt x="0" y="4214948"/>
                </a:moveTo>
                <a:cubicBezTo>
                  <a:pt x="644434" y="3315062"/>
                  <a:pt x="1540008" y="1561737"/>
                  <a:pt x="1853517" y="1576251"/>
                </a:cubicBezTo>
                <a:cubicBezTo>
                  <a:pt x="2164123" y="1570446"/>
                  <a:pt x="2639157" y="2313576"/>
                  <a:pt x="3080392" y="2290354"/>
                </a:cubicBezTo>
                <a:cubicBezTo>
                  <a:pt x="3684186" y="2278743"/>
                  <a:pt x="4409367" y="29027"/>
                  <a:pt x="5023750" y="0"/>
                </a:cubicBezTo>
                <a:cubicBezTo>
                  <a:pt x="5680414" y="11612"/>
                  <a:pt x="5889897" y="1233713"/>
                  <a:pt x="6200503" y="1245325"/>
                </a:cubicBezTo>
                <a:cubicBezTo>
                  <a:pt x="6496595" y="1226456"/>
                  <a:pt x="7003613" y="156754"/>
                  <a:pt x="7306962" y="792480"/>
                </a:cubicBezTo>
                <a:lnTo>
                  <a:pt x="8978537" y="4214949"/>
                </a:lnTo>
                <a:lnTo>
                  <a:pt x="0" y="4214948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eiryo UI" panose="020B0604030504040204" pitchFamily="50" charset="-128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187785C-5587-42DC-AD55-4A23CC5AFF16}"/>
              </a:ext>
            </a:extLst>
          </p:cNvPr>
          <p:cNvGrpSpPr/>
          <p:nvPr/>
        </p:nvGrpSpPr>
        <p:grpSpPr>
          <a:xfrm>
            <a:off x="2458935" y="5848616"/>
            <a:ext cx="1267879" cy="1009384"/>
            <a:chOff x="3774175" y="5561362"/>
            <a:chExt cx="1820125" cy="1449038"/>
          </a:xfrm>
          <a:solidFill>
            <a:schemeClr val="accent1">
              <a:lumMod val="50000"/>
              <a:alpha val="50000"/>
            </a:schemeClr>
          </a:solidFill>
        </p:grpSpPr>
        <p:sp>
          <p:nvSpPr>
            <p:cNvPr id="16" name="Freeform 44">
              <a:extLst>
                <a:ext uri="{FF2B5EF4-FFF2-40B4-BE49-F238E27FC236}">
                  <a16:creationId xmlns:a16="http://schemas.microsoft.com/office/drawing/2014/main" id="{BE9D842C-317C-4EE0-82C1-A43279DD1E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47489" y="5561362"/>
              <a:ext cx="1146811" cy="1449038"/>
            </a:xfrm>
            <a:custGeom>
              <a:avLst/>
              <a:gdLst>
                <a:gd name="T0" fmla="*/ 289 w 578"/>
                <a:gd name="T1" fmla="*/ 265 h 733"/>
                <a:gd name="T2" fmla="*/ 290 w 578"/>
                <a:gd name="T3" fmla="*/ 265 h 733"/>
                <a:gd name="T4" fmla="*/ 288 w 578"/>
                <a:gd name="T5" fmla="*/ 265 h 733"/>
                <a:gd name="T6" fmla="*/ 289 w 578"/>
                <a:gd name="T7" fmla="*/ 265 h 733"/>
                <a:gd name="T8" fmla="*/ 578 w 578"/>
                <a:gd name="T9" fmla="*/ 733 h 733"/>
                <a:gd name="T10" fmla="*/ 425 w 578"/>
                <a:gd name="T11" fmla="*/ 548 h 733"/>
                <a:gd name="T12" fmla="*/ 524 w 578"/>
                <a:gd name="T13" fmla="*/ 548 h 733"/>
                <a:gd name="T14" fmla="*/ 397 w 578"/>
                <a:gd name="T15" fmla="*/ 395 h 733"/>
                <a:gd name="T16" fmla="*/ 479 w 578"/>
                <a:gd name="T17" fmla="*/ 395 h 733"/>
                <a:gd name="T18" fmla="*/ 381 w 578"/>
                <a:gd name="T19" fmla="*/ 265 h 733"/>
                <a:gd name="T20" fmla="*/ 458 w 578"/>
                <a:gd name="T21" fmla="*/ 265 h 733"/>
                <a:gd name="T22" fmla="*/ 354 w 578"/>
                <a:gd name="T23" fmla="*/ 151 h 733"/>
                <a:gd name="T24" fmla="*/ 427 w 578"/>
                <a:gd name="T25" fmla="*/ 151 h 733"/>
                <a:gd name="T26" fmla="*/ 289 w 578"/>
                <a:gd name="T27" fmla="*/ 0 h 733"/>
                <a:gd name="T28" fmla="*/ 151 w 578"/>
                <a:gd name="T29" fmla="*/ 151 h 733"/>
                <a:gd name="T30" fmla="*/ 224 w 578"/>
                <a:gd name="T31" fmla="*/ 151 h 733"/>
                <a:gd name="T32" fmla="*/ 119 w 578"/>
                <a:gd name="T33" fmla="*/ 265 h 733"/>
                <a:gd name="T34" fmla="*/ 197 w 578"/>
                <a:gd name="T35" fmla="*/ 265 h 733"/>
                <a:gd name="T36" fmla="*/ 99 w 578"/>
                <a:gd name="T37" fmla="*/ 395 h 733"/>
                <a:gd name="T38" fmla="*/ 181 w 578"/>
                <a:gd name="T39" fmla="*/ 395 h 733"/>
                <a:gd name="T40" fmla="*/ 54 w 578"/>
                <a:gd name="T41" fmla="*/ 548 h 733"/>
                <a:gd name="T42" fmla="*/ 153 w 578"/>
                <a:gd name="T43" fmla="*/ 548 h 733"/>
                <a:gd name="T44" fmla="*/ 0 w 578"/>
                <a:gd name="T45" fmla="*/ 733 h 733"/>
                <a:gd name="T46" fmla="*/ 578 w 578"/>
                <a:gd name="T47" fmla="*/ 733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78" h="733">
                  <a:moveTo>
                    <a:pt x="289" y="265"/>
                  </a:moveTo>
                  <a:lnTo>
                    <a:pt x="290" y="265"/>
                  </a:lnTo>
                  <a:lnTo>
                    <a:pt x="288" y="265"/>
                  </a:lnTo>
                  <a:lnTo>
                    <a:pt x="289" y="265"/>
                  </a:lnTo>
                  <a:close/>
                  <a:moveTo>
                    <a:pt x="578" y="733"/>
                  </a:moveTo>
                  <a:lnTo>
                    <a:pt x="425" y="548"/>
                  </a:lnTo>
                  <a:lnTo>
                    <a:pt x="524" y="548"/>
                  </a:lnTo>
                  <a:lnTo>
                    <a:pt x="397" y="395"/>
                  </a:lnTo>
                  <a:lnTo>
                    <a:pt x="479" y="395"/>
                  </a:lnTo>
                  <a:lnTo>
                    <a:pt x="381" y="265"/>
                  </a:lnTo>
                  <a:lnTo>
                    <a:pt x="458" y="265"/>
                  </a:lnTo>
                  <a:lnTo>
                    <a:pt x="354" y="151"/>
                  </a:lnTo>
                  <a:lnTo>
                    <a:pt x="427" y="151"/>
                  </a:lnTo>
                  <a:lnTo>
                    <a:pt x="289" y="0"/>
                  </a:lnTo>
                  <a:lnTo>
                    <a:pt x="151" y="151"/>
                  </a:lnTo>
                  <a:lnTo>
                    <a:pt x="224" y="151"/>
                  </a:lnTo>
                  <a:lnTo>
                    <a:pt x="119" y="265"/>
                  </a:lnTo>
                  <a:lnTo>
                    <a:pt x="197" y="265"/>
                  </a:lnTo>
                  <a:lnTo>
                    <a:pt x="99" y="395"/>
                  </a:lnTo>
                  <a:lnTo>
                    <a:pt x="181" y="395"/>
                  </a:lnTo>
                  <a:lnTo>
                    <a:pt x="54" y="548"/>
                  </a:lnTo>
                  <a:lnTo>
                    <a:pt x="153" y="548"/>
                  </a:lnTo>
                  <a:lnTo>
                    <a:pt x="0" y="733"/>
                  </a:lnTo>
                  <a:lnTo>
                    <a:pt x="578" y="733"/>
                  </a:ln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7" name="Freeform 50">
              <a:extLst>
                <a:ext uri="{FF2B5EF4-FFF2-40B4-BE49-F238E27FC236}">
                  <a16:creationId xmlns:a16="http://schemas.microsoft.com/office/drawing/2014/main" id="{A918F3E8-EE9F-4AD2-9BA6-7522714521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4175" y="6097554"/>
              <a:ext cx="878339" cy="912846"/>
            </a:xfrm>
            <a:custGeom>
              <a:avLst/>
              <a:gdLst>
                <a:gd name="T0" fmla="*/ 0 w 584"/>
                <a:gd name="T1" fmla="*/ 608 h 608"/>
                <a:gd name="T2" fmla="*/ 151 w 584"/>
                <a:gd name="T3" fmla="*/ 408 h 608"/>
                <a:gd name="T4" fmla="*/ 31 w 584"/>
                <a:gd name="T5" fmla="*/ 408 h 608"/>
                <a:gd name="T6" fmla="*/ 192 w 584"/>
                <a:gd name="T7" fmla="*/ 232 h 608"/>
                <a:gd name="T8" fmla="*/ 80 w 584"/>
                <a:gd name="T9" fmla="*/ 232 h 608"/>
                <a:gd name="T10" fmla="*/ 292 w 584"/>
                <a:gd name="T11" fmla="*/ 0 h 608"/>
                <a:gd name="T12" fmla="*/ 503 w 584"/>
                <a:gd name="T13" fmla="*/ 232 h 608"/>
                <a:gd name="T14" fmla="*/ 391 w 584"/>
                <a:gd name="T15" fmla="*/ 232 h 608"/>
                <a:gd name="T16" fmla="*/ 552 w 584"/>
                <a:gd name="T17" fmla="*/ 408 h 608"/>
                <a:gd name="T18" fmla="*/ 433 w 584"/>
                <a:gd name="T19" fmla="*/ 408 h 608"/>
                <a:gd name="T20" fmla="*/ 584 w 584"/>
                <a:gd name="T21" fmla="*/ 608 h 608"/>
                <a:gd name="T22" fmla="*/ 0 w 584"/>
                <a:gd name="T23" fmla="*/ 608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4" h="608">
                  <a:moveTo>
                    <a:pt x="0" y="608"/>
                  </a:moveTo>
                  <a:lnTo>
                    <a:pt x="151" y="408"/>
                  </a:lnTo>
                  <a:lnTo>
                    <a:pt x="31" y="408"/>
                  </a:lnTo>
                  <a:lnTo>
                    <a:pt x="192" y="232"/>
                  </a:lnTo>
                  <a:lnTo>
                    <a:pt x="80" y="232"/>
                  </a:lnTo>
                  <a:lnTo>
                    <a:pt x="292" y="0"/>
                  </a:lnTo>
                  <a:lnTo>
                    <a:pt x="503" y="232"/>
                  </a:lnTo>
                  <a:lnTo>
                    <a:pt x="391" y="232"/>
                  </a:lnTo>
                  <a:lnTo>
                    <a:pt x="552" y="408"/>
                  </a:lnTo>
                  <a:lnTo>
                    <a:pt x="433" y="408"/>
                  </a:lnTo>
                  <a:lnTo>
                    <a:pt x="584" y="608"/>
                  </a:lnTo>
                  <a:lnTo>
                    <a:pt x="0" y="608"/>
                  </a:ln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14" name="Freeform 44">
            <a:extLst>
              <a:ext uri="{FF2B5EF4-FFF2-40B4-BE49-F238E27FC236}">
                <a16:creationId xmlns:a16="http://schemas.microsoft.com/office/drawing/2014/main" id="{401C5368-6114-4E58-A240-DDA0E441CFFB}"/>
              </a:ext>
            </a:extLst>
          </p:cNvPr>
          <p:cNvSpPr>
            <a:spLocks noEditPoints="1"/>
          </p:cNvSpPr>
          <p:nvPr/>
        </p:nvSpPr>
        <p:spPr bwMode="auto">
          <a:xfrm>
            <a:off x="4295089" y="5408962"/>
            <a:ext cx="1146811" cy="1449038"/>
          </a:xfrm>
          <a:custGeom>
            <a:avLst/>
            <a:gdLst>
              <a:gd name="T0" fmla="*/ 289 w 578"/>
              <a:gd name="T1" fmla="*/ 265 h 733"/>
              <a:gd name="T2" fmla="*/ 290 w 578"/>
              <a:gd name="T3" fmla="*/ 265 h 733"/>
              <a:gd name="T4" fmla="*/ 288 w 578"/>
              <a:gd name="T5" fmla="*/ 265 h 733"/>
              <a:gd name="T6" fmla="*/ 289 w 578"/>
              <a:gd name="T7" fmla="*/ 265 h 733"/>
              <a:gd name="T8" fmla="*/ 578 w 578"/>
              <a:gd name="T9" fmla="*/ 733 h 733"/>
              <a:gd name="T10" fmla="*/ 425 w 578"/>
              <a:gd name="T11" fmla="*/ 548 h 733"/>
              <a:gd name="T12" fmla="*/ 524 w 578"/>
              <a:gd name="T13" fmla="*/ 548 h 733"/>
              <a:gd name="T14" fmla="*/ 397 w 578"/>
              <a:gd name="T15" fmla="*/ 395 h 733"/>
              <a:gd name="T16" fmla="*/ 479 w 578"/>
              <a:gd name="T17" fmla="*/ 395 h 733"/>
              <a:gd name="T18" fmla="*/ 381 w 578"/>
              <a:gd name="T19" fmla="*/ 265 h 733"/>
              <a:gd name="T20" fmla="*/ 458 w 578"/>
              <a:gd name="T21" fmla="*/ 265 h 733"/>
              <a:gd name="T22" fmla="*/ 354 w 578"/>
              <a:gd name="T23" fmla="*/ 151 h 733"/>
              <a:gd name="T24" fmla="*/ 427 w 578"/>
              <a:gd name="T25" fmla="*/ 151 h 733"/>
              <a:gd name="T26" fmla="*/ 289 w 578"/>
              <a:gd name="T27" fmla="*/ 0 h 733"/>
              <a:gd name="T28" fmla="*/ 151 w 578"/>
              <a:gd name="T29" fmla="*/ 151 h 733"/>
              <a:gd name="T30" fmla="*/ 224 w 578"/>
              <a:gd name="T31" fmla="*/ 151 h 733"/>
              <a:gd name="T32" fmla="*/ 119 w 578"/>
              <a:gd name="T33" fmla="*/ 265 h 733"/>
              <a:gd name="T34" fmla="*/ 197 w 578"/>
              <a:gd name="T35" fmla="*/ 265 h 733"/>
              <a:gd name="T36" fmla="*/ 99 w 578"/>
              <a:gd name="T37" fmla="*/ 395 h 733"/>
              <a:gd name="T38" fmla="*/ 181 w 578"/>
              <a:gd name="T39" fmla="*/ 395 h 733"/>
              <a:gd name="T40" fmla="*/ 54 w 578"/>
              <a:gd name="T41" fmla="*/ 548 h 733"/>
              <a:gd name="T42" fmla="*/ 153 w 578"/>
              <a:gd name="T43" fmla="*/ 548 h 733"/>
              <a:gd name="T44" fmla="*/ 0 w 578"/>
              <a:gd name="T45" fmla="*/ 733 h 733"/>
              <a:gd name="T46" fmla="*/ 578 w 578"/>
              <a:gd name="T47" fmla="*/ 733 h 7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578" h="733">
                <a:moveTo>
                  <a:pt x="289" y="265"/>
                </a:moveTo>
                <a:lnTo>
                  <a:pt x="290" y="265"/>
                </a:lnTo>
                <a:lnTo>
                  <a:pt x="288" y="265"/>
                </a:lnTo>
                <a:lnTo>
                  <a:pt x="289" y="265"/>
                </a:lnTo>
                <a:close/>
                <a:moveTo>
                  <a:pt x="578" y="733"/>
                </a:moveTo>
                <a:lnTo>
                  <a:pt x="425" y="548"/>
                </a:lnTo>
                <a:lnTo>
                  <a:pt x="524" y="548"/>
                </a:lnTo>
                <a:lnTo>
                  <a:pt x="397" y="395"/>
                </a:lnTo>
                <a:lnTo>
                  <a:pt x="479" y="395"/>
                </a:lnTo>
                <a:lnTo>
                  <a:pt x="381" y="265"/>
                </a:lnTo>
                <a:lnTo>
                  <a:pt x="458" y="265"/>
                </a:lnTo>
                <a:lnTo>
                  <a:pt x="354" y="151"/>
                </a:lnTo>
                <a:lnTo>
                  <a:pt x="427" y="151"/>
                </a:lnTo>
                <a:lnTo>
                  <a:pt x="289" y="0"/>
                </a:lnTo>
                <a:lnTo>
                  <a:pt x="151" y="151"/>
                </a:lnTo>
                <a:lnTo>
                  <a:pt x="224" y="151"/>
                </a:lnTo>
                <a:lnTo>
                  <a:pt x="119" y="265"/>
                </a:lnTo>
                <a:lnTo>
                  <a:pt x="197" y="265"/>
                </a:lnTo>
                <a:lnTo>
                  <a:pt x="99" y="395"/>
                </a:lnTo>
                <a:lnTo>
                  <a:pt x="181" y="395"/>
                </a:lnTo>
                <a:lnTo>
                  <a:pt x="54" y="548"/>
                </a:lnTo>
                <a:lnTo>
                  <a:pt x="153" y="548"/>
                </a:lnTo>
                <a:lnTo>
                  <a:pt x="0" y="733"/>
                </a:lnTo>
                <a:lnTo>
                  <a:pt x="578" y="73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15" name="Freeform 50">
            <a:extLst>
              <a:ext uri="{FF2B5EF4-FFF2-40B4-BE49-F238E27FC236}">
                <a16:creationId xmlns:a16="http://schemas.microsoft.com/office/drawing/2014/main" id="{95BC1C8B-3C05-49DD-8A7D-622C5DDC68B6}"/>
              </a:ext>
            </a:extLst>
          </p:cNvPr>
          <p:cNvSpPr>
            <a:spLocks/>
          </p:cNvSpPr>
          <p:nvPr/>
        </p:nvSpPr>
        <p:spPr bwMode="auto">
          <a:xfrm>
            <a:off x="3621775" y="5945154"/>
            <a:ext cx="878339" cy="912846"/>
          </a:xfrm>
          <a:custGeom>
            <a:avLst/>
            <a:gdLst>
              <a:gd name="T0" fmla="*/ 0 w 584"/>
              <a:gd name="T1" fmla="*/ 608 h 608"/>
              <a:gd name="T2" fmla="*/ 151 w 584"/>
              <a:gd name="T3" fmla="*/ 408 h 608"/>
              <a:gd name="T4" fmla="*/ 31 w 584"/>
              <a:gd name="T5" fmla="*/ 408 h 608"/>
              <a:gd name="T6" fmla="*/ 192 w 584"/>
              <a:gd name="T7" fmla="*/ 232 h 608"/>
              <a:gd name="T8" fmla="*/ 80 w 584"/>
              <a:gd name="T9" fmla="*/ 232 h 608"/>
              <a:gd name="T10" fmla="*/ 292 w 584"/>
              <a:gd name="T11" fmla="*/ 0 h 608"/>
              <a:gd name="T12" fmla="*/ 503 w 584"/>
              <a:gd name="T13" fmla="*/ 232 h 608"/>
              <a:gd name="T14" fmla="*/ 391 w 584"/>
              <a:gd name="T15" fmla="*/ 232 h 608"/>
              <a:gd name="T16" fmla="*/ 552 w 584"/>
              <a:gd name="T17" fmla="*/ 408 h 608"/>
              <a:gd name="T18" fmla="*/ 433 w 584"/>
              <a:gd name="T19" fmla="*/ 408 h 608"/>
              <a:gd name="T20" fmla="*/ 584 w 584"/>
              <a:gd name="T21" fmla="*/ 608 h 608"/>
              <a:gd name="T22" fmla="*/ 0 w 584"/>
              <a:gd name="T23" fmla="*/ 608 h 6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584" h="608">
                <a:moveTo>
                  <a:pt x="0" y="608"/>
                </a:moveTo>
                <a:lnTo>
                  <a:pt x="151" y="408"/>
                </a:lnTo>
                <a:lnTo>
                  <a:pt x="31" y="408"/>
                </a:lnTo>
                <a:lnTo>
                  <a:pt x="192" y="232"/>
                </a:lnTo>
                <a:lnTo>
                  <a:pt x="80" y="232"/>
                </a:lnTo>
                <a:lnTo>
                  <a:pt x="292" y="0"/>
                </a:lnTo>
                <a:lnTo>
                  <a:pt x="503" y="232"/>
                </a:lnTo>
                <a:lnTo>
                  <a:pt x="391" y="232"/>
                </a:lnTo>
                <a:lnTo>
                  <a:pt x="552" y="408"/>
                </a:lnTo>
                <a:lnTo>
                  <a:pt x="433" y="408"/>
                </a:lnTo>
                <a:lnTo>
                  <a:pt x="584" y="608"/>
                </a:lnTo>
                <a:lnTo>
                  <a:pt x="0" y="6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33F337D-9B9E-40D8-BE92-07224B838D3D}"/>
              </a:ext>
            </a:extLst>
          </p:cNvPr>
          <p:cNvSpPr>
            <a:spLocks noEditPoints="1"/>
          </p:cNvSpPr>
          <p:nvPr/>
        </p:nvSpPr>
        <p:spPr bwMode="auto">
          <a:xfrm>
            <a:off x="5068389" y="2290905"/>
            <a:ext cx="7185638" cy="4567096"/>
          </a:xfrm>
          <a:custGeom>
            <a:avLst/>
            <a:gdLst>
              <a:gd name="T0" fmla="*/ 1621 w 5440"/>
              <a:gd name="T1" fmla="*/ 1505 h 2937"/>
              <a:gd name="T2" fmla="*/ 1438 w 5440"/>
              <a:gd name="T3" fmla="*/ 1830 h 2937"/>
              <a:gd name="T4" fmla="*/ 1596 w 5440"/>
              <a:gd name="T5" fmla="*/ 1908 h 2937"/>
              <a:gd name="T6" fmla="*/ 1888 w 5440"/>
              <a:gd name="T7" fmla="*/ 1886 h 2937"/>
              <a:gd name="T8" fmla="*/ 1683 w 5440"/>
              <a:gd name="T9" fmla="*/ 1967 h 2937"/>
              <a:gd name="T10" fmla="*/ 1190 w 5440"/>
              <a:gd name="T11" fmla="*/ 2015 h 2937"/>
              <a:gd name="T12" fmla="*/ 886 w 5440"/>
              <a:gd name="T13" fmla="*/ 2016 h 2937"/>
              <a:gd name="T14" fmla="*/ 601 w 5440"/>
              <a:gd name="T15" fmla="*/ 2525 h 2937"/>
              <a:gd name="T16" fmla="*/ 423 w 5440"/>
              <a:gd name="T17" fmla="*/ 2440 h 2937"/>
              <a:gd name="T18" fmla="*/ 701 w 5440"/>
              <a:gd name="T19" fmla="*/ 1862 h 2937"/>
              <a:gd name="T20" fmla="*/ 874 w 5440"/>
              <a:gd name="T21" fmla="*/ 1692 h 2937"/>
              <a:gd name="T22" fmla="*/ 1389 w 5440"/>
              <a:gd name="T23" fmla="*/ 1704 h 2937"/>
              <a:gd name="T24" fmla="*/ 1696 w 5440"/>
              <a:gd name="T25" fmla="*/ 1266 h 2937"/>
              <a:gd name="T26" fmla="*/ 4310 w 5440"/>
              <a:gd name="T27" fmla="*/ 2203 h 2937"/>
              <a:gd name="T28" fmla="*/ 4186 w 5440"/>
              <a:gd name="T29" fmla="*/ 2059 h 2937"/>
              <a:gd name="T30" fmla="*/ 3828 w 5440"/>
              <a:gd name="T31" fmla="*/ 1701 h 2937"/>
              <a:gd name="T32" fmla="*/ 3542 w 5440"/>
              <a:gd name="T33" fmla="*/ 1946 h 2937"/>
              <a:gd name="T34" fmla="*/ 3508 w 5440"/>
              <a:gd name="T35" fmla="*/ 2308 h 2937"/>
              <a:gd name="T36" fmla="*/ 3508 w 5440"/>
              <a:gd name="T37" fmla="*/ 2787 h 2937"/>
              <a:gd name="T38" fmla="*/ 3432 w 5440"/>
              <a:gd name="T39" fmla="*/ 2401 h 2937"/>
              <a:gd name="T40" fmla="*/ 3084 w 5440"/>
              <a:gd name="T41" fmla="*/ 1897 h 2937"/>
              <a:gd name="T42" fmla="*/ 2687 w 5440"/>
              <a:gd name="T43" fmla="*/ 1827 h 2937"/>
              <a:gd name="T44" fmla="*/ 3192 w 5440"/>
              <a:gd name="T45" fmla="*/ 1836 h 2937"/>
              <a:gd name="T46" fmla="*/ 3537 w 5440"/>
              <a:gd name="T47" fmla="*/ 1777 h 2937"/>
              <a:gd name="T48" fmla="*/ 3616 w 5440"/>
              <a:gd name="T49" fmla="*/ 1360 h 2937"/>
              <a:gd name="T50" fmla="*/ 3400 w 5440"/>
              <a:gd name="T51" fmla="*/ 1262 h 2937"/>
              <a:gd name="T52" fmla="*/ 3110 w 5440"/>
              <a:gd name="T53" fmla="*/ 985 h 2937"/>
              <a:gd name="T54" fmla="*/ 2585 w 5440"/>
              <a:gd name="T55" fmla="*/ 871 h 2937"/>
              <a:gd name="T56" fmla="*/ 2952 w 5440"/>
              <a:gd name="T57" fmla="*/ 696 h 2937"/>
              <a:gd name="T58" fmla="*/ 3141 w 5440"/>
              <a:gd name="T59" fmla="*/ 553 h 2937"/>
              <a:gd name="T60" fmla="*/ 2991 w 5440"/>
              <a:gd name="T61" fmla="*/ 204 h 2937"/>
              <a:gd name="T62" fmla="*/ 2858 w 5440"/>
              <a:gd name="T63" fmla="*/ 178 h 2937"/>
              <a:gd name="T64" fmla="*/ 3271 w 5440"/>
              <a:gd name="T65" fmla="*/ 288 h 2937"/>
              <a:gd name="T66" fmla="*/ 3531 w 5440"/>
              <a:gd name="T67" fmla="*/ 733 h 2937"/>
              <a:gd name="T68" fmla="*/ 3503 w 5440"/>
              <a:gd name="T69" fmla="*/ 957 h 2937"/>
              <a:gd name="T70" fmla="*/ 3924 w 5440"/>
              <a:gd name="T71" fmla="*/ 1327 h 2937"/>
              <a:gd name="T72" fmla="*/ 4232 w 5440"/>
              <a:gd name="T73" fmla="*/ 1854 h 2937"/>
              <a:gd name="T74" fmla="*/ 5201 w 5440"/>
              <a:gd name="T75" fmla="*/ 2678 h 2937"/>
              <a:gd name="T76" fmla="*/ 5151 w 5440"/>
              <a:gd name="T77" fmla="*/ 2641 h 2937"/>
              <a:gd name="T78" fmla="*/ 4916 w 5440"/>
              <a:gd name="T79" fmla="*/ 2192 h 2937"/>
              <a:gd name="T80" fmla="*/ 4885 w 5440"/>
              <a:gd name="T81" fmla="*/ 2021 h 2937"/>
              <a:gd name="T82" fmla="*/ 5196 w 5440"/>
              <a:gd name="T83" fmla="*/ 2586 h 2937"/>
              <a:gd name="T84" fmla="*/ 5278 w 5440"/>
              <a:gd name="T85" fmla="*/ 2742 h 2937"/>
              <a:gd name="T86" fmla="*/ 5090 w 5440"/>
              <a:gd name="T87" fmla="*/ 2450 h 2937"/>
              <a:gd name="T88" fmla="*/ 4831 w 5440"/>
              <a:gd name="T89" fmla="*/ 1976 h 2937"/>
              <a:gd name="T90" fmla="*/ 4350 w 5440"/>
              <a:gd name="T91" fmla="*/ 2023 h 2937"/>
              <a:gd name="T92" fmla="*/ 4065 w 5440"/>
              <a:gd name="T93" fmla="*/ 1496 h 2937"/>
              <a:gd name="T94" fmla="*/ 3845 w 5440"/>
              <a:gd name="T95" fmla="*/ 859 h 2937"/>
              <a:gd name="T96" fmla="*/ 3457 w 5440"/>
              <a:gd name="T97" fmla="*/ 464 h 2937"/>
              <a:gd name="T98" fmla="*/ 3151 w 5440"/>
              <a:gd name="T99" fmla="*/ 122 h 2937"/>
              <a:gd name="T100" fmla="*/ 2757 w 5440"/>
              <a:gd name="T101" fmla="*/ 193 h 2937"/>
              <a:gd name="T102" fmla="*/ 2382 w 5440"/>
              <a:gd name="T103" fmla="*/ 332 h 2937"/>
              <a:gd name="T104" fmla="*/ 1948 w 5440"/>
              <a:gd name="T105" fmla="*/ 776 h 2937"/>
              <a:gd name="T106" fmla="*/ 1712 w 5440"/>
              <a:gd name="T107" fmla="*/ 1193 h 2937"/>
              <a:gd name="T108" fmla="*/ 1213 w 5440"/>
              <a:gd name="T109" fmla="*/ 1734 h 2937"/>
              <a:gd name="T110" fmla="*/ 718 w 5440"/>
              <a:gd name="T111" fmla="*/ 1738 h 2937"/>
              <a:gd name="T112" fmla="*/ 591 w 5440"/>
              <a:gd name="T113" fmla="*/ 2113 h 2937"/>
              <a:gd name="T114" fmla="*/ 260 w 5440"/>
              <a:gd name="T115" fmla="*/ 2516 h 2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5440" h="2937">
                <a:moveTo>
                  <a:pt x="1918" y="1227"/>
                </a:moveTo>
                <a:cubicBezTo>
                  <a:pt x="1912" y="1262"/>
                  <a:pt x="1878" y="1276"/>
                  <a:pt x="1849" y="1280"/>
                </a:cubicBezTo>
                <a:cubicBezTo>
                  <a:pt x="1844" y="1280"/>
                  <a:pt x="1840" y="1281"/>
                  <a:pt x="1835" y="1281"/>
                </a:cubicBezTo>
                <a:cubicBezTo>
                  <a:pt x="1831" y="1282"/>
                  <a:pt x="1826" y="1282"/>
                  <a:pt x="1822" y="1283"/>
                </a:cubicBezTo>
                <a:cubicBezTo>
                  <a:pt x="1816" y="1284"/>
                  <a:pt x="1811" y="1284"/>
                  <a:pt x="1805" y="1285"/>
                </a:cubicBezTo>
                <a:cubicBezTo>
                  <a:pt x="1767" y="1289"/>
                  <a:pt x="1728" y="1300"/>
                  <a:pt x="1691" y="1315"/>
                </a:cubicBezTo>
                <a:cubicBezTo>
                  <a:pt x="1687" y="1317"/>
                  <a:pt x="1684" y="1321"/>
                  <a:pt x="1681" y="1325"/>
                </a:cubicBezTo>
                <a:cubicBezTo>
                  <a:pt x="1662" y="1367"/>
                  <a:pt x="1681" y="1421"/>
                  <a:pt x="1664" y="1457"/>
                </a:cubicBezTo>
                <a:cubicBezTo>
                  <a:pt x="1662" y="1461"/>
                  <a:pt x="1660" y="1465"/>
                  <a:pt x="1657" y="1469"/>
                </a:cubicBezTo>
                <a:cubicBezTo>
                  <a:pt x="1649" y="1477"/>
                  <a:pt x="1641" y="1485"/>
                  <a:pt x="1633" y="1493"/>
                </a:cubicBezTo>
                <a:cubicBezTo>
                  <a:pt x="1629" y="1497"/>
                  <a:pt x="1625" y="1501"/>
                  <a:pt x="1621" y="1505"/>
                </a:cubicBezTo>
                <a:cubicBezTo>
                  <a:pt x="1615" y="1515"/>
                  <a:pt x="1611" y="1526"/>
                  <a:pt x="1607" y="1537"/>
                </a:cubicBezTo>
                <a:cubicBezTo>
                  <a:pt x="1604" y="1543"/>
                  <a:pt x="1602" y="1548"/>
                  <a:pt x="1601" y="1554"/>
                </a:cubicBezTo>
                <a:cubicBezTo>
                  <a:pt x="1589" y="1582"/>
                  <a:pt x="1576" y="1608"/>
                  <a:pt x="1567" y="1635"/>
                </a:cubicBezTo>
                <a:cubicBezTo>
                  <a:pt x="1565" y="1638"/>
                  <a:pt x="1563" y="1643"/>
                  <a:pt x="1562" y="1647"/>
                </a:cubicBezTo>
                <a:cubicBezTo>
                  <a:pt x="1560" y="1652"/>
                  <a:pt x="1559" y="1657"/>
                  <a:pt x="1558" y="1663"/>
                </a:cubicBezTo>
                <a:cubicBezTo>
                  <a:pt x="1551" y="1702"/>
                  <a:pt x="1523" y="1724"/>
                  <a:pt x="1493" y="1744"/>
                </a:cubicBezTo>
                <a:cubicBezTo>
                  <a:pt x="1488" y="1748"/>
                  <a:pt x="1484" y="1751"/>
                  <a:pt x="1479" y="1755"/>
                </a:cubicBezTo>
                <a:cubicBezTo>
                  <a:pt x="1467" y="1761"/>
                  <a:pt x="1465" y="1772"/>
                  <a:pt x="1465" y="1784"/>
                </a:cubicBezTo>
                <a:cubicBezTo>
                  <a:pt x="1465" y="1788"/>
                  <a:pt x="1465" y="1792"/>
                  <a:pt x="1465" y="1795"/>
                </a:cubicBezTo>
                <a:cubicBezTo>
                  <a:pt x="1465" y="1802"/>
                  <a:pt x="1464" y="1807"/>
                  <a:pt x="1462" y="1812"/>
                </a:cubicBezTo>
                <a:cubicBezTo>
                  <a:pt x="1455" y="1816"/>
                  <a:pt x="1446" y="1825"/>
                  <a:pt x="1438" y="1830"/>
                </a:cubicBezTo>
                <a:cubicBezTo>
                  <a:pt x="1433" y="1832"/>
                  <a:pt x="1428" y="1833"/>
                  <a:pt x="1423" y="1834"/>
                </a:cubicBezTo>
                <a:cubicBezTo>
                  <a:pt x="1419" y="1835"/>
                  <a:pt x="1415" y="1836"/>
                  <a:pt x="1410" y="1838"/>
                </a:cubicBezTo>
                <a:cubicBezTo>
                  <a:pt x="1406" y="1839"/>
                  <a:pt x="1401" y="1840"/>
                  <a:pt x="1397" y="1842"/>
                </a:cubicBezTo>
                <a:cubicBezTo>
                  <a:pt x="1389" y="1843"/>
                  <a:pt x="1382" y="1847"/>
                  <a:pt x="1376" y="1852"/>
                </a:cubicBezTo>
                <a:cubicBezTo>
                  <a:pt x="1373" y="1855"/>
                  <a:pt x="1371" y="1857"/>
                  <a:pt x="1368" y="1860"/>
                </a:cubicBezTo>
                <a:cubicBezTo>
                  <a:pt x="1343" y="1878"/>
                  <a:pt x="1351" y="1914"/>
                  <a:pt x="1369" y="1936"/>
                </a:cubicBezTo>
                <a:cubicBezTo>
                  <a:pt x="1390" y="1954"/>
                  <a:pt x="1407" y="1927"/>
                  <a:pt x="1423" y="1927"/>
                </a:cubicBezTo>
                <a:cubicBezTo>
                  <a:pt x="1428" y="1925"/>
                  <a:pt x="1433" y="1924"/>
                  <a:pt x="1439" y="1923"/>
                </a:cubicBezTo>
                <a:cubicBezTo>
                  <a:pt x="1466" y="1916"/>
                  <a:pt x="1494" y="1916"/>
                  <a:pt x="1524" y="1919"/>
                </a:cubicBezTo>
                <a:cubicBezTo>
                  <a:pt x="1529" y="1919"/>
                  <a:pt x="1534" y="1918"/>
                  <a:pt x="1539" y="1917"/>
                </a:cubicBezTo>
                <a:cubicBezTo>
                  <a:pt x="1558" y="1915"/>
                  <a:pt x="1577" y="1911"/>
                  <a:pt x="1596" y="1908"/>
                </a:cubicBezTo>
                <a:cubicBezTo>
                  <a:pt x="1601" y="1908"/>
                  <a:pt x="1607" y="1908"/>
                  <a:pt x="1612" y="1908"/>
                </a:cubicBezTo>
                <a:cubicBezTo>
                  <a:pt x="1661" y="1909"/>
                  <a:pt x="1705" y="1937"/>
                  <a:pt x="1756" y="1941"/>
                </a:cubicBezTo>
                <a:cubicBezTo>
                  <a:pt x="1762" y="1942"/>
                  <a:pt x="1767" y="1942"/>
                  <a:pt x="1773" y="1942"/>
                </a:cubicBezTo>
                <a:cubicBezTo>
                  <a:pt x="1801" y="1940"/>
                  <a:pt x="1827" y="1929"/>
                  <a:pt x="1849" y="1900"/>
                </a:cubicBezTo>
                <a:cubicBezTo>
                  <a:pt x="1873" y="1869"/>
                  <a:pt x="1894" y="1833"/>
                  <a:pt x="1921" y="1805"/>
                </a:cubicBezTo>
                <a:cubicBezTo>
                  <a:pt x="1924" y="1802"/>
                  <a:pt x="1927" y="1800"/>
                  <a:pt x="1930" y="1797"/>
                </a:cubicBezTo>
                <a:cubicBezTo>
                  <a:pt x="1934" y="1790"/>
                  <a:pt x="1938" y="1781"/>
                  <a:pt x="1938" y="1772"/>
                </a:cubicBezTo>
                <a:cubicBezTo>
                  <a:pt x="1938" y="1776"/>
                  <a:pt x="1938" y="1781"/>
                  <a:pt x="1937" y="1785"/>
                </a:cubicBezTo>
                <a:cubicBezTo>
                  <a:pt x="1933" y="1796"/>
                  <a:pt x="1929" y="1807"/>
                  <a:pt x="1925" y="1818"/>
                </a:cubicBezTo>
                <a:cubicBezTo>
                  <a:pt x="1924" y="1822"/>
                  <a:pt x="1923" y="1825"/>
                  <a:pt x="1922" y="1829"/>
                </a:cubicBezTo>
                <a:cubicBezTo>
                  <a:pt x="1912" y="1852"/>
                  <a:pt x="1895" y="1865"/>
                  <a:pt x="1888" y="1886"/>
                </a:cubicBezTo>
                <a:cubicBezTo>
                  <a:pt x="1886" y="1890"/>
                  <a:pt x="1884" y="1895"/>
                  <a:pt x="1882" y="1899"/>
                </a:cubicBezTo>
                <a:cubicBezTo>
                  <a:pt x="1880" y="1904"/>
                  <a:pt x="1878" y="1908"/>
                  <a:pt x="1876" y="1911"/>
                </a:cubicBezTo>
                <a:cubicBezTo>
                  <a:pt x="1874" y="1914"/>
                  <a:pt x="1871" y="1916"/>
                  <a:pt x="1869" y="1919"/>
                </a:cubicBezTo>
                <a:cubicBezTo>
                  <a:pt x="1856" y="1932"/>
                  <a:pt x="1847" y="1940"/>
                  <a:pt x="1834" y="1953"/>
                </a:cubicBezTo>
                <a:cubicBezTo>
                  <a:pt x="1830" y="1955"/>
                  <a:pt x="1827" y="1956"/>
                  <a:pt x="1823" y="1958"/>
                </a:cubicBezTo>
                <a:cubicBezTo>
                  <a:pt x="1820" y="1959"/>
                  <a:pt x="1816" y="1960"/>
                  <a:pt x="1811" y="1960"/>
                </a:cubicBezTo>
                <a:cubicBezTo>
                  <a:pt x="1805" y="1960"/>
                  <a:pt x="1798" y="1961"/>
                  <a:pt x="1791" y="1963"/>
                </a:cubicBezTo>
                <a:cubicBezTo>
                  <a:pt x="1785" y="1962"/>
                  <a:pt x="1779" y="1961"/>
                  <a:pt x="1773" y="1960"/>
                </a:cubicBezTo>
                <a:cubicBezTo>
                  <a:pt x="1740" y="1958"/>
                  <a:pt x="1709" y="1958"/>
                  <a:pt x="1675" y="1963"/>
                </a:cubicBezTo>
                <a:cubicBezTo>
                  <a:pt x="1683" y="1971"/>
                  <a:pt x="1696" y="1963"/>
                  <a:pt x="1705" y="1963"/>
                </a:cubicBezTo>
                <a:cubicBezTo>
                  <a:pt x="1696" y="1963"/>
                  <a:pt x="1688" y="1963"/>
                  <a:pt x="1683" y="1967"/>
                </a:cubicBezTo>
                <a:cubicBezTo>
                  <a:pt x="1680" y="1972"/>
                  <a:pt x="1676" y="1977"/>
                  <a:pt x="1672" y="1981"/>
                </a:cubicBezTo>
                <a:cubicBezTo>
                  <a:pt x="1668" y="1986"/>
                  <a:pt x="1664" y="1989"/>
                  <a:pt x="1659" y="1993"/>
                </a:cubicBezTo>
                <a:cubicBezTo>
                  <a:pt x="1649" y="2002"/>
                  <a:pt x="1640" y="2007"/>
                  <a:pt x="1627" y="2007"/>
                </a:cubicBezTo>
                <a:cubicBezTo>
                  <a:pt x="1599" y="2002"/>
                  <a:pt x="1572" y="1999"/>
                  <a:pt x="1547" y="2003"/>
                </a:cubicBezTo>
                <a:cubicBezTo>
                  <a:pt x="1542" y="2003"/>
                  <a:pt x="1537" y="2004"/>
                  <a:pt x="1532" y="2006"/>
                </a:cubicBezTo>
                <a:cubicBezTo>
                  <a:pt x="1476" y="2007"/>
                  <a:pt x="1446" y="2065"/>
                  <a:pt x="1404" y="2084"/>
                </a:cubicBezTo>
                <a:cubicBezTo>
                  <a:pt x="1399" y="2086"/>
                  <a:pt x="1394" y="2086"/>
                  <a:pt x="1389" y="2087"/>
                </a:cubicBezTo>
                <a:cubicBezTo>
                  <a:pt x="1382" y="2087"/>
                  <a:pt x="1375" y="2087"/>
                  <a:pt x="1369" y="2085"/>
                </a:cubicBezTo>
                <a:cubicBezTo>
                  <a:pt x="1363" y="2083"/>
                  <a:pt x="1357" y="2079"/>
                  <a:pt x="1351" y="2073"/>
                </a:cubicBezTo>
                <a:cubicBezTo>
                  <a:pt x="1317" y="2038"/>
                  <a:pt x="1274" y="2033"/>
                  <a:pt x="1226" y="2042"/>
                </a:cubicBezTo>
                <a:cubicBezTo>
                  <a:pt x="1209" y="2042"/>
                  <a:pt x="1205" y="2025"/>
                  <a:pt x="1190" y="2015"/>
                </a:cubicBezTo>
                <a:cubicBezTo>
                  <a:pt x="1186" y="2012"/>
                  <a:pt x="1182" y="2009"/>
                  <a:pt x="1178" y="2006"/>
                </a:cubicBezTo>
                <a:cubicBezTo>
                  <a:pt x="1157" y="1991"/>
                  <a:pt x="1134" y="1981"/>
                  <a:pt x="1110" y="1967"/>
                </a:cubicBezTo>
                <a:cubicBezTo>
                  <a:pt x="1097" y="1958"/>
                  <a:pt x="1093" y="1949"/>
                  <a:pt x="1090" y="1936"/>
                </a:cubicBezTo>
                <a:cubicBezTo>
                  <a:pt x="1087" y="1931"/>
                  <a:pt x="1084" y="1925"/>
                  <a:pt x="1080" y="1919"/>
                </a:cubicBezTo>
                <a:cubicBezTo>
                  <a:pt x="1077" y="1914"/>
                  <a:pt x="1073" y="1909"/>
                  <a:pt x="1069" y="1904"/>
                </a:cubicBezTo>
                <a:cubicBezTo>
                  <a:pt x="1066" y="1902"/>
                  <a:pt x="1062" y="1901"/>
                  <a:pt x="1058" y="1901"/>
                </a:cubicBezTo>
                <a:cubicBezTo>
                  <a:pt x="1047" y="1901"/>
                  <a:pt x="1035" y="1902"/>
                  <a:pt x="1024" y="1903"/>
                </a:cubicBezTo>
                <a:cubicBezTo>
                  <a:pt x="1018" y="1904"/>
                  <a:pt x="1013" y="1904"/>
                  <a:pt x="1007" y="1904"/>
                </a:cubicBezTo>
                <a:cubicBezTo>
                  <a:pt x="976" y="1901"/>
                  <a:pt x="937" y="1870"/>
                  <a:pt x="920" y="1909"/>
                </a:cubicBezTo>
                <a:cubicBezTo>
                  <a:pt x="917" y="1913"/>
                  <a:pt x="915" y="1918"/>
                  <a:pt x="913" y="1924"/>
                </a:cubicBezTo>
                <a:cubicBezTo>
                  <a:pt x="903" y="1952"/>
                  <a:pt x="902" y="1988"/>
                  <a:pt x="886" y="2016"/>
                </a:cubicBezTo>
                <a:cubicBezTo>
                  <a:pt x="877" y="2025"/>
                  <a:pt x="868" y="2029"/>
                  <a:pt x="861" y="2034"/>
                </a:cubicBezTo>
                <a:cubicBezTo>
                  <a:pt x="857" y="2037"/>
                  <a:pt x="853" y="2040"/>
                  <a:pt x="850" y="2044"/>
                </a:cubicBezTo>
                <a:cubicBezTo>
                  <a:pt x="846" y="2047"/>
                  <a:pt x="844" y="2051"/>
                  <a:pt x="842" y="2056"/>
                </a:cubicBezTo>
                <a:cubicBezTo>
                  <a:pt x="830" y="2109"/>
                  <a:pt x="860" y="2162"/>
                  <a:pt x="889" y="2206"/>
                </a:cubicBezTo>
                <a:cubicBezTo>
                  <a:pt x="892" y="2212"/>
                  <a:pt x="895" y="2218"/>
                  <a:pt x="896" y="2223"/>
                </a:cubicBezTo>
                <a:cubicBezTo>
                  <a:pt x="907" y="2274"/>
                  <a:pt x="851" y="2321"/>
                  <a:pt x="811" y="2354"/>
                </a:cubicBezTo>
                <a:cubicBezTo>
                  <a:pt x="807" y="2358"/>
                  <a:pt x="804" y="2363"/>
                  <a:pt x="801" y="2368"/>
                </a:cubicBezTo>
                <a:cubicBezTo>
                  <a:pt x="798" y="2372"/>
                  <a:pt x="795" y="2377"/>
                  <a:pt x="791" y="2379"/>
                </a:cubicBezTo>
                <a:cubicBezTo>
                  <a:pt x="709" y="2388"/>
                  <a:pt x="679" y="2463"/>
                  <a:pt x="630" y="2516"/>
                </a:cubicBezTo>
                <a:cubicBezTo>
                  <a:pt x="626" y="2518"/>
                  <a:pt x="621" y="2521"/>
                  <a:pt x="616" y="2522"/>
                </a:cubicBezTo>
                <a:cubicBezTo>
                  <a:pt x="611" y="2524"/>
                  <a:pt x="606" y="2525"/>
                  <a:pt x="601" y="2525"/>
                </a:cubicBezTo>
                <a:cubicBezTo>
                  <a:pt x="554" y="2525"/>
                  <a:pt x="493" y="2552"/>
                  <a:pt x="457" y="2508"/>
                </a:cubicBezTo>
                <a:cubicBezTo>
                  <a:pt x="454" y="2506"/>
                  <a:pt x="451" y="2503"/>
                  <a:pt x="447" y="2501"/>
                </a:cubicBezTo>
                <a:cubicBezTo>
                  <a:pt x="437" y="2493"/>
                  <a:pt x="427" y="2485"/>
                  <a:pt x="416" y="2479"/>
                </a:cubicBezTo>
                <a:cubicBezTo>
                  <a:pt x="410" y="2476"/>
                  <a:pt x="405" y="2473"/>
                  <a:pt x="399" y="2471"/>
                </a:cubicBezTo>
                <a:cubicBezTo>
                  <a:pt x="392" y="2465"/>
                  <a:pt x="384" y="2463"/>
                  <a:pt x="376" y="2463"/>
                </a:cubicBezTo>
                <a:cubicBezTo>
                  <a:pt x="372" y="2462"/>
                  <a:pt x="368" y="2463"/>
                  <a:pt x="364" y="2463"/>
                </a:cubicBezTo>
                <a:cubicBezTo>
                  <a:pt x="360" y="2463"/>
                  <a:pt x="356" y="2464"/>
                  <a:pt x="352" y="2464"/>
                </a:cubicBezTo>
                <a:cubicBezTo>
                  <a:pt x="355" y="2460"/>
                  <a:pt x="360" y="2458"/>
                  <a:pt x="364" y="2455"/>
                </a:cubicBezTo>
                <a:cubicBezTo>
                  <a:pt x="369" y="2453"/>
                  <a:pt x="374" y="2452"/>
                  <a:pt x="379" y="2451"/>
                </a:cubicBezTo>
                <a:cubicBezTo>
                  <a:pt x="389" y="2448"/>
                  <a:pt x="398" y="2446"/>
                  <a:pt x="407" y="2441"/>
                </a:cubicBezTo>
                <a:cubicBezTo>
                  <a:pt x="412" y="2441"/>
                  <a:pt x="418" y="2441"/>
                  <a:pt x="423" y="2440"/>
                </a:cubicBezTo>
                <a:cubicBezTo>
                  <a:pt x="450" y="2440"/>
                  <a:pt x="478" y="2443"/>
                  <a:pt x="505" y="2440"/>
                </a:cubicBezTo>
                <a:cubicBezTo>
                  <a:pt x="511" y="2439"/>
                  <a:pt x="516" y="2438"/>
                  <a:pt x="522" y="2437"/>
                </a:cubicBezTo>
                <a:cubicBezTo>
                  <a:pt x="555" y="2428"/>
                  <a:pt x="584" y="2413"/>
                  <a:pt x="609" y="2390"/>
                </a:cubicBezTo>
                <a:cubicBezTo>
                  <a:pt x="613" y="2385"/>
                  <a:pt x="618" y="2381"/>
                  <a:pt x="622" y="2376"/>
                </a:cubicBezTo>
                <a:cubicBezTo>
                  <a:pt x="670" y="2335"/>
                  <a:pt x="692" y="2264"/>
                  <a:pt x="639" y="2218"/>
                </a:cubicBezTo>
                <a:cubicBezTo>
                  <a:pt x="636" y="2212"/>
                  <a:pt x="634" y="2206"/>
                  <a:pt x="632" y="2200"/>
                </a:cubicBezTo>
                <a:cubicBezTo>
                  <a:pt x="623" y="2170"/>
                  <a:pt x="628" y="2137"/>
                  <a:pt x="644" y="2110"/>
                </a:cubicBezTo>
                <a:cubicBezTo>
                  <a:pt x="647" y="2106"/>
                  <a:pt x="650" y="2101"/>
                  <a:pt x="653" y="2096"/>
                </a:cubicBezTo>
                <a:cubicBezTo>
                  <a:pt x="673" y="2068"/>
                  <a:pt x="688" y="2038"/>
                  <a:pt x="696" y="1998"/>
                </a:cubicBezTo>
                <a:cubicBezTo>
                  <a:pt x="696" y="1993"/>
                  <a:pt x="697" y="1987"/>
                  <a:pt x="697" y="1981"/>
                </a:cubicBezTo>
                <a:cubicBezTo>
                  <a:pt x="698" y="1942"/>
                  <a:pt x="693" y="1900"/>
                  <a:pt x="701" y="1862"/>
                </a:cubicBezTo>
                <a:cubicBezTo>
                  <a:pt x="703" y="1857"/>
                  <a:pt x="705" y="1852"/>
                  <a:pt x="706" y="1847"/>
                </a:cubicBezTo>
                <a:cubicBezTo>
                  <a:pt x="707" y="1842"/>
                  <a:pt x="708" y="1836"/>
                  <a:pt x="709" y="1831"/>
                </a:cubicBezTo>
                <a:cubicBezTo>
                  <a:pt x="710" y="1826"/>
                  <a:pt x="711" y="1821"/>
                  <a:pt x="713" y="1816"/>
                </a:cubicBezTo>
                <a:cubicBezTo>
                  <a:pt x="717" y="1808"/>
                  <a:pt x="726" y="1803"/>
                  <a:pt x="733" y="1797"/>
                </a:cubicBezTo>
                <a:cubicBezTo>
                  <a:pt x="738" y="1794"/>
                  <a:pt x="742" y="1792"/>
                  <a:pt x="747" y="1789"/>
                </a:cubicBezTo>
                <a:cubicBezTo>
                  <a:pt x="751" y="1786"/>
                  <a:pt x="754" y="1783"/>
                  <a:pt x="756" y="1781"/>
                </a:cubicBezTo>
                <a:cubicBezTo>
                  <a:pt x="769" y="1759"/>
                  <a:pt x="773" y="1732"/>
                  <a:pt x="792" y="1716"/>
                </a:cubicBezTo>
                <a:cubicBezTo>
                  <a:pt x="796" y="1712"/>
                  <a:pt x="801" y="1709"/>
                  <a:pt x="805" y="1705"/>
                </a:cubicBezTo>
                <a:cubicBezTo>
                  <a:pt x="809" y="1701"/>
                  <a:pt x="813" y="1697"/>
                  <a:pt x="817" y="1692"/>
                </a:cubicBezTo>
                <a:cubicBezTo>
                  <a:pt x="821" y="1689"/>
                  <a:pt x="826" y="1688"/>
                  <a:pt x="831" y="1687"/>
                </a:cubicBezTo>
                <a:cubicBezTo>
                  <a:pt x="844" y="1685"/>
                  <a:pt x="859" y="1689"/>
                  <a:pt x="874" y="1692"/>
                </a:cubicBezTo>
                <a:cubicBezTo>
                  <a:pt x="880" y="1693"/>
                  <a:pt x="885" y="1694"/>
                  <a:pt x="890" y="1694"/>
                </a:cubicBezTo>
                <a:cubicBezTo>
                  <a:pt x="933" y="1688"/>
                  <a:pt x="980" y="1679"/>
                  <a:pt x="1024" y="1701"/>
                </a:cubicBezTo>
                <a:cubicBezTo>
                  <a:pt x="1054" y="1719"/>
                  <a:pt x="1028" y="1759"/>
                  <a:pt x="1040" y="1784"/>
                </a:cubicBezTo>
                <a:cubicBezTo>
                  <a:pt x="1042" y="1788"/>
                  <a:pt x="1045" y="1791"/>
                  <a:pt x="1049" y="1794"/>
                </a:cubicBezTo>
                <a:cubicBezTo>
                  <a:pt x="1056" y="1799"/>
                  <a:pt x="1067" y="1802"/>
                  <a:pt x="1082" y="1801"/>
                </a:cubicBezTo>
                <a:cubicBezTo>
                  <a:pt x="1087" y="1801"/>
                  <a:pt x="1092" y="1802"/>
                  <a:pt x="1096" y="1802"/>
                </a:cubicBezTo>
                <a:cubicBezTo>
                  <a:pt x="1125" y="1801"/>
                  <a:pt x="1153" y="1799"/>
                  <a:pt x="1181" y="1799"/>
                </a:cubicBezTo>
                <a:cubicBezTo>
                  <a:pt x="1185" y="1799"/>
                  <a:pt x="1190" y="1800"/>
                  <a:pt x="1195" y="1799"/>
                </a:cubicBezTo>
                <a:cubicBezTo>
                  <a:pt x="1226" y="1799"/>
                  <a:pt x="1257" y="1784"/>
                  <a:pt x="1289" y="1776"/>
                </a:cubicBezTo>
                <a:cubicBezTo>
                  <a:pt x="1295" y="1773"/>
                  <a:pt x="1301" y="1770"/>
                  <a:pt x="1307" y="1767"/>
                </a:cubicBezTo>
                <a:cubicBezTo>
                  <a:pt x="1338" y="1751"/>
                  <a:pt x="1366" y="1730"/>
                  <a:pt x="1389" y="1704"/>
                </a:cubicBezTo>
                <a:cubicBezTo>
                  <a:pt x="1392" y="1701"/>
                  <a:pt x="1395" y="1697"/>
                  <a:pt x="1398" y="1693"/>
                </a:cubicBezTo>
                <a:cubicBezTo>
                  <a:pt x="1416" y="1670"/>
                  <a:pt x="1433" y="1648"/>
                  <a:pt x="1438" y="1621"/>
                </a:cubicBezTo>
                <a:cubicBezTo>
                  <a:pt x="1440" y="1616"/>
                  <a:pt x="1441" y="1611"/>
                  <a:pt x="1443" y="1606"/>
                </a:cubicBezTo>
                <a:cubicBezTo>
                  <a:pt x="1456" y="1564"/>
                  <a:pt x="1469" y="1524"/>
                  <a:pt x="1510" y="1505"/>
                </a:cubicBezTo>
                <a:cubicBezTo>
                  <a:pt x="1514" y="1502"/>
                  <a:pt x="1518" y="1498"/>
                  <a:pt x="1521" y="1495"/>
                </a:cubicBezTo>
                <a:cubicBezTo>
                  <a:pt x="1532" y="1484"/>
                  <a:pt x="1542" y="1472"/>
                  <a:pt x="1551" y="1457"/>
                </a:cubicBezTo>
                <a:cubicBezTo>
                  <a:pt x="1553" y="1454"/>
                  <a:pt x="1556" y="1450"/>
                  <a:pt x="1558" y="1446"/>
                </a:cubicBezTo>
                <a:cubicBezTo>
                  <a:pt x="1593" y="1409"/>
                  <a:pt x="1610" y="1373"/>
                  <a:pt x="1621" y="1320"/>
                </a:cubicBezTo>
                <a:cubicBezTo>
                  <a:pt x="1623" y="1315"/>
                  <a:pt x="1626" y="1310"/>
                  <a:pt x="1630" y="1305"/>
                </a:cubicBezTo>
                <a:cubicBezTo>
                  <a:pt x="1643" y="1287"/>
                  <a:pt x="1661" y="1275"/>
                  <a:pt x="1682" y="1269"/>
                </a:cubicBezTo>
                <a:cubicBezTo>
                  <a:pt x="1686" y="1268"/>
                  <a:pt x="1691" y="1267"/>
                  <a:pt x="1696" y="1266"/>
                </a:cubicBezTo>
                <a:cubicBezTo>
                  <a:pt x="1724" y="1260"/>
                  <a:pt x="1752" y="1260"/>
                  <a:pt x="1780" y="1261"/>
                </a:cubicBezTo>
                <a:cubicBezTo>
                  <a:pt x="1786" y="1261"/>
                  <a:pt x="1791" y="1261"/>
                  <a:pt x="1797" y="1261"/>
                </a:cubicBezTo>
                <a:cubicBezTo>
                  <a:pt x="1807" y="1263"/>
                  <a:pt x="1817" y="1263"/>
                  <a:pt x="1827" y="1262"/>
                </a:cubicBezTo>
                <a:cubicBezTo>
                  <a:pt x="1832" y="1261"/>
                  <a:pt x="1837" y="1260"/>
                  <a:pt x="1842" y="1259"/>
                </a:cubicBezTo>
                <a:cubicBezTo>
                  <a:pt x="1869" y="1249"/>
                  <a:pt x="1890" y="1240"/>
                  <a:pt x="1916" y="1230"/>
                </a:cubicBezTo>
                <a:cubicBezTo>
                  <a:pt x="1917" y="1229"/>
                  <a:pt x="1918" y="1228"/>
                  <a:pt x="1918" y="1227"/>
                </a:cubicBezTo>
                <a:moveTo>
                  <a:pt x="4382" y="2179"/>
                </a:moveTo>
                <a:cubicBezTo>
                  <a:pt x="4370" y="2189"/>
                  <a:pt x="4375" y="2206"/>
                  <a:pt x="4376" y="2219"/>
                </a:cubicBezTo>
                <a:cubicBezTo>
                  <a:pt x="4378" y="2224"/>
                  <a:pt x="4380" y="2228"/>
                  <a:pt x="4383" y="2233"/>
                </a:cubicBezTo>
                <a:cubicBezTo>
                  <a:pt x="4422" y="2277"/>
                  <a:pt x="4482" y="2259"/>
                  <a:pt x="4534" y="2277"/>
                </a:cubicBezTo>
                <a:cubicBezTo>
                  <a:pt x="4452" y="2304"/>
                  <a:pt x="4357" y="2277"/>
                  <a:pt x="4310" y="2203"/>
                </a:cubicBezTo>
                <a:cubicBezTo>
                  <a:pt x="4307" y="2200"/>
                  <a:pt x="4305" y="2196"/>
                  <a:pt x="4302" y="2192"/>
                </a:cubicBezTo>
                <a:cubicBezTo>
                  <a:pt x="4290" y="2173"/>
                  <a:pt x="4275" y="2153"/>
                  <a:pt x="4255" y="2144"/>
                </a:cubicBezTo>
                <a:cubicBezTo>
                  <a:pt x="4253" y="2143"/>
                  <a:pt x="4252" y="2142"/>
                  <a:pt x="4250" y="2141"/>
                </a:cubicBezTo>
                <a:cubicBezTo>
                  <a:pt x="4237" y="2135"/>
                  <a:pt x="4222" y="2132"/>
                  <a:pt x="4210" y="2123"/>
                </a:cubicBezTo>
                <a:cubicBezTo>
                  <a:pt x="4209" y="2122"/>
                  <a:pt x="4207" y="2121"/>
                  <a:pt x="4206" y="2121"/>
                </a:cubicBezTo>
                <a:cubicBezTo>
                  <a:pt x="4204" y="2119"/>
                  <a:pt x="4202" y="2117"/>
                  <a:pt x="4200" y="2116"/>
                </a:cubicBezTo>
                <a:cubicBezTo>
                  <a:pt x="4196" y="2113"/>
                  <a:pt x="4193" y="2109"/>
                  <a:pt x="4190" y="2106"/>
                </a:cubicBezTo>
                <a:cubicBezTo>
                  <a:pt x="4189" y="2105"/>
                  <a:pt x="4189" y="2104"/>
                  <a:pt x="4188" y="2103"/>
                </a:cubicBezTo>
                <a:cubicBezTo>
                  <a:pt x="4184" y="2096"/>
                  <a:pt x="4181" y="2089"/>
                  <a:pt x="4180" y="2082"/>
                </a:cubicBezTo>
                <a:cubicBezTo>
                  <a:pt x="4180" y="2078"/>
                  <a:pt x="4179" y="2074"/>
                  <a:pt x="4179" y="2071"/>
                </a:cubicBezTo>
                <a:cubicBezTo>
                  <a:pt x="4181" y="2067"/>
                  <a:pt x="4184" y="2063"/>
                  <a:pt x="4186" y="2059"/>
                </a:cubicBezTo>
                <a:cubicBezTo>
                  <a:pt x="4237" y="2025"/>
                  <a:pt x="4202" y="1976"/>
                  <a:pt x="4193" y="1927"/>
                </a:cubicBezTo>
                <a:cubicBezTo>
                  <a:pt x="4189" y="1905"/>
                  <a:pt x="4159" y="1909"/>
                  <a:pt x="4142" y="1896"/>
                </a:cubicBezTo>
                <a:cubicBezTo>
                  <a:pt x="4137" y="1892"/>
                  <a:pt x="4133" y="1888"/>
                  <a:pt x="4129" y="1883"/>
                </a:cubicBezTo>
                <a:cubicBezTo>
                  <a:pt x="4126" y="1879"/>
                  <a:pt x="4123" y="1874"/>
                  <a:pt x="4120" y="1869"/>
                </a:cubicBezTo>
                <a:cubicBezTo>
                  <a:pt x="4105" y="1847"/>
                  <a:pt x="4090" y="1825"/>
                  <a:pt x="4075" y="1803"/>
                </a:cubicBezTo>
                <a:cubicBezTo>
                  <a:pt x="4072" y="1799"/>
                  <a:pt x="4069" y="1794"/>
                  <a:pt x="4066" y="1790"/>
                </a:cubicBezTo>
                <a:cubicBezTo>
                  <a:pt x="4042" y="1745"/>
                  <a:pt x="4008" y="1723"/>
                  <a:pt x="3960" y="1719"/>
                </a:cubicBezTo>
                <a:cubicBezTo>
                  <a:pt x="3955" y="1718"/>
                  <a:pt x="3951" y="1718"/>
                  <a:pt x="3946" y="1717"/>
                </a:cubicBezTo>
                <a:cubicBezTo>
                  <a:pt x="3930" y="1714"/>
                  <a:pt x="3917" y="1706"/>
                  <a:pt x="3902" y="1708"/>
                </a:cubicBezTo>
                <a:cubicBezTo>
                  <a:pt x="3897" y="1707"/>
                  <a:pt x="3892" y="1706"/>
                  <a:pt x="3887" y="1706"/>
                </a:cubicBezTo>
                <a:cubicBezTo>
                  <a:pt x="3867" y="1703"/>
                  <a:pt x="3848" y="1701"/>
                  <a:pt x="3828" y="1701"/>
                </a:cubicBezTo>
                <a:cubicBezTo>
                  <a:pt x="3822" y="1700"/>
                  <a:pt x="3817" y="1700"/>
                  <a:pt x="3811" y="1700"/>
                </a:cubicBezTo>
                <a:cubicBezTo>
                  <a:pt x="3771" y="1701"/>
                  <a:pt x="3732" y="1710"/>
                  <a:pt x="3701" y="1735"/>
                </a:cubicBezTo>
                <a:cubicBezTo>
                  <a:pt x="3697" y="1738"/>
                  <a:pt x="3693" y="1742"/>
                  <a:pt x="3689" y="1745"/>
                </a:cubicBezTo>
                <a:cubicBezTo>
                  <a:pt x="3685" y="1749"/>
                  <a:pt x="3680" y="1754"/>
                  <a:pt x="3676" y="1759"/>
                </a:cubicBezTo>
                <a:cubicBezTo>
                  <a:pt x="3659" y="1794"/>
                  <a:pt x="3624" y="1812"/>
                  <a:pt x="3603" y="1843"/>
                </a:cubicBezTo>
                <a:cubicBezTo>
                  <a:pt x="3592" y="1856"/>
                  <a:pt x="3592" y="1873"/>
                  <a:pt x="3592" y="1889"/>
                </a:cubicBezTo>
                <a:cubicBezTo>
                  <a:pt x="3592" y="1895"/>
                  <a:pt x="3592" y="1900"/>
                  <a:pt x="3591" y="1905"/>
                </a:cubicBezTo>
                <a:cubicBezTo>
                  <a:pt x="3590" y="1914"/>
                  <a:pt x="3585" y="1923"/>
                  <a:pt x="3581" y="1927"/>
                </a:cubicBezTo>
                <a:cubicBezTo>
                  <a:pt x="3577" y="1930"/>
                  <a:pt x="3572" y="1933"/>
                  <a:pt x="3568" y="1935"/>
                </a:cubicBezTo>
                <a:cubicBezTo>
                  <a:pt x="3564" y="1936"/>
                  <a:pt x="3560" y="1937"/>
                  <a:pt x="3557" y="1938"/>
                </a:cubicBezTo>
                <a:cubicBezTo>
                  <a:pt x="3552" y="1941"/>
                  <a:pt x="3547" y="1943"/>
                  <a:pt x="3542" y="1946"/>
                </a:cubicBezTo>
                <a:cubicBezTo>
                  <a:pt x="3537" y="1948"/>
                  <a:pt x="3533" y="1950"/>
                  <a:pt x="3528" y="1952"/>
                </a:cubicBezTo>
                <a:cubicBezTo>
                  <a:pt x="3503" y="1958"/>
                  <a:pt x="3490" y="1985"/>
                  <a:pt x="3495" y="2011"/>
                </a:cubicBezTo>
                <a:cubicBezTo>
                  <a:pt x="3496" y="2017"/>
                  <a:pt x="3499" y="2023"/>
                  <a:pt x="3502" y="2028"/>
                </a:cubicBezTo>
                <a:cubicBezTo>
                  <a:pt x="3519" y="2053"/>
                  <a:pt x="3553" y="2071"/>
                  <a:pt x="3539" y="2103"/>
                </a:cubicBezTo>
                <a:cubicBezTo>
                  <a:pt x="3538" y="2108"/>
                  <a:pt x="3537" y="2112"/>
                  <a:pt x="3536" y="2117"/>
                </a:cubicBezTo>
                <a:cubicBezTo>
                  <a:pt x="3533" y="2123"/>
                  <a:pt x="3531" y="2129"/>
                  <a:pt x="3529" y="2135"/>
                </a:cubicBezTo>
                <a:cubicBezTo>
                  <a:pt x="3523" y="2139"/>
                  <a:pt x="3518" y="2143"/>
                  <a:pt x="3513" y="2148"/>
                </a:cubicBezTo>
                <a:cubicBezTo>
                  <a:pt x="3508" y="2152"/>
                  <a:pt x="3503" y="2156"/>
                  <a:pt x="3499" y="2161"/>
                </a:cubicBezTo>
                <a:cubicBezTo>
                  <a:pt x="3480" y="2192"/>
                  <a:pt x="3468" y="2232"/>
                  <a:pt x="3477" y="2264"/>
                </a:cubicBezTo>
                <a:cubicBezTo>
                  <a:pt x="3479" y="2269"/>
                  <a:pt x="3481" y="2275"/>
                  <a:pt x="3484" y="2279"/>
                </a:cubicBezTo>
                <a:cubicBezTo>
                  <a:pt x="3486" y="2295"/>
                  <a:pt x="3508" y="2295"/>
                  <a:pt x="3508" y="2308"/>
                </a:cubicBezTo>
                <a:cubicBezTo>
                  <a:pt x="3508" y="2344"/>
                  <a:pt x="3512" y="2375"/>
                  <a:pt x="3524" y="2412"/>
                </a:cubicBezTo>
                <a:cubicBezTo>
                  <a:pt x="3526" y="2418"/>
                  <a:pt x="3527" y="2424"/>
                  <a:pt x="3529" y="2429"/>
                </a:cubicBezTo>
                <a:cubicBezTo>
                  <a:pt x="3530" y="2435"/>
                  <a:pt x="3532" y="2441"/>
                  <a:pt x="3533" y="2447"/>
                </a:cubicBezTo>
                <a:cubicBezTo>
                  <a:pt x="3534" y="2452"/>
                  <a:pt x="3535" y="2458"/>
                  <a:pt x="3536" y="2464"/>
                </a:cubicBezTo>
                <a:cubicBezTo>
                  <a:pt x="3538" y="2499"/>
                  <a:pt x="3542" y="2534"/>
                  <a:pt x="3529" y="2570"/>
                </a:cubicBezTo>
                <a:cubicBezTo>
                  <a:pt x="3527" y="2575"/>
                  <a:pt x="3524" y="2579"/>
                  <a:pt x="3521" y="2584"/>
                </a:cubicBezTo>
                <a:cubicBezTo>
                  <a:pt x="3504" y="2606"/>
                  <a:pt x="3476" y="2621"/>
                  <a:pt x="3492" y="2656"/>
                </a:cubicBezTo>
                <a:cubicBezTo>
                  <a:pt x="3494" y="2660"/>
                  <a:pt x="3496" y="2663"/>
                  <a:pt x="3499" y="2667"/>
                </a:cubicBezTo>
                <a:cubicBezTo>
                  <a:pt x="3506" y="2678"/>
                  <a:pt x="3516" y="2688"/>
                  <a:pt x="3519" y="2701"/>
                </a:cubicBezTo>
                <a:cubicBezTo>
                  <a:pt x="3520" y="2708"/>
                  <a:pt x="3521" y="2715"/>
                  <a:pt x="3520" y="2722"/>
                </a:cubicBezTo>
                <a:cubicBezTo>
                  <a:pt x="3520" y="2743"/>
                  <a:pt x="3516" y="2765"/>
                  <a:pt x="3508" y="2787"/>
                </a:cubicBezTo>
                <a:cubicBezTo>
                  <a:pt x="3497" y="2764"/>
                  <a:pt x="3486" y="2741"/>
                  <a:pt x="3474" y="2719"/>
                </a:cubicBezTo>
                <a:cubicBezTo>
                  <a:pt x="3472" y="2714"/>
                  <a:pt x="3470" y="2710"/>
                  <a:pt x="3467" y="2706"/>
                </a:cubicBezTo>
                <a:cubicBezTo>
                  <a:pt x="3459" y="2693"/>
                  <a:pt x="3449" y="2681"/>
                  <a:pt x="3440" y="2668"/>
                </a:cubicBezTo>
                <a:cubicBezTo>
                  <a:pt x="3437" y="2664"/>
                  <a:pt x="3434" y="2660"/>
                  <a:pt x="3431" y="2656"/>
                </a:cubicBezTo>
                <a:cubicBezTo>
                  <a:pt x="3427" y="2652"/>
                  <a:pt x="3423" y="2647"/>
                  <a:pt x="3420" y="2642"/>
                </a:cubicBezTo>
                <a:cubicBezTo>
                  <a:pt x="3416" y="2637"/>
                  <a:pt x="3414" y="2632"/>
                  <a:pt x="3412" y="2627"/>
                </a:cubicBezTo>
                <a:cubicBezTo>
                  <a:pt x="3410" y="2623"/>
                  <a:pt x="3407" y="2617"/>
                  <a:pt x="3405" y="2612"/>
                </a:cubicBezTo>
                <a:cubicBezTo>
                  <a:pt x="3403" y="2606"/>
                  <a:pt x="3402" y="2601"/>
                  <a:pt x="3404" y="2596"/>
                </a:cubicBezTo>
                <a:cubicBezTo>
                  <a:pt x="3452" y="2556"/>
                  <a:pt x="3499" y="2499"/>
                  <a:pt x="3439" y="2446"/>
                </a:cubicBezTo>
                <a:cubicBezTo>
                  <a:pt x="3434" y="2437"/>
                  <a:pt x="3434" y="2423"/>
                  <a:pt x="3433" y="2414"/>
                </a:cubicBezTo>
                <a:cubicBezTo>
                  <a:pt x="3433" y="2409"/>
                  <a:pt x="3433" y="2405"/>
                  <a:pt x="3432" y="2401"/>
                </a:cubicBezTo>
                <a:cubicBezTo>
                  <a:pt x="3431" y="2398"/>
                  <a:pt x="3429" y="2395"/>
                  <a:pt x="3426" y="2392"/>
                </a:cubicBezTo>
                <a:cubicBezTo>
                  <a:pt x="3383" y="2357"/>
                  <a:pt x="3340" y="2273"/>
                  <a:pt x="3381" y="2227"/>
                </a:cubicBezTo>
                <a:cubicBezTo>
                  <a:pt x="3384" y="2222"/>
                  <a:pt x="3387" y="2217"/>
                  <a:pt x="3389" y="2213"/>
                </a:cubicBezTo>
                <a:cubicBezTo>
                  <a:pt x="3414" y="2160"/>
                  <a:pt x="3376" y="2087"/>
                  <a:pt x="3334" y="2037"/>
                </a:cubicBezTo>
                <a:cubicBezTo>
                  <a:pt x="3329" y="2033"/>
                  <a:pt x="3324" y="2029"/>
                  <a:pt x="3319" y="2025"/>
                </a:cubicBezTo>
                <a:cubicBezTo>
                  <a:pt x="3292" y="2004"/>
                  <a:pt x="3259" y="1989"/>
                  <a:pt x="3231" y="1981"/>
                </a:cubicBezTo>
                <a:cubicBezTo>
                  <a:pt x="3226" y="1980"/>
                  <a:pt x="3221" y="1979"/>
                  <a:pt x="3217" y="1978"/>
                </a:cubicBezTo>
                <a:cubicBezTo>
                  <a:pt x="3194" y="1973"/>
                  <a:pt x="3170" y="1968"/>
                  <a:pt x="3151" y="1956"/>
                </a:cubicBezTo>
                <a:cubicBezTo>
                  <a:pt x="3148" y="1952"/>
                  <a:pt x="3146" y="1949"/>
                  <a:pt x="3143" y="1946"/>
                </a:cubicBezTo>
                <a:cubicBezTo>
                  <a:pt x="3129" y="1930"/>
                  <a:pt x="3114" y="1916"/>
                  <a:pt x="3099" y="1905"/>
                </a:cubicBezTo>
                <a:cubicBezTo>
                  <a:pt x="3094" y="1902"/>
                  <a:pt x="3089" y="1899"/>
                  <a:pt x="3084" y="1897"/>
                </a:cubicBezTo>
                <a:cubicBezTo>
                  <a:pt x="3025" y="1847"/>
                  <a:pt x="2973" y="1874"/>
                  <a:pt x="2928" y="1928"/>
                </a:cubicBezTo>
                <a:cubicBezTo>
                  <a:pt x="2925" y="1930"/>
                  <a:pt x="2921" y="1933"/>
                  <a:pt x="2918" y="1935"/>
                </a:cubicBezTo>
                <a:cubicBezTo>
                  <a:pt x="2912" y="1940"/>
                  <a:pt x="2907" y="1946"/>
                  <a:pt x="2901" y="1953"/>
                </a:cubicBezTo>
                <a:cubicBezTo>
                  <a:pt x="2896" y="1953"/>
                  <a:pt x="2890" y="1953"/>
                  <a:pt x="2885" y="1953"/>
                </a:cubicBezTo>
                <a:cubicBezTo>
                  <a:pt x="2864" y="1951"/>
                  <a:pt x="2844" y="1943"/>
                  <a:pt x="2825" y="1924"/>
                </a:cubicBezTo>
                <a:cubicBezTo>
                  <a:pt x="2821" y="1921"/>
                  <a:pt x="2816" y="1917"/>
                  <a:pt x="2811" y="1913"/>
                </a:cubicBezTo>
                <a:cubicBezTo>
                  <a:pt x="2802" y="1906"/>
                  <a:pt x="2793" y="1898"/>
                  <a:pt x="2785" y="1891"/>
                </a:cubicBezTo>
                <a:cubicBezTo>
                  <a:pt x="2779" y="1889"/>
                  <a:pt x="2774" y="1887"/>
                  <a:pt x="2767" y="1886"/>
                </a:cubicBezTo>
                <a:cubicBezTo>
                  <a:pt x="2763" y="1884"/>
                  <a:pt x="2758" y="1882"/>
                  <a:pt x="2754" y="1879"/>
                </a:cubicBezTo>
                <a:cubicBezTo>
                  <a:pt x="2736" y="1869"/>
                  <a:pt x="2720" y="1854"/>
                  <a:pt x="2704" y="1834"/>
                </a:cubicBezTo>
                <a:cubicBezTo>
                  <a:pt x="2698" y="1832"/>
                  <a:pt x="2692" y="1830"/>
                  <a:pt x="2687" y="1827"/>
                </a:cubicBezTo>
                <a:cubicBezTo>
                  <a:pt x="2647" y="1809"/>
                  <a:pt x="2610" y="1786"/>
                  <a:pt x="2576" y="1756"/>
                </a:cubicBezTo>
                <a:cubicBezTo>
                  <a:pt x="2619" y="1771"/>
                  <a:pt x="2665" y="1794"/>
                  <a:pt x="2710" y="1801"/>
                </a:cubicBezTo>
                <a:cubicBezTo>
                  <a:pt x="2714" y="1802"/>
                  <a:pt x="2719" y="1802"/>
                  <a:pt x="2724" y="1803"/>
                </a:cubicBezTo>
                <a:cubicBezTo>
                  <a:pt x="2777" y="1807"/>
                  <a:pt x="2828" y="1843"/>
                  <a:pt x="2878" y="1844"/>
                </a:cubicBezTo>
                <a:cubicBezTo>
                  <a:pt x="2884" y="1844"/>
                  <a:pt x="2890" y="1844"/>
                  <a:pt x="2895" y="1843"/>
                </a:cubicBezTo>
                <a:cubicBezTo>
                  <a:pt x="2917" y="1812"/>
                  <a:pt x="2887" y="1754"/>
                  <a:pt x="2943" y="1754"/>
                </a:cubicBezTo>
                <a:cubicBezTo>
                  <a:pt x="2995" y="1759"/>
                  <a:pt x="3025" y="1808"/>
                  <a:pt x="3070" y="1827"/>
                </a:cubicBezTo>
                <a:cubicBezTo>
                  <a:pt x="3075" y="1828"/>
                  <a:pt x="3081" y="1829"/>
                  <a:pt x="3086" y="1828"/>
                </a:cubicBezTo>
                <a:cubicBezTo>
                  <a:pt x="3097" y="1827"/>
                  <a:pt x="3107" y="1822"/>
                  <a:pt x="3115" y="1812"/>
                </a:cubicBezTo>
                <a:cubicBezTo>
                  <a:pt x="3120" y="1808"/>
                  <a:pt x="3124" y="1806"/>
                  <a:pt x="3128" y="1805"/>
                </a:cubicBezTo>
                <a:cubicBezTo>
                  <a:pt x="3148" y="1801"/>
                  <a:pt x="3169" y="1822"/>
                  <a:pt x="3192" y="1836"/>
                </a:cubicBezTo>
                <a:cubicBezTo>
                  <a:pt x="3197" y="1838"/>
                  <a:pt x="3201" y="1841"/>
                  <a:pt x="3206" y="1843"/>
                </a:cubicBezTo>
                <a:cubicBezTo>
                  <a:pt x="3212" y="1845"/>
                  <a:pt x="3218" y="1846"/>
                  <a:pt x="3223" y="1848"/>
                </a:cubicBezTo>
                <a:cubicBezTo>
                  <a:pt x="3253" y="1861"/>
                  <a:pt x="3266" y="1892"/>
                  <a:pt x="3275" y="1923"/>
                </a:cubicBezTo>
                <a:cubicBezTo>
                  <a:pt x="3279" y="1932"/>
                  <a:pt x="3292" y="1936"/>
                  <a:pt x="3301" y="1940"/>
                </a:cubicBezTo>
                <a:cubicBezTo>
                  <a:pt x="3307" y="1943"/>
                  <a:pt x="3314" y="1940"/>
                  <a:pt x="3320" y="1938"/>
                </a:cubicBezTo>
                <a:cubicBezTo>
                  <a:pt x="3365" y="1927"/>
                  <a:pt x="3413" y="1980"/>
                  <a:pt x="3456" y="1940"/>
                </a:cubicBezTo>
                <a:cubicBezTo>
                  <a:pt x="3456" y="1945"/>
                  <a:pt x="3460" y="1949"/>
                  <a:pt x="3460" y="1954"/>
                </a:cubicBezTo>
                <a:cubicBezTo>
                  <a:pt x="3482" y="1927"/>
                  <a:pt x="3490" y="1892"/>
                  <a:pt x="3500" y="1860"/>
                </a:cubicBezTo>
                <a:cubicBezTo>
                  <a:pt x="3501" y="1856"/>
                  <a:pt x="3503" y="1851"/>
                  <a:pt x="3504" y="1846"/>
                </a:cubicBezTo>
                <a:cubicBezTo>
                  <a:pt x="3510" y="1826"/>
                  <a:pt x="3515" y="1807"/>
                  <a:pt x="3524" y="1791"/>
                </a:cubicBezTo>
                <a:cubicBezTo>
                  <a:pt x="3528" y="1785"/>
                  <a:pt x="3532" y="1781"/>
                  <a:pt x="3537" y="1777"/>
                </a:cubicBezTo>
                <a:cubicBezTo>
                  <a:pt x="3539" y="1772"/>
                  <a:pt x="3542" y="1767"/>
                  <a:pt x="3544" y="1762"/>
                </a:cubicBezTo>
                <a:cubicBezTo>
                  <a:pt x="3557" y="1737"/>
                  <a:pt x="3568" y="1712"/>
                  <a:pt x="3584" y="1689"/>
                </a:cubicBezTo>
                <a:cubicBezTo>
                  <a:pt x="3587" y="1684"/>
                  <a:pt x="3590" y="1680"/>
                  <a:pt x="3594" y="1675"/>
                </a:cubicBezTo>
                <a:cubicBezTo>
                  <a:pt x="3628" y="1644"/>
                  <a:pt x="3680" y="1670"/>
                  <a:pt x="3706" y="1639"/>
                </a:cubicBezTo>
                <a:cubicBezTo>
                  <a:pt x="3745" y="1599"/>
                  <a:pt x="3663" y="1577"/>
                  <a:pt x="3641" y="1551"/>
                </a:cubicBezTo>
                <a:cubicBezTo>
                  <a:pt x="3637" y="1544"/>
                  <a:pt x="3636" y="1536"/>
                  <a:pt x="3638" y="1529"/>
                </a:cubicBezTo>
                <a:cubicBezTo>
                  <a:pt x="3640" y="1521"/>
                  <a:pt x="3645" y="1514"/>
                  <a:pt x="3653" y="1509"/>
                </a:cubicBezTo>
                <a:cubicBezTo>
                  <a:pt x="3672" y="1484"/>
                  <a:pt x="3706" y="1475"/>
                  <a:pt x="3736" y="1475"/>
                </a:cubicBezTo>
                <a:cubicBezTo>
                  <a:pt x="3736" y="1453"/>
                  <a:pt x="3723" y="1431"/>
                  <a:pt x="3700" y="1423"/>
                </a:cubicBezTo>
                <a:cubicBezTo>
                  <a:pt x="3694" y="1420"/>
                  <a:pt x="3689" y="1417"/>
                  <a:pt x="3683" y="1415"/>
                </a:cubicBezTo>
                <a:cubicBezTo>
                  <a:pt x="3657" y="1402"/>
                  <a:pt x="3631" y="1389"/>
                  <a:pt x="3616" y="1360"/>
                </a:cubicBezTo>
                <a:cubicBezTo>
                  <a:pt x="3613" y="1356"/>
                  <a:pt x="3612" y="1351"/>
                  <a:pt x="3612" y="1346"/>
                </a:cubicBezTo>
                <a:cubicBezTo>
                  <a:pt x="3611" y="1326"/>
                  <a:pt x="3628" y="1305"/>
                  <a:pt x="3628" y="1285"/>
                </a:cubicBezTo>
                <a:cubicBezTo>
                  <a:pt x="3628" y="1249"/>
                  <a:pt x="3564" y="1254"/>
                  <a:pt x="3546" y="1213"/>
                </a:cubicBezTo>
                <a:cubicBezTo>
                  <a:pt x="3544" y="1208"/>
                  <a:pt x="3543" y="1203"/>
                  <a:pt x="3541" y="1198"/>
                </a:cubicBezTo>
                <a:cubicBezTo>
                  <a:pt x="3539" y="1193"/>
                  <a:pt x="3538" y="1189"/>
                  <a:pt x="3535" y="1185"/>
                </a:cubicBezTo>
                <a:cubicBezTo>
                  <a:pt x="3533" y="1179"/>
                  <a:pt x="3530" y="1175"/>
                  <a:pt x="3527" y="1171"/>
                </a:cubicBezTo>
                <a:cubicBezTo>
                  <a:pt x="3490" y="1134"/>
                  <a:pt x="3465" y="1178"/>
                  <a:pt x="3444" y="1203"/>
                </a:cubicBezTo>
                <a:cubicBezTo>
                  <a:pt x="3441" y="1208"/>
                  <a:pt x="3437" y="1213"/>
                  <a:pt x="3433" y="1218"/>
                </a:cubicBezTo>
                <a:cubicBezTo>
                  <a:pt x="3429" y="1222"/>
                  <a:pt x="3425" y="1227"/>
                  <a:pt x="3420" y="1230"/>
                </a:cubicBezTo>
                <a:cubicBezTo>
                  <a:pt x="3416" y="1234"/>
                  <a:pt x="3412" y="1238"/>
                  <a:pt x="3408" y="1244"/>
                </a:cubicBezTo>
                <a:cubicBezTo>
                  <a:pt x="3405" y="1249"/>
                  <a:pt x="3402" y="1255"/>
                  <a:pt x="3400" y="1262"/>
                </a:cubicBezTo>
                <a:cubicBezTo>
                  <a:pt x="3399" y="1266"/>
                  <a:pt x="3396" y="1269"/>
                  <a:pt x="3391" y="1271"/>
                </a:cubicBezTo>
                <a:cubicBezTo>
                  <a:pt x="3387" y="1274"/>
                  <a:pt x="3382" y="1276"/>
                  <a:pt x="3377" y="1276"/>
                </a:cubicBezTo>
                <a:cubicBezTo>
                  <a:pt x="3366" y="1278"/>
                  <a:pt x="3357" y="1276"/>
                  <a:pt x="3357" y="1267"/>
                </a:cubicBezTo>
                <a:cubicBezTo>
                  <a:pt x="3357" y="1250"/>
                  <a:pt x="3354" y="1237"/>
                  <a:pt x="3348" y="1227"/>
                </a:cubicBezTo>
                <a:cubicBezTo>
                  <a:pt x="3346" y="1222"/>
                  <a:pt x="3342" y="1217"/>
                  <a:pt x="3339" y="1213"/>
                </a:cubicBezTo>
                <a:cubicBezTo>
                  <a:pt x="3331" y="1192"/>
                  <a:pt x="3352" y="1165"/>
                  <a:pt x="3340" y="1156"/>
                </a:cubicBezTo>
                <a:cubicBezTo>
                  <a:pt x="3305" y="1116"/>
                  <a:pt x="3245" y="1121"/>
                  <a:pt x="3212" y="1076"/>
                </a:cubicBezTo>
                <a:cubicBezTo>
                  <a:pt x="3209" y="1073"/>
                  <a:pt x="3207" y="1070"/>
                  <a:pt x="3204" y="1067"/>
                </a:cubicBezTo>
                <a:cubicBezTo>
                  <a:pt x="3200" y="1062"/>
                  <a:pt x="3196" y="1058"/>
                  <a:pt x="3192" y="1054"/>
                </a:cubicBezTo>
                <a:cubicBezTo>
                  <a:pt x="3156" y="1045"/>
                  <a:pt x="3129" y="1026"/>
                  <a:pt x="3116" y="1001"/>
                </a:cubicBezTo>
                <a:cubicBezTo>
                  <a:pt x="3114" y="996"/>
                  <a:pt x="3112" y="991"/>
                  <a:pt x="3110" y="985"/>
                </a:cubicBezTo>
                <a:cubicBezTo>
                  <a:pt x="3089" y="952"/>
                  <a:pt x="3141" y="930"/>
                  <a:pt x="3110" y="897"/>
                </a:cubicBezTo>
                <a:cubicBezTo>
                  <a:pt x="3106" y="894"/>
                  <a:pt x="3101" y="892"/>
                  <a:pt x="3097" y="890"/>
                </a:cubicBezTo>
                <a:cubicBezTo>
                  <a:pt x="3045" y="869"/>
                  <a:pt x="2975" y="903"/>
                  <a:pt x="2916" y="900"/>
                </a:cubicBezTo>
                <a:cubicBezTo>
                  <a:pt x="2912" y="901"/>
                  <a:pt x="2907" y="902"/>
                  <a:pt x="2903" y="903"/>
                </a:cubicBezTo>
                <a:cubicBezTo>
                  <a:pt x="2895" y="905"/>
                  <a:pt x="2886" y="906"/>
                  <a:pt x="2877" y="908"/>
                </a:cubicBezTo>
                <a:cubicBezTo>
                  <a:pt x="2872" y="908"/>
                  <a:pt x="2867" y="909"/>
                  <a:pt x="2861" y="909"/>
                </a:cubicBezTo>
                <a:cubicBezTo>
                  <a:pt x="2809" y="904"/>
                  <a:pt x="2770" y="895"/>
                  <a:pt x="2730" y="940"/>
                </a:cubicBezTo>
                <a:cubicBezTo>
                  <a:pt x="2725" y="942"/>
                  <a:pt x="2720" y="943"/>
                  <a:pt x="2715" y="943"/>
                </a:cubicBezTo>
                <a:cubicBezTo>
                  <a:pt x="2700" y="944"/>
                  <a:pt x="2685" y="939"/>
                  <a:pt x="2675" y="926"/>
                </a:cubicBezTo>
                <a:cubicBezTo>
                  <a:pt x="2654" y="899"/>
                  <a:pt x="2637" y="868"/>
                  <a:pt x="2596" y="876"/>
                </a:cubicBezTo>
                <a:cubicBezTo>
                  <a:pt x="2592" y="875"/>
                  <a:pt x="2588" y="873"/>
                  <a:pt x="2585" y="871"/>
                </a:cubicBezTo>
                <a:cubicBezTo>
                  <a:pt x="2581" y="868"/>
                  <a:pt x="2578" y="864"/>
                  <a:pt x="2576" y="859"/>
                </a:cubicBezTo>
                <a:cubicBezTo>
                  <a:pt x="2563" y="833"/>
                  <a:pt x="2611" y="815"/>
                  <a:pt x="2632" y="793"/>
                </a:cubicBezTo>
                <a:cubicBezTo>
                  <a:pt x="2625" y="806"/>
                  <a:pt x="2625" y="816"/>
                  <a:pt x="2629" y="823"/>
                </a:cubicBezTo>
                <a:cubicBezTo>
                  <a:pt x="2631" y="827"/>
                  <a:pt x="2634" y="830"/>
                  <a:pt x="2638" y="832"/>
                </a:cubicBezTo>
                <a:cubicBezTo>
                  <a:pt x="2652" y="839"/>
                  <a:pt x="2668" y="844"/>
                  <a:pt x="2683" y="846"/>
                </a:cubicBezTo>
                <a:cubicBezTo>
                  <a:pt x="2688" y="847"/>
                  <a:pt x="2693" y="847"/>
                  <a:pt x="2698" y="847"/>
                </a:cubicBezTo>
                <a:cubicBezTo>
                  <a:pt x="2734" y="853"/>
                  <a:pt x="2757" y="836"/>
                  <a:pt x="2777" y="814"/>
                </a:cubicBezTo>
                <a:cubicBezTo>
                  <a:pt x="2781" y="809"/>
                  <a:pt x="2785" y="805"/>
                  <a:pt x="2790" y="801"/>
                </a:cubicBezTo>
                <a:cubicBezTo>
                  <a:pt x="2839" y="766"/>
                  <a:pt x="2926" y="815"/>
                  <a:pt x="2913" y="717"/>
                </a:cubicBezTo>
                <a:cubicBezTo>
                  <a:pt x="2908" y="704"/>
                  <a:pt x="2930" y="704"/>
                  <a:pt x="2940" y="698"/>
                </a:cubicBezTo>
                <a:cubicBezTo>
                  <a:pt x="2944" y="697"/>
                  <a:pt x="2948" y="696"/>
                  <a:pt x="2952" y="696"/>
                </a:cubicBezTo>
                <a:cubicBezTo>
                  <a:pt x="2958" y="695"/>
                  <a:pt x="2964" y="694"/>
                  <a:pt x="2970" y="693"/>
                </a:cubicBezTo>
                <a:cubicBezTo>
                  <a:pt x="2976" y="693"/>
                  <a:pt x="2982" y="692"/>
                  <a:pt x="2988" y="691"/>
                </a:cubicBezTo>
                <a:cubicBezTo>
                  <a:pt x="3004" y="687"/>
                  <a:pt x="3022" y="695"/>
                  <a:pt x="3039" y="702"/>
                </a:cubicBezTo>
                <a:cubicBezTo>
                  <a:pt x="3045" y="704"/>
                  <a:pt x="3050" y="706"/>
                  <a:pt x="3056" y="707"/>
                </a:cubicBezTo>
                <a:cubicBezTo>
                  <a:pt x="3067" y="704"/>
                  <a:pt x="3080" y="702"/>
                  <a:pt x="3092" y="699"/>
                </a:cubicBezTo>
                <a:cubicBezTo>
                  <a:pt x="3098" y="698"/>
                  <a:pt x="3105" y="696"/>
                  <a:pt x="3111" y="695"/>
                </a:cubicBezTo>
                <a:cubicBezTo>
                  <a:pt x="3117" y="693"/>
                  <a:pt x="3123" y="691"/>
                  <a:pt x="3129" y="689"/>
                </a:cubicBezTo>
                <a:cubicBezTo>
                  <a:pt x="3136" y="687"/>
                  <a:pt x="3142" y="685"/>
                  <a:pt x="3149" y="682"/>
                </a:cubicBezTo>
                <a:cubicBezTo>
                  <a:pt x="3180" y="660"/>
                  <a:pt x="3245" y="673"/>
                  <a:pt x="3245" y="633"/>
                </a:cubicBezTo>
                <a:cubicBezTo>
                  <a:pt x="3249" y="593"/>
                  <a:pt x="3189" y="585"/>
                  <a:pt x="3155" y="563"/>
                </a:cubicBezTo>
                <a:cubicBezTo>
                  <a:pt x="3150" y="560"/>
                  <a:pt x="3145" y="556"/>
                  <a:pt x="3141" y="553"/>
                </a:cubicBezTo>
                <a:cubicBezTo>
                  <a:pt x="3133" y="545"/>
                  <a:pt x="3128" y="535"/>
                  <a:pt x="3126" y="521"/>
                </a:cubicBezTo>
                <a:cubicBezTo>
                  <a:pt x="3127" y="514"/>
                  <a:pt x="3126" y="507"/>
                  <a:pt x="3125" y="501"/>
                </a:cubicBezTo>
                <a:cubicBezTo>
                  <a:pt x="3116" y="449"/>
                  <a:pt x="3042" y="458"/>
                  <a:pt x="3008" y="431"/>
                </a:cubicBezTo>
                <a:cubicBezTo>
                  <a:pt x="3004" y="428"/>
                  <a:pt x="3000" y="425"/>
                  <a:pt x="2996" y="422"/>
                </a:cubicBezTo>
                <a:cubicBezTo>
                  <a:pt x="2985" y="414"/>
                  <a:pt x="2975" y="406"/>
                  <a:pt x="2967" y="397"/>
                </a:cubicBezTo>
                <a:cubicBezTo>
                  <a:pt x="2964" y="393"/>
                  <a:pt x="2961" y="389"/>
                  <a:pt x="2958" y="385"/>
                </a:cubicBezTo>
                <a:cubicBezTo>
                  <a:pt x="2943" y="376"/>
                  <a:pt x="2956" y="359"/>
                  <a:pt x="2964" y="350"/>
                </a:cubicBezTo>
                <a:cubicBezTo>
                  <a:pt x="2968" y="348"/>
                  <a:pt x="2972" y="347"/>
                  <a:pt x="2976" y="346"/>
                </a:cubicBezTo>
                <a:cubicBezTo>
                  <a:pt x="3029" y="359"/>
                  <a:pt x="3076" y="301"/>
                  <a:pt x="3069" y="247"/>
                </a:cubicBezTo>
                <a:cubicBezTo>
                  <a:pt x="3066" y="242"/>
                  <a:pt x="3063" y="238"/>
                  <a:pt x="3059" y="233"/>
                </a:cubicBezTo>
                <a:cubicBezTo>
                  <a:pt x="3042" y="217"/>
                  <a:pt x="3016" y="203"/>
                  <a:pt x="2991" y="204"/>
                </a:cubicBezTo>
                <a:cubicBezTo>
                  <a:pt x="2987" y="203"/>
                  <a:pt x="2983" y="204"/>
                  <a:pt x="2979" y="204"/>
                </a:cubicBezTo>
                <a:cubicBezTo>
                  <a:pt x="2970" y="204"/>
                  <a:pt x="2962" y="204"/>
                  <a:pt x="2955" y="205"/>
                </a:cubicBezTo>
                <a:cubicBezTo>
                  <a:pt x="2949" y="206"/>
                  <a:pt x="2944" y="209"/>
                  <a:pt x="2938" y="211"/>
                </a:cubicBezTo>
                <a:cubicBezTo>
                  <a:pt x="2922" y="219"/>
                  <a:pt x="2905" y="230"/>
                  <a:pt x="2889" y="233"/>
                </a:cubicBezTo>
                <a:cubicBezTo>
                  <a:pt x="2884" y="235"/>
                  <a:pt x="2879" y="235"/>
                  <a:pt x="2874" y="235"/>
                </a:cubicBezTo>
                <a:cubicBezTo>
                  <a:pt x="2865" y="235"/>
                  <a:pt x="2855" y="233"/>
                  <a:pt x="2845" y="227"/>
                </a:cubicBezTo>
                <a:cubicBezTo>
                  <a:pt x="2840" y="224"/>
                  <a:pt x="2836" y="220"/>
                  <a:pt x="2833" y="215"/>
                </a:cubicBezTo>
                <a:cubicBezTo>
                  <a:pt x="2830" y="210"/>
                  <a:pt x="2828" y="205"/>
                  <a:pt x="2826" y="199"/>
                </a:cubicBezTo>
                <a:cubicBezTo>
                  <a:pt x="2826" y="199"/>
                  <a:pt x="2830" y="198"/>
                  <a:pt x="2834" y="196"/>
                </a:cubicBezTo>
                <a:cubicBezTo>
                  <a:pt x="2838" y="195"/>
                  <a:pt x="2844" y="192"/>
                  <a:pt x="2848" y="190"/>
                </a:cubicBezTo>
                <a:cubicBezTo>
                  <a:pt x="2852" y="186"/>
                  <a:pt x="2855" y="182"/>
                  <a:pt x="2858" y="178"/>
                </a:cubicBezTo>
                <a:cubicBezTo>
                  <a:pt x="2862" y="174"/>
                  <a:pt x="2865" y="169"/>
                  <a:pt x="2868" y="165"/>
                </a:cubicBezTo>
                <a:cubicBezTo>
                  <a:pt x="2887" y="133"/>
                  <a:pt x="2913" y="119"/>
                  <a:pt x="2947" y="119"/>
                </a:cubicBezTo>
                <a:cubicBezTo>
                  <a:pt x="2977" y="119"/>
                  <a:pt x="2973" y="62"/>
                  <a:pt x="3014" y="57"/>
                </a:cubicBezTo>
                <a:cubicBezTo>
                  <a:pt x="3020" y="57"/>
                  <a:pt x="3026" y="58"/>
                  <a:pt x="3032" y="59"/>
                </a:cubicBezTo>
                <a:cubicBezTo>
                  <a:pt x="3059" y="72"/>
                  <a:pt x="3076" y="93"/>
                  <a:pt x="3093" y="116"/>
                </a:cubicBezTo>
                <a:cubicBezTo>
                  <a:pt x="3096" y="120"/>
                  <a:pt x="3099" y="125"/>
                  <a:pt x="3103" y="129"/>
                </a:cubicBezTo>
                <a:cubicBezTo>
                  <a:pt x="3106" y="135"/>
                  <a:pt x="3109" y="141"/>
                  <a:pt x="3112" y="146"/>
                </a:cubicBezTo>
                <a:cubicBezTo>
                  <a:pt x="3115" y="152"/>
                  <a:pt x="3118" y="158"/>
                  <a:pt x="3121" y="164"/>
                </a:cubicBezTo>
                <a:cubicBezTo>
                  <a:pt x="3126" y="173"/>
                  <a:pt x="3131" y="182"/>
                  <a:pt x="3137" y="190"/>
                </a:cubicBezTo>
                <a:cubicBezTo>
                  <a:pt x="3140" y="194"/>
                  <a:pt x="3143" y="198"/>
                  <a:pt x="3147" y="202"/>
                </a:cubicBezTo>
                <a:cubicBezTo>
                  <a:pt x="3184" y="239"/>
                  <a:pt x="3249" y="235"/>
                  <a:pt x="3271" y="288"/>
                </a:cubicBezTo>
                <a:cubicBezTo>
                  <a:pt x="3272" y="293"/>
                  <a:pt x="3272" y="298"/>
                  <a:pt x="3272" y="302"/>
                </a:cubicBezTo>
                <a:cubicBezTo>
                  <a:pt x="3252" y="327"/>
                  <a:pt x="3243" y="354"/>
                  <a:pt x="3245" y="378"/>
                </a:cubicBezTo>
                <a:cubicBezTo>
                  <a:pt x="3246" y="383"/>
                  <a:pt x="3246" y="387"/>
                  <a:pt x="3248" y="392"/>
                </a:cubicBezTo>
                <a:cubicBezTo>
                  <a:pt x="3245" y="474"/>
                  <a:pt x="3340" y="456"/>
                  <a:pt x="3389" y="482"/>
                </a:cubicBezTo>
                <a:cubicBezTo>
                  <a:pt x="3394" y="485"/>
                  <a:pt x="3399" y="487"/>
                  <a:pt x="3404" y="489"/>
                </a:cubicBezTo>
                <a:cubicBezTo>
                  <a:pt x="3452" y="514"/>
                  <a:pt x="3499" y="549"/>
                  <a:pt x="3545" y="576"/>
                </a:cubicBezTo>
                <a:cubicBezTo>
                  <a:pt x="3548" y="579"/>
                  <a:pt x="3551" y="582"/>
                  <a:pt x="3554" y="585"/>
                </a:cubicBezTo>
                <a:cubicBezTo>
                  <a:pt x="3562" y="595"/>
                  <a:pt x="3569" y="607"/>
                  <a:pt x="3574" y="620"/>
                </a:cubicBezTo>
                <a:cubicBezTo>
                  <a:pt x="3577" y="626"/>
                  <a:pt x="3578" y="633"/>
                  <a:pt x="3580" y="639"/>
                </a:cubicBezTo>
                <a:cubicBezTo>
                  <a:pt x="3584" y="686"/>
                  <a:pt x="3570" y="711"/>
                  <a:pt x="3547" y="726"/>
                </a:cubicBezTo>
                <a:cubicBezTo>
                  <a:pt x="3542" y="729"/>
                  <a:pt x="3537" y="731"/>
                  <a:pt x="3531" y="733"/>
                </a:cubicBezTo>
                <a:cubicBezTo>
                  <a:pt x="3478" y="749"/>
                  <a:pt x="3421" y="744"/>
                  <a:pt x="3371" y="751"/>
                </a:cubicBezTo>
                <a:cubicBezTo>
                  <a:pt x="3365" y="752"/>
                  <a:pt x="3358" y="754"/>
                  <a:pt x="3352" y="755"/>
                </a:cubicBezTo>
                <a:cubicBezTo>
                  <a:pt x="3346" y="757"/>
                  <a:pt x="3341" y="759"/>
                  <a:pt x="3335" y="762"/>
                </a:cubicBezTo>
                <a:cubicBezTo>
                  <a:pt x="3330" y="765"/>
                  <a:pt x="3325" y="768"/>
                  <a:pt x="3321" y="772"/>
                </a:cubicBezTo>
                <a:cubicBezTo>
                  <a:pt x="3314" y="778"/>
                  <a:pt x="3309" y="786"/>
                  <a:pt x="3306" y="795"/>
                </a:cubicBezTo>
                <a:cubicBezTo>
                  <a:pt x="3305" y="799"/>
                  <a:pt x="3303" y="804"/>
                  <a:pt x="3303" y="809"/>
                </a:cubicBezTo>
                <a:cubicBezTo>
                  <a:pt x="3304" y="813"/>
                  <a:pt x="3306" y="818"/>
                  <a:pt x="3307" y="823"/>
                </a:cubicBezTo>
                <a:cubicBezTo>
                  <a:pt x="3318" y="864"/>
                  <a:pt x="3249" y="881"/>
                  <a:pt x="3283" y="904"/>
                </a:cubicBezTo>
                <a:cubicBezTo>
                  <a:pt x="3331" y="935"/>
                  <a:pt x="3378" y="952"/>
                  <a:pt x="3434" y="953"/>
                </a:cubicBezTo>
                <a:cubicBezTo>
                  <a:pt x="3441" y="954"/>
                  <a:pt x="3447" y="954"/>
                  <a:pt x="3453" y="954"/>
                </a:cubicBezTo>
                <a:cubicBezTo>
                  <a:pt x="3471" y="955"/>
                  <a:pt x="3488" y="956"/>
                  <a:pt x="3503" y="957"/>
                </a:cubicBezTo>
                <a:cubicBezTo>
                  <a:pt x="3521" y="961"/>
                  <a:pt x="3568" y="957"/>
                  <a:pt x="3559" y="994"/>
                </a:cubicBezTo>
                <a:cubicBezTo>
                  <a:pt x="3557" y="998"/>
                  <a:pt x="3555" y="1002"/>
                  <a:pt x="3552" y="1006"/>
                </a:cubicBezTo>
                <a:cubicBezTo>
                  <a:pt x="3550" y="1010"/>
                  <a:pt x="3548" y="1014"/>
                  <a:pt x="3547" y="1019"/>
                </a:cubicBezTo>
                <a:cubicBezTo>
                  <a:pt x="3585" y="1032"/>
                  <a:pt x="3628" y="1019"/>
                  <a:pt x="3666" y="1020"/>
                </a:cubicBezTo>
                <a:cubicBezTo>
                  <a:pt x="3673" y="1020"/>
                  <a:pt x="3679" y="1020"/>
                  <a:pt x="3685" y="1020"/>
                </a:cubicBezTo>
                <a:cubicBezTo>
                  <a:pt x="3726" y="1022"/>
                  <a:pt x="3764" y="1035"/>
                  <a:pt x="3785" y="1074"/>
                </a:cubicBezTo>
                <a:cubicBezTo>
                  <a:pt x="3790" y="1084"/>
                  <a:pt x="3794" y="1095"/>
                  <a:pt x="3798" y="1107"/>
                </a:cubicBezTo>
                <a:cubicBezTo>
                  <a:pt x="3794" y="1134"/>
                  <a:pt x="3760" y="1149"/>
                  <a:pt x="3751" y="1165"/>
                </a:cubicBezTo>
                <a:cubicBezTo>
                  <a:pt x="3749" y="1169"/>
                  <a:pt x="3748" y="1173"/>
                  <a:pt x="3749" y="1177"/>
                </a:cubicBezTo>
                <a:cubicBezTo>
                  <a:pt x="3797" y="1231"/>
                  <a:pt x="3870" y="1192"/>
                  <a:pt x="3926" y="1227"/>
                </a:cubicBezTo>
                <a:cubicBezTo>
                  <a:pt x="3968" y="1254"/>
                  <a:pt x="3933" y="1292"/>
                  <a:pt x="3924" y="1327"/>
                </a:cubicBezTo>
                <a:cubicBezTo>
                  <a:pt x="3923" y="1332"/>
                  <a:pt x="3922" y="1337"/>
                  <a:pt x="3922" y="1342"/>
                </a:cubicBezTo>
                <a:cubicBezTo>
                  <a:pt x="3952" y="1360"/>
                  <a:pt x="3948" y="1395"/>
                  <a:pt x="3956" y="1426"/>
                </a:cubicBezTo>
                <a:cubicBezTo>
                  <a:pt x="3958" y="1431"/>
                  <a:pt x="3960" y="1434"/>
                  <a:pt x="3964" y="1437"/>
                </a:cubicBezTo>
                <a:cubicBezTo>
                  <a:pt x="3999" y="1449"/>
                  <a:pt x="4004" y="1484"/>
                  <a:pt x="4021" y="1511"/>
                </a:cubicBezTo>
                <a:cubicBezTo>
                  <a:pt x="4024" y="1516"/>
                  <a:pt x="4026" y="1521"/>
                  <a:pt x="4029" y="1526"/>
                </a:cubicBezTo>
                <a:cubicBezTo>
                  <a:pt x="4023" y="1547"/>
                  <a:pt x="4022" y="1565"/>
                  <a:pt x="4025" y="1580"/>
                </a:cubicBezTo>
                <a:cubicBezTo>
                  <a:pt x="4026" y="1586"/>
                  <a:pt x="4027" y="1591"/>
                  <a:pt x="4029" y="1596"/>
                </a:cubicBezTo>
                <a:cubicBezTo>
                  <a:pt x="4042" y="1621"/>
                  <a:pt x="4064" y="1652"/>
                  <a:pt x="4081" y="1675"/>
                </a:cubicBezTo>
                <a:cubicBezTo>
                  <a:pt x="4111" y="1710"/>
                  <a:pt x="4111" y="1768"/>
                  <a:pt x="4166" y="1780"/>
                </a:cubicBezTo>
                <a:cubicBezTo>
                  <a:pt x="4170" y="1783"/>
                  <a:pt x="4175" y="1786"/>
                  <a:pt x="4180" y="1789"/>
                </a:cubicBezTo>
                <a:cubicBezTo>
                  <a:pt x="4202" y="1805"/>
                  <a:pt x="4219" y="1825"/>
                  <a:pt x="4232" y="1854"/>
                </a:cubicBezTo>
                <a:cubicBezTo>
                  <a:pt x="4235" y="1858"/>
                  <a:pt x="4238" y="1863"/>
                  <a:pt x="4241" y="1867"/>
                </a:cubicBezTo>
                <a:cubicBezTo>
                  <a:pt x="4243" y="1870"/>
                  <a:pt x="4246" y="1873"/>
                  <a:pt x="4248" y="1876"/>
                </a:cubicBezTo>
                <a:cubicBezTo>
                  <a:pt x="4258" y="1905"/>
                  <a:pt x="4293" y="1905"/>
                  <a:pt x="4318" y="1918"/>
                </a:cubicBezTo>
                <a:cubicBezTo>
                  <a:pt x="4327" y="1923"/>
                  <a:pt x="4336" y="1932"/>
                  <a:pt x="4336" y="1940"/>
                </a:cubicBezTo>
                <a:cubicBezTo>
                  <a:pt x="4331" y="1971"/>
                  <a:pt x="4306" y="1994"/>
                  <a:pt x="4314" y="2028"/>
                </a:cubicBezTo>
                <a:cubicBezTo>
                  <a:pt x="4313" y="2033"/>
                  <a:pt x="4313" y="2039"/>
                  <a:pt x="4313" y="2044"/>
                </a:cubicBezTo>
                <a:cubicBezTo>
                  <a:pt x="4312" y="2065"/>
                  <a:pt x="4317" y="2086"/>
                  <a:pt x="4331" y="2106"/>
                </a:cubicBezTo>
                <a:cubicBezTo>
                  <a:pt x="4332" y="2107"/>
                  <a:pt x="4333" y="2108"/>
                  <a:pt x="4334" y="2109"/>
                </a:cubicBezTo>
                <a:cubicBezTo>
                  <a:pt x="4362" y="2127"/>
                  <a:pt x="4426" y="2131"/>
                  <a:pt x="4384" y="2175"/>
                </a:cubicBezTo>
                <a:cubicBezTo>
                  <a:pt x="4384" y="2176"/>
                  <a:pt x="4383" y="2178"/>
                  <a:pt x="4382" y="2179"/>
                </a:cubicBezTo>
                <a:moveTo>
                  <a:pt x="5201" y="2678"/>
                </a:moveTo>
                <a:cubicBezTo>
                  <a:pt x="5202" y="2700"/>
                  <a:pt x="5208" y="2718"/>
                  <a:pt x="5218" y="2732"/>
                </a:cubicBezTo>
                <a:cubicBezTo>
                  <a:pt x="5221" y="2737"/>
                  <a:pt x="5225" y="2741"/>
                  <a:pt x="5229" y="2745"/>
                </a:cubicBezTo>
                <a:cubicBezTo>
                  <a:pt x="5233" y="2749"/>
                  <a:pt x="5237" y="2753"/>
                  <a:pt x="5242" y="2757"/>
                </a:cubicBezTo>
                <a:cubicBezTo>
                  <a:pt x="5267" y="2782"/>
                  <a:pt x="5280" y="2818"/>
                  <a:pt x="5319" y="2827"/>
                </a:cubicBezTo>
                <a:cubicBezTo>
                  <a:pt x="5280" y="2840"/>
                  <a:pt x="5254" y="2804"/>
                  <a:pt x="5231" y="2784"/>
                </a:cubicBezTo>
                <a:cubicBezTo>
                  <a:pt x="5225" y="2781"/>
                  <a:pt x="5220" y="2779"/>
                  <a:pt x="5215" y="2776"/>
                </a:cubicBezTo>
                <a:cubicBezTo>
                  <a:pt x="5211" y="2773"/>
                  <a:pt x="5206" y="2769"/>
                  <a:pt x="5202" y="2766"/>
                </a:cubicBezTo>
                <a:cubicBezTo>
                  <a:pt x="5195" y="2758"/>
                  <a:pt x="5188" y="2749"/>
                  <a:pt x="5183" y="2738"/>
                </a:cubicBezTo>
                <a:cubicBezTo>
                  <a:pt x="5180" y="2733"/>
                  <a:pt x="5178" y="2728"/>
                  <a:pt x="5176" y="2722"/>
                </a:cubicBezTo>
                <a:cubicBezTo>
                  <a:pt x="5174" y="2718"/>
                  <a:pt x="5172" y="2714"/>
                  <a:pt x="5170" y="2710"/>
                </a:cubicBezTo>
                <a:cubicBezTo>
                  <a:pt x="5162" y="2689"/>
                  <a:pt x="5156" y="2665"/>
                  <a:pt x="5151" y="2641"/>
                </a:cubicBezTo>
                <a:cubicBezTo>
                  <a:pt x="5142" y="2618"/>
                  <a:pt x="5121" y="2610"/>
                  <a:pt x="5111" y="2587"/>
                </a:cubicBezTo>
                <a:cubicBezTo>
                  <a:pt x="5108" y="2583"/>
                  <a:pt x="5105" y="2579"/>
                  <a:pt x="5102" y="2576"/>
                </a:cubicBezTo>
                <a:cubicBezTo>
                  <a:pt x="5085" y="2558"/>
                  <a:pt x="5061" y="2543"/>
                  <a:pt x="5031" y="2531"/>
                </a:cubicBezTo>
                <a:cubicBezTo>
                  <a:pt x="5027" y="2527"/>
                  <a:pt x="5023" y="2522"/>
                  <a:pt x="5019" y="2518"/>
                </a:cubicBezTo>
                <a:cubicBezTo>
                  <a:pt x="5015" y="2513"/>
                  <a:pt x="5012" y="2508"/>
                  <a:pt x="5009" y="2503"/>
                </a:cubicBezTo>
                <a:cubicBezTo>
                  <a:pt x="4977" y="2455"/>
                  <a:pt x="4992" y="2404"/>
                  <a:pt x="4982" y="2355"/>
                </a:cubicBezTo>
                <a:cubicBezTo>
                  <a:pt x="4981" y="2349"/>
                  <a:pt x="4979" y="2344"/>
                  <a:pt x="4977" y="2339"/>
                </a:cubicBezTo>
                <a:cubicBezTo>
                  <a:pt x="4975" y="2334"/>
                  <a:pt x="4972" y="2328"/>
                  <a:pt x="4969" y="2323"/>
                </a:cubicBezTo>
                <a:cubicBezTo>
                  <a:pt x="4967" y="2317"/>
                  <a:pt x="4964" y="2312"/>
                  <a:pt x="4962" y="2306"/>
                </a:cubicBezTo>
                <a:cubicBezTo>
                  <a:pt x="4942" y="2273"/>
                  <a:pt x="4930" y="2242"/>
                  <a:pt x="4920" y="2207"/>
                </a:cubicBezTo>
                <a:cubicBezTo>
                  <a:pt x="4919" y="2202"/>
                  <a:pt x="4917" y="2197"/>
                  <a:pt x="4916" y="2192"/>
                </a:cubicBezTo>
                <a:cubicBezTo>
                  <a:pt x="4901" y="2166"/>
                  <a:pt x="4914" y="2131"/>
                  <a:pt x="4883" y="2109"/>
                </a:cubicBezTo>
                <a:cubicBezTo>
                  <a:pt x="4845" y="2078"/>
                  <a:pt x="4806" y="2109"/>
                  <a:pt x="4799" y="2147"/>
                </a:cubicBezTo>
                <a:cubicBezTo>
                  <a:pt x="4797" y="2152"/>
                  <a:pt x="4795" y="2157"/>
                  <a:pt x="4793" y="2162"/>
                </a:cubicBezTo>
                <a:cubicBezTo>
                  <a:pt x="4789" y="2173"/>
                  <a:pt x="4783" y="2184"/>
                  <a:pt x="4776" y="2194"/>
                </a:cubicBezTo>
                <a:cubicBezTo>
                  <a:pt x="4774" y="2197"/>
                  <a:pt x="4771" y="2200"/>
                  <a:pt x="4769" y="2202"/>
                </a:cubicBezTo>
                <a:cubicBezTo>
                  <a:pt x="4745" y="2228"/>
                  <a:pt x="4702" y="2206"/>
                  <a:pt x="4685" y="2180"/>
                </a:cubicBezTo>
                <a:cubicBezTo>
                  <a:pt x="4715" y="2175"/>
                  <a:pt x="4745" y="2166"/>
                  <a:pt x="4756" y="2134"/>
                </a:cubicBezTo>
                <a:cubicBezTo>
                  <a:pt x="4758" y="2129"/>
                  <a:pt x="4760" y="2124"/>
                  <a:pt x="4761" y="2119"/>
                </a:cubicBezTo>
                <a:cubicBezTo>
                  <a:pt x="4762" y="2088"/>
                  <a:pt x="4758" y="2045"/>
                  <a:pt x="4777" y="2028"/>
                </a:cubicBezTo>
                <a:cubicBezTo>
                  <a:pt x="4780" y="2025"/>
                  <a:pt x="4784" y="2023"/>
                  <a:pt x="4789" y="2021"/>
                </a:cubicBezTo>
                <a:cubicBezTo>
                  <a:pt x="4819" y="2019"/>
                  <a:pt x="4854" y="2016"/>
                  <a:pt x="4885" y="2021"/>
                </a:cubicBezTo>
                <a:cubicBezTo>
                  <a:pt x="4891" y="2022"/>
                  <a:pt x="4897" y="2023"/>
                  <a:pt x="4903" y="2025"/>
                </a:cubicBezTo>
                <a:cubicBezTo>
                  <a:pt x="4961" y="2033"/>
                  <a:pt x="4961" y="2100"/>
                  <a:pt x="4976" y="2148"/>
                </a:cubicBezTo>
                <a:cubicBezTo>
                  <a:pt x="4978" y="2154"/>
                  <a:pt x="4980" y="2160"/>
                  <a:pt x="4982" y="2166"/>
                </a:cubicBezTo>
                <a:cubicBezTo>
                  <a:pt x="5000" y="2214"/>
                  <a:pt x="5027" y="2258"/>
                  <a:pt x="5048" y="2303"/>
                </a:cubicBezTo>
                <a:cubicBezTo>
                  <a:pt x="5049" y="2308"/>
                  <a:pt x="5049" y="2312"/>
                  <a:pt x="5050" y="2317"/>
                </a:cubicBezTo>
                <a:cubicBezTo>
                  <a:pt x="5050" y="2322"/>
                  <a:pt x="5050" y="2326"/>
                  <a:pt x="5050" y="2331"/>
                </a:cubicBezTo>
                <a:cubicBezTo>
                  <a:pt x="5049" y="2389"/>
                  <a:pt x="5031" y="2451"/>
                  <a:pt x="5086" y="2481"/>
                </a:cubicBezTo>
                <a:cubicBezTo>
                  <a:pt x="5091" y="2484"/>
                  <a:pt x="5095" y="2486"/>
                  <a:pt x="5100" y="2489"/>
                </a:cubicBezTo>
                <a:cubicBezTo>
                  <a:pt x="5104" y="2491"/>
                  <a:pt x="5109" y="2493"/>
                  <a:pt x="5113" y="2496"/>
                </a:cubicBezTo>
                <a:cubicBezTo>
                  <a:pt x="5158" y="2503"/>
                  <a:pt x="5184" y="2533"/>
                  <a:pt x="5193" y="2570"/>
                </a:cubicBezTo>
                <a:cubicBezTo>
                  <a:pt x="5194" y="2575"/>
                  <a:pt x="5195" y="2580"/>
                  <a:pt x="5196" y="2586"/>
                </a:cubicBezTo>
                <a:cubicBezTo>
                  <a:pt x="5205" y="2609"/>
                  <a:pt x="5195" y="2632"/>
                  <a:pt x="5196" y="2654"/>
                </a:cubicBezTo>
                <a:cubicBezTo>
                  <a:pt x="5196" y="2659"/>
                  <a:pt x="5196" y="2663"/>
                  <a:pt x="5198" y="2668"/>
                </a:cubicBezTo>
                <a:cubicBezTo>
                  <a:pt x="5199" y="2671"/>
                  <a:pt x="5200" y="2675"/>
                  <a:pt x="5201" y="2678"/>
                </a:cubicBezTo>
                <a:moveTo>
                  <a:pt x="4" y="2907"/>
                </a:moveTo>
                <a:lnTo>
                  <a:pt x="6" y="2927"/>
                </a:lnTo>
                <a:lnTo>
                  <a:pt x="5236" y="2927"/>
                </a:lnTo>
                <a:cubicBezTo>
                  <a:pt x="5240" y="2927"/>
                  <a:pt x="5244" y="2927"/>
                  <a:pt x="5247" y="2927"/>
                </a:cubicBezTo>
                <a:cubicBezTo>
                  <a:pt x="5260" y="2928"/>
                  <a:pt x="5272" y="2928"/>
                  <a:pt x="5285" y="2928"/>
                </a:cubicBezTo>
                <a:cubicBezTo>
                  <a:pt x="5289" y="2928"/>
                  <a:pt x="5293" y="2928"/>
                  <a:pt x="5297" y="2928"/>
                </a:cubicBezTo>
                <a:cubicBezTo>
                  <a:pt x="5328" y="2929"/>
                  <a:pt x="5366" y="2937"/>
                  <a:pt x="5379" y="2924"/>
                </a:cubicBezTo>
                <a:cubicBezTo>
                  <a:pt x="5440" y="2840"/>
                  <a:pt x="5323" y="2800"/>
                  <a:pt x="5278" y="2742"/>
                </a:cubicBezTo>
                <a:cubicBezTo>
                  <a:pt x="5275" y="2738"/>
                  <a:pt x="5271" y="2734"/>
                  <a:pt x="5268" y="2729"/>
                </a:cubicBezTo>
                <a:cubicBezTo>
                  <a:pt x="5264" y="2725"/>
                  <a:pt x="5261" y="2720"/>
                  <a:pt x="5258" y="2716"/>
                </a:cubicBezTo>
                <a:cubicBezTo>
                  <a:pt x="5254" y="2712"/>
                  <a:pt x="5251" y="2708"/>
                  <a:pt x="5248" y="2704"/>
                </a:cubicBezTo>
                <a:cubicBezTo>
                  <a:pt x="5240" y="2691"/>
                  <a:pt x="5234" y="2676"/>
                  <a:pt x="5230" y="2659"/>
                </a:cubicBezTo>
                <a:cubicBezTo>
                  <a:pt x="5229" y="2654"/>
                  <a:pt x="5228" y="2648"/>
                  <a:pt x="5228" y="2642"/>
                </a:cubicBezTo>
                <a:cubicBezTo>
                  <a:pt x="5227" y="2637"/>
                  <a:pt x="5227" y="2633"/>
                  <a:pt x="5227" y="2628"/>
                </a:cubicBezTo>
                <a:cubicBezTo>
                  <a:pt x="5227" y="2623"/>
                  <a:pt x="5228" y="2617"/>
                  <a:pt x="5230" y="2612"/>
                </a:cubicBezTo>
                <a:cubicBezTo>
                  <a:pt x="5232" y="2605"/>
                  <a:pt x="5233" y="2599"/>
                  <a:pt x="5233" y="2593"/>
                </a:cubicBezTo>
                <a:cubicBezTo>
                  <a:pt x="5240" y="2530"/>
                  <a:pt x="5202" y="2480"/>
                  <a:pt x="5136" y="2473"/>
                </a:cubicBezTo>
                <a:cubicBezTo>
                  <a:pt x="5131" y="2471"/>
                  <a:pt x="5125" y="2469"/>
                  <a:pt x="5120" y="2467"/>
                </a:cubicBezTo>
                <a:cubicBezTo>
                  <a:pt x="5110" y="2462"/>
                  <a:pt x="5100" y="2457"/>
                  <a:pt x="5090" y="2450"/>
                </a:cubicBezTo>
                <a:cubicBezTo>
                  <a:pt x="5086" y="2441"/>
                  <a:pt x="5078" y="2432"/>
                  <a:pt x="5078" y="2423"/>
                </a:cubicBezTo>
                <a:cubicBezTo>
                  <a:pt x="5075" y="2392"/>
                  <a:pt x="5082" y="2361"/>
                  <a:pt x="5085" y="2331"/>
                </a:cubicBezTo>
                <a:cubicBezTo>
                  <a:pt x="5086" y="2320"/>
                  <a:pt x="5087" y="2310"/>
                  <a:pt x="5086" y="2300"/>
                </a:cubicBezTo>
                <a:cubicBezTo>
                  <a:pt x="5086" y="2295"/>
                  <a:pt x="5086" y="2290"/>
                  <a:pt x="5085" y="2285"/>
                </a:cubicBezTo>
                <a:cubicBezTo>
                  <a:pt x="5084" y="2281"/>
                  <a:pt x="5082" y="2276"/>
                  <a:pt x="5081" y="2272"/>
                </a:cubicBezTo>
                <a:cubicBezTo>
                  <a:pt x="5052" y="2228"/>
                  <a:pt x="5009" y="2193"/>
                  <a:pt x="5011" y="2134"/>
                </a:cubicBezTo>
                <a:cubicBezTo>
                  <a:pt x="5010" y="2128"/>
                  <a:pt x="5008" y="2122"/>
                  <a:pt x="5006" y="2116"/>
                </a:cubicBezTo>
                <a:cubicBezTo>
                  <a:pt x="5004" y="2105"/>
                  <a:pt x="5001" y="2095"/>
                  <a:pt x="4999" y="2085"/>
                </a:cubicBezTo>
                <a:cubicBezTo>
                  <a:pt x="4997" y="2074"/>
                  <a:pt x="4995" y="2064"/>
                  <a:pt x="4993" y="2053"/>
                </a:cubicBezTo>
                <a:cubicBezTo>
                  <a:pt x="5000" y="1967"/>
                  <a:pt x="4905" y="1958"/>
                  <a:pt x="4846" y="1973"/>
                </a:cubicBezTo>
                <a:cubicBezTo>
                  <a:pt x="4841" y="1974"/>
                  <a:pt x="4836" y="1975"/>
                  <a:pt x="4831" y="1976"/>
                </a:cubicBezTo>
                <a:cubicBezTo>
                  <a:pt x="4796" y="1979"/>
                  <a:pt x="4763" y="1960"/>
                  <a:pt x="4733" y="1976"/>
                </a:cubicBezTo>
                <a:cubicBezTo>
                  <a:pt x="4685" y="2002"/>
                  <a:pt x="4728" y="2060"/>
                  <a:pt x="4722" y="2106"/>
                </a:cubicBezTo>
                <a:cubicBezTo>
                  <a:pt x="4719" y="2110"/>
                  <a:pt x="4715" y="2113"/>
                  <a:pt x="4712" y="2116"/>
                </a:cubicBezTo>
                <a:cubicBezTo>
                  <a:pt x="4677" y="2143"/>
                  <a:pt x="4620" y="2137"/>
                  <a:pt x="4580" y="2116"/>
                </a:cubicBezTo>
                <a:cubicBezTo>
                  <a:pt x="4575" y="2114"/>
                  <a:pt x="4570" y="2112"/>
                  <a:pt x="4565" y="2110"/>
                </a:cubicBezTo>
                <a:cubicBezTo>
                  <a:pt x="4547" y="2104"/>
                  <a:pt x="4529" y="2101"/>
                  <a:pt x="4508" y="2105"/>
                </a:cubicBezTo>
                <a:cubicBezTo>
                  <a:pt x="4504" y="2106"/>
                  <a:pt x="4500" y="2107"/>
                  <a:pt x="4495" y="2109"/>
                </a:cubicBezTo>
                <a:cubicBezTo>
                  <a:pt x="4444" y="2113"/>
                  <a:pt x="4409" y="2078"/>
                  <a:pt x="4361" y="2069"/>
                </a:cubicBezTo>
                <a:cubicBezTo>
                  <a:pt x="4357" y="2067"/>
                  <a:pt x="4354" y="2062"/>
                  <a:pt x="4352" y="2058"/>
                </a:cubicBezTo>
                <a:cubicBezTo>
                  <a:pt x="4349" y="2051"/>
                  <a:pt x="4349" y="2038"/>
                  <a:pt x="4349" y="2029"/>
                </a:cubicBezTo>
                <a:cubicBezTo>
                  <a:pt x="4349" y="2027"/>
                  <a:pt x="4350" y="2025"/>
                  <a:pt x="4350" y="2023"/>
                </a:cubicBezTo>
                <a:cubicBezTo>
                  <a:pt x="4357" y="1980"/>
                  <a:pt x="4413" y="1963"/>
                  <a:pt x="4400" y="1914"/>
                </a:cubicBezTo>
                <a:cubicBezTo>
                  <a:pt x="4387" y="1874"/>
                  <a:pt x="4336" y="1865"/>
                  <a:pt x="4298" y="1855"/>
                </a:cubicBezTo>
                <a:cubicBezTo>
                  <a:pt x="4293" y="1852"/>
                  <a:pt x="4289" y="1849"/>
                  <a:pt x="4285" y="1846"/>
                </a:cubicBezTo>
                <a:cubicBezTo>
                  <a:pt x="4274" y="1836"/>
                  <a:pt x="4267" y="1824"/>
                  <a:pt x="4269" y="1807"/>
                </a:cubicBezTo>
                <a:cubicBezTo>
                  <a:pt x="4269" y="1806"/>
                  <a:pt x="4269" y="1805"/>
                  <a:pt x="4268" y="1804"/>
                </a:cubicBezTo>
                <a:cubicBezTo>
                  <a:pt x="4258" y="1760"/>
                  <a:pt x="4223" y="1740"/>
                  <a:pt x="4193" y="1717"/>
                </a:cubicBezTo>
                <a:cubicBezTo>
                  <a:pt x="4189" y="1713"/>
                  <a:pt x="4184" y="1710"/>
                  <a:pt x="4180" y="1706"/>
                </a:cubicBezTo>
                <a:cubicBezTo>
                  <a:pt x="4150" y="1683"/>
                  <a:pt x="4137" y="1648"/>
                  <a:pt x="4124" y="1613"/>
                </a:cubicBezTo>
                <a:cubicBezTo>
                  <a:pt x="4121" y="1607"/>
                  <a:pt x="4118" y="1601"/>
                  <a:pt x="4116" y="1595"/>
                </a:cubicBezTo>
                <a:cubicBezTo>
                  <a:pt x="4102" y="1566"/>
                  <a:pt x="4087" y="1539"/>
                  <a:pt x="4074" y="1512"/>
                </a:cubicBezTo>
                <a:cubicBezTo>
                  <a:pt x="4071" y="1506"/>
                  <a:pt x="4068" y="1501"/>
                  <a:pt x="4065" y="1496"/>
                </a:cubicBezTo>
                <a:cubicBezTo>
                  <a:pt x="4050" y="1470"/>
                  <a:pt x="4036" y="1443"/>
                  <a:pt x="4030" y="1412"/>
                </a:cubicBezTo>
                <a:cubicBezTo>
                  <a:pt x="4029" y="1406"/>
                  <a:pt x="4028" y="1400"/>
                  <a:pt x="4027" y="1394"/>
                </a:cubicBezTo>
                <a:cubicBezTo>
                  <a:pt x="4024" y="1369"/>
                  <a:pt x="4025" y="1343"/>
                  <a:pt x="4020" y="1321"/>
                </a:cubicBezTo>
                <a:cubicBezTo>
                  <a:pt x="4019" y="1320"/>
                  <a:pt x="4018" y="1319"/>
                  <a:pt x="4018" y="1317"/>
                </a:cubicBezTo>
                <a:cubicBezTo>
                  <a:pt x="4007" y="1295"/>
                  <a:pt x="3991" y="1281"/>
                  <a:pt x="4004" y="1245"/>
                </a:cubicBezTo>
                <a:cubicBezTo>
                  <a:pt x="4008" y="1236"/>
                  <a:pt x="3999" y="1223"/>
                  <a:pt x="3993" y="1213"/>
                </a:cubicBezTo>
                <a:cubicBezTo>
                  <a:pt x="3989" y="1204"/>
                  <a:pt x="3983" y="1196"/>
                  <a:pt x="3978" y="1188"/>
                </a:cubicBezTo>
                <a:cubicBezTo>
                  <a:pt x="3942" y="1132"/>
                  <a:pt x="3897" y="1077"/>
                  <a:pt x="3903" y="1005"/>
                </a:cubicBezTo>
                <a:cubicBezTo>
                  <a:pt x="3902" y="996"/>
                  <a:pt x="3901" y="987"/>
                  <a:pt x="3900" y="979"/>
                </a:cubicBezTo>
                <a:cubicBezTo>
                  <a:pt x="3895" y="944"/>
                  <a:pt x="3887" y="912"/>
                  <a:pt x="3866" y="883"/>
                </a:cubicBezTo>
                <a:cubicBezTo>
                  <a:pt x="3860" y="875"/>
                  <a:pt x="3853" y="867"/>
                  <a:pt x="3845" y="859"/>
                </a:cubicBezTo>
                <a:cubicBezTo>
                  <a:pt x="3839" y="854"/>
                  <a:pt x="3833" y="849"/>
                  <a:pt x="3827" y="845"/>
                </a:cubicBezTo>
                <a:cubicBezTo>
                  <a:pt x="3836" y="850"/>
                  <a:pt x="3844" y="850"/>
                  <a:pt x="3853" y="855"/>
                </a:cubicBezTo>
                <a:cubicBezTo>
                  <a:pt x="3846" y="853"/>
                  <a:pt x="3840" y="851"/>
                  <a:pt x="3833" y="849"/>
                </a:cubicBezTo>
                <a:cubicBezTo>
                  <a:pt x="3775" y="801"/>
                  <a:pt x="3689" y="771"/>
                  <a:pt x="3644" y="708"/>
                </a:cubicBezTo>
                <a:cubicBezTo>
                  <a:pt x="3640" y="703"/>
                  <a:pt x="3637" y="698"/>
                  <a:pt x="3634" y="693"/>
                </a:cubicBezTo>
                <a:cubicBezTo>
                  <a:pt x="3646" y="638"/>
                  <a:pt x="3637" y="585"/>
                  <a:pt x="3590" y="554"/>
                </a:cubicBezTo>
                <a:cubicBezTo>
                  <a:pt x="3586" y="551"/>
                  <a:pt x="3583" y="547"/>
                  <a:pt x="3579" y="543"/>
                </a:cubicBezTo>
                <a:cubicBezTo>
                  <a:pt x="3559" y="525"/>
                  <a:pt x="3538" y="507"/>
                  <a:pt x="3510" y="496"/>
                </a:cubicBezTo>
                <a:cubicBezTo>
                  <a:pt x="3507" y="494"/>
                  <a:pt x="3503" y="492"/>
                  <a:pt x="3499" y="490"/>
                </a:cubicBezTo>
                <a:cubicBezTo>
                  <a:pt x="3489" y="484"/>
                  <a:pt x="3479" y="478"/>
                  <a:pt x="3469" y="472"/>
                </a:cubicBezTo>
                <a:cubicBezTo>
                  <a:pt x="3465" y="469"/>
                  <a:pt x="3461" y="466"/>
                  <a:pt x="3457" y="464"/>
                </a:cubicBezTo>
                <a:cubicBezTo>
                  <a:pt x="3448" y="457"/>
                  <a:pt x="3437" y="451"/>
                  <a:pt x="3425" y="446"/>
                </a:cubicBezTo>
                <a:cubicBezTo>
                  <a:pt x="3421" y="444"/>
                  <a:pt x="3417" y="442"/>
                  <a:pt x="3413" y="441"/>
                </a:cubicBezTo>
                <a:cubicBezTo>
                  <a:pt x="3408" y="438"/>
                  <a:pt x="3403" y="436"/>
                  <a:pt x="3397" y="434"/>
                </a:cubicBezTo>
                <a:cubicBezTo>
                  <a:pt x="3392" y="432"/>
                  <a:pt x="3387" y="431"/>
                  <a:pt x="3381" y="429"/>
                </a:cubicBezTo>
                <a:cubicBezTo>
                  <a:pt x="3348" y="421"/>
                  <a:pt x="3275" y="425"/>
                  <a:pt x="3286" y="371"/>
                </a:cubicBezTo>
                <a:cubicBezTo>
                  <a:pt x="3288" y="366"/>
                  <a:pt x="3291" y="362"/>
                  <a:pt x="3296" y="359"/>
                </a:cubicBezTo>
                <a:cubicBezTo>
                  <a:pt x="3302" y="357"/>
                  <a:pt x="3308" y="356"/>
                  <a:pt x="3313" y="353"/>
                </a:cubicBezTo>
                <a:cubicBezTo>
                  <a:pt x="3346" y="336"/>
                  <a:pt x="3354" y="289"/>
                  <a:pt x="3331" y="266"/>
                </a:cubicBezTo>
                <a:cubicBezTo>
                  <a:pt x="3296" y="221"/>
                  <a:pt x="3236" y="226"/>
                  <a:pt x="3199" y="190"/>
                </a:cubicBezTo>
                <a:cubicBezTo>
                  <a:pt x="3195" y="187"/>
                  <a:pt x="3191" y="183"/>
                  <a:pt x="3187" y="179"/>
                </a:cubicBezTo>
                <a:cubicBezTo>
                  <a:pt x="3172" y="163"/>
                  <a:pt x="3159" y="145"/>
                  <a:pt x="3151" y="122"/>
                </a:cubicBezTo>
                <a:cubicBezTo>
                  <a:pt x="3148" y="116"/>
                  <a:pt x="3146" y="111"/>
                  <a:pt x="3144" y="105"/>
                </a:cubicBezTo>
                <a:cubicBezTo>
                  <a:pt x="3140" y="101"/>
                  <a:pt x="3137" y="97"/>
                  <a:pt x="3133" y="92"/>
                </a:cubicBezTo>
                <a:cubicBezTo>
                  <a:pt x="3109" y="67"/>
                  <a:pt x="3081" y="46"/>
                  <a:pt x="3049" y="29"/>
                </a:cubicBezTo>
                <a:cubicBezTo>
                  <a:pt x="3044" y="26"/>
                  <a:pt x="3040" y="23"/>
                  <a:pt x="3035" y="21"/>
                </a:cubicBezTo>
                <a:cubicBezTo>
                  <a:pt x="3030" y="18"/>
                  <a:pt x="3025" y="16"/>
                  <a:pt x="3020" y="14"/>
                </a:cubicBezTo>
                <a:cubicBezTo>
                  <a:pt x="2947" y="0"/>
                  <a:pt x="2887" y="66"/>
                  <a:pt x="2843" y="121"/>
                </a:cubicBezTo>
                <a:cubicBezTo>
                  <a:pt x="2839" y="125"/>
                  <a:pt x="2834" y="129"/>
                  <a:pt x="2828" y="132"/>
                </a:cubicBezTo>
                <a:cubicBezTo>
                  <a:pt x="2823" y="135"/>
                  <a:pt x="2817" y="137"/>
                  <a:pt x="2810" y="138"/>
                </a:cubicBezTo>
                <a:cubicBezTo>
                  <a:pt x="2805" y="139"/>
                  <a:pt x="2801" y="141"/>
                  <a:pt x="2797" y="143"/>
                </a:cubicBezTo>
                <a:cubicBezTo>
                  <a:pt x="2785" y="148"/>
                  <a:pt x="2774" y="159"/>
                  <a:pt x="2766" y="177"/>
                </a:cubicBezTo>
                <a:cubicBezTo>
                  <a:pt x="2763" y="182"/>
                  <a:pt x="2760" y="187"/>
                  <a:pt x="2757" y="193"/>
                </a:cubicBezTo>
                <a:cubicBezTo>
                  <a:pt x="2740" y="230"/>
                  <a:pt x="2731" y="281"/>
                  <a:pt x="2706" y="310"/>
                </a:cubicBezTo>
                <a:cubicBezTo>
                  <a:pt x="2702" y="315"/>
                  <a:pt x="2699" y="320"/>
                  <a:pt x="2695" y="326"/>
                </a:cubicBezTo>
                <a:cubicBezTo>
                  <a:pt x="2691" y="332"/>
                  <a:pt x="2687" y="338"/>
                  <a:pt x="2683" y="343"/>
                </a:cubicBezTo>
                <a:cubicBezTo>
                  <a:pt x="2662" y="372"/>
                  <a:pt x="2632" y="336"/>
                  <a:pt x="2606" y="359"/>
                </a:cubicBezTo>
                <a:cubicBezTo>
                  <a:pt x="2576" y="385"/>
                  <a:pt x="2580" y="456"/>
                  <a:pt x="2525" y="451"/>
                </a:cubicBezTo>
                <a:cubicBezTo>
                  <a:pt x="2521" y="451"/>
                  <a:pt x="2517" y="450"/>
                  <a:pt x="2514" y="450"/>
                </a:cubicBezTo>
                <a:cubicBezTo>
                  <a:pt x="2502" y="448"/>
                  <a:pt x="2492" y="446"/>
                  <a:pt x="2482" y="444"/>
                </a:cubicBezTo>
                <a:cubicBezTo>
                  <a:pt x="2476" y="443"/>
                  <a:pt x="2470" y="441"/>
                  <a:pt x="2464" y="439"/>
                </a:cubicBezTo>
                <a:cubicBezTo>
                  <a:pt x="2454" y="430"/>
                  <a:pt x="2444" y="422"/>
                  <a:pt x="2433" y="415"/>
                </a:cubicBezTo>
                <a:cubicBezTo>
                  <a:pt x="2427" y="411"/>
                  <a:pt x="2422" y="408"/>
                  <a:pt x="2417" y="404"/>
                </a:cubicBezTo>
                <a:cubicBezTo>
                  <a:pt x="2395" y="381"/>
                  <a:pt x="2417" y="336"/>
                  <a:pt x="2382" y="332"/>
                </a:cubicBezTo>
                <a:cubicBezTo>
                  <a:pt x="2335" y="332"/>
                  <a:pt x="2296" y="367"/>
                  <a:pt x="2248" y="376"/>
                </a:cubicBezTo>
                <a:cubicBezTo>
                  <a:pt x="2244" y="376"/>
                  <a:pt x="2240" y="376"/>
                  <a:pt x="2236" y="375"/>
                </a:cubicBezTo>
                <a:cubicBezTo>
                  <a:pt x="2223" y="372"/>
                  <a:pt x="2210" y="365"/>
                  <a:pt x="2198" y="359"/>
                </a:cubicBezTo>
                <a:cubicBezTo>
                  <a:pt x="2192" y="355"/>
                  <a:pt x="2186" y="351"/>
                  <a:pt x="2180" y="348"/>
                </a:cubicBezTo>
                <a:cubicBezTo>
                  <a:pt x="2174" y="345"/>
                  <a:pt x="2167" y="343"/>
                  <a:pt x="2160" y="343"/>
                </a:cubicBezTo>
                <a:cubicBezTo>
                  <a:pt x="2130" y="343"/>
                  <a:pt x="2113" y="376"/>
                  <a:pt x="2091" y="440"/>
                </a:cubicBezTo>
                <a:cubicBezTo>
                  <a:pt x="2083" y="466"/>
                  <a:pt x="2076" y="487"/>
                  <a:pt x="2070" y="504"/>
                </a:cubicBezTo>
                <a:cubicBezTo>
                  <a:pt x="2068" y="508"/>
                  <a:pt x="2067" y="512"/>
                  <a:pt x="2065" y="516"/>
                </a:cubicBezTo>
                <a:cubicBezTo>
                  <a:pt x="2054" y="558"/>
                  <a:pt x="2016" y="567"/>
                  <a:pt x="1998" y="602"/>
                </a:cubicBezTo>
                <a:cubicBezTo>
                  <a:pt x="1981" y="655"/>
                  <a:pt x="2011" y="731"/>
                  <a:pt x="1960" y="770"/>
                </a:cubicBezTo>
                <a:cubicBezTo>
                  <a:pt x="1956" y="772"/>
                  <a:pt x="1952" y="774"/>
                  <a:pt x="1948" y="776"/>
                </a:cubicBezTo>
                <a:cubicBezTo>
                  <a:pt x="1944" y="779"/>
                  <a:pt x="1941" y="781"/>
                  <a:pt x="1938" y="784"/>
                </a:cubicBezTo>
                <a:cubicBezTo>
                  <a:pt x="1933" y="790"/>
                  <a:pt x="1930" y="796"/>
                  <a:pt x="1927" y="803"/>
                </a:cubicBezTo>
                <a:cubicBezTo>
                  <a:pt x="1912" y="895"/>
                  <a:pt x="1886" y="983"/>
                  <a:pt x="1901" y="1078"/>
                </a:cubicBezTo>
                <a:cubicBezTo>
                  <a:pt x="1901" y="1088"/>
                  <a:pt x="1900" y="1099"/>
                  <a:pt x="1899" y="1110"/>
                </a:cubicBezTo>
                <a:cubicBezTo>
                  <a:pt x="1899" y="1115"/>
                  <a:pt x="1898" y="1121"/>
                  <a:pt x="1898" y="1126"/>
                </a:cubicBezTo>
                <a:cubicBezTo>
                  <a:pt x="1897" y="1132"/>
                  <a:pt x="1896" y="1137"/>
                  <a:pt x="1895" y="1143"/>
                </a:cubicBezTo>
                <a:cubicBezTo>
                  <a:pt x="1886" y="1174"/>
                  <a:pt x="1865" y="1200"/>
                  <a:pt x="1836" y="1201"/>
                </a:cubicBezTo>
                <a:cubicBezTo>
                  <a:pt x="1831" y="1202"/>
                  <a:pt x="1826" y="1202"/>
                  <a:pt x="1820" y="1201"/>
                </a:cubicBezTo>
                <a:cubicBezTo>
                  <a:pt x="1815" y="1202"/>
                  <a:pt x="1809" y="1202"/>
                  <a:pt x="1803" y="1202"/>
                </a:cubicBezTo>
                <a:cubicBezTo>
                  <a:pt x="1779" y="1202"/>
                  <a:pt x="1754" y="1198"/>
                  <a:pt x="1732" y="1196"/>
                </a:cubicBezTo>
                <a:cubicBezTo>
                  <a:pt x="1726" y="1195"/>
                  <a:pt x="1719" y="1194"/>
                  <a:pt x="1712" y="1193"/>
                </a:cubicBezTo>
                <a:cubicBezTo>
                  <a:pt x="1680" y="1189"/>
                  <a:pt x="1648" y="1189"/>
                  <a:pt x="1622" y="1209"/>
                </a:cubicBezTo>
                <a:cubicBezTo>
                  <a:pt x="1618" y="1213"/>
                  <a:pt x="1614" y="1216"/>
                  <a:pt x="1610" y="1220"/>
                </a:cubicBezTo>
                <a:cubicBezTo>
                  <a:pt x="1598" y="1232"/>
                  <a:pt x="1588" y="1247"/>
                  <a:pt x="1578" y="1264"/>
                </a:cubicBezTo>
                <a:cubicBezTo>
                  <a:pt x="1575" y="1268"/>
                  <a:pt x="1573" y="1273"/>
                  <a:pt x="1570" y="1277"/>
                </a:cubicBezTo>
                <a:cubicBezTo>
                  <a:pt x="1566" y="1301"/>
                  <a:pt x="1557" y="1328"/>
                  <a:pt x="1543" y="1351"/>
                </a:cubicBezTo>
                <a:cubicBezTo>
                  <a:pt x="1540" y="1355"/>
                  <a:pt x="1537" y="1360"/>
                  <a:pt x="1534" y="1364"/>
                </a:cubicBezTo>
                <a:cubicBezTo>
                  <a:pt x="1520" y="1395"/>
                  <a:pt x="1489" y="1418"/>
                  <a:pt x="1461" y="1436"/>
                </a:cubicBezTo>
                <a:cubicBezTo>
                  <a:pt x="1456" y="1439"/>
                  <a:pt x="1451" y="1443"/>
                  <a:pt x="1446" y="1446"/>
                </a:cubicBezTo>
                <a:cubicBezTo>
                  <a:pt x="1410" y="1472"/>
                  <a:pt x="1382" y="1499"/>
                  <a:pt x="1393" y="1556"/>
                </a:cubicBezTo>
                <a:cubicBezTo>
                  <a:pt x="1392" y="1561"/>
                  <a:pt x="1391" y="1566"/>
                  <a:pt x="1390" y="1571"/>
                </a:cubicBezTo>
                <a:cubicBezTo>
                  <a:pt x="1345" y="1634"/>
                  <a:pt x="1285" y="1707"/>
                  <a:pt x="1213" y="1734"/>
                </a:cubicBezTo>
                <a:cubicBezTo>
                  <a:pt x="1207" y="1736"/>
                  <a:pt x="1201" y="1738"/>
                  <a:pt x="1195" y="1740"/>
                </a:cubicBezTo>
                <a:cubicBezTo>
                  <a:pt x="1186" y="1742"/>
                  <a:pt x="1175" y="1745"/>
                  <a:pt x="1165" y="1746"/>
                </a:cubicBezTo>
                <a:cubicBezTo>
                  <a:pt x="1160" y="1747"/>
                  <a:pt x="1155" y="1748"/>
                  <a:pt x="1150" y="1748"/>
                </a:cubicBezTo>
                <a:cubicBezTo>
                  <a:pt x="1136" y="1754"/>
                  <a:pt x="1123" y="1750"/>
                  <a:pt x="1114" y="1741"/>
                </a:cubicBezTo>
                <a:cubicBezTo>
                  <a:pt x="1109" y="1738"/>
                  <a:pt x="1105" y="1734"/>
                  <a:pt x="1102" y="1729"/>
                </a:cubicBezTo>
                <a:cubicBezTo>
                  <a:pt x="1084" y="1613"/>
                  <a:pt x="998" y="1608"/>
                  <a:pt x="913" y="1656"/>
                </a:cubicBezTo>
                <a:cubicBezTo>
                  <a:pt x="907" y="1657"/>
                  <a:pt x="900" y="1657"/>
                  <a:pt x="894" y="1656"/>
                </a:cubicBezTo>
                <a:cubicBezTo>
                  <a:pt x="851" y="1650"/>
                  <a:pt x="820" y="1601"/>
                  <a:pt x="786" y="1617"/>
                </a:cubicBezTo>
                <a:cubicBezTo>
                  <a:pt x="772" y="1625"/>
                  <a:pt x="762" y="1636"/>
                  <a:pt x="754" y="1648"/>
                </a:cubicBezTo>
                <a:cubicBezTo>
                  <a:pt x="750" y="1655"/>
                  <a:pt x="747" y="1661"/>
                  <a:pt x="744" y="1668"/>
                </a:cubicBezTo>
                <a:cubicBezTo>
                  <a:pt x="742" y="1699"/>
                  <a:pt x="732" y="1721"/>
                  <a:pt x="718" y="1738"/>
                </a:cubicBezTo>
                <a:cubicBezTo>
                  <a:pt x="715" y="1741"/>
                  <a:pt x="711" y="1744"/>
                  <a:pt x="708" y="1747"/>
                </a:cubicBezTo>
                <a:cubicBezTo>
                  <a:pt x="704" y="1752"/>
                  <a:pt x="701" y="1757"/>
                  <a:pt x="698" y="1762"/>
                </a:cubicBezTo>
                <a:cubicBezTo>
                  <a:pt x="695" y="1767"/>
                  <a:pt x="692" y="1772"/>
                  <a:pt x="689" y="1777"/>
                </a:cubicBezTo>
                <a:cubicBezTo>
                  <a:pt x="688" y="1784"/>
                  <a:pt x="687" y="1789"/>
                  <a:pt x="684" y="1795"/>
                </a:cubicBezTo>
                <a:cubicBezTo>
                  <a:pt x="682" y="1800"/>
                  <a:pt x="679" y="1804"/>
                  <a:pt x="676" y="1808"/>
                </a:cubicBezTo>
                <a:cubicBezTo>
                  <a:pt x="660" y="1825"/>
                  <a:pt x="644" y="1843"/>
                  <a:pt x="634" y="1862"/>
                </a:cubicBezTo>
                <a:cubicBezTo>
                  <a:pt x="632" y="1867"/>
                  <a:pt x="630" y="1872"/>
                  <a:pt x="629" y="1877"/>
                </a:cubicBezTo>
                <a:cubicBezTo>
                  <a:pt x="631" y="1915"/>
                  <a:pt x="655" y="1949"/>
                  <a:pt x="651" y="1982"/>
                </a:cubicBezTo>
                <a:cubicBezTo>
                  <a:pt x="650" y="1988"/>
                  <a:pt x="648" y="1993"/>
                  <a:pt x="646" y="1999"/>
                </a:cubicBezTo>
                <a:cubicBezTo>
                  <a:pt x="631" y="2033"/>
                  <a:pt x="618" y="2065"/>
                  <a:pt x="599" y="2097"/>
                </a:cubicBezTo>
                <a:cubicBezTo>
                  <a:pt x="596" y="2102"/>
                  <a:pt x="594" y="2108"/>
                  <a:pt x="591" y="2113"/>
                </a:cubicBezTo>
                <a:cubicBezTo>
                  <a:pt x="577" y="2150"/>
                  <a:pt x="575" y="2192"/>
                  <a:pt x="582" y="2232"/>
                </a:cubicBezTo>
                <a:cubicBezTo>
                  <a:pt x="583" y="2237"/>
                  <a:pt x="584" y="2243"/>
                  <a:pt x="586" y="2249"/>
                </a:cubicBezTo>
                <a:cubicBezTo>
                  <a:pt x="601" y="2277"/>
                  <a:pt x="601" y="2304"/>
                  <a:pt x="581" y="2326"/>
                </a:cubicBezTo>
                <a:cubicBezTo>
                  <a:pt x="577" y="2330"/>
                  <a:pt x="574" y="2333"/>
                  <a:pt x="569" y="2336"/>
                </a:cubicBezTo>
                <a:cubicBezTo>
                  <a:pt x="543" y="2353"/>
                  <a:pt x="503" y="2360"/>
                  <a:pt x="471" y="2371"/>
                </a:cubicBezTo>
                <a:cubicBezTo>
                  <a:pt x="466" y="2372"/>
                  <a:pt x="461" y="2374"/>
                  <a:pt x="457" y="2376"/>
                </a:cubicBezTo>
                <a:cubicBezTo>
                  <a:pt x="442" y="2379"/>
                  <a:pt x="427" y="2382"/>
                  <a:pt x="413" y="2386"/>
                </a:cubicBezTo>
                <a:cubicBezTo>
                  <a:pt x="408" y="2387"/>
                  <a:pt x="403" y="2388"/>
                  <a:pt x="398" y="2390"/>
                </a:cubicBezTo>
                <a:cubicBezTo>
                  <a:pt x="379" y="2402"/>
                  <a:pt x="359" y="2412"/>
                  <a:pt x="339" y="2420"/>
                </a:cubicBezTo>
                <a:cubicBezTo>
                  <a:pt x="333" y="2422"/>
                  <a:pt x="328" y="2424"/>
                  <a:pt x="323" y="2426"/>
                </a:cubicBezTo>
                <a:cubicBezTo>
                  <a:pt x="282" y="2432"/>
                  <a:pt x="265" y="2477"/>
                  <a:pt x="260" y="2516"/>
                </a:cubicBezTo>
                <a:cubicBezTo>
                  <a:pt x="260" y="2543"/>
                  <a:pt x="221" y="2539"/>
                  <a:pt x="209" y="2560"/>
                </a:cubicBezTo>
                <a:cubicBezTo>
                  <a:pt x="205" y="2565"/>
                  <a:pt x="202" y="2570"/>
                  <a:pt x="199" y="2575"/>
                </a:cubicBezTo>
                <a:cubicBezTo>
                  <a:pt x="157" y="2672"/>
                  <a:pt x="118" y="2760"/>
                  <a:pt x="21" y="2809"/>
                </a:cubicBezTo>
                <a:cubicBezTo>
                  <a:pt x="18" y="2813"/>
                  <a:pt x="15" y="2817"/>
                  <a:pt x="12" y="2822"/>
                </a:cubicBezTo>
                <a:cubicBezTo>
                  <a:pt x="6" y="2832"/>
                  <a:pt x="3" y="2843"/>
                  <a:pt x="1" y="2856"/>
                </a:cubicBezTo>
                <a:cubicBezTo>
                  <a:pt x="0" y="2867"/>
                  <a:pt x="1" y="2878"/>
                  <a:pt x="2" y="2887"/>
                </a:cubicBezTo>
                <a:cubicBezTo>
                  <a:pt x="3" y="2896"/>
                  <a:pt x="3" y="2903"/>
                  <a:pt x="4" y="2907"/>
                </a:cubicBezTo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293DC3C-B748-4DC0-A39A-C334517AC565}"/>
              </a:ext>
            </a:extLst>
          </p:cNvPr>
          <p:cNvSpPr txBox="1"/>
          <p:nvPr/>
        </p:nvSpPr>
        <p:spPr>
          <a:xfrm>
            <a:off x="911240" y="1433564"/>
            <a:ext cx="35888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动手操作</a:t>
            </a:r>
            <a:endParaRPr lang="en-US" altLang="ko-KR" sz="5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Rectangle 45">
            <a:extLst>
              <a:ext uri="{FF2B5EF4-FFF2-40B4-BE49-F238E27FC236}">
                <a16:creationId xmlns:a16="http://schemas.microsoft.com/office/drawing/2014/main" id="{97AEA4D1-F28F-453F-BACC-E738CC344268}"/>
              </a:ext>
            </a:extLst>
          </p:cNvPr>
          <p:cNvSpPr/>
          <p:nvPr/>
        </p:nvSpPr>
        <p:spPr>
          <a:xfrm>
            <a:off x="911240" y="2364514"/>
            <a:ext cx="4896000" cy="82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  <a:latin typeface="Meiryo UI" panose="020B0604030504040204" pitchFamily="50" charset="-128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18E9DE6A-71DB-4292-90F7-90980BEFF8AF}"/>
              </a:ext>
            </a:extLst>
          </p:cNvPr>
          <p:cNvGrpSpPr/>
          <p:nvPr/>
        </p:nvGrpSpPr>
        <p:grpSpPr>
          <a:xfrm>
            <a:off x="8351521" y="470408"/>
            <a:ext cx="1384661" cy="1894106"/>
            <a:chOff x="963295" y="160338"/>
            <a:chExt cx="572137" cy="78263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968839F4-0A7F-4F5F-A127-407BA41BDD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325" y="160338"/>
              <a:ext cx="53975" cy="76200"/>
            </a:xfrm>
            <a:custGeom>
              <a:avLst/>
              <a:gdLst>
                <a:gd name="T0" fmla="*/ 0 w 70"/>
                <a:gd name="T1" fmla="*/ 41 h 100"/>
                <a:gd name="T2" fmla="*/ 9 w 70"/>
                <a:gd name="T3" fmla="*/ 13 h 100"/>
                <a:gd name="T4" fmla="*/ 35 w 70"/>
                <a:gd name="T5" fmla="*/ 1 h 100"/>
                <a:gd name="T6" fmla="*/ 61 w 70"/>
                <a:gd name="T7" fmla="*/ 13 h 100"/>
                <a:gd name="T8" fmla="*/ 70 w 70"/>
                <a:gd name="T9" fmla="*/ 41 h 100"/>
                <a:gd name="T10" fmla="*/ 70 w 70"/>
                <a:gd name="T11" fmla="*/ 90 h 100"/>
                <a:gd name="T12" fmla="*/ 70 w 70"/>
                <a:gd name="T13" fmla="*/ 100 h 100"/>
                <a:gd name="T14" fmla="*/ 58 w 70"/>
                <a:gd name="T15" fmla="*/ 100 h 100"/>
                <a:gd name="T16" fmla="*/ 11 w 70"/>
                <a:gd name="T17" fmla="*/ 100 h 100"/>
                <a:gd name="T18" fmla="*/ 0 w 70"/>
                <a:gd name="T19" fmla="*/ 100 h 100"/>
                <a:gd name="T20" fmla="*/ 0 w 70"/>
                <a:gd name="T21" fmla="*/ 90 h 100"/>
                <a:gd name="T22" fmla="*/ 0 w 70"/>
                <a:gd name="T23" fmla="*/ 41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0" h="100">
                  <a:moveTo>
                    <a:pt x="0" y="41"/>
                  </a:moveTo>
                  <a:cubicBezTo>
                    <a:pt x="0" y="30"/>
                    <a:pt x="3" y="21"/>
                    <a:pt x="9" y="13"/>
                  </a:cubicBezTo>
                  <a:cubicBezTo>
                    <a:pt x="15" y="4"/>
                    <a:pt x="25" y="1"/>
                    <a:pt x="35" y="1"/>
                  </a:cubicBezTo>
                  <a:cubicBezTo>
                    <a:pt x="46" y="0"/>
                    <a:pt x="55" y="4"/>
                    <a:pt x="61" y="13"/>
                  </a:cubicBezTo>
                  <a:cubicBezTo>
                    <a:pt x="67" y="21"/>
                    <a:pt x="70" y="30"/>
                    <a:pt x="70" y="41"/>
                  </a:cubicBezTo>
                  <a:lnTo>
                    <a:pt x="70" y="90"/>
                  </a:lnTo>
                  <a:lnTo>
                    <a:pt x="70" y="100"/>
                  </a:lnTo>
                  <a:lnTo>
                    <a:pt x="58" y="100"/>
                  </a:lnTo>
                  <a:lnTo>
                    <a:pt x="11" y="100"/>
                  </a:lnTo>
                  <a:lnTo>
                    <a:pt x="0" y="100"/>
                  </a:lnTo>
                  <a:lnTo>
                    <a:pt x="0" y="90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8527B325-A237-4AC0-AB59-F6BA0B5BED62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583" y="248851"/>
              <a:ext cx="557849" cy="172224"/>
            </a:xfrm>
            <a:custGeom>
              <a:avLst/>
              <a:gdLst>
                <a:gd name="T0" fmla="*/ 116 w 622"/>
                <a:gd name="T1" fmla="*/ 116 h 232"/>
                <a:gd name="T2" fmla="*/ 0 w 622"/>
                <a:gd name="T3" fmla="*/ 2 h 232"/>
                <a:gd name="T4" fmla="*/ 0 w 622"/>
                <a:gd name="T5" fmla="*/ 0 h 232"/>
                <a:gd name="T6" fmla="*/ 506 w 622"/>
                <a:gd name="T7" fmla="*/ 0 h 232"/>
                <a:gd name="T8" fmla="*/ 622 w 622"/>
                <a:gd name="T9" fmla="*/ 116 h 232"/>
                <a:gd name="T10" fmla="*/ 506 w 622"/>
                <a:gd name="T11" fmla="*/ 232 h 232"/>
                <a:gd name="T12" fmla="*/ 2 w 622"/>
                <a:gd name="T13" fmla="*/ 232 h 232"/>
                <a:gd name="T14" fmla="*/ 0 w 622"/>
                <a:gd name="T15" fmla="*/ 232 h 232"/>
                <a:gd name="T16" fmla="*/ 0 w 622"/>
                <a:gd name="T17" fmla="*/ 231 h 232"/>
                <a:gd name="T18" fmla="*/ 116 w 622"/>
                <a:gd name="T19" fmla="*/ 116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2" h="232">
                  <a:moveTo>
                    <a:pt x="116" y="116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506" y="0"/>
                  </a:lnTo>
                  <a:lnTo>
                    <a:pt x="622" y="116"/>
                  </a:lnTo>
                  <a:lnTo>
                    <a:pt x="506" y="232"/>
                  </a:lnTo>
                  <a:lnTo>
                    <a:pt x="2" y="232"/>
                  </a:lnTo>
                  <a:lnTo>
                    <a:pt x="0" y="232"/>
                  </a:lnTo>
                  <a:lnTo>
                    <a:pt x="0" y="231"/>
                  </a:lnTo>
                  <a:lnTo>
                    <a:pt x="116" y="11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1B5923A2-68BD-4C2C-91F8-65ED5BCD5893}"/>
                </a:ext>
              </a:extLst>
            </p:cNvPr>
            <p:cNvSpPr>
              <a:spLocks/>
            </p:cNvSpPr>
            <p:nvPr/>
          </p:nvSpPr>
          <p:spPr bwMode="auto">
            <a:xfrm>
              <a:off x="963295" y="528273"/>
              <a:ext cx="557849" cy="175356"/>
            </a:xfrm>
            <a:custGeom>
              <a:avLst/>
              <a:gdLst>
                <a:gd name="T0" fmla="*/ 507 w 623"/>
                <a:gd name="T1" fmla="*/ 117 h 233"/>
                <a:gd name="T2" fmla="*/ 623 w 623"/>
                <a:gd name="T3" fmla="*/ 231 h 233"/>
                <a:gd name="T4" fmla="*/ 623 w 623"/>
                <a:gd name="T5" fmla="*/ 233 h 233"/>
                <a:gd name="T6" fmla="*/ 117 w 623"/>
                <a:gd name="T7" fmla="*/ 233 h 233"/>
                <a:gd name="T8" fmla="*/ 0 w 623"/>
                <a:gd name="T9" fmla="*/ 117 h 233"/>
                <a:gd name="T10" fmla="*/ 117 w 623"/>
                <a:gd name="T11" fmla="*/ 0 h 233"/>
                <a:gd name="T12" fmla="*/ 621 w 623"/>
                <a:gd name="T13" fmla="*/ 0 h 233"/>
                <a:gd name="T14" fmla="*/ 623 w 623"/>
                <a:gd name="T15" fmla="*/ 0 h 233"/>
                <a:gd name="T16" fmla="*/ 623 w 623"/>
                <a:gd name="T17" fmla="*/ 2 h 233"/>
                <a:gd name="T18" fmla="*/ 507 w 623"/>
                <a:gd name="T19" fmla="*/ 117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3" h="233">
                  <a:moveTo>
                    <a:pt x="507" y="117"/>
                  </a:moveTo>
                  <a:lnTo>
                    <a:pt x="623" y="231"/>
                  </a:lnTo>
                  <a:lnTo>
                    <a:pt x="623" y="233"/>
                  </a:lnTo>
                  <a:lnTo>
                    <a:pt x="117" y="233"/>
                  </a:lnTo>
                  <a:lnTo>
                    <a:pt x="0" y="117"/>
                  </a:lnTo>
                  <a:lnTo>
                    <a:pt x="117" y="0"/>
                  </a:lnTo>
                  <a:lnTo>
                    <a:pt x="621" y="0"/>
                  </a:lnTo>
                  <a:lnTo>
                    <a:pt x="623" y="0"/>
                  </a:lnTo>
                  <a:lnTo>
                    <a:pt x="623" y="2"/>
                  </a:lnTo>
                  <a:lnTo>
                    <a:pt x="507" y="11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5FFF07C2-1904-4C4E-B101-ED41AA4E24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325" y="438151"/>
              <a:ext cx="53975" cy="77788"/>
            </a:xfrm>
            <a:custGeom>
              <a:avLst/>
              <a:gdLst>
                <a:gd name="T0" fmla="*/ 70 w 70"/>
                <a:gd name="T1" fmla="*/ 11 h 104"/>
                <a:gd name="T2" fmla="*/ 70 w 70"/>
                <a:gd name="T3" fmla="*/ 91 h 104"/>
                <a:gd name="T4" fmla="*/ 70 w 70"/>
                <a:gd name="T5" fmla="*/ 104 h 104"/>
                <a:gd name="T6" fmla="*/ 58 w 70"/>
                <a:gd name="T7" fmla="*/ 104 h 104"/>
                <a:gd name="T8" fmla="*/ 11 w 70"/>
                <a:gd name="T9" fmla="*/ 104 h 104"/>
                <a:gd name="T10" fmla="*/ 0 w 70"/>
                <a:gd name="T11" fmla="*/ 104 h 104"/>
                <a:gd name="T12" fmla="*/ 0 w 70"/>
                <a:gd name="T13" fmla="*/ 91 h 104"/>
                <a:gd name="T14" fmla="*/ 0 w 70"/>
                <a:gd name="T15" fmla="*/ 11 h 104"/>
                <a:gd name="T16" fmla="*/ 0 w 70"/>
                <a:gd name="T17" fmla="*/ 0 h 104"/>
                <a:gd name="T18" fmla="*/ 11 w 70"/>
                <a:gd name="T19" fmla="*/ 0 h 104"/>
                <a:gd name="T20" fmla="*/ 58 w 70"/>
                <a:gd name="T21" fmla="*/ 0 h 104"/>
                <a:gd name="T22" fmla="*/ 70 w 70"/>
                <a:gd name="T23" fmla="*/ 0 h 104"/>
                <a:gd name="T24" fmla="*/ 70 w 70"/>
                <a:gd name="T25" fmla="*/ 11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04">
                  <a:moveTo>
                    <a:pt x="70" y="11"/>
                  </a:moveTo>
                  <a:lnTo>
                    <a:pt x="70" y="91"/>
                  </a:lnTo>
                  <a:lnTo>
                    <a:pt x="70" y="104"/>
                  </a:lnTo>
                  <a:lnTo>
                    <a:pt x="58" y="104"/>
                  </a:lnTo>
                  <a:lnTo>
                    <a:pt x="11" y="104"/>
                  </a:lnTo>
                  <a:lnTo>
                    <a:pt x="0" y="104"/>
                  </a:lnTo>
                  <a:lnTo>
                    <a:pt x="0" y="9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11" y="0"/>
                  </a:lnTo>
                  <a:lnTo>
                    <a:pt x="58" y="0"/>
                  </a:lnTo>
                  <a:lnTo>
                    <a:pt x="70" y="0"/>
                  </a:lnTo>
                  <a:lnTo>
                    <a:pt x="70" y="11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0CB374B2-4034-4D90-9057-EE6431511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325" y="715963"/>
              <a:ext cx="53975" cy="227013"/>
            </a:xfrm>
            <a:custGeom>
              <a:avLst/>
              <a:gdLst>
                <a:gd name="T0" fmla="*/ 70 w 70"/>
                <a:gd name="T1" fmla="*/ 12 h 299"/>
                <a:gd name="T2" fmla="*/ 70 w 70"/>
                <a:gd name="T3" fmla="*/ 258 h 299"/>
                <a:gd name="T4" fmla="*/ 61 w 70"/>
                <a:gd name="T5" fmla="*/ 285 h 299"/>
                <a:gd name="T6" fmla="*/ 35 w 70"/>
                <a:gd name="T7" fmla="*/ 299 h 299"/>
                <a:gd name="T8" fmla="*/ 9 w 70"/>
                <a:gd name="T9" fmla="*/ 285 h 299"/>
                <a:gd name="T10" fmla="*/ 0 w 70"/>
                <a:gd name="T11" fmla="*/ 258 h 299"/>
                <a:gd name="T12" fmla="*/ 0 w 70"/>
                <a:gd name="T13" fmla="*/ 12 h 299"/>
                <a:gd name="T14" fmla="*/ 0 w 70"/>
                <a:gd name="T15" fmla="*/ 0 h 299"/>
                <a:gd name="T16" fmla="*/ 11 w 70"/>
                <a:gd name="T17" fmla="*/ 0 h 299"/>
                <a:gd name="T18" fmla="*/ 58 w 70"/>
                <a:gd name="T19" fmla="*/ 0 h 299"/>
                <a:gd name="T20" fmla="*/ 70 w 70"/>
                <a:gd name="T21" fmla="*/ 0 h 299"/>
                <a:gd name="T22" fmla="*/ 70 w 70"/>
                <a:gd name="T23" fmla="*/ 12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0" h="299">
                  <a:moveTo>
                    <a:pt x="70" y="12"/>
                  </a:moveTo>
                  <a:lnTo>
                    <a:pt x="70" y="258"/>
                  </a:lnTo>
                  <a:cubicBezTo>
                    <a:pt x="70" y="268"/>
                    <a:pt x="67" y="277"/>
                    <a:pt x="61" y="285"/>
                  </a:cubicBezTo>
                  <a:cubicBezTo>
                    <a:pt x="55" y="293"/>
                    <a:pt x="46" y="299"/>
                    <a:pt x="35" y="299"/>
                  </a:cubicBezTo>
                  <a:cubicBezTo>
                    <a:pt x="25" y="299"/>
                    <a:pt x="15" y="293"/>
                    <a:pt x="9" y="285"/>
                  </a:cubicBezTo>
                  <a:cubicBezTo>
                    <a:pt x="3" y="277"/>
                    <a:pt x="0" y="268"/>
                    <a:pt x="0" y="258"/>
                  </a:cubicBezTo>
                  <a:lnTo>
                    <a:pt x="0" y="12"/>
                  </a:lnTo>
                  <a:lnTo>
                    <a:pt x="0" y="0"/>
                  </a:lnTo>
                  <a:lnTo>
                    <a:pt x="11" y="0"/>
                  </a:lnTo>
                  <a:lnTo>
                    <a:pt x="58" y="0"/>
                  </a:lnTo>
                  <a:lnTo>
                    <a:pt x="70" y="0"/>
                  </a:lnTo>
                  <a:lnTo>
                    <a:pt x="70" y="1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27" name="자유형: 도형 52">
            <a:extLst>
              <a:ext uri="{FF2B5EF4-FFF2-40B4-BE49-F238E27FC236}">
                <a16:creationId xmlns:a16="http://schemas.microsoft.com/office/drawing/2014/main" id="{27DB491F-7404-40E3-811C-7E1033C459C9}"/>
              </a:ext>
            </a:extLst>
          </p:cNvPr>
          <p:cNvSpPr/>
          <p:nvPr/>
        </p:nvSpPr>
        <p:spPr>
          <a:xfrm rot="20724175">
            <a:off x="5356265" y="3583440"/>
            <a:ext cx="901948" cy="1638198"/>
          </a:xfrm>
          <a:custGeom>
            <a:avLst/>
            <a:gdLst>
              <a:gd name="connsiteX0" fmla="*/ 214219 w 1074535"/>
              <a:gd name="connsiteY0" fmla="*/ 1091637 h 1918453"/>
              <a:gd name="connsiteX1" fmla="*/ 235318 w 1074535"/>
              <a:gd name="connsiteY1" fmla="*/ 1098104 h 1918453"/>
              <a:gd name="connsiteX2" fmla="*/ 264814 w 1074535"/>
              <a:gd name="connsiteY2" fmla="*/ 1100973 h 1918453"/>
              <a:gd name="connsiteX3" fmla="*/ 328003 w 1074535"/>
              <a:gd name="connsiteY3" fmla="*/ 1100750 h 1918453"/>
              <a:gd name="connsiteX4" fmla="*/ 363240 w 1074535"/>
              <a:gd name="connsiteY4" fmla="*/ 1093506 h 1918453"/>
              <a:gd name="connsiteX5" fmla="*/ 373128 w 1074535"/>
              <a:gd name="connsiteY5" fmla="*/ 1800548 h 1918453"/>
              <a:gd name="connsiteX6" fmla="*/ 372697 w 1074535"/>
              <a:gd name="connsiteY6" fmla="*/ 1805518 h 1918453"/>
              <a:gd name="connsiteX7" fmla="*/ 373239 w 1074535"/>
              <a:gd name="connsiteY7" fmla="*/ 1844277 h 1918453"/>
              <a:gd name="connsiteX8" fmla="*/ 301116 w 1074535"/>
              <a:gd name="connsiteY8" fmla="*/ 1918446 h 1918453"/>
              <a:gd name="connsiteX9" fmla="*/ 226946 w 1074535"/>
              <a:gd name="connsiteY9" fmla="*/ 1846323 h 1918453"/>
              <a:gd name="connsiteX10" fmla="*/ 226574 w 1074535"/>
              <a:gd name="connsiteY10" fmla="*/ 1819736 h 1918453"/>
              <a:gd name="connsiteX11" fmla="*/ 225885 w 1074535"/>
              <a:gd name="connsiteY11" fmla="*/ 1817621 h 1918453"/>
              <a:gd name="connsiteX12" fmla="*/ 224163 w 1074535"/>
              <a:gd name="connsiteY12" fmla="*/ 1802631 h 1918453"/>
              <a:gd name="connsiteX13" fmla="*/ 883809 w 1074535"/>
              <a:gd name="connsiteY13" fmla="*/ 416500 h 1918453"/>
              <a:gd name="connsiteX14" fmla="*/ 957090 w 1074535"/>
              <a:gd name="connsiteY14" fmla="*/ 454060 h 1918453"/>
              <a:gd name="connsiteX15" fmla="*/ 957089 w 1074535"/>
              <a:gd name="connsiteY15" fmla="*/ 454060 h 1918453"/>
              <a:gd name="connsiteX16" fmla="*/ 951038 w 1074535"/>
              <a:gd name="connsiteY16" fmla="*/ 536184 h 1918453"/>
              <a:gd name="connsiteX17" fmla="*/ 944731 w 1074535"/>
              <a:gd name="connsiteY17" fmla="*/ 541616 h 1918453"/>
              <a:gd name="connsiteX18" fmla="*/ 1074535 w 1074535"/>
              <a:gd name="connsiteY18" fmla="*/ 1366500 h 1918453"/>
              <a:gd name="connsiteX19" fmla="*/ 1029371 w 1074535"/>
              <a:gd name="connsiteY19" fmla="*/ 1373606 h 1918453"/>
              <a:gd name="connsiteX20" fmla="*/ 902906 w 1074535"/>
              <a:gd name="connsiteY20" fmla="*/ 569935 h 1918453"/>
              <a:gd name="connsiteX21" fmla="*/ 661675 w 1074535"/>
              <a:gd name="connsiteY21" fmla="*/ 705442 h 1918453"/>
              <a:gd name="connsiteX22" fmla="*/ 653401 w 1074535"/>
              <a:gd name="connsiteY22" fmla="*/ 708573 h 1918453"/>
              <a:gd name="connsiteX23" fmla="*/ 653770 w 1074535"/>
              <a:gd name="connsiteY23" fmla="*/ 539006 h 1918453"/>
              <a:gd name="connsiteX24" fmla="*/ 855663 w 1074535"/>
              <a:gd name="connsiteY24" fmla="*/ 425597 h 1918453"/>
              <a:gd name="connsiteX25" fmla="*/ 883809 w 1074535"/>
              <a:gd name="connsiteY25" fmla="*/ 416500 h 1918453"/>
              <a:gd name="connsiteX26" fmla="*/ 29148 w 1074535"/>
              <a:gd name="connsiteY26" fmla="*/ 400981 h 1918453"/>
              <a:gd name="connsiteX27" fmla="*/ 125491 w 1074535"/>
              <a:gd name="connsiteY27" fmla="*/ 400981 h 1918453"/>
              <a:gd name="connsiteX28" fmla="*/ 149578 w 1074535"/>
              <a:gd name="connsiteY28" fmla="*/ 425068 h 1918453"/>
              <a:gd name="connsiteX29" fmla="*/ 149578 w 1074535"/>
              <a:gd name="connsiteY29" fmla="*/ 965515 h 1918453"/>
              <a:gd name="connsiteX30" fmla="*/ 125491 w 1074535"/>
              <a:gd name="connsiteY30" fmla="*/ 989602 h 1918453"/>
              <a:gd name="connsiteX31" fmla="*/ 29148 w 1074535"/>
              <a:gd name="connsiteY31" fmla="*/ 989602 h 1918453"/>
              <a:gd name="connsiteX32" fmla="*/ 5061 w 1074535"/>
              <a:gd name="connsiteY32" fmla="*/ 965515 h 1918453"/>
              <a:gd name="connsiteX33" fmla="*/ 5061 w 1074535"/>
              <a:gd name="connsiteY33" fmla="*/ 425068 h 1918453"/>
              <a:gd name="connsiteX34" fmla="*/ 29148 w 1074535"/>
              <a:gd name="connsiteY34" fmla="*/ 400981 h 1918453"/>
              <a:gd name="connsiteX35" fmla="*/ 193377 w 1074535"/>
              <a:gd name="connsiteY35" fmla="*/ 366766 h 1918453"/>
              <a:gd name="connsiteX36" fmla="*/ 363365 w 1074535"/>
              <a:gd name="connsiteY36" fmla="*/ 390446 h 1918453"/>
              <a:gd name="connsiteX37" fmla="*/ 374173 w 1074535"/>
              <a:gd name="connsiteY37" fmla="*/ 392126 h 1918453"/>
              <a:gd name="connsiteX38" fmla="*/ 376882 w 1074535"/>
              <a:gd name="connsiteY38" fmla="*/ 393125 h 1918453"/>
              <a:gd name="connsiteX39" fmla="*/ 377281 w 1074535"/>
              <a:gd name="connsiteY39" fmla="*/ 393272 h 1918453"/>
              <a:gd name="connsiteX40" fmla="*/ 401926 w 1074535"/>
              <a:gd name="connsiteY40" fmla="*/ 402363 h 1918453"/>
              <a:gd name="connsiteX41" fmla="*/ 437148 w 1074535"/>
              <a:gd name="connsiteY41" fmla="*/ 462107 h 1918453"/>
              <a:gd name="connsiteX42" fmla="*/ 437102 w 1074535"/>
              <a:gd name="connsiteY42" fmla="*/ 462973 h 1918453"/>
              <a:gd name="connsiteX43" fmla="*/ 438546 w 1074535"/>
              <a:gd name="connsiteY43" fmla="*/ 467567 h 1918453"/>
              <a:gd name="connsiteX44" fmla="*/ 440725 w 1074535"/>
              <a:gd name="connsiteY44" fmla="*/ 488448 h 1918453"/>
              <a:gd name="connsiteX45" fmla="*/ 440758 w 1074535"/>
              <a:gd name="connsiteY45" fmla="*/ 497890 h 1918453"/>
              <a:gd name="connsiteX46" fmla="*/ 444835 w 1074535"/>
              <a:gd name="connsiteY46" fmla="*/ 495669 h 1918453"/>
              <a:gd name="connsiteX47" fmla="*/ 586852 w 1074535"/>
              <a:gd name="connsiteY47" fmla="*/ 546135 h 1918453"/>
              <a:gd name="connsiteX48" fmla="*/ 586511 w 1074535"/>
              <a:gd name="connsiteY48" fmla="*/ 703318 h 1918453"/>
              <a:gd name="connsiteX49" fmla="*/ 579551 w 1074535"/>
              <a:gd name="connsiteY49" fmla="*/ 699391 h 1918453"/>
              <a:gd name="connsiteX50" fmla="*/ 576534 w 1074535"/>
              <a:gd name="connsiteY50" fmla="*/ 695889 h 1918453"/>
              <a:gd name="connsiteX51" fmla="*/ 554440 w 1074535"/>
              <a:gd name="connsiteY51" fmla="*/ 692725 h 1918453"/>
              <a:gd name="connsiteX52" fmla="*/ 441305 w 1074535"/>
              <a:gd name="connsiteY52" fmla="*/ 652522 h 1918453"/>
              <a:gd name="connsiteX53" fmla="*/ 442217 w 1074535"/>
              <a:gd name="connsiteY53" fmla="*/ 910615 h 1918453"/>
              <a:gd name="connsiteX54" fmla="*/ 716699 w 1074535"/>
              <a:gd name="connsiteY54" fmla="*/ 926527 h 1918453"/>
              <a:gd name="connsiteX55" fmla="*/ 745307 w 1074535"/>
              <a:gd name="connsiteY55" fmla="*/ 934049 h 1918453"/>
              <a:gd name="connsiteX56" fmla="*/ 747791 w 1074535"/>
              <a:gd name="connsiteY56" fmla="*/ 935941 h 1918453"/>
              <a:gd name="connsiteX57" fmla="*/ 749560 w 1074535"/>
              <a:gd name="connsiteY57" fmla="*/ 936081 h 1918453"/>
              <a:gd name="connsiteX58" fmla="*/ 802979 w 1074535"/>
              <a:gd name="connsiteY58" fmla="*/ 998747 h 1918453"/>
              <a:gd name="connsiteX59" fmla="*/ 843164 w 1074535"/>
              <a:gd name="connsiteY59" fmla="*/ 1399260 h 1918453"/>
              <a:gd name="connsiteX60" fmla="*/ 781299 w 1074535"/>
              <a:gd name="connsiteY60" fmla="*/ 1451340 h 1918453"/>
              <a:gd name="connsiteX61" fmla="*/ 703433 w 1074535"/>
              <a:gd name="connsiteY61" fmla="*/ 1401491 h 1918453"/>
              <a:gd name="connsiteX62" fmla="*/ 700590 w 1074535"/>
              <a:gd name="connsiteY62" fmla="*/ 1388463 h 1918453"/>
              <a:gd name="connsiteX63" fmla="*/ 700124 w 1074535"/>
              <a:gd name="connsiteY63" fmla="*/ 1388469 h 1918453"/>
              <a:gd name="connsiteX64" fmla="*/ 661854 w 1074535"/>
              <a:gd name="connsiteY64" fmla="*/ 1072578 h 1918453"/>
              <a:gd name="connsiteX65" fmla="*/ 341945 w 1074535"/>
              <a:gd name="connsiteY65" fmla="*/ 1054034 h 1918453"/>
              <a:gd name="connsiteX66" fmla="*/ 339071 w 1074535"/>
              <a:gd name="connsiteY66" fmla="*/ 1054624 h 1918453"/>
              <a:gd name="connsiteX67" fmla="*/ 294302 w 1074535"/>
              <a:gd name="connsiteY67" fmla="*/ 1054782 h 1918453"/>
              <a:gd name="connsiteX68" fmla="*/ 190282 w 1074535"/>
              <a:gd name="connsiteY68" fmla="*/ 951495 h 1918453"/>
              <a:gd name="connsiteX69" fmla="*/ 193377 w 1074535"/>
              <a:gd name="connsiteY69" fmla="*/ 366766 h 1918453"/>
              <a:gd name="connsiteX70" fmla="*/ 21662 w 1074535"/>
              <a:gd name="connsiteY70" fmla="*/ 245799 h 1918453"/>
              <a:gd name="connsiteX71" fmla="*/ 123521 w 1074535"/>
              <a:gd name="connsiteY71" fmla="*/ 245799 h 1918453"/>
              <a:gd name="connsiteX72" fmla="*/ 145183 w 1074535"/>
              <a:gd name="connsiteY72" fmla="*/ 267461 h 1918453"/>
              <a:gd name="connsiteX73" fmla="*/ 145183 w 1074535"/>
              <a:gd name="connsiteY73" fmla="*/ 354108 h 1918453"/>
              <a:gd name="connsiteX74" fmla="*/ 123521 w 1074535"/>
              <a:gd name="connsiteY74" fmla="*/ 375770 h 1918453"/>
              <a:gd name="connsiteX75" fmla="*/ 21662 w 1074535"/>
              <a:gd name="connsiteY75" fmla="*/ 375770 h 1918453"/>
              <a:gd name="connsiteX76" fmla="*/ 0 w 1074535"/>
              <a:gd name="connsiteY76" fmla="*/ 354108 h 1918453"/>
              <a:gd name="connsiteX77" fmla="*/ 0 w 1074535"/>
              <a:gd name="connsiteY77" fmla="*/ 267461 h 1918453"/>
              <a:gd name="connsiteX78" fmla="*/ 21662 w 1074535"/>
              <a:gd name="connsiteY78" fmla="*/ 245799 h 1918453"/>
              <a:gd name="connsiteX79" fmla="*/ 314247 w 1074535"/>
              <a:gd name="connsiteY79" fmla="*/ 3674 h 1918453"/>
              <a:gd name="connsiteX80" fmla="*/ 349632 w 1074535"/>
              <a:gd name="connsiteY80" fmla="*/ 0 h 1918453"/>
              <a:gd name="connsiteX81" fmla="*/ 521798 w 1074535"/>
              <a:gd name="connsiteY81" fmla="*/ 140102 h 1918453"/>
              <a:gd name="connsiteX82" fmla="*/ 385371 w 1074535"/>
              <a:gd name="connsiteY82" fmla="*/ 347654 h 1918453"/>
              <a:gd name="connsiteX83" fmla="*/ 177819 w 1074535"/>
              <a:gd name="connsiteY83" fmla="*/ 211226 h 1918453"/>
              <a:gd name="connsiteX84" fmla="*/ 314247 w 1074535"/>
              <a:gd name="connsiteY84" fmla="*/ 3674 h 1918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074535" h="1918453">
                <a:moveTo>
                  <a:pt x="214219" y="1091637"/>
                </a:moveTo>
                <a:lnTo>
                  <a:pt x="235318" y="1098104"/>
                </a:lnTo>
                <a:cubicBezTo>
                  <a:pt x="244849" y="1100020"/>
                  <a:pt x="254714" y="1101008"/>
                  <a:pt x="264814" y="1100973"/>
                </a:cubicBezTo>
                <a:lnTo>
                  <a:pt x="328003" y="1100750"/>
                </a:lnTo>
                <a:lnTo>
                  <a:pt x="363240" y="1093506"/>
                </a:lnTo>
                <a:cubicBezTo>
                  <a:pt x="366536" y="1329186"/>
                  <a:pt x="369832" y="1564867"/>
                  <a:pt x="373128" y="1800548"/>
                </a:cubicBezTo>
                <a:cubicBezTo>
                  <a:pt x="372984" y="1802205"/>
                  <a:pt x="372841" y="1803861"/>
                  <a:pt x="372697" y="1805518"/>
                </a:cubicBezTo>
                <a:lnTo>
                  <a:pt x="373239" y="1844277"/>
                </a:lnTo>
                <a:cubicBezTo>
                  <a:pt x="373804" y="1884675"/>
                  <a:pt x="341513" y="1917882"/>
                  <a:pt x="301116" y="1918446"/>
                </a:cubicBezTo>
                <a:cubicBezTo>
                  <a:pt x="260717" y="1919011"/>
                  <a:pt x="227512" y="1886721"/>
                  <a:pt x="226946" y="1846323"/>
                </a:cubicBezTo>
                <a:lnTo>
                  <a:pt x="226574" y="1819736"/>
                </a:lnTo>
                <a:lnTo>
                  <a:pt x="225885" y="1817621"/>
                </a:lnTo>
                <a:cubicBezTo>
                  <a:pt x="224826" y="1812786"/>
                  <a:pt x="224234" y="1807773"/>
                  <a:pt x="224163" y="1802631"/>
                </a:cubicBezTo>
                <a:close/>
                <a:moveTo>
                  <a:pt x="883809" y="416500"/>
                </a:moveTo>
                <a:cubicBezTo>
                  <a:pt x="912657" y="413265"/>
                  <a:pt x="941978" y="427160"/>
                  <a:pt x="957090" y="454060"/>
                </a:cubicBezTo>
                <a:cubicBezTo>
                  <a:pt x="957089" y="454060"/>
                  <a:pt x="957089" y="454060"/>
                  <a:pt x="957089" y="454060"/>
                </a:cubicBezTo>
                <a:cubicBezTo>
                  <a:pt x="972200" y="480962"/>
                  <a:pt x="968810" y="513231"/>
                  <a:pt x="951038" y="536184"/>
                </a:cubicBezTo>
                <a:lnTo>
                  <a:pt x="944731" y="541616"/>
                </a:lnTo>
                <a:lnTo>
                  <a:pt x="1074535" y="1366500"/>
                </a:lnTo>
                <a:lnTo>
                  <a:pt x="1029371" y="1373606"/>
                </a:lnTo>
                <a:lnTo>
                  <a:pt x="902906" y="569935"/>
                </a:lnTo>
                <a:lnTo>
                  <a:pt x="661675" y="705442"/>
                </a:lnTo>
                <a:lnTo>
                  <a:pt x="653401" y="708573"/>
                </a:lnTo>
                <a:lnTo>
                  <a:pt x="653770" y="539006"/>
                </a:lnTo>
                <a:cubicBezTo>
                  <a:pt x="721067" y="501203"/>
                  <a:pt x="788364" y="463400"/>
                  <a:pt x="855663" y="425597"/>
                </a:cubicBezTo>
                <a:cubicBezTo>
                  <a:pt x="864630" y="420560"/>
                  <a:pt x="874193" y="417578"/>
                  <a:pt x="883809" y="416500"/>
                </a:cubicBezTo>
                <a:close/>
                <a:moveTo>
                  <a:pt x="29148" y="400981"/>
                </a:moveTo>
                <a:lnTo>
                  <a:pt x="125491" y="400981"/>
                </a:lnTo>
                <a:cubicBezTo>
                  <a:pt x="138794" y="400981"/>
                  <a:pt x="149578" y="411765"/>
                  <a:pt x="149578" y="425068"/>
                </a:cubicBezTo>
                <a:lnTo>
                  <a:pt x="149578" y="965515"/>
                </a:lnTo>
                <a:cubicBezTo>
                  <a:pt x="149578" y="978818"/>
                  <a:pt x="138794" y="989602"/>
                  <a:pt x="125491" y="989602"/>
                </a:cubicBezTo>
                <a:lnTo>
                  <a:pt x="29148" y="989602"/>
                </a:lnTo>
                <a:cubicBezTo>
                  <a:pt x="15845" y="989602"/>
                  <a:pt x="5061" y="978818"/>
                  <a:pt x="5061" y="965515"/>
                </a:cubicBezTo>
                <a:lnTo>
                  <a:pt x="5061" y="425068"/>
                </a:lnTo>
                <a:cubicBezTo>
                  <a:pt x="5061" y="411765"/>
                  <a:pt x="15845" y="400981"/>
                  <a:pt x="29148" y="400981"/>
                </a:cubicBezTo>
                <a:close/>
                <a:moveTo>
                  <a:pt x="193377" y="366766"/>
                </a:moveTo>
                <a:cubicBezTo>
                  <a:pt x="225956" y="368211"/>
                  <a:pt x="333232" y="386219"/>
                  <a:pt x="363365" y="390446"/>
                </a:cubicBezTo>
                <a:lnTo>
                  <a:pt x="374173" y="392126"/>
                </a:lnTo>
                <a:lnTo>
                  <a:pt x="376882" y="393125"/>
                </a:lnTo>
                <a:lnTo>
                  <a:pt x="377281" y="393272"/>
                </a:lnTo>
                <a:lnTo>
                  <a:pt x="401926" y="402363"/>
                </a:lnTo>
                <a:cubicBezTo>
                  <a:pt x="422494" y="415097"/>
                  <a:pt x="435971" y="437387"/>
                  <a:pt x="437148" y="462107"/>
                </a:cubicBezTo>
                <a:cubicBezTo>
                  <a:pt x="437133" y="462396"/>
                  <a:pt x="437118" y="462684"/>
                  <a:pt x="437102" y="462973"/>
                </a:cubicBezTo>
                <a:lnTo>
                  <a:pt x="438546" y="467567"/>
                </a:lnTo>
                <a:cubicBezTo>
                  <a:pt x="439950" y="474309"/>
                  <a:pt x="440700" y="481293"/>
                  <a:pt x="440725" y="488448"/>
                </a:cubicBezTo>
                <a:lnTo>
                  <a:pt x="440758" y="497890"/>
                </a:lnTo>
                <a:lnTo>
                  <a:pt x="444835" y="495669"/>
                </a:lnTo>
                <a:lnTo>
                  <a:pt x="586852" y="546135"/>
                </a:lnTo>
                <a:lnTo>
                  <a:pt x="586511" y="703318"/>
                </a:lnTo>
                <a:lnTo>
                  <a:pt x="579551" y="699391"/>
                </a:lnTo>
                <a:lnTo>
                  <a:pt x="576534" y="695889"/>
                </a:lnTo>
                <a:lnTo>
                  <a:pt x="554440" y="692725"/>
                </a:lnTo>
                <a:lnTo>
                  <a:pt x="441305" y="652522"/>
                </a:lnTo>
                <a:lnTo>
                  <a:pt x="442217" y="910615"/>
                </a:lnTo>
                <a:lnTo>
                  <a:pt x="716699" y="926527"/>
                </a:lnTo>
                <a:cubicBezTo>
                  <a:pt x="726967" y="927122"/>
                  <a:pt x="736628" y="929769"/>
                  <a:pt x="745307" y="934049"/>
                </a:cubicBezTo>
                <a:lnTo>
                  <a:pt x="747791" y="935941"/>
                </a:lnTo>
                <a:lnTo>
                  <a:pt x="749560" y="936081"/>
                </a:lnTo>
                <a:cubicBezTo>
                  <a:pt x="777462" y="944092"/>
                  <a:pt x="799270" y="968116"/>
                  <a:pt x="802979" y="998747"/>
                </a:cubicBezTo>
                <a:lnTo>
                  <a:pt x="843164" y="1399260"/>
                </a:lnTo>
                <a:cubicBezTo>
                  <a:pt x="835128" y="1426612"/>
                  <a:pt x="811402" y="1447882"/>
                  <a:pt x="781299" y="1451340"/>
                </a:cubicBezTo>
                <a:cubicBezTo>
                  <a:pt x="746179" y="1455374"/>
                  <a:pt x="714015" y="1433829"/>
                  <a:pt x="703433" y="1401491"/>
                </a:cubicBezTo>
                <a:lnTo>
                  <a:pt x="700590" y="1388463"/>
                </a:lnTo>
                <a:lnTo>
                  <a:pt x="700124" y="1388469"/>
                </a:lnTo>
                <a:lnTo>
                  <a:pt x="661854" y="1072578"/>
                </a:lnTo>
                <a:lnTo>
                  <a:pt x="341945" y="1054034"/>
                </a:lnTo>
                <a:lnTo>
                  <a:pt x="339071" y="1054624"/>
                </a:lnTo>
                <a:lnTo>
                  <a:pt x="294302" y="1054782"/>
                </a:lnTo>
                <a:cubicBezTo>
                  <a:pt x="237055" y="1054985"/>
                  <a:pt x="190484" y="1008742"/>
                  <a:pt x="190282" y="951495"/>
                </a:cubicBezTo>
                <a:cubicBezTo>
                  <a:pt x="176632" y="832469"/>
                  <a:pt x="184916" y="491779"/>
                  <a:pt x="193377" y="366766"/>
                </a:cubicBezTo>
                <a:close/>
                <a:moveTo>
                  <a:pt x="21662" y="245799"/>
                </a:moveTo>
                <a:lnTo>
                  <a:pt x="123521" y="245799"/>
                </a:lnTo>
                <a:cubicBezTo>
                  <a:pt x="135485" y="245799"/>
                  <a:pt x="145183" y="255497"/>
                  <a:pt x="145183" y="267461"/>
                </a:cubicBezTo>
                <a:lnTo>
                  <a:pt x="145183" y="354108"/>
                </a:lnTo>
                <a:cubicBezTo>
                  <a:pt x="145183" y="366072"/>
                  <a:pt x="135485" y="375770"/>
                  <a:pt x="123521" y="375770"/>
                </a:cubicBezTo>
                <a:lnTo>
                  <a:pt x="21662" y="375770"/>
                </a:lnTo>
                <a:cubicBezTo>
                  <a:pt x="9698" y="375770"/>
                  <a:pt x="0" y="366072"/>
                  <a:pt x="0" y="354108"/>
                </a:cubicBezTo>
                <a:lnTo>
                  <a:pt x="0" y="267461"/>
                </a:lnTo>
                <a:cubicBezTo>
                  <a:pt x="0" y="255497"/>
                  <a:pt x="9698" y="245799"/>
                  <a:pt x="21662" y="245799"/>
                </a:cubicBezTo>
                <a:close/>
                <a:moveTo>
                  <a:pt x="314247" y="3674"/>
                </a:moveTo>
                <a:cubicBezTo>
                  <a:pt x="326119" y="1218"/>
                  <a:pt x="337961" y="25"/>
                  <a:pt x="349632" y="0"/>
                </a:cubicBezTo>
                <a:cubicBezTo>
                  <a:pt x="431319" y="-167"/>
                  <a:pt x="504614" y="56988"/>
                  <a:pt x="521798" y="140102"/>
                </a:cubicBezTo>
                <a:cubicBezTo>
                  <a:pt x="541439" y="235089"/>
                  <a:pt x="480358" y="328013"/>
                  <a:pt x="385371" y="347654"/>
                </a:cubicBezTo>
                <a:cubicBezTo>
                  <a:pt x="290384" y="367294"/>
                  <a:pt x="197460" y="306213"/>
                  <a:pt x="177819" y="211226"/>
                </a:cubicBezTo>
                <a:cubicBezTo>
                  <a:pt x="158178" y="116239"/>
                  <a:pt x="219259" y="23314"/>
                  <a:pt x="314247" y="367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487050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2753833" y="118485"/>
            <a:ext cx="9142892" cy="1171067"/>
          </a:xfrm>
        </p:spPr>
        <p:txBody>
          <a:bodyPr>
            <a:normAutofit/>
          </a:bodyPr>
          <a:lstStyle/>
          <a:p>
            <a:r>
              <a:rPr kumimoji="1" lang="zh-CN" altLang="en-US" sz="4000" dirty="0">
                <a:ea typeface="Meiryo UI" panose="020B0604030504040204" pitchFamily="50" charset="-128"/>
              </a:rPr>
              <a:t>让我们来单击按钮弹出提示框吧</a:t>
            </a:r>
            <a:r>
              <a:rPr kumimoji="1" lang="ja-JP" altLang="en-US" sz="4000" dirty="0">
                <a:ea typeface="Meiryo UI" panose="020B0604030504040204" pitchFamily="50" charset="-128"/>
              </a:rPr>
              <a:t>！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33C6155-12F3-4CC6-AE3F-6FD23BAA29B0}"/>
              </a:ext>
            </a:extLst>
          </p:cNvPr>
          <p:cNvSpPr txBox="1"/>
          <p:nvPr/>
        </p:nvSpPr>
        <p:spPr>
          <a:xfrm>
            <a:off x="9778838" y="4809457"/>
            <a:ext cx="23519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在记事本中输入的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endParaRPr kumimoji="1" lang="en-US" altLang="ja-JP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角丸四角形 11"/>
          <p:cNvSpPr/>
          <p:nvPr/>
        </p:nvSpPr>
        <p:spPr>
          <a:xfrm>
            <a:off x="97277" y="80597"/>
            <a:ext cx="2276272" cy="454424"/>
          </a:xfrm>
          <a:prstGeom prst="roundRect">
            <a:avLst/>
          </a:prstGeom>
          <a:solidFill>
            <a:srgbClr val="F8931D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动手操作</a:t>
            </a:r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③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 part1</a:t>
            </a:r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576ADD08-0C80-47EB-926B-0C550BC733E4}"/>
              </a:ext>
            </a:extLst>
          </p:cNvPr>
          <p:cNvSpPr txBox="1">
            <a:spLocks/>
          </p:cNvSpPr>
          <p:nvPr/>
        </p:nvSpPr>
        <p:spPr>
          <a:xfrm>
            <a:off x="2753832" y="1443441"/>
            <a:ext cx="9210219" cy="3284202"/>
          </a:xfrm>
          <a:prstGeom prst="rect">
            <a:avLst/>
          </a:prstGeom>
        </p:spPr>
        <p:txBody>
          <a:bodyPr/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首先请准备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ja-JP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在记事本中输入以下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br>
              <a:rPr lang="en-US" altLang="ja-JP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ja-JP" altLang="en-US" sz="2400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　</a:t>
            </a:r>
            <a:r>
              <a:rPr lang="en-US" altLang="ja-JP" sz="2400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&lt;input id='</a:t>
            </a:r>
            <a:r>
              <a:rPr lang="en-US" altLang="ja-JP" sz="2400" dirty="0" err="1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mybutton</a:t>
            </a:r>
            <a:r>
              <a:rPr lang="en-US" altLang="ja-JP" sz="2400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' type='button' value='click me'&gt;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ja-JP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buFont typeface="+mj-lt"/>
              <a:buAutoNum type="arabicPeriod" startAt="2"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将记事本保存为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button.html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endParaRPr kumimoji="1" lang="en-US" altLang="ja-JP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buFont typeface="+mj-lt"/>
              <a:buAutoNum type="arabicPeriod" startAt="2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Chrome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中打开记事本文件</a:t>
            </a:r>
            <a:endParaRPr lang="en-US" altLang="ja-JP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図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825" y="5117234"/>
            <a:ext cx="5295900" cy="6604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486604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3"/>
          <p:cNvSpPr/>
          <p:nvPr/>
        </p:nvSpPr>
        <p:spPr>
          <a:xfrm>
            <a:off x="97277" y="80597"/>
            <a:ext cx="2898842" cy="454424"/>
          </a:xfrm>
          <a:prstGeom prst="roundRect">
            <a:avLst/>
          </a:prstGeom>
          <a:solidFill>
            <a:srgbClr val="F8931D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动手操作</a:t>
            </a:r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③ 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part1 – </a:t>
            </a:r>
            <a:r>
              <a:rPr kumimoji="1" lang="zh-CN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结果</a:t>
            </a:r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3393780" y="4346799"/>
            <a:ext cx="81918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在</a:t>
            </a:r>
            <a:r>
              <a:rPr kumimoji="1" lang="en-US" altLang="zh-CN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HTML</a:t>
            </a:r>
            <a:r>
              <a:rPr kumimoji="1" lang="zh-CN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中生成按钮。</a:t>
            </a:r>
            <a:endParaRPr kumimoji="1" lang="ja-JP" alt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zh-CN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单击按钮时，</a:t>
            </a:r>
            <a:r>
              <a:rPr kumimoji="1" lang="zh-CN" altLang="en-US" sz="24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没有任何反应。</a:t>
            </a:r>
            <a:endParaRPr kumimoji="1" lang="ja-JP" altLang="en-US" sz="24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zh-CN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想要它起作用，需要在</a:t>
            </a:r>
            <a:r>
              <a:rPr kumimoji="1" lang="en-US" altLang="zh-CN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JavaScript</a:t>
            </a:r>
            <a:r>
              <a:rPr kumimoji="1" lang="zh-CN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中定义一下。</a:t>
            </a:r>
            <a:endParaRPr kumimoji="1" lang="ja-JP" alt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A559CF3-85D8-40C3-9DAE-26B6CE339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788" y="1688805"/>
            <a:ext cx="7176449" cy="23105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7824690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2753833" y="118485"/>
            <a:ext cx="9142892" cy="1171067"/>
          </a:xfrm>
        </p:spPr>
        <p:txBody>
          <a:bodyPr>
            <a:normAutofit/>
          </a:bodyPr>
          <a:lstStyle/>
          <a:p>
            <a:r>
              <a:rPr kumimoji="1"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让我们来单击按钮弹出提示框吧</a:t>
            </a:r>
            <a:r>
              <a:rPr kumimoji="1" lang="ja-JP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33C6155-12F3-4CC6-AE3F-6FD23BAA29B0}"/>
              </a:ext>
            </a:extLst>
          </p:cNvPr>
          <p:cNvSpPr txBox="1"/>
          <p:nvPr/>
        </p:nvSpPr>
        <p:spPr>
          <a:xfrm>
            <a:off x="10171573" y="1219006"/>
            <a:ext cx="11384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右击菜单</a:t>
            </a:r>
            <a:endParaRPr kumimoji="1" lang="ja-JP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角丸四角形 11"/>
          <p:cNvSpPr/>
          <p:nvPr/>
        </p:nvSpPr>
        <p:spPr>
          <a:xfrm>
            <a:off x="97277" y="80597"/>
            <a:ext cx="2276272" cy="454424"/>
          </a:xfrm>
          <a:prstGeom prst="roundRect">
            <a:avLst/>
          </a:prstGeom>
          <a:solidFill>
            <a:srgbClr val="F8931D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动手操作③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 part2</a:t>
            </a:r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576ADD08-0C80-47EB-926B-0C550BC733E4}"/>
              </a:ext>
            </a:extLst>
          </p:cNvPr>
          <p:cNvSpPr txBox="1">
            <a:spLocks/>
          </p:cNvSpPr>
          <p:nvPr/>
        </p:nvSpPr>
        <p:spPr>
          <a:xfrm>
            <a:off x="2753833" y="1443441"/>
            <a:ext cx="7781222" cy="3284202"/>
          </a:xfrm>
          <a:prstGeom prst="rect">
            <a:avLst/>
          </a:prstGeom>
        </p:spPr>
        <p:txBody>
          <a:bodyPr/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让我们运行 </a:t>
            </a:r>
            <a:r>
              <a:rPr lang="en-US" altLang="ja-JP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ja-JP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看看</a:t>
            </a:r>
            <a:endParaRPr lang="en-US" altLang="ja-JP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打开浏览器 开发者工具</a:t>
            </a:r>
            <a:endParaRPr lang="en-US" altLang="ja-JP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移至“控制台”（</a:t>
            </a:r>
            <a:r>
              <a:rPr lang="en-US" altLang="ja-JP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console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）标签</a:t>
            </a:r>
            <a:endParaRPr lang="en-US" altLang="ja-JP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输入以下代码</a:t>
            </a:r>
            <a:endParaRPr lang="en-US" altLang="ja-JP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buFont typeface="+mj-lt"/>
              <a:buAutoNum type="arabicPeriod"/>
            </a:pPr>
            <a:endParaRPr lang="en-US" altLang="ja-JP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buFont typeface="+mj-lt"/>
              <a:buAutoNum type="arabicPeriod"/>
            </a:pPr>
            <a:endParaRPr lang="en-US" altLang="ja-JP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buFont typeface="+mj-lt"/>
              <a:buAutoNum type="arabicPeriod"/>
            </a:pPr>
            <a:endParaRPr lang="en-US" altLang="ja-JP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buFont typeface="+mj-lt"/>
              <a:buAutoNum type="arabicPeriod"/>
            </a:pPr>
            <a:endParaRPr lang="en-US" altLang="ja-JP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按“回车”键</a:t>
            </a:r>
            <a:endParaRPr lang="ja-JP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07FCE3B-B275-421F-A2ED-47D883686CF4}"/>
              </a:ext>
            </a:extLst>
          </p:cNvPr>
          <p:cNvSpPr txBox="1"/>
          <p:nvPr/>
        </p:nvSpPr>
        <p:spPr>
          <a:xfrm>
            <a:off x="2863717" y="3490177"/>
            <a:ext cx="9208308" cy="161836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lIns="182880" tIns="182880" rIns="182880" bIns="182880" rtlCol="0" anchor="ctr">
            <a:noAutofit/>
          </a:bodyPr>
          <a:lstStyle/>
          <a:p>
            <a:r>
              <a:rPr lang="ja-JP" altLang="en-US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function </a:t>
            </a:r>
            <a:r>
              <a:rPr lang="ja-JP" altLang="en-US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show</a:t>
            </a:r>
            <a:r>
              <a:rPr lang="en-US" altLang="ja-JP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M</a:t>
            </a:r>
            <a:r>
              <a:rPr lang="ja-JP" altLang="en-US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essage</a:t>
            </a:r>
            <a:r>
              <a:rPr lang="ja-JP" altLang="en-US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() {</a:t>
            </a:r>
          </a:p>
          <a:p>
            <a:r>
              <a:rPr lang="ja-JP" altLang="en-US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	</a:t>
            </a:r>
            <a:r>
              <a:rPr lang="en-US" altLang="ja-JP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window.</a:t>
            </a:r>
            <a:r>
              <a:rPr lang="ja-JP" altLang="en-US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alert</a:t>
            </a:r>
            <a:r>
              <a:rPr lang="ja-JP" altLang="en-US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(</a:t>
            </a:r>
            <a:r>
              <a:rPr kumimoji="1" lang="en-US" altLang="ja-JP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'</a:t>
            </a:r>
            <a:r>
              <a:rPr lang="ja-JP" altLang="en-US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hello world</a:t>
            </a:r>
            <a:r>
              <a:rPr kumimoji="1" lang="en-US" altLang="ja-JP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'</a:t>
            </a:r>
            <a:r>
              <a:rPr lang="ja-JP" altLang="en-US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)</a:t>
            </a:r>
            <a:r>
              <a:rPr lang="en-US" altLang="ja-JP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;</a:t>
            </a:r>
            <a:endParaRPr lang="ja-JP" altLang="en-US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Consolas" panose="020B0609020204030204" pitchFamily="49" charset="0"/>
            </a:endParaRPr>
          </a:p>
          <a:p>
            <a:r>
              <a:rPr lang="ja-JP" altLang="en-US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}</a:t>
            </a:r>
            <a:endParaRPr kumimoji="1" lang="en-US" altLang="ja-JP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Consolas" panose="020B0609020204030204" pitchFamily="49" charset="0"/>
            </a:endParaRPr>
          </a:p>
          <a:p>
            <a:endParaRPr kumimoji="1" lang="en-US" altLang="ja-JP" dirty="0">
              <a:solidFill>
                <a:srgbClr val="FFC000"/>
              </a:solidFill>
              <a:latin typeface="Meiryo UI" panose="020B0604030504040204" pitchFamily="50" charset="-128"/>
              <a:ea typeface="Meiryo UI" panose="020B0604030504040204" pitchFamily="50" charset="-128"/>
              <a:cs typeface="Consolas" panose="020B0609020204030204" pitchFamily="49" charset="0"/>
            </a:endParaRPr>
          </a:p>
          <a:p>
            <a:r>
              <a:rPr kumimoji="1" lang="en-US" altLang="ja-JP" dirty="0" err="1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document.getElementById</a:t>
            </a:r>
            <a:r>
              <a:rPr kumimoji="1" lang="en-US" altLang="ja-JP" dirty="0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('</a:t>
            </a:r>
            <a:r>
              <a:rPr kumimoji="1" lang="en-US" altLang="ja-JP" dirty="0" err="1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mybutton</a:t>
            </a:r>
            <a:r>
              <a:rPr kumimoji="1" lang="en-US" altLang="ja-JP" dirty="0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')</a:t>
            </a:r>
            <a:r>
              <a:rPr kumimoji="1" lang="en-US" altLang="ja-JP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.</a:t>
            </a:r>
            <a:r>
              <a:rPr kumimoji="1" lang="en-US" altLang="ja-JP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addEventListener</a:t>
            </a:r>
            <a:r>
              <a:rPr kumimoji="1" lang="en-US" altLang="ja-JP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(</a:t>
            </a:r>
            <a:r>
              <a:rPr kumimoji="1" lang="en-US" altLang="ja-JP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'click', </a:t>
            </a:r>
            <a:r>
              <a:rPr kumimoji="1" lang="en-US" altLang="ja-JP" dirty="0" err="1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showMessage</a:t>
            </a:r>
            <a:r>
              <a:rPr kumimoji="1" lang="en-US" altLang="ja-JP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);</a:t>
            </a:r>
          </a:p>
        </p:txBody>
      </p:sp>
      <p:pic>
        <p:nvPicPr>
          <p:cNvPr id="8" name="図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2637" y="1526783"/>
            <a:ext cx="1840123" cy="181195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7428618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3"/>
          <p:cNvSpPr/>
          <p:nvPr/>
        </p:nvSpPr>
        <p:spPr>
          <a:xfrm>
            <a:off x="97276" y="80597"/>
            <a:ext cx="2869659" cy="454424"/>
          </a:xfrm>
          <a:prstGeom prst="roundRect">
            <a:avLst/>
          </a:prstGeom>
          <a:solidFill>
            <a:srgbClr val="F8931D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动手操作</a:t>
            </a:r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③ 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part2 – </a:t>
            </a:r>
            <a:r>
              <a:rPr kumimoji="1" lang="zh-CN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结果</a:t>
            </a:r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3501958" y="4210612"/>
            <a:ext cx="81128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按“回车”键，画面也没有变化。 但是，单击按钮时，现在会弹出提示框。</a:t>
            </a:r>
            <a:endParaRPr kumimoji="1" lang="ja-JP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ja-JP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　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中，我编写了“单击按钮时弹出提示框”的过程，并将其</a:t>
            </a:r>
            <a:r>
              <a:rPr kumimoji="1"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绑定到对象事件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ja-JP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8452" y="1874784"/>
            <a:ext cx="7122517" cy="18161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4534298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781" y="1545176"/>
            <a:ext cx="4063288" cy="99168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07FCE3B-B275-421F-A2ED-47D883686CF4}"/>
              </a:ext>
            </a:extLst>
          </p:cNvPr>
          <p:cNvSpPr txBox="1"/>
          <p:nvPr/>
        </p:nvSpPr>
        <p:spPr>
          <a:xfrm>
            <a:off x="900858" y="3033443"/>
            <a:ext cx="11083619" cy="191133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82880" tIns="182880" rIns="182880" bIns="182880" rtlCol="0">
            <a:noAutofit/>
          </a:bodyPr>
          <a:lstStyle/>
          <a:p>
            <a:r>
              <a:rPr lang="ja-JP" altLang="en-US" sz="20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function </a:t>
            </a:r>
            <a:r>
              <a:rPr lang="ja-JP" altLang="en-US" sz="2000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show</a:t>
            </a:r>
            <a:r>
              <a:rPr lang="en-US" altLang="ja-JP" sz="2000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M</a:t>
            </a:r>
            <a:r>
              <a:rPr lang="ja-JP" altLang="en-US" sz="2000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essage</a:t>
            </a:r>
            <a:r>
              <a:rPr lang="ja-JP" altLang="en-US" sz="20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() {</a:t>
            </a:r>
          </a:p>
          <a:p>
            <a:r>
              <a:rPr lang="ja-JP" altLang="en-US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	</a:t>
            </a:r>
            <a:r>
              <a:rPr lang="en-US" altLang="ja-JP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window.</a:t>
            </a:r>
            <a:r>
              <a:rPr lang="ja-JP" altLang="en-US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alert</a:t>
            </a:r>
            <a:r>
              <a:rPr lang="ja-JP" altLang="en-US" sz="20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(</a:t>
            </a:r>
            <a:r>
              <a:rPr kumimoji="1" lang="en-US" altLang="ja-JP" sz="20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'</a:t>
            </a:r>
            <a:r>
              <a:rPr lang="ja-JP" altLang="en-US" sz="20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hello world</a:t>
            </a:r>
            <a:r>
              <a:rPr kumimoji="1" lang="en-US" altLang="ja-JP" sz="20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'</a:t>
            </a:r>
            <a:r>
              <a:rPr lang="ja-JP" altLang="en-US" sz="20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)</a:t>
            </a:r>
            <a:r>
              <a:rPr lang="en-US" altLang="ja-JP" sz="20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;</a:t>
            </a:r>
            <a:endParaRPr lang="ja-JP" altLang="en-US" sz="20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Consolas" panose="020B0609020204030204" pitchFamily="49" charset="0"/>
            </a:endParaRPr>
          </a:p>
          <a:p>
            <a:r>
              <a:rPr lang="ja-JP" altLang="en-US" sz="20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}</a:t>
            </a:r>
            <a:endParaRPr kumimoji="1" lang="en-US" altLang="ja-JP" sz="20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Consolas" panose="020B0609020204030204" pitchFamily="49" charset="0"/>
            </a:endParaRPr>
          </a:p>
          <a:p>
            <a:endParaRPr kumimoji="1" lang="en-US" altLang="ja-JP" sz="2000" dirty="0">
              <a:solidFill>
                <a:srgbClr val="FFC000"/>
              </a:solidFill>
              <a:latin typeface="Meiryo UI" panose="020B0604030504040204" pitchFamily="50" charset="-128"/>
              <a:ea typeface="Meiryo UI" panose="020B0604030504040204" pitchFamily="50" charset="-128"/>
              <a:cs typeface="Consolas" panose="020B0609020204030204" pitchFamily="49" charset="0"/>
            </a:endParaRPr>
          </a:p>
          <a:p>
            <a:r>
              <a:rPr kumimoji="1" lang="en-US" altLang="ja-JP" sz="2000" dirty="0" err="1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document.getElementById</a:t>
            </a:r>
            <a:r>
              <a:rPr kumimoji="1" lang="en-US" altLang="ja-JP" sz="2000" dirty="0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('</a:t>
            </a:r>
            <a:r>
              <a:rPr kumimoji="1" lang="en-US" altLang="ja-JP" sz="2000" dirty="0" err="1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mybutton</a:t>
            </a:r>
            <a:r>
              <a:rPr kumimoji="1" lang="en-US" altLang="ja-JP" sz="2000" dirty="0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')</a:t>
            </a:r>
            <a:r>
              <a:rPr kumimoji="1" lang="en-US" altLang="ja-JP" sz="20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.</a:t>
            </a:r>
            <a:r>
              <a:rPr kumimoji="1" lang="en-US" altLang="ja-JP" sz="20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addEventListener</a:t>
            </a:r>
            <a:r>
              <a:rPr kumimoji="1" lang="en-US" altLang="ja-JP" sz="20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(</a:t>
            </a:r>
            <a:r>
              <a:rPr kumimoji="1" lang="en-US" altLang="ja-JP" sz="20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'click', </a:t>
            </a:r>
            <a:r>
              <a:rPr kumimoji="1" lang="en-US" altLang="ja-JP" sz="2000" dirty="0" err="1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showMessage</a:t>
            </a:r>
            <a:r>
              <a:rPr kumimoji="1" lang="en-US" altLang="ja-JP" sz="20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4D24783-1FFB-40D2-9E71-F04C0ECF0141}"/>
              </a:ext>
            </a:extLst>
          </p:cNvPr>
          <p:cNvSpPr txBox="1"/>
          <p:nvPr/>
        </p:nvSpPr>
        <p:spPr>
          <a:xfrm flipH="1">
            <a:off x="747031" y="5441354"/>
            <a:ext cx="542451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 </a:t>
            </a:r>
            <a:r>
              <a:rPr kumimoji="1" lang="en-US" altLang="ja-JP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 </a:t>
            </a:r>
            <a:r>
              <a:rPr kumimoji="1" lang="ja-JP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中指定特定的按钮元素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的方法</a:t>
            </a:r>
            <a:endParaRPr kumimoji="1" lang="en-US" altLang="ja-JP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en-US" altLang="ja-JP" sz="1600" i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document.getElementById</a:t>
            </a:r>
            <a:r>
              <a:rPr kumimoji="1" lang="en-US" altLang="ja-JP" sz="16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 {HTML </a:t>
            </a:r>
            <a:r>
              <a:rPr kumimoji="1" lang="zh-CN" altLang="en-US" sz="16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对象的</a:t>
            </a:r>
            <a:r>
              <a:rPr kumimoji="1" lang="ja-JP" altLang="en-US" sz="16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ja-JP" sz="16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ID} )</a:t>
            </a:r>
            <a:endParaRPr kumimoji="1" lang="ja-JP" altLang="en-US" sz="1600" i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5976F9A-8E45-4F61-95FF-C2B425FB6D1B}"/>
              </a:ext>
            </a:extLst>
          </p:cNvPr>
          <p:cNvSpPr txBox="1"/>
          <p:nvPr/>
        </p:nvSpPr>
        <p:spPr>
          <a:xfrm flipH="1">
            <a:off x="6129382" y="5441355"/>
            <a:ext cx="550825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设置事件信息的方法</a:t>
            </a:r>
            <a:endParaRPr kumimoji="1" lang="en-US" altLang="ja-JP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ja-JP" altLang="en-US" sz="1600" i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　</a:t>
            </a:r>
            <a:r>
              <a:rPr kumimoji="1" lang="en-US" altLang="ja-JP" sz="1600" i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addEventListener</a:t>
            </a:r>
            <a:r>
              <a:rPr kumimoji="1" lang="en-US" altLang="ja-JP" sz="16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 {</a:t>
            </a:r>
            <a:r>
              <a:rPr kumimoji="1" lang="ja-JP" altLang="en-US" sz="1600" i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事件类型</a:t>
            </a:r>
            <a:r>
              <a:rPr kumimoji="1" lang="en-US" altLang="ja-JP" sz="16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} , {</a:t>
            </a:r>
            <a:r>
              <a:rPr kumimoji="1" lang="zh-CN" altLang="en-US" sz="1600" i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要执行的处理</a:t>
            </a:r>
            <a:r>
              <a:rPr kumimoji="1" lang="en-US" altLang="ja-JP" sz="16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} )</a:t>
            </a:r>
            <a:endParaRPr kumimoji="1" lang="ja-JP" altLang="en-US" sz="1600" i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3A330C3-B672-49FB-A700-1901B00EB9A8}"/>
              </a:ext>
            </a:extLst>
          </p:cNvPr>
          <p:cNvSpPr txBox="1"/>
          <p:nvPr/>
        </p:nvSpPr>
        <p:spPr>
          <a:xfrm flipH="1">
            <a:off x="7067802" y="2601085"/>
            <a:ext cx="3467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用来弹出提示框的函数</a:t>
            </a:r>
            <a:endParaRPr kumimoji="1" lang="ja-JP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左中かっこ 10">
            <a:extLst>
              <a:ext uri="{FF2B5EF4-FFF2-40B4-BE49-F238E27FC236}">
                <a16:creationId xmlns:a16="http://schemas.microsoft.com/office/drawing/2014/main" id="{1DB6FE58-99AD-4ECD-85A8-BB0972C5C6A7}"/>
              </a:ext>
            </a:extLst>
          </p:cNvPr>
          <p:cNvSpPr/>
          <p:nvPr/>
        </p:nvSpPr>
        <p:spPr>
          <a:xfrm rot="16200000">
            <a:off x="8410281" y="2609092"/>
            <a:ext cx="295914" cy="5019335"/>
          </a:xfrm>
          <a:prstGeom prst="leftBrace">
            <a:avLst>
              <a:gd name="adj1" fmla="val 72983"/>
              <a:gd name="adj2" fmla="val 50440"/>
            </a:avLst>
          </a:prstGeom>
          <a:ln w="349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49589482-FB5B-4043-9955-1C732ABCF1B7}"/>
              </a:ext>
            </a:extLst>
          </p:cNvPr>
          <p:cNvCxnSpPr>
            <a:cxnSpLocks/>
          </p:cNvCxnSpPr>
          <p:nvPr/>
        </p:nvCxnSpPr>
        <p:spPr>
          <a:xfrm flipH="1">
            <a:off x="5892356" y="2970417"/>
            <a:ext cx="1374206" cy="667728"/>
          </a:xfrm>
          <a:prstGeom prst="straightConnector1">
            <a:avLst/>
          </a:prstGeom>
          <a:ln w="349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左中かっこ 13">
            <a:extLst>
              <a:ext uri="{FF2B5EF4-FFF2-40B4-BE49-F238E27FC236}">
                <a16:creationId xmlns:a16="http://schemas.microsoft.com/office/drawing/2014/main" id="{1DB6FE58-99AD-4ECD-85A8-BB0972C5C6A7}"/>
              </a:ext>
            </a:extLst>
          </p:cNvPr>
          <p:cNvSpPr/>
          <p:nvPr/>
        </p:nvSpPr>
        <p:spPr>
          <a:xfrm rot="16200000">
            <a:off x="3310230" y="2684590"/>
            <a:ext cx="298117" cy="4866136"/>
          </a:xfrm>
          <a:prstGeom prst="leftBrace">
            <a:avLst>
              <a:gd name="adj1" fmla="val 72983"/>
              <a:gd name="adj2" fmla="val 50440"/>
            </a:avLst>
          </a:prstGeom>
          <a:ln w="349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5" name="図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2356" y="1545176"/>
            <a:ext cx="5966276" cy="74399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6" name="左中かっこ 15">
            <a:extLst>
              <a:ext uri="{FF2B5EF4-FFF2-40B4-BE49-F238E27FC236}">
                <a16:creationId xmlns:a16="http://schemas.microsoft.com/office/drawing/2014/main" id="{1DB6FE58-99AD-4ECD-85A8-BB0972C5C6A7}"/>
              </a:ext>
            </a:extLst>
          </p:cNvPr>
          <p:cNvSpPr/>
          <p:nvPr/>
        </p:nvSpPr>
        <p:spPr>
          <a:xfrm rot="10800000">
            <a:off x="5453055" y="3206326"/>
            <a:ext cx="263229" cy="859835"/>
          </a:xfrm>
          <a:prstGeom prst="leftBrace">
            <a:avLst>
              <a:gd name="adj1" fmla="val 72983"/>
              <a:gd name="adj2" fmla="val 50440"/>
            </a:avLst>
          </a:prstGeom>
          <a:ln w="349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33C6155-12F3-4CC6-AE3F-6FD23BAA29B0}"/>
              </a:ext>
            </a:extLst>
          </p:cNvPr>
          <p:cNvSpPr txBox="1"/>
          <p:nvPr/>
        </p:nvSpPr>
        <p:spPr>
          <a:xfrm>
            <a:off x="8230125" y="1237399"/>
            <a:ext cx="1936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记事本中的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endParaRPr kumimoji="1" lang="ja-JP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33C6155-12F3-4CC6-AE3F-6FD23BAA29B0}"/>
              </a:ext>
            </a:extLst>
          </p:cNvPr>
          <p:cNvSpPr txBox="1"/>
          <p:nvPr/>
        </p:nvSpPr>
        <p:spPr>
          <a:xfrm>
            <a:off x="1686055" y="1237399"/>
            <a:ext cx="24753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记事本中的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生成的按钮</a:t>
            </a:r>
            <a:endParaRPr kumimoji="1" lang="ja-JP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角丸四角形 30"/>
          <p:cNvSpPr/>
          <p:nvPr/>
        </p:nvSpPr>
        <p:spPr>
          <a:xfrm>
            <a:off x="97276" y="80596"/>
            <a:ext cx="2268000" cy="707343"/>
          </a:xfrm>
          <a:prstGeom prst="roundRect">
            <a:avLst/>
          </a:prstGeom>
          <a:solidFill>
            <a:schemeClr val="accent6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动手操作</a:t>
            </a:r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③ 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part2</a:t>
            </a:r>
          </a:p>
          <a:p>
            <a:pPr algn="ctr"/>
            <a:r>
              <a:rPr kumimoji="1" lang="zh-CN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解说</a:t>
            </a:r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892305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3"/>
          <p:cNvSpPr/>
          <p:nvPr/>
        </p:nvSpPr>
        <p:spPr>
          <a:xfrm>
            <a:off x="97276" y="80596"/>
            <a:ext cx="2268000" cy="707343"/>
          </a:xfrm>
          <a:prstGeom prst="roundRect">
            <a:avLst/>
          </a:prstGeom>
          <a:solidFill>
            <a:schemeClr val="accent6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动手操作</a:t>
            </a:r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③ 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part2</a:t>
            </a:r>
          </a:p>
          <a:p>
            <a:pPr algn="ctr"/>
            <a:r>
              <a:rPr kumimoji="1" lang="zh-CN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补充</a:t>
            </a:r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2753833" y="287254"/>
            <a:ext cx="9142892" cy="724247"/>
          </a:xfrm>
        </p:spPr>
        <p:txBody>
          <a:bodyPr/>
          <a:lstStyle/>
          <a:p>
            <a:r>
              <a:rPr kumimoji="1"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编写函数的方法有很多种</a:t>
            </a:r>
            <a:endParaRPr kumimoji="1" lang="ja-JP" altLang="en-US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407FCE3B-B275-421F-A2ED-47D883686CF4}"/>
              </a:ext>
            </a:extLst>
          </p:cNvPr>
          <p:cNvSpPr txBox="1"/>
          <p:nvPr/>
        </p:nvSpPr>
        <p:spPr>
          <a:xfrm>
            <a:off x="2793676" y="1780140"/>
            <a:ext cx="9306779" cy="175432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lIns="182880" tIns="182880" rIns="182880" bIns="182880" rtlCol="0">
            <a:spAutoFit/>
          </a:bodyPr>
          <a:lstStyle/>
          <a:p>
            <a:r>
              <a:rPr lang="ja-JP" altLang="en-US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function show</a:t>
            </a:r>
            <a:r>
              <a:rPr lang="en-US" altLang="ja-JP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M</a:t>
            </a:r>
            <a:r>
              <a:rPr lang="ja-JP" altLang="en-US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essage() {</a:t>
            </a:r>
          </a:p>
          <a:p>
            <a:r>
              <a:rPr lang="ja-JP" altLang="en-US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	</a:t>
            </a:r>
            <a:r>
              <a:rPr lang="en-US" altLang="ja-JP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window.</a:t>
            </a:r>
            <a:r>
              <a:rPr lang="ja-JP" altLang="en-US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alert(</a:t>
            </a:r>
            <a:r>
              <a:rPr kumimoji="1" lang="en-US" altLang="ja-JP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'</a:t>
            </a:r>
            <a:r>
              <a:rPr lang="ja-JP" altLang="en-US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hello world</a:t>
            </a:r>
            <a:r>
              <a:rPr kumimoji="1" lang="en-US" altLang="ja-JP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'</a:t>
            </a:r>
            <a:r>
              <a:rPr lang="ja-JP" altLang="en-US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)</a:t>
            </a:r>
            <a:r>
              <a:rPr lang="en-US" altLang="ja-JP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;</a:t>
            </a:r>
            <a:endParaRPr lang="ja-JP" altLang="en-US" dirty="0">
              <a:solidFill>
                <a:srgbClr val="00B0F0"/>
              </a:solidFill>
              <a:latin typeface="Meiryo UI" panose="020B0604030504040204" pitchFamily="50" charset="-128"/>
              <a:ea typeface="Meiryo UI" panose="020B0604030504040204" pitchFamily="50" charset="-128"/>
              <a:cs typeface="Consolas" panose="020B0609020204030204" pitchFamily="49" charset="0"/>
            </a:endParaRPr>
          </a:p>
          <a:p>
            <a:r>
              <a:rPr lang="ja-JP" altLang="en-US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}</a:t>
            </a:r>
            <a:endParaRPr kumimoji="1" lang="en-US" altLang="ja-JP" dirty="0">
              <a:solidFill>
                <a:srgbClr val="00B0F0"/>
              </a:solidFill>
              <a:latin typeface="Meiryo UI" panose="020B0604030504040204" pitchFamily="50" charset="-128"/>
              <a:ea typeface="Meiryo UI" panose="020B0604030504040204" pitchFamily="50" charset="-128"/>
              <a:cs typeface="Consolas" panose="020B0609020204030204" pitchFamily="49" charset="0"/>
            </a:endParaRPr>
          </a:p>
          <a:p>
            <a:endParaRPr kumimoji="1" lang="en-US" altLang="ja-JP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Consolas" panose="020B0609020204030204" pitchFamily="49" charset="0"/>
            </a:endParaRPr>
          </a:p>
          <a:p>
            <a:r>
              <a:rPr kumimoji="1" lang="en-US" altLang="ja-JP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document.getElementById</a:t>
            </a:r>
            <a:r>
              <a:rPr kumimoji="1" lang="en-US" altLang="ja-JP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('</a:t>
            </a:r>
            <a:r>
              <a:rPr kumimoji="1" lang="en-US" altLang="ja-JP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mybutton</a:t>
            </a:r>
            <a:r>
              <a:rPr kumimoji="1" lang="en-US" altLang="ja-JP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').</a:t>
            </a:r>
            <a:r>
              <a:rPr kumimoji="1" lang="en-US" altLang="ja-JP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addEventListener</a:t>
            </a:r>
            <a:r>
              <a:rPr kumimoji="1" lang="en-US" altLang="ja-JP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('click', </a:t>
            </a:r>
            <a:r>
              <a:rPr kumimoji="1" lang="en-US" altLang="ja-JP" dirty="0" err="1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showMessage</a:t>
            </a:r>
            <a:r>
              <a:rPr kumimoji="1" lang="en-US" altLang="ja-JP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407FCE3B-B275-421F-A2ED-47D883686CF4}"/>
              </a:ext>
            </a:extLst>
          </p:cNvPr>
          <p:cNvSpPr txBox="1"/>
          <p:nvPr/>
        </p:nvSpPr>
        <p:spPr>
          <a:xfrm>
            <a:off x="2793677" y="4775667"/>
            <a:ext cx="8869584" cy="147732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82880" tIns="182880" rIns="182880" bIns="182880" rtlCol="0">
            <a:spAutoFit/>
          </a:bodyPr>
          <a:lstStyle/>
          <a:p>
            <a:r>
              <a:rPr lang="en-US" altLang="ja-JP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document.getElementById</a:t>
            </a:r>
            <a:r>
              <a:rPr lang="en-US" altLang="ja-JP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('</a:t>
            </a:r>
            <a:r>
              <a:rPr lang="en-US" altLang="ja-JP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mybutton</a:t>
            </a:r>
            <a:r>
              <a:rPr lang="en-US" altLang="ja-JP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').</a:t>
            </a:r>
            <a:r>
              <a:rPr lang="en-US" altLang="ja-JP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addEventListener</a:t>
            </a:r>
            <a:r>
              <a:rPr lang="en-US" altLang="ja-JP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('click', </a:t>
            </a:r>
            <a:r>
              <a:rPr lang="en-US" altLang="ja-JP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function </a:t>
            </a:r>
            <a:r>
              <a:rPr lang="en-US" altLang="ja-JP" dirty="0" err="1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showMessage</a:t>
            </a:r>
            <a:r>
              <a:rPr lang="en-US" altLang="ja-JP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() {</a:t>
            </a:r>
            <a:br>
              <a:rPr lang="en-US" altLang="ja-JP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</a:br>
            <a:r>
              <a:rPr lang="en-US" altLang="ja-JP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	window.alert</a:t>
            </a:r>
            <a:r>
              <a:rPr lang="en-US" altLang="ja-JP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('hello world');</a:t>
            </a:r>
          </a:p>
          <a:p>
            <a:r>
              <a:rPr lang="en-US" altLang="ja-JP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}</a:t>
            </a:r>
            <a:r>
              <a:rPr lang="en-US" altLang="ja-JP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);</a:t>
            </a:r>
            <a:endParaRPr kumimoji="1" lang="en-US" altLang="ja-JP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Consolas" panose="020B0609020204030204" pitchFamily="49" charset="0"/>
            </a:endParaRPr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5883354" y="3806970"/>
            <a:ext cx="5118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以下描述方法也是可行的，但是为了便于阅读，在本实践中将以上述方法编写。</a:t>
            </a:r>
            <a:endParaRPr kumimoji="1" lang="ja-JP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左右矢印 22"/>
          <p:cNvSpPr/>
          <p:nvPr/>
        </p:nvSpPr>
        <p:spPr>
          <a:xfrm rot="5400000">
            <a:off x="5101532" y="3890533"/>
            <a:ext cx="710817" cy="479206"/>
          </a:xfrm>
          <a:prstGeom prst="left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622291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2753833" y="118485"/>
            <a:ext cx="9142892" cy="1171067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让我们试试另一个事件吧</a:t>
            </a: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!</a:t>
            </a:r>
            <a:endParaRPr kumimoji="1" lang="ja-JP" altLang="en-US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角丸四角形 11"/>
          <p:cNvSpPr/>
          <p:nvPr/>
        </p:nvSpPr>
        <p:spPr>
          <a:xfrm>
            <a:off x="97277" y="80597"/>
            <a:ext cx="2276272" cy="454424"/>
          </a:xfrm>
          <a:prstGeom prst="roundRect">
            <a:avLst/>
          </a:prstGeom>
          <a:solidFill>
            <a:srgbClr val="F8931D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动手操作④</a:t>
            </a:r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576ADD08-0C80-47EB-926B-0C550BC733E4}"/>
              </a:ext>
            </a:extLst>
          </p:cNvPr>
          <p:cNvSpPr txBox="1">
            <a:spLocks/>
          </p:cNvSpPr>
          <p:nvPr/>
        </p:nvSpPr>
        <p:spPr>
          <a:xfrm>
            <a:off x="2753833" y="1443441"/>
            <a:ext cx="7781222" cy="3284202"/>
          </a:xfrm>
          <a:prstGeom prst="rect">
            <a:avLst/>
          </a:prstGeom>
        </p:spPr>
        <p:txBody>
          <a:bodyPr/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重新加载上一个按钮页面</a:t>
            </a:r>
            <a:endParaRPr kumimoji="1" lang="en-US" altLang="ja-JP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console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（控制台）中输入以下代码</a:t>
            </a:r>
            <a:br>
              <a:rPr kumimoji="1" lang="en-US" altLang="ja-JP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br>
              <a:rPr kumimoji="1" lang="en-US" altLang="ja-JP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br>
              <a:rPr kumimoji="1" lang="en-US" altLang="ja-JP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br>
              <a:rPr kumimoji="1" lang="en-US" altLang="ja-JP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br>
              <a:rPr kumimoji="1" lang="en-US" altLang="ja-JP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kumimoji="1" lang="en-US" altLang="ja-JP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endParaRPr kumimoji="1" lang="en-US" altLang="ja-JP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按“回车”键</a:t>
            </a:r>
            <a:endParaRPr kumimoji="1" lang="en-US" altLang="ja-JP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07FCE3B-B275-421F-A2ED-47D883686CF4}"/>
              </a:ext>
            </a:extLst>
          </p:cNvPr>
          <p:cNvSpPr txBox="1"/>
          <p:nvPr/>
        </p:nvSpPr>
        <p:spPr>
          <a:xfrm>
            <a:off x="2943358" y="2518869"/>
            <a:ext cx="8953367" cy="160043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82880" tIns="182880" rIns="0" bIns="182880" rtlCol="0">
            <a:spAutoFit/>
          </a:bodyPr>
          <a:lstStyle/>
          <a:p>
            <a:r>
              <a:rPr lang="ja-JP" altLang="en-US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function </a:t>
            </a:r>
            <a:r>
              <a:rPr lang="ja-JP" altLang="en-US" sz="1600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show</a:t>
            </a:r>
            <a:r>
              <a:rPr lang="en-US" altLang="ja-JP" sz="1600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M</a:t>
            </a:r>
            <a:r>
              <a:rPr lang="ja-JP" altLang="en-US" sz="1600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essage</a:t>
            </a:r>
            <a:r>
              <a:rPr lang="ja-JP" altLang="en-US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() {</a:t>
            </a:r>
          </a:p>
          <a:p>
            <a:r>
              <a:rPr lang="ja-JP" altLang="en-US" sz="16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	</a:t>
            </a:r>
            <a:r>
              <a:rPr lang="en-US" altLang="ja-JP" sz="16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window.</a:t>
            </a:r>
            <a:r>
              <a:rPr lang="ja-JP" altLang="en-US" sz="16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alert</a:t>
            </a:r>
            <a:r>
              <a:rPr lang="ja-JP" altLang="en-US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(</a:t>
            </a:r>
            <a:r>
              <a:rPr kumimoji="1" lang="en-US" altLang="ja-JP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'</a:t>
            </a:r>
            <a:r>
              <a:rPr lang="ja-JP" altLang="en-US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hello world</a:t>
            </a:r>
            <a:r>
              <a:rPr kumimoji="1" lang="en-US" altLang="ja-JP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'</a:t>
            </a:r>
            <a:r>
              <a:rPr lang="ja-JP" altLang="en-US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)</a:t>
            </a:r>
            <a:r>
              <a:rPr lang="en-US" altLang="ja-JP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;</a:t>
            </a:r>
            <a:endParaRPr lang="ja-JP" altLang="en-US" sz="16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Consolas" panose="020B0609020204030204" pitchFamily="49" charset="0"/>
            </a:endParaRPr>
          </a:p>
          <a:p>
            <a:r>
              <a:rPr lang="ja-JP" altLang="en-US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}</a:t>
            </a:r>
            <a:endParaRPr kumimoji="1" lang="en-US" altLang="ja-JP" sz="16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Consolas" panose="020B0609020204030204" pitchFamily="49" charset="0"/>
            </a:endParaRPr>
          </a:p>
          <a:p>
            <a:endParaRPr kumimoji="1" lang="en-US" altLang="ja-JP" sz="1600" dirty="0">
              <a:solidFill>
                <a:srgbClr val="FFC000"/>
              </a:solidFill>
              <a:latin typeface="Meiryo UI" panose="020B0604030504040204" pitchFamily="50" charset="-128"/>
              <a:ea typeface="Meiryo UI" panose="020B0604030504040204" pitchFamily="50" charset="-128"/>
              <a:cs typeface="Consolas" panose="020B0609020204030204" pitchFamily="49" charset="0"/>
            </a:endParaRPr>
          </a:p>
          <a:p>
            <a:r>
              <a:rPr kumimoji="1" lang="en-US" altLang="ja-JP" sz="1600" dirty="0" err="1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document.getElementById</a:t>
            </a:r>
            <a:r>
              <a:rPr kumimoji="1" lang="en-US" altLang="ja-JP" sz="1600" dirty="0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('</a:t>
            </a:r>
            <a:r>
              <a:rPr kumimoji="1" lang="en-US" altLang="ja-JP" sz="1600" dirty="0" err="1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mybutton</a:t>
            </a:r>
            <a:r>
              <a:rPr kumimoji="1" lang="en-US" altLang="ja-JP" sz="1600" dirty="0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')</a:t>
            </a:r>
            <a:r>
              <a:rPr kumimoji="1" lang="en-US" altLang="ja-JP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.</a:t>
            </a:r>
            <a:r>
              <a:rPr kumimoji="1" lang="en-US" altLang="ja-JP" sz="16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addEventListener</a:t>
            </a:r>
            <a:r>
              <a:rPr kumimoji="1" lang="en-US" altLang="ja-JP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(</a:t>
            </a:r>
            <a:r>
              <a:rPr kumimoji="1" lang="en-US" altLang="ja-JP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'</a:t>
            </a:r>
            <a:r>
              <a:rPr kumimoji="1" lang="en-US" altLang="ja-JP" sz="1600" b="1" u="sng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mouseover</a:t>
            </a:r>
            <a:r>
              <a:rPr kumimoji="1" lang="en-US" altLang="ja-JP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', </a:t>
            </a:r>
            <a:r>
              <a:rPr kumimoji="1" lang="en-US" altLang="ja-JP" sz="1600" dirty="0" err="1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showMessage</a:t>
            </a:r>
            <a:r>
              <a:rPr kumimoji="1" lang="en-US" altLang="ja-JP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2" name="右矢印 1"/>
          <p:cNvSpPr/>
          <p:nvPr/>
        </p:nvSpPr>
        <p:spPr>
          <a:xfrm rot="16200000">
            <a:off x="9075907" y="4148193"/>
            <a:ext cx="807395" cy="61284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8514974" y="4979292"/>
            <a:ext cx="2976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※ </a:t>
            </a:r>
            <a:r>
              <a:rPr kumimoji="1" lang="zh-CN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这里可以替换</a:t>
            </a:r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928922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3"/>
          <p:cNvSpPr/>
          <p:nvPr/>
        </p:nvSpPr>
        <p:spPr>
          <a:xfrm>
            <a:off x="97277" y="80597"/>
            <a:ext cx="2723744" cy="454424"/>
          </a:xfrm>
          <a:prstGeom prst="roundRect">
            <a:avLst/>
          </a:prstGeom>
          <a:solidFill>
            <a:srgbClr val="F8931D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动手操作</a:t>
            </a:r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④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 - </a:t>
            </a:r>
            <a:r>
              <a:rPr kumimoji="1" lang="zh-CN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结果</a:t>
            </a:r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2821021" y="3763139"/>
            <a:ext cx="83366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这次将</a:t>
            </a:r>
            <a:r>
              <a:rPr kumimoji="1" lang="zh-CN" alt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鼠标</a:t>
            </a:r>
            <a:r>
              <a:rPr kumimoji="1"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hover</a:t>
            </a:r>
            <a:r>
              <a:rPr kumimoji="1" lang="zh-CN" alt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在按钮上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就会弹出提示框。</a:t>
            </a:r>
            <a:endParaRPr kumimoji="1" lang="en-US" altLang="ja-JP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kumimoji="1" lang="en-US" altLang="ja-JP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另外</a:t>
            </a:r>
            <a:endParaRPr kumimoji="1" lang="en-US" altLang="ja-JP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kumimoji="1" lang="en-US" altLang="ja-JP" sz="24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mousedown</a:t>
            </a:r>
            <a:r>
              <a:rPr kumimoji="1" lang="ja-JP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ja-JP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按下按钮时触发（不释放按钮）</a:t>
            </a:r>
            <a:endParaRPr kumimoji="1" lang="en-US" altLang="ja-JP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kumimoji="1" lang="en-US" altLang="ja-JP" sz="24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mouseout</a:t>
            </a:r>
            <a:r>
              <a:rPr kumimoji="1" lang="ja-JP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　  </a:t>
            </a:r>
            <a:r>
              <a:rPr kumimoji="1" lang="en-US" altLang="ja-JP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光标离开按钮时触发</a:t>
            </a:r>
            <a:endParaRPr kumimoji="1" lang="en-US" altLang="ja-JP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等等，还有很多这样的事件</a:t>
            </a:r>
            <a:r>
              <a:rPr kumimoji="1" lang="ja-JP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en-US" altLang="ja-JP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1281" y="1748325"/>
            <a:ext cx="7122517" cy="18161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2676343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角丸四角形 30"/>
          <p:cNvSpPr/>
          <p:nvPr/>
        </p:nvSpPr>
        <p:spPr>
          <a:xfrm>
            <a:off x="97276" y="80596"/>
            <a:ext cx="2268000" cy="707343"/>
          </a:xfrm>
          <a:prstGeom prst="roundRect">
            <a:avLst/>
          </a:prstGeom>
          <a:solidFill>
            <a:schemeClr val="accent6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动手操作④</a:t>
            </a:r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解说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07FCE3B-B275-421F-A2ED-47D883686CF4}"/>
              </a:ext>
            </a:extLst>
          </p:cNvPr>
          <p:cNvSpPr txBox="1"/>
          <p:nvPr/>
        </p:nvSpPr>
        <p:spPr>
          <a:xfrm>
            <a:off x="4335681" y="2335188"/>
            <a:ext cx="6221059" cy="160043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82880" tIns="182880" rIns="182880" bIns="182880" rtlCol="0">
            <a:spAutoFit/>
          </a:bodyPr>
          <a:lstStyle/>
          <a:p>
            <a:r>
              <a:rPr lang="ja-JP" altLang="en-US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function </a:t>
            </a:r>
            <a:r>
              <a:rPr lang="ja-JP" altLang="en-US" sz="1600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show</a:t>
            </a:r>
            <a:r>
              <a:rPr lang="en-US" altLang="ja-JP" sz="1600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M</a:t>
            </a:r>
            <a:r>
              <a:rPr lang="ja-JP" altLang="en-US" sz="1600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essage</a:t>
            </a:r>
            <a:r>
              <a:rPr lang="ja-JP" altLang="en-US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() {</a:t>
            </a:r>
          </a:p>
          <a:p>
            <a:r>
              <a:rPr lang="ja-JP" altLang="en-US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	</a:t>
            </a:r>
            <a:r>
              <a:rPr lang="en-US" altLang="ja-JP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window.</a:t>
            </a:r>
            <a:r>
              <a:rPr lang="ja-JP" altLang="en-US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alert(</a:t>
            </a:r>
            <a:r>
              <a:rPr kumimoji="1" lang="en-US" altLang="ja-JP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'</a:t>
            </a:r>
            <a:r>
              <a:rPr lang="ja-JP" altLang="en-US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hello world</a:t>
            </a:r>
            <a:r>
              <a:rPr kumimoji="1" lang="en-US" altLang="ja-JP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'</a:t>
            </a:r>
            <a:r>
              <a:rPr lang="ja-JP" altLang="en-US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)</a:t>
            </a:r>
            <a:r>
              <a:rPr lang="en-US" altLang="ja-JP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;</a:t>
            </a:r>
            <a:endParaRPr lang="ja-JP" altLang="en-US" sz="16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Consolas" panose="020B0609020204030204" pitchFamily="49" charset="0"/>
            </a:endParaRPr>
          </a:p>
          <a:p>
            <a:r>
              <a:rPr lang="ja-JP" altLang="en-US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}</a:t>
            </a:r>
            <a:endParaRPr kumimoji="1" lang="en-US" altLang="ja-JP" sz="16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Consolas" panose="020B0609020204030204" pitchFamily="49" charset="0"/>
            </a:endParaRPr>
          </a:p>
          <a:p>
            <a:endParaRPr kumimoji="1" lang="en-US" altLang="ja-JP" sz="1600" dirty="0">
              <a:solidFill>
                <a:srgbClr val="FFC000"/>
              </a:solidFill>
              <a:latin typeface="Meiryo UI" panose="020B0604030504040204" pitchFamily="50" charset="-128"/>
              <a:ea typeface="Meiryo UI" panose="020B0604030504040204" pitchFamily="50" charset="-128"/>
              <a:cs typeface="Consolas" panose="020B0609020204030204" pitchFamily="49" charset="0"/>
            </a:endParaRPr>
          </a:p>
          <a:p>
            <a:r>
              <a:rPr kumimoji="1" lang="zh-CN" altLang="en-US" sz="16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对象</a:t>
            </a:r>
            <a:r>
              <a:rPr kumimoji="1" lang="ja-JP" altLang="en-US" sz="16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名</a:t>
            </a:r>
            <a:r>
              <a:rPr kumimoji="1" lang="zh-CN" altLang="en-US" sz="16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称</a:t>
            </a:r>
            <a:r>
              <a:rPr kumimoji="1" lang="en-US" altLang="ja-JP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.</a:t>
            </a:r>
            <a:r>
              <a:rPr kumimoji="1" lang="en-US" altLang="ja-JP" sz="16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addEventListener</a:t>
            </a:r>
            <a:r>
              <a:rPr kumimoji="1" lang="en-US" altLang="ja-JP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(</a:t>
            </a:r>
            <a:r>
              <a:rPr kumimoji="1" lang="en-US" altLang="ja-JP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‘</a:t>
            </a:r>
            <a:r>
              <a:rPr kumimoji="1" lang="zh-CN" altLang="en-US" sz="16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事件</a:t>
            </a:r>
            <a:r>
              <a:rPr kumimoji="1" lang="ja-JP" altLang="en-US" sz="16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名</a:t>
            </a:r>
            <a:r>
              <a:rPr kumimoji="1" lang="zh-CN" altLang="en-US" sz="16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称</a:t>
            </a:r>
            <a:r>
              <a:rPr kumimoji="1" lang="en-US" altLang="ja-JP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’</a:t>
            </a:r>
            <a:r>
              <a:rPr kumimoji="1" lang="en-US" altLang="ja-JP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,</a:t>
            </a:r>
            <a:r>
              <a:rPr kumimoji="1" lang="en-US" altLang="ja-JP" sz="16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 </a:t>
            </a:r>
            <a:r>
              <a:rPr kumimoji="1" lang="en-US" altLang="ja-JP" sz="1600" dirty="0" err="1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showMessage</a:t>
            </a:r>
            <a:r>
              <a:rPr kumimoji="1" lang="en-US" altLang="ja-JP" sz="16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3570051" y="1116882"/>
            <a:ext cx="79474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根据对象名和事件名的组合，可以在不同的时间触发事件。</a:t>
            </a:r>
            <a:endParaRPr kumimoji="1" lang="ja-JP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3570051" y="4267758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例如：</a:t>
            </a:r>
          </a:p>
        </p:txBody>
      </p:sp>
      <p:graphicFrame>
        <p:nvGraphicFramePr>
          <p:cNvPr id="22" name="表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5721259"/>
              </p:ext>
            </p:extLst>
          </p:nvPr>
        </p:nvGraphicFramePr>
        <p:xfrm>
          <a:off x="4449010" y="4938445"/>
          <a:ext cx="5994400" cy="148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999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44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对象</a:t>
                      </a:r>
                      <a:endParaRPr kumimoji="1" lang="ja-JP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事件</a:t>
                      </a:r>
                      <a:endParaRPr kumimoji="1" lang="ja-JP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复选框</a:t>
                      </a:r>
                      <a:r>
                        <a:rPr kumimoji="1"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kumimoji="1"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Checkbox</a:t>
                      </a:r>
                      <a:r>
                        <a:rPr kumimoji="1"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kumimoji="1" lang="ja-JP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当值改变时</a:t>
                      </a:r>
                    </a:p>
                  </a:txBody>
                  <a:tcPr>
                    <a:solidFill>
                      <a:srgbClr val="CAE8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页面（</a:t>
                      </a:r>
                      <a:r>
                        <a:rPr kumimoji="1"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page</a:t>
                      </a:r>
                      <a:r>
                        <a:rPr kumimoji="1"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kumimoji="1" lang="ja-JP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加载</a:t>
                      </a:r>
                      <a:r>
                        <a:rPr kumimoji="1"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画面</a:t>
                      </a:r>
                      <a:r>
                        <a:rPr kumimoji="1" lang="ja-JP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</a:t>
                      </a:r>
                    </a:p>
                  </a:txBody>
                  <a:tcPr>
                    <a:solidFill>
                      <a:srgbClr val="F3FA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文本字段</a:t>
                      </a:r>
                      <a:r>
                        <a:rPr kumimoji="1"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kumimoji="1"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Text field</a:t>
                      </a:r>
                      <a:r>
                        <a:rPr kumimoji="1"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kumimoji="1" lang="ja-JP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输入</a:t>
                      </a:r>
                      <a:r>
                        <a:rPr kumimoji="1"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字符</a:t>
                      </a:r>
                      <a:r>
                        <a:rPr kumimoji="1" lang="ja-JP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</a:t>
                      </a:r>
                    </a:p>
                  </a:txBody>
                  <a:tcPr>
                    <a:solidFill>
                      <a:srgbClr val="CAE8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77198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5145932" y="2886075"/>
            <a:ext cx="7046068" cy="677416"/>
          </a:xfrm>
        </p:spPr>
        <p:txBody>
          <a:bodyPr/>
          <a:lstStyle/>
          <a:p>
            <a:r>
              <a:rPr lang="ja-JP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ja-JP" dirty="0">
                <a:latin typeface="微软雅黑" panose="020B0503020204020204" pitchFamily="34" charset="-122"/>
                <a:ea typeface="微软雅黑" panose="020B0503020204020204" pitchFamily="34" charset="-122"/>
              </a:rPr>
              <a:t>kintone</a:t>
            </a:r>
            <a:r>
              <a:rPr lang="ja-JP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上执行</a:t>
            </a:r>
            <a:r>
              <a:rPr lang="en-US" altLang="ja-JP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endParaRPr lang="ja-JP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923716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两者之间的区别</a:t>
            </a:r>
            <a:endParaRPr kumimoji="1" lang="ja-JP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424CF9D1-2347-41F7-948B-E7342A91FC44}"/>
              </a:ext>
            </a:extLst>
          </p:cNvPr>
          <p:cNvSpPr txBox="1">
            <a:spLocks/>
          </p:cNvSpPr>
          <p:nvPr/>
        </p:nvSpPr>
        <p:spPr>
          <a:xfrm>
            <a:off x="1023370" y="1815898"/>
            <a:ext cx="10367719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因为对 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kintone 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显示的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进行处理，这里</a:t>
            </a:r>
            <a:r>
              <a:rPr kumimoji="1"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不需要预先编写</a:t>
            </a:r>
            <a:r>
              <a:rPr kumimoji="1"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endParaRPr kumimoji="1" lang="en-US" altLang="ja-JP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kumimoji="1" lang="en-US" altLang="ja-JP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对象名称</a:t>
            </a:r>
            <a:r>
              <a:rPr kumimoji="1" lang="en-US" altLang="ja-JP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 </a:t>
            </a:r>
            <a:r>
              <a:rPr kumimoji="1" lang="en-US" altLang="ja-JP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kintone.events.on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而不是 </a:t>
            </a:r>
            <a:r>
              <a:rPr kumimoji="1" lang="en-US" altLang="ja-JP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addEventListener</a:t>
            </a:r>
            <a:endParaRPr kumimoji="1" lang="en-US" altLang="ja-JP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kumimoji="1" lang="en-US" altLang="ja-JP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不是使用 </a:t>
            </a:r>
            <a:r>
              <a:rPr lang="en-US" altLang="ja-JP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click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ja-JP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ja-JP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mouseover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等事件</a:t>
            </a:r>
            <a:r>
              <a:rPr lang="ja-JP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而是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 </a:t>
            </a:r>
            <a:r>
              <a:rPr lang="en-US" altLang="ja-JP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app.record.index.show</a:t>
            </a:r>
            <a:r>
              <a:rPr lang="en-US" altLang="ja-JP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等独有的事件</a:t>
            </a:r>
            <a:endParaRPr lang="en-US" altLang="ja-JP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kumimoji="1" lang="en-US" altLang="ja-JP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可以使用包含页面内信息的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事件对象</a:t>
            </a:r>
            <a:endParaRPr kumimoji="1" lang="ja-JP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8173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替换代码的方法</a:t>
            </a:r>
            <a:endParaRPr kumimoji="1" lang="ja-JP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424CF9D1-2347-41F7-948B-E7342A91FC44}"/>
              </a:ext>
            </a:extLst>
          </p:cNvPr>
          <p:cNvSpPr txBox="1">
            <a:spLocks/>
          </p:cNvSpPr>
          <p:nvPr/>
        </p:nvSpPr>
        <p:spPr>
          <a:xfrm>
            <a:off x="1028234" y="1816299"/>
            <a:ext cx="10392038" cy="1812520"/>
          </a:xfrm>
          <a:prstGeom prst="rect">
            <a:avLst/>
          </a:prstGeom>
        </p:spPr>
        <p:txBody>
          <a:bodyPr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对象名称</a:t>
            </a:r>
            <a:r>
              <a:rPr kumimoji="1" lang="en-US" altLang="ja-JP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 </a:t>
            </a:r>
            <a:r>
              <a:rPr kumimoji="1" lang="en-US" altLang="ja-JP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kintone.events.on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而不是 </a:t>
            </a:r>
            <a:r>
              <a:rPr kumimoji="1" lang="en-US" altLang="ja-JP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addEventListener</a:t>
            </a:r>
            <a:endParaRPr kumimoji="1" lang="en-US" altLang="ja-JP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kumimoji="1" lang="en-US" altLang="ja-JP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不是使用 </a:t>
            </a:r>
            <a:r>
              <a:rPr lang="en-US" altLang="ja-JP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click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ja-JP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ja-JP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mouseover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等事件</a:t>
            </a:r>
            <a:r>
              <a:rPr lang="ja-JP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而是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 </a:t>
            </a:r>
            <a:r>
              <a:rPr lang="en-US" altLang="ja-JP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app.record.index.show</a:t>
            </a:r>
            <a:r>
              <a:rPr lang="en-US" altLang="ja-JP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等独有的事件</a:t>
            </a:r>
            <a:endParaRPr lang="en-US" altLang="ja-JP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下矢印 3"/>
          <p:cNvSpPr/>
          <p:nvPr/>
        </p:nvSpPr>
        <p:spPr>
          <a:xfrm>
            <a:off x="5919002" y="5313930"/>
            <a:ext cx="488950" cy="231047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4105072" y="3960679"/>
            <a:ext cx="3959158" cy="578126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5000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kumimoji="1"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对应 </a:t>
            </a:r>
            <a:r>
              <a:rPr kumimoji="1" lang="en-US" altLang="ja-JP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kintone </a:t>
            </a:r>
            <a:r>
              <a:rPr kumimoji="1"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的写法</a:t>
            </a:r>
            <a:endParaRPr kumimoji="1" lang="ja-JP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610930" y="4765406"/>
            <a:ext cx="91186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之前</a:t>
            </a:r>
            <a:r>
              <a:rPr kumimoji="1" lang="ja-JP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：</a:t>
            </a:r>
            <a:r>
              <a:rPr kumimoji="1" lang="zh-CN" altLang="en-US" sz="2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对象名称</a:t>
            </a:r>
            <a:r>
              <a:rPr kumimoji="1" lang="en-US" altLang="ja-JP" sz="2400" dirty="0"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.</a:t>
            </a:r>
            <a:r>
              <a:rPr kumimoji="1" lang="en-US" altLang="ja-JP" sz="24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addEventListener</a:t>
            </a:r>
            <a:r>
              <a:rPr kumimoji="1" lang="en-US" altLang="ja-JP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kumimoji="1" lang="en-US" altLang="ja-JP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‘</a:t>
            </a:r>
            <a:r>
              <a:rPr kumimoji="1" lang="zh-CN" altLang="en-US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事件名称</a:t>
            </a:r>
            <a:r>
              <a:rPr kumimoji="1" lang="en-US" altLang="ja-JP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’</a:t>
            </a:r>
            <a:r>
              <a:rPr kumimoji="1" lang="en-US" altLang="ja-JP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,</a:t>
            </a:r>
            <a:r>
              <a:rPr kumimoji="1" lang="en-US" altLang="ja-JP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kumimoji="1" lang="zh-CN" altLang="en-US" sz="24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函数</a:t>
            </a:r>
            <a:r>
              <a:rPr kumimoji="1" lang="en-US" altLang="ja-JP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  <a:r>
              <a:rPr kumimoji="1" lang="en-US" altLang="ja-JP" sz="2400" dirty="0"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610929" y="5609897"/>
            <a:ext cx="89026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现在   </a:t>
            </a:r>
            <a:r>
              <a:rPr kumimoji="1" lang="ja-JP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：</a:t>
            </a:r>
            <a:r>
              <a:rPr kumimoji="1" lang="en-US" altLang="ja-JP" sz="2400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kintone.events</a:t>
            </a:r>
            <a:r>
              <a:rPr kumimoji="1" lang="en-US" altLang="ja-JP" sz="24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.on</a:t>
            </a:r>
            <a:r>
              <a:rPr kumimoji="1" lang="en-US" altLang="ja-JP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kumimoji="1" lang="en-US" altLang="ja-JP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‘kintone</a:t>
            </a:r>
            <a:r>
              <a:rPr kumimoji="1" lang="zh-CN" altLang="en-US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的事件名称</a:t>
            </a:r>
            <a:r>
              <a:rPr kumimoji="1" lang="en-US" altLang="ja-JP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’</a:t>
            </a:r>
            <a:r>
              <a:rPr kumimoji="1" lang="en-US" altLang="ja-JP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,</a:t>
            </a:r>
            <a:r>
              <a:rPr kumimoji="1" lang="en-US" altLang="ja-JP" sz="24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kumimoji="1" lang="zh-CN" altLang="en-US" sz="24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函数</a:t>
            </a:r>
            <a:r>
              <a:rPr kumimoji="1" lang="en-US" altLang="ja-JP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  <a:r>
              <a:rPr kumimoji="1" lang="en-US" altLang="ja-JP" sz="2400" dirty="0"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endParaRPr kumimoji="1" lang="ja-JP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フレーム 7"/>
          <p:cNvSpPr/>
          <p:nvPr/>
        </p:nvSpPr>
        <p:spPr>
          <a:xfrm>
            <a:off x="1264596" y="3772990"/>
            <a:ext cx="9698475" cy="2695903"/>
          </a:xfrm>
          <a:prstGeom prst="frame">
            <a:avLst>
              <a:gd name="adj1" fmla="val 2296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78359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  <p:bldP spid="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>
                <a:ea typeface="Meiryo UI" panose="020B0604030504040204" pitchFamily="50" charset="-128"/>
              </a:rPr>
              <a:t>kintone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kumimoji="1" lang="zh-CN" altLang="en-US" dirty="0">
                <a:ea typeface="Meiryo UI" panose="020B0604030504040204" pitchFamily="50" charset="-128"/>
              </a:rPr>
              <a:t>专用事件一览表</a:t>
            </a:r>
            <a:endParaRPr kumimoji="1" lang="ja-JP" altLang="en-US" dirty="0">
              <a:ea typeface="Meiryo UI" panose="020B0604030504040204" pitchFamily="50" charset="-128"/>
            </a:endParaRPr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424CF9D1-2347-41F7-948B-E7342A91FC44}"/>
              </a:ext>
            </a:extLst>
          </p:cNvPr>
          <p:cNvSpPr txBox="1">
            <a:spLocks/>
          </p:cNvSpPr>
          <p:nvPr/>
        </p:nvSpPr>
        <p:spPr>
          <a:xfrm>
            <a:off x="1721725" y="1394327"/>
            <a:ext cx="8776802" cy="804124"/>
          </a:xfrm>
          <a:prstGeom prst="rect">
            <a:avLst/>
          </a:prstGeom>
        </p:spPr>
        <p:txBody>
          <a:bodyPr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可以在 </a:t>
            </a:r>
            <a:r>
              <a:rPr lang="en-US" altLang="ja-JP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cybozu</a:t>
            </a:r>
            <a:r>
              <a:rPr lang="en-US" altLang="ja-JP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developer network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上查看存在哪些事件。</a:t>
            </a:r>
            <a:endParaRPr lang="ja-JP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コンテンツ プレースホルダー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4978" y="2524716"/>
            <a:ext cx="6251822" cy="404976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0" name="フレーム 9"/>
          <p:cNvSpPr/>
          <p:nvPr/>
        </p:nvSpPr>
        <p:spPr>
          <a:xfrm>
            <a:off x="3464005" y="3036919"/>
            <a:ext cx="1046702" cy="3503748"/>
          </a:xfrm>
          <a:prstGeom prst="frame">
            <a:avLst>
              <a:gd name="adj1" fmla="val 2296"/>
            </a:avLst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フレーム 11"/>
          <p:cNvSpPr/>
          <p:nvPr/>
        </p:nvSpPr>
        <p:spPr>
          <a:xfrm>
            <a:off x="4669033" y="3022889"/>
            <a:ext cx="1639613" cy="3517777"/>
          </a:xfrm>
          <a:prstGeom prst="frame">
            <a:avLst>
              <a:gd name="adj1" fmla="val 1669"/>
            </a:avLst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フレーム 12"/>
          <p:cNvSpPr/>
          <p:nvPr/>
        </p:nvSpPr>
        <p:spPr>
          <a:xfrm>
            <a:off x="6502886" y="3036918"/>
            <a:ext cx="2313385" cy="3503747"/>
          </a:xfrm>
          <a:prstGeom prst="frame">
            <a:avLst>
              <a:gd name="adj1" fmla="val 1338"/>
            </a:avLst>
          </a:prstGeom>
          <a:solidFill>
            <a:srgbClr val="00B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573579" y="2781704"/>
            <a:ext cx="2261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可以设置事件的页面</a:t>
            </a:r>
            <a:endParaRPr kumimoji="1" lang="ja-JP" altLang="en-US" b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1130957" y="5630946"/>
            <a:ext cx="1795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事件发生的时间</a:t>
            </a:r>
            <a:endParaRPr kumimoji="1" lang="ja-JP" altLang="en-US" b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10042115" y="2799861"/>
            <a:ext cx="1321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事件名称</a:t>
            </a:r>
            <a:endParaRPr kumimoji="1" lang="ja-JP" altLang="en-US" b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線コネクタ 16"/>
          <p:cNvCxnSpPr>
            <a:cxnSpLocks/>
            <a:endCxn id="14" idx="3"/>
          </p:cNvCxnSpPr>
          <p:nvPr/>
        </p:nvCxnSpPr>
        <p:spPr>
          <a:xfrm flipH="1" flipV="1">
            <a:off x="2834641" y="2966370"/>
            <a:ext cx="638248" cy="451214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/>
          <p:cNvCxnSpPr>
            <a:cxnSpLocks/>
            <a:endCxn id="15" idx="3"/>
          </p:cNvCxnSpPr>
          <p:nvPr/>
        </p:nvCxnSpPr>
        <p:spPr>
          <a:xfrm flipH="1">
            <a:off x="2926080" y="5250758"/>
            <a:ext cx="1742954" cy="564854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/>
          <p:cNvCxnSpPr>
            <a:stCxn id="16" idx="1"/>
          </p:cNvCxnSpPr>
          <p:nvPr/>
        </p:nvCxnSpPr>
        <p:spPr>
          <a:xfrm flipH="1">
            <a:off x="8816271" y="2984527"/>
            <a:ext cx="1225844" cy="830098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正方形/長方形 19"/>
          <p:cNvSpPr/>
          <p:nvPr/>
        </p:nvSpPr>
        <p:spPr>
          <a:xfrm>
            <a:off x="3472889" y="2145828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altLang="ja-JP" dirty="0">
                <a:latin typeface="微软雅黑" panose="020B0503020204020204" pitchFamily="34" charset="-122"/>
                <a:ea typeface="微软雅黑" panose="020B0503020204020204" pitchFamily="34" charset="-122"/>
              </a:rPr>
              <a:t>kintone JavaScript API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一览表</a:t>
            </a:r>
            <a:endParaRPr lang="en-US" altLang="ja-JP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正方形/長方形 20"/>
          <p:cNvSpPr/>
          <p:nvPr/>
        </p:nvSpPr>
        <p:spPr>
          <a:xfrm>
            <a:off x="3550800" y="6550223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altLang="ja-JP" sz="1400">
                <a:latin typeface="Meiryo UI" panose="020B0604030504040204" pitchFamily="50" charset="-128"/>
                <a:ea typeface="Meiryo UI" panose="020B0604030504040204" pitchFamily="50" charset="-128"/>
              </a:rPr>
              <a:t>https://developer.cybozu.io/hc/ja/articles/360000361686</a:t>
            </a:r>
          </a:p>
        </p:txBody>
      </p:sp>
    </p:spTree>
    <p:extLst>
      <p:ext uri="{BB962C8B-B14F-4D97-AF65-F5344CB8AC3E}">
        <p14:creationId xmlns:p14="http://schemas.microsoft.com/office/powerpoint/2010/main" val="2102629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  <p:bldP spid="14" grpId="0"/>
      <p:bldP spid="15" grpId="0"/>
      <p:bldP spid="1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A0229356-EDB8-4640-9261-6371F6F84F1F}"/>
              </a:ext>
            </a:extLst>
          </p:cNvPr>
          <p:cNvSpPr/>
          <p:nvPr/>
        </p:nvSpPr>
        <p:spPr>
          <a:xfrm>
            <a:off x="444137" y="2647406"/>
            <a:ext cx="8819905" cy="4214949"/>
          </a:xfrm>
          <a:custGeom>
            <a:avLst/>
            <a:gdLst>
              <a:gd name="connsiteX0" fmla="*/ 0 w 9413966"/>
              <a:gd name="connsiteY0" fmla="*/ 2856412 h 4319452"/>
              <a:gd name="connsiteX1" fmla="*/ 1933303 w 9413966"/>
              <a:gd name="connsiteY1" fmla="*/ 1419498 h 4319452"/>
              <a:gd name="connsiteX2" fmla="*/ 3082835 w 9413966"/>
              <a:gd name="connsiteY2" fmla="*/ 2246812 h 4319452"/>
              <a:gd name="connsiteX3" fmla="*/ 5538652 w 9413966"/>
              <a:gd name="connsiteY3" fmla="*/ 0 h 4319452"/>
              <a:gd name="connsiteX4" fmla="*/ 6653349 w 9413966"/>
              <a:gd name="connsiteY4" fmla="*/ 1341120 h 4319452"/>
              <a:gd name="connsiteX5" fmla="*/ 6810103 w 9413966"/>
              <a:gd name="connsiteY5" fmla="*/ 1314995 h 4319452"/>
              <a:gd name="connsiteX6" fmla="*/ 6836229 w 9413966"/>
              <a:gd name="connsiteY6" fmla="*/ 1306286 h 4319452"/>
              <a:gd name="connsiteX7" fmla="*/ 6871063 w 9413966"/>
              <a:gd name="connsiteY7" fmla="*/ 1288869 h 4319452"/>
              <a:gd name="connsiteX8" fmla="*/ 7733212 w 9413966"/>
              <a:gd name="connsiteY8" fmla="*/ 670560 h 4319452"/>
              <a:gd name="connsiteX9" fmla="*/ 9413966 w 9413966"/>
              <a:gd name="connsiteY9" fmla="*/ 4319452 h 4319452"/>
              <a:gd name="connsiteX10" fmla="*/ 17418 w 9413966"/>
              <a:gd name="connsiteY10" fmla="*/ 4310743 h 4319452"/>
              <a:gd name="connsiteX11" fmla="*/ 0 w 9413966"/>
              <a:gd name="connsiteY11" fmla="*/ 2856412 h 4319452"/>
              <a:gd name="connsiteX0" fmla="*/ 0 w 9396548"/>
              <a:gd name="connsiteY0" fmla="*/ 4310743 h 4319452"/>
              <a:gd name="connsiteX1" fmla="*/ 1915885 w 9396548"/>
              <a:gd name="connsiteY1" fmla="*/ 1419498 h 4319452"/>
              <a:gd name="connsiteX2" fmla="*/ 3065417 w 9396548"/>
              <a:gd name="connsiteY2" fmla="*/ 2246812 h 4319452"/>
              <a:gd name="connsiteX3" fmla="*/ 5521234 w 9396548"/>
              <a:gd name="connsiteY3" fmla="*/ 0 h 4319452"/>
              <a:gd name="connsiteX4" fmla="*/ 6635931 w 9396548"/>
              <a:gd name="connsiteY4" fmla="*/ 1341120 h 4319452"/>
              <a:gd name="connsiteX5" fmla="*/ 6792685 w 9396548"/>
              <a:gd name="connsiteY5" fmla="*/ 1314995 h 4319452"/>
              <a:gd name="connsiteX6" fmla="*/ 6818811 w 9396548"/>
              <a:gd name="connsiteY6" fmla="*/ 1306286 h 4319452"/>
              <a:gd name="connsiteX7" fmla="*/ 6853645 w 9396548"/>
              <a:gd name="connsiteY7" fmla="*/ 1288869 h 4319452"/>
              <a:gd name="connsiteX8" fmla="*/ 7715794 w 9396548"/>
              <a:gd name="connsiteY8" fmla="*/ 670560 h 4319452"/>
              <a:gd name="connsiteX9" fmla="*/ 9396548 w 9396548"/>
              <a:gd name="connsiteY9" fmla="*/ 4319452 h 4319452"/>
              <a:gd name="connsiteX10" fmla="*/ 0 w 9396548"/>
              <a:gd name="connsiteY10" fmla="*/ 4310743 h 4319452"/>
              <a:gd name="connsiteX0" fmla="*/ 0 w 9396548"/>
              <a:gd name="connsiteY0" fmla="*/ 4310743 h 4319452"/>
              <a:gd name="connsiteX1" fmla="*/ 2368731 w 9396548"/>
              <a:gd name="connsiteY1" fmla="*/ 1611086 h 4319452"/>
              <a:gd name="connsiteX2" fmla="*/ 3065417 w 9396548"/>
              <a:gd name="connsiteY2" fmla="*/ 2246812 h 4319452"/>
              <a:gd name="connsiteX3" fmla="*/ 5521234 w 9396548"/>
              <a:gd name="connsiteY3" fmla="*/ 0 h 4319452"/>
              <a:gd name="connsiteX4" fmla="*/ 6635931 w 9396548"/>
              <a:gd name="connsiteY4" fmla="*/ 1341120 h 4319452"/>
              <a:gd name="connsiteX5" fmla="*/ 6792685 w 9396548"/>
              <a:gd name="connsiteY5" fmla="*/ 1314995 h 4319452"/>
              <a:gd name="connsiteX6" fmla="*/ 6818811 w 9396548"/>
              <a:gd name="connsiteY6" fmla="*/ 1306286 h 4319452"/>
              <a:gd name="connsiteX7" fmla="*/ 6853645 w 9396548"/>
              <a:gd name="connsiteY7" fmla="*/ 1288869 h 4319452"/>
              <a:gd name="connsiteX8" fmla="*/ 7715794 w 9396548"/>
              <a:gd name="connsiteY8" fmla="*/ 670560 h 4319452"/>
              <a:gd name="connsiteX9" fmla="*/ 9396548 w 9396548"/>
              <a:gd name="connsiteY9" fmla="*/ 4319452 h 4319452"/>
              <a:gd name="connsiteX10" fmla="*/ 0 w 9396548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7280366 w 8961120"/>
              <a:gd name="connsiteY7" fmla="*/ 670560 h 4319452"/>
              <a:gd name="connsiteX8" fmla="*/ 8961120 w 8961120"/>
              <a:gd name="connsiteY8" fmla="*/ 4319452 h 4319452"/>
              <a:gd name="connsiteX9" fmla="*/ 0 w 8961120"/>
              <a:gd name="connsiteY9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7280366 w 8961120"/>
              <a:gd name="connsiteY6" fmla="*/ 670560 h 4319452"/>
              <a:gd name="connsiteX7" fmla="*/ 8961120 w 8961120"/>
              <a:gd name="connsiteY7" fmla="*/ 4319452 h 4319452"/>
              <a:gd name="connsiteX8" fmla="*/ 0 w 8961120"/>
              <a:gd name="connsiteY8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78537"/>
              <a:gd name="connsiteY0" fmla="*/ 4310743 h 4310744"/>
              <a:gd name="connsiteX1" fmla="*/ 1933303 w 8978537"/>
              <a:gd name="connsiteY1" fmla="*/ 1611086 h 4310744"/>
              <a:gd name="connsiteX2" fmla="*/ 2725784 w 8978537"/>
              <a:gd name="connsiteY2" fmla="*/ 2360023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310743 h 4310744"/>
              <a:gd name="connsiteX1" fmla="*/ 1853517 w 8978537"/>
              <a:gd name="connsiteY1" fmla="*/ 1672046 h 4310744"/>
              <a:gd name="connsiteX2" fmla="*/ 2725784 w 8978537"/>
              <a:gd name="connsiteY2" fmla="*/ 2360023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310743 h 4310744"/>
              <a:gd name="connsiteX1" fmla="*/ 1853517 w 8978537"/>
              <a:gd name="connsiteY1" fmla="*/ 1672046 h 4310744"/>
              <a:gd name="connsiteX2" fmla="*/ 3257696 w 8978537"/>
              <a:gd name="connsiteY2" fmla="*/ 2360023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310743 h 4310744"/>
              <a:gd name="connsiteX1" fmla="*/ 1853517 w 8978537"/>
              <a:gd name="connsiteY1" fmla="*/ 1672046 h 4310744"/>
              <a:gd name="connsiteX2" fmla="*/ 3080392 w 8978537"/>
              <a:gd name="connsiteY2" fmla="*/ 2386149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306962 w 8978537"/>
              <a:gd name="connsiteY5" fmla="*/ 792480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78537" h="4214949">
                <a:moveTo>
                  <a:pt x="0" y="4214948"/>
                </a:moveTo>
                <a:cubicBezTo>
                  <a:pt x="644434" y="3315062"/>
                  <a:pt x="1540008" y="1561737"/>
                  <a:pt x="1853517" y="1576251"/>
                </a:cubicBezTo>
                <a:cubicBezTo>
                  <a:pt x="2164123" y="1570446"/>
                  <a:pt x="2639157" y="2313576"/>
                  <a:pt x="3080392" y="2290354"/>
                </a:cubicBezTo>
                <a:cubicBezTo>
                  <a:pt x="3684186" y="2278743"/>
                  <a:pt x="4409367" y="29027"/>
                  <a:pt x="5023750" y="0"/>
                </a:cubicBezTo>
                <a:cubicBezTo>
                  <a:pt x="5680414" y="11612"/>
                  <a:pt x="5889897" y="1233713"/>
                  <a:pt x="6200503" y="1245325"/>
                </a:cubicBezTo>
                <a:cubicBezTo>
                  <a:pt x="6496595" y="1226456"/>
                  <a:pt x="7003613" y="156754"/>
                  <a:pt x="7306962" y="792480"/>
                </a:cubicBezTo>
                <a:lnTo>
                  <a:pt x="8978537" y="4214949"/>
                </a:lnTo>
                <a:lnTo>
                  <a:pt x="0" y="4214948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eiryo UI" panose="020B0604030504040204" pitchFamily="50" charset="-128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187785C-5587-42DC-AD55-4A23CC5AFF16}"/>
              </a:ext>
            </a:extLst>
          </p:cNvPr>
          <p:cNvGrpSpPr/>
          <p:nvPr/>
        </p:nvGrpSpPr>
        <p:grpSpPr>
          <a:xfrm>
            <a:off x="2458935" y="5848616"/>
            <a:ext cx="1267879" cy="1009384"/>
            <a:chOff x="3774175" y="5561362"/>
            <a:chExt cx="1820125" cy="1449038"/>
          </a:xfrm>
          <a:solidFill>
            <a:schemeClr val="accent1">
              <a:lumMod val="50000"/>
              <a:alpha val="50000"/>
            </a:schemeClr>
          </a:solidFill>
        </p:grpSpPr>
        <p:sp>
          <p:nvSpPr>
            <p:cNvPr id="16" name="Freeform 44">
              <a:extLst>
                <a:ext uri="{FF2B5EF4-FFF2-40B4-BE49-F238E27FC236}">
                  <a16:creationId xmlns:a16="http://schemas.microsoft.com/office/drawing/2014/main" id="{BE9D842C-317C-4EE0-82C1-A43279DD1E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47489" y="5561362"/>
              <a:ext cx="1146811" cy="1449038"/>
            </a:xfrm>
            <a:custGeom>
              <a:avLst/>
              <a:gdLst>
                <a:gd name="T0" fmla="*/ 289 w 578"/>
                <a:gd name="T1" fmla="*/ 265 h 733"/>
                <a:gd name="T2" fmla="*/ 290 w 578"/>
                <a:gd name="T3" fmla="*/ 265 h 733"/>
                <a:gd name="T4" fmla="*/ 288 w 578"/>
                <a:gd name="T5" fmla="*/ 265 h 733"/>
                <a:gd name="T6" fmla="*/ 289 w 578"/>
                <a:gd name="T7" fmla="*/ 265 h 733"/>
                <a:gd name="T8" fmla="*/ 578 w 578"/>
                <a:gd name="T9" fmla="*/ 733 h 733"/>
                <a:gd name="T10" fmla="*/ 425 w 578"/>
                <a:gd name="T11" fmla="*/ 548 h 733"/>
                <a:gd name="T12" fmla="*/ 524 w 578"/>
                <a:gd name="T13" fmla="*/ 548 h 733"/>
                <a:gd name="T14" fmla="*/ 397 w 578"/>
                <a:gd name="T15" fmla="*/ 395 h 733"/>
                <a:gd name="T16" fmla="*/ 479 w 578"/>
                <a:gd name="T17" fmla="*/ 395 h 733"/>
                <a:gd name="T18" fmla="*/ 381 w 578"/>
                <a:gd name="T19" fmla="*/ 265 h 733"/>
                <a:gd name="T20" fmla="*/ 458 w 578"/>
                <a:gd name="T21" fmla="*/ 265 h 733"/>
                <a:gd name="T22" fmla="*/ 354 w 578"/>
                <a:gd name="T23" fmla="*/ 151 h 733"/>
                <a:gd name="T24" fmla="*/ 427 w 578"/>
                <a:gd name="T25" fmla="*/ 151 h 733"/>
                <a:gd name="T26" fmla="*/ 289 w 578"/>
                <a:gd name="T27" fmla="*/ 0 h 733"/>
                <a:gd name="T28" fmla="*/ 151 w 578"/>
                <a:gd name="T29" fmla="*/ 151 h 733"/>
                <a:gd name="T30" fmla="*/ 224 w 578"/>
                <a:gd name="T31" fmla="*/ 151 h 733"/>
                <a:gd name="T32" fmla="*/ 119 w 578"/>
                <a:gd name="T33" fmla="*/ 265 h 733"/>
                <a:gd name="T34" fmla="*/ 197 w 578"/>
                <a:gd name="T35" fmla="*/ 265 h 733"/>
                <a:gd name="T36" fmla="*/ 99 w 578"/>
                <a:gd name="T37" fmla="*/ 395 h 733"/>
                <a:gd name="T38" fmla="*/ 181 w 578"/>
                <a:gd name="T39" fmla="*/ 395 h 733"/>
                <a:gd name="T40" fmla="*/ 54 w 578"/>
                <a:gd name="T41" fmla="*/ 548 h 733"/>
                <a:gd name="T42" fmla="*/ 153 w 578"/>
                <a:gd name="T43" fmla="*/ 548 h 733"/>
                <a:gd name="T44" fmla="*/ 0 w 578"/>
                <a:gd name="T45" fmla="*/ 733 h 733"/>
                <a:gd name="T46" fmla="*/ 578 w 578"/>
                <a:gd name="T47" fmla="*/ 733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78" h="733">
                  <a:moveTo>
                    <a:pt x="289" y="265"/>
                  </a:moveTo>
                  <a:lnTo>
                    <a:pt x="290" y="265"/>
                  </a:lnTo>
                  <a:lnTo>
                    <a:pt x="288" y="265"/>
                  </a:lnTo>
                  <a:lnTo>
                    <a:pt x="289" y="265"/>
                  </a:lnTo>
                  <a:close/>
                  <a:moveTo>
                    <a:pt x="578" y="733"/>
                  </a:moveTo>
                  <a:lnTo>
                    <a:pt x="425" y="548"/>
                  </a:lnTo>
                  <a:lnTo>
                    <a:pt x="524" y="548"/>
                  </a:lnTo>
                  <a:lnTo>
                    <a:pt x="397" y="395"/>
                  </a:lnTo>
                  <a:lnTo>
                    <a:pt x="479" y="395"/>
                  </a:lnTo>
                  <a:lnTo>
                    <a:pt x="381" y="265"/>
                  </a:lnTo>
                  <a:lnTo>
                    <a:pt x="458" y="265"/>
                  </a:lnTo>
                  <a:lnTo>
                    <a:pt x="354" y="151"/>
                  </a:lnTo>
                  <a:lnTo>
                    <a:pt x="427" y="151"/>
                  </a:lnTo>
                  <a:lnTo>
                    <a:pt x="289" y="0"/>
                  </a:lnTo>
                  <a:lnTo>
                    <a:pt x="151" y="151"/>
                  </a:lnTo>
                  <a:lnTo>
                    <a:pt x="224" y="151"/>
                  </a:lnTo>
                  <a:lnTo>
                    <a:pt x="119" y="265"/>
                  </a:lnTo>
                  <a:lnTo>
                    <a:pt x="197" y="265"/>
                  </a:lnTo>
                  <a:lnTo>
                    <a:pt x="99" y="395"/>
                  </a:lnTo>
                  <a:lnTo>
                    <a:pt x="181" y="395"/>
                  </a:lnTo>
                  <a:lnTo>
                    <a:pt x="54" y="548"/>
                  </a:lnTo>
                  <a:lnTo>
                    <a:pt x="153" y="548"/>
                  </a:lnTo>
                  <a:lnTo>
                    <a:pt x="0" y="733"/>
                  </a:lnTo>
                  <a:lnTo>
                    <a:pt x="578" y="733"/>
                  </a:ln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7" name="Freeform 50">
              <a:extLst>
                <a:ext uri="{FF2B5EF4-FFF2-40B4-BE49-F238E27FC236}">
                  <a16:creationId xmlns:a16="http://schemas.microsoft.com/office/drawing/2014/main" id="{A918F3E8-EE9F-4AD2-9BA6-7522714521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4175" y="6097554"/>
              <a:ext cx="878339" cy="912846"/>
            </a:xfrm>
            <a:custGeom>
              <a:avLst/>
              <a:gdLst>
                <a:gd name="T0" fmla="*/ 0 w 584"/>
                <a:gd name="T1" fmla="*/ 608 h 608"/>
                <a:gd name="T2" fmla="*/ 151 w 584"/>
                <a:gd name="T3" fmla="*/ 408 h 608"/>
                <a:gd name="T4" fmla="*/ 31 w 584"/>
                <a:gd name="T5" fmla="*/ 408 h 608"/>
                <a:gd name="T6" fmla="*/ 192 w 584"/>
                <a:gd name="T7" fmla="*/ 232 h 608"/>
                <a:gd name="T8" fmla="*/ 80 w 584"/>
                <a:gd name="T9" fmla="*/ 232 h 608"/>
                <a:gd name="T10" fmla="*/ 292 w 584"/>
                <a:gd name="T11" fmla="*/ 0 h 608"/>
                <a:gd name="T12" fmla="*/ 503 w 584"/>
                <a:gd name="T13" fmla="*/ 232 h 608"/>
                <a:gd name="T14" fmla="*/ 391 w 584"/>
                <a:gd name="T15" fmla="*/ 232 h 608"/>
                <a:gd name="T16" fmla="*/ 552 w 584"/>
                <a:gd name="T17" fmla="*/ 408 h 608"/>
                <a:gd name="T18" fmla="*/ 433 w 584"/>
                <a:gd name="T19" fmla="*/ 408 h 608"/>
                <a:gd name="T20" fmla="*/ 584 w 584"/>
                <a:gd name="T21" fmla="*/ 608 h 608"/>
                <a:gd name="T22" fmla="*/ 0 w 584"/>
                <a:gd name="T23" fmla="*/ 608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4" h="608">
                  <a:moveTo>
                    <a:pt x="0" y="608"/>
                  </a:moveTo>
                  <a:lnTo>
                    <a:pt x="151" y="408"/>
                  </a:lnTo>
                  <a:lnTo>
                    <a:pt x="31" y="408"/>
                  </a:lnTo>
                  <a:lnTo>
                    <a:pt x="192" y="232"/>
                  </a:lnTo>
                  <a:lnTo>
                    <a:pt x="80" y="232"/>
                  </a:lnTo>
                  <a:lnTo>
                    <a:pt x="292" y="0"/>
                  </a:lnTo>
                  <a:lnTo>
                    <a:pt x="503" y="232"/>
                  </a:lnTo>
                  <a:lnTo>
                    <a:pt x="391" y="232"/>
                  </a:lnTo>
                  <a:lnTo>
                    <a:pt x="552" y="408"/>
                  </a:lnTo>
                  <a:lnTo>
                    <a:pt x="433" y="408"/>
                  </a:lnTo>
                  <a:lnTo>
                    <a:pt x="584" y="608"/>
                  </a:lnTo>
                  <a:lnTo>
                    <a:pt x="0" y="608"/>
                  </a:ln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14" name="Freeform 44">
            <a:extLst>
              <a:ext uri="{FF2B5EF4-FFF2-40B4-BE49-F238E27FC236}">
                <a16:creationId xmlns:a16="http://schemas.microsoft.com/office/drawing/2014/main" id="{401C5368-6114-4E58-A240-DDA0E441CFFB}"/>
              </a:ext>
            </a:extLst>
          </p:cNvPr>
          <p:cNvSpPr>
            <a:spLocks noEditPoints="1"/>
          </p:cNvSpPr>
          <p:nvPr/>
        </p:nvSpPr>
        <p:spPr bwMode="auto">
          <a:xfrm>
            <a:off x="4295089" y="5408962"/>
            <a:ext cx="1146811" cy="1449038"/>
          </a:xfrm>
          <a:custGeom>
            <a:avLst/>
            <a:gdLst>
              <a:gd name="T0" fmla="*/ 289 w 578"/>
              <a:gd name="T1" fmla="*/ 265 h 733"/>
              <a:gd name="T2" fmla="*/ 290 w 578"/>
              <a:gd name="T3" fmla="*/ 265 h 733"/>
              <a:gd name="T4" fmla="*/ 288 w 578"/>
              <a:gd name="T5" fmla="*/ 265 h 733"/>
              <a:gd name="T6" fmla="*/ 289 w 578"/>
              <a:gd name="T7" fmla="*/ 265 h 733"/>
              <a:gd name="T8" fmla="*/ 578 w 578"/>
              <a:gd name="T9" fmla="*/ 733 h 733"/>
              <a:gd name="T10" fmla="*/ 425 w 578"/>
              <a:gd name="T11" fmla="*/ 548 h 733"/>
              <a:gd name="T12" fmla="*/ 524 w 578"/>
              <a:gd name="T13" fmla="*/ 548 h 733"/>
              <a:gd name="T14" fmla="*/ 397 w 578"/>
              <a:gd name="T15" fmla="*/ 395 h 733"/>
              <a:gd name="T16" fmla="*/ 479 w 578"/>
              <a:gd name="T17" fmla="*/ 395 h 733"/>
              <a:gd name="T18" fmla="*/ 381 w 578"/>
              <a:gd name="T19" fmla="*/ 265 h 733"/>
              <a:gd name="T20" fmla="*/ 458 w 578"/>
              <a:gd name="T21" fmla="*/ 265 h 733"/>
              <a:gd name="T22" fmla="*/ 354 w 578"/>
              <a:gd name="T23" fmla="*/ 151 h 733"/>
              <a:gd name="T24" fmla="*/ 427 w 578"/>
              <a:gd name="T25" fmla="*/ 151 h 733"/>
              <a:gd name="T26" fmla="*/ 289 w 578"/>
              <a:gd name="T27" fmla="*/ 0 h 733"/>
              <a:gd name="T28" fmla="*/ 151 w 578"/>
              <a:gd name="T29" fmla="*/ 151 h 733"/>
              <a:gd name="T30" fmla="*/ 224 w 578"/>
              <a:gd name="T31" fmla="*/ 151 h 733"/>
              <a:gd name="T32" fmla="*/ 119 w 578"/>
              <a:gd name="T33" fmla="*/ 265 h 733"/>
              <a:gd name="T34" fmla="*/ 197 w 578"/>
              <a:gd name="T35" fmla="*/ 265 h 733"/>
              <a:gd name="T36" fmla="*/ 99 w 578"/>
              <a:gd name="T37" fmla="*/ 395 h 733"/>
              <a:gd name="T38" fmla="*/ 181 w 578"/>
              <a:gd name="T39" fmla="*/ 395 h 733"/>
              <a:gd name="T40" fmla="*/ 54 w 578"/>
              <a:gd name="T41" fmla="*/ 548 h 733"/>
              <a:gd name="T42" fmla="*/ 153 w 578"/>
              <a:gd name="T43" fmla="*/ 548 h 733"/>
              <a:gd name="T44" fmla="*/ 0 w 578"/>
              <a:gd name="T45" fmla="*/ 733 h 733"/>
              <a:gd name="T46" fmla="*/ 578 w 578"/>
              <a:gd name="T47" fmla="*/ 733 h 7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578" h="733">
                <a:moveTo>
                  <a:pt x="289" y="265"/>
                </a:moveTo>
                <a:lnTo>
                  <a:pt x="290" y="265"/>
                </a:lnTo>
                <a:lnTo>
                  <a:pt x="288" y="265"/>
                </a:lnTo>
                <a:lnTo>
                  <a:pt x="289" y="265"/>
                </a:lnTo>
                <a:close/>
                <a:moveTo>
                  <a:pt x="578" y="733"/>
                </a:moveTo>
                <a:lnTo>
                  <a:pt x="425" y="548"/>
                </a:lnTo>
                <a:lnTo>
                  <a:pt x="524" y="548"/>
                </a:lnTo>
                <a:lnTo>
                  <a:pt x="397" y="395"/>
                </a:lnTo>
                <a:lnTo>
                  <a:pt x="479" y="395"/>
                </a:lnTo>
                <a:lnTo>
                  <a:pt x="381" y="265"/>
                </a:lnTo>
                <a:lnTo>
                  <a:pt x="458" y="265"/>
                </a:lnTo>
                <a:lnTo>
                  <a:pt x="354" y="151"/>
                </a:lnTo>
                <a:lnTo>
                  <a:pt x="427" y="151"/>
                </a:lnTo>
                <a:lnTo>
                  <a:pt x="289" y="0"/>
                </a:lnTo>
                <a:lnTo>
                  <a:pt x="151" y="151"/>
                </a:lnTo>
                <a:lnTo>
                  <a:pt x="224" y="151"/>
                </a:lnTo>
                <a:lnTo>
                  <a:pt x="119" y="265"/>
                </a:lnTo>
                <a:lnTo>
                  <a:pt x="197" y="265"/>
                </a:lnTo>
                <a:lnTo>
                  <a:pt x="99" y="395"/>
                </a:lnTo>
                <a:lnTo>
                  <a:pt x="181" y="395"/>
                </a:lnTo>
                <a:lnTo>
                  <a:pt x="54" y="548"/>
                </a:lnTo>
                <a:lnTo>
                  <a:pt x="153" y="548"/>
                </a:lnTo>
                <a:lnTo>
                  <a:pt x="0" y="733"/>
                </a:lnTo>
                <a:lnTo>
                  <a:pt x="578" y="73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15" name="Freeform 50">
            <a:extLst>
              <a:ext uri="{FF2B5EF4-FFF2-40B4-BE49-F238E27FC236}">
                <a16:creationId xmlns:a16="http://schemas.microsoft.com/office/drawing/2014/main" id="{95BC1C8B-3C05-49DD-8A7D-622C5DDC68B6}"/>
              </a:ext>
            </a:extLst>
          </p:cNvPr>
          <p:cNvSpPr>
            <a:spLocks/>
          </p:cNvSpPr>
          <p:nvPr/>
        </p:nvSpPr>
        <p:spPr bwMode="auto">
          <a:xfrm>
            <a:off x="3621775" y="5945154"/>
            <a:ext cx="878339" cy="912846"/>
          </a:xfrm>
          <a:custGeom>
            <a:avLst/>
            <a:gdLst>
              <a:gd name="T0" fmla="*/ 0 w 584"/>
              <a:gd name="T1" fmla="*/ 608 h 608"/>
              <a:gd name="T2" fmla="*/ 151 w 584"/>
              <a:gd name="T3" fmla="*/ 408 h 608"/>
              <a:gd name="T4" fmla="*/ 31 w 584"/>
              <a:gd name="T5" fmla="*/ 408 h 608"/>
              <a:gd name="T6" fmla="*/ 192 w 584"/>
              <a:gd name="T7" fmla="*/ 232 h 608"/>
              <a:gd name="T8" fmla="*/ 80 w 584"/>
              <a:gd name="T9" fmla="*/ 232 h 608"/>
              <a:gd name="T10" fmla="*/ 292 w 584"/>
              <a:gd name="T11" fmla="*/ 0 h 608"/>
              <a:gd name="T12" fmla="*/ 503 w 584"/>
              <a:gd name="T13" fmla="*/ 232 h 608"/>
              <a:gd name="T14" fmla="*/ 391 w 584"/>
              <a:gd name="T15" fmla="*/ 232 h 608"/>
              <a:gd name="T16" fmla="*/ 552 w 584"/>
              <a:gd name="T17" fmla="*/ 408 h 608"/>
              <a:gd name="T18" fmla="*/ 433 w 584"/>
              <a:gd name="T19" fmla="*/ 408 h 608"/>
              <a:gd name="T20" fmla="*/ 584 w 584"/>
              <a:gd name="T21" fmla="*/ 608 h 608"/>
              <a:gd name="T22" fmla="*/ 0 w 584"/>
              <a:gd name="T23" fmla="*/ 608 h 6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584" h="608">
                <a:moveTo>
                  <a:pt x="0" y="608"/>
                </a:moveTo>
                <a:lnTo>
                  <a:pt x="151" y="408"/>
                </a:lnTo>
                <a:lnTo>
                  <a:pt x="31" y="408"/>
                </a:lnTo>
                <a:lnTo>
                  <a:pt x="192" y="232"/>
                </a:lnTo>
                <a:lnTo>
                  <a:pt x="80" y="232"/>
                </a:lnTo>
                <a:lnTo>
                  <a:pt x="292" y="0"/>
                </a:lnTo>
                <a:lnTo>
                  <a:pt x="503" y="232"/>
                </a:lnTo>
                <a:lnTo>
                  <a:pt x="391" y="232"/>
                </a:lnTo>
                <a:lnTo>
                  <a:pt x="552" y="408"/>
                </a:lnTo>
                <a:lnTo>
                  <a:pt x="433" y="408"/>
                </a:lnTo>
                <a:lnTo>
                  <a:pt x="584" y="608"/>
                </a:lnTo>
                <a:lnTo>
                  <a:pt x="0" y="6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33F337D-9B9E-40D8-BE92-07224B838D3D}"/>
              </a:ext>
            </a:extLst>
          </p:cNvPr>
          <p:cNvSpPr>
            <a:spLocks noEditPoints="1"/>
          </p:cNvSpPr>
          <p:nvPr/>
        </p:nvSpPr>
        <p:spPr bwMode="auto">
          <a:xfrm>
            <a:off x="5068389" y="2290905"/>
            <a:ext cx="7185638" cy="4567096"/>
          </a:xfrm>
          <a:custGeom>
            <a:avLst/>
            <a:gdLst>
              <a:gd name="T0" fmla="*/ 1621 w 5440"/>
              <a:gd name="T1" fmla="*/ 1505 h 2937"/>
              <a:gd name="T2" fmla="*/ 1438 w 5440"/>
              <a:gd name="T3" fmla="*/ 1830 h 2937"/>
              <a:gd name="T4" fmla="*/ 1596 w 5440"/>
              <a:gd name="T5" fmla="*/ 1908 h 2937"/>
              <a:gd name="T6" fmla="*/ 1888 w 5440"/>
              <a:gd name="T7" fmla="*/ 1886 h 2937"/>
              <a:gd name="T8" fmla="*/ 1683 w 5440"/>
              <a:gd name="T9" fmla="*/ 1967 h 2937"/>
              <a:gd name="T10" fmla="*/ 1190 w 5440"/>
              <a:gd name="T11" fmla="*/ 2015 h 2937"/>
              <a:gd name="T12" fmla="*/ 886 w 5440"/>
              <a:gd name="T13" fmla="*/ 2016 h 2937"/>
              <a:gd name="T14" fmla="*/ 601 w 5440"/>
              <a:gd name="T15" fmla="*/ 2525 h 2937"/>
              <a:gd name="T16" fmla="*/ 423 w 5440"/>
              <a:gd name="T17" fmla="*/ 2440 h 2937"/>
              <a:gd name="T18" fmla="*/ 701 w 5440"/>
              <a:gd name="T19" fmla="*/ 1862 h 2937"/>
              <a:gd name="T20" fmla="*/ 874 w 5440"/>
              <a:gd name="T21" fmla="*/ 1692 h 2937"/>
              <a:gd name="T22" fmla="*/ 1389 w 5440"/>
              <a:gd name="T23" fmla="*/ 1704 h 2937"/>
              <a:gd name="T24" fmla="*/ 1696 w 5440"/>
              <a:gd name="T25" fmla="*/ 1266 h 2937"/>
              <a:gd name="T26" fmla="*/ 4310 w 5440"/>
              <a:gd name="T27" fmla="*/ 2203 h 2937"/>
              <a:gd name="T28" fmla="*/ 4186 w 5440"/>
              <a:gd name="T29" fmla="*/ 2059 h 2937"/>
              <a:gd name="T30" fmla="*/ 3828 w 5440"/>
              <a:gd name="T31" fmla="*/ 1701 h 2937"/>
              <a:gd name="T32" fmla="*/ 3542 w 5440"/>
              <a:gd name="T33" fmla="*/ 1946 h 2937"/>
              <a:gd name="T34" fmla="*/ 3508 w 5440"/>
              <a:gd name="T35" fmla="*/ 2308 h 2937"/>
              <a:gd name="T36" fmla="*/ 3508 w 5440"/>
              <a:gd name="T37" fmla="*/ 2787 h 2937"/>
              <a:gd name="T38" fmla="*/ 3432 w 5440"/>
              <a:gd name="T39" fmla="*/ 2401 h 2937"/>
              <a:gd name="T40" fmla="*/ 3084 w 5440"/>
              <a:gd name="T41" fmla="*/ 1897 h 2937"/>
              <a:gd name="T42" fmla="*/ 2687 w 5440"/>
              <a:gd name="T43" fmla="*/ 1827 h 2937"/>
              <a:gd name="T44" fmla="*/ 3192 w 5440"/>
              <a:gd name="T45" fmla="*/ 1836 h 2937"/>
              <a:gd name="T46" fmla="*/ 3537 w 5440"/>
              <a:gd name="T47" fmla="*/ 1777 h 2937"/>
              <a:gd name="T48" fmla="*/ 3616 w 5440"/>
              <a:gd name="T49" fmla="*/ 1360 h 2937"/>
              <a:gd name="T50" fmla="*/ 3400 w 5440"/>
              <a:gd name="T51" fmla="*/ 1262 h 2937"/>
              <a:gd name="T52" fmla="*/ 3110 w 5440"/>
              <a:gd name="T53" fmla="*/ 985 h 2937"/>
              <a:gd name="T54" fmla="*/ 2585 w 5440"/>
              <a:gd name="T55" fmla="*/ 871 h 2937"/>
              <a:gd name="T56" fmla="*/ 2952 w 5440"/>
              <a:gd name="T57" fmla="*/ 696 h 2937"/>
              <a:gd name="T58" fmla="*/ 3141 w 5440"/>
              <a:gd name="T59" fmla="*/ 553 h 2937"/>
              <a:gd name="T60" fmla="*/ 2991 w 5440"/>
              <a:gd name="T61" fmla="*/ 204 h 2937"/>
              <a:gd name="T62" fmla="*/ 2858 w 5440"/>
              <a:gd name="T63" fmla="*/ 178 h 2937"/>
              <a:gd name="T64" fmla="*/ 3271 w 5440"/>
              <a:gd name="T65" fmla="*/ 288 h 2937"/>
              <a:gd name="T66" fmla="*/ 3531 w 5440"/>
              <a:gd name="T67" fmla="*/ 733 h 2937"/>
              <a:gd name="T68" fmla="*/ 3503 w 5440"/>
              <a:gd name="T69" fmla="*/ 957 h 2937"/>
              <a:gd name="T70" fmla="*/ 3924 w 5440"/>
              <a:gd name="T71" fmla="*/ 1327 h 2937"/>
              <a:gd name="T72" fmla="*/ 4232 w 5440"/>
              <a:gd name="T73" fmla="*/ 1854 h 2937"/>
              <a:gd name="T74" fmla="*/ 5201 w 5440"/>
              <a:gd name="T75" fmla="*/ 2678 h 2937"/>
              <a:gd name="T76" fmla="*/ 5151 w 5440"/>
              <a:gd name="T77" fmla="*/ 2641 h 2937"/>
              <a:gd name="T78" fmla="*/ 4916 w 5440"/>
              <a:gd name="T79" fmla="*/ 2192 h 2937"/>
              <a:gd name="T80" fmla="*/ 4885 w 5440"/>
              <a:gd name="T81" fmla="*/ 2021 h 2937"/>
              <a:gd name="T82" fmla="*/ 5196 w 5440"/>
              <a:gd name="T83" fmla="*/ 2586 h 2937"/>
              <a:gd name="T84" fmla="*/ 5278 w 5440"/>
              <a:gd name="T85" fmla="*/ 2742 h 2937"/>
              <a:gd name="T86" fmla="*/ 5090 w 5440"/>
              <a:gd name="T87" fmla="*/ 2450 h 2937"/>
              <a:gd name="T88" fmla="*/ 4831 w 5440"/>
              <a:gd name="T89" fmla="*/ 1976 h 2937"/>
              <a:gd name="T90" fmla="*/ 4350 w 5440"/>
              <a:gd name="T91" fmla="*/ 2023 h 2937"/>
              <a:gd name="T92" fmla="*/ 4065 w 5440"/>
              <a:gd name="T93" fmla="*/ 1496 h 2937"/>
              <a:gd name="T94" fmla="*/ 3845 w 5440"/>
              <a:gd name="T95" fmla="*/ 859 h 2937"/>
              <a:gd name="T96" fmla="*/ 3457 w 5440"/>
              <a:gd name="T97" fmla="*/ 464 h 2937"/>
              <a:gd name="T98" fmla="*/ 3151 w 5440"/>
              <a:gd name="T99" fmla="*/ 122 h 2937"/>
              <a:gd name="T100" fmla="*/ 2757 w 5440"/>
              <a:gd name="T101" fmla="*/ 193 h 2937"/>
              <a:gd name="T102" fmla="*/ 2382 w 5440"/>
              <a:gd name="T103" fmla="*/ 332 h 2937"/>
              <a:gd name="T104" fmla="*/ 1948 w 5440"/>
              <a:gd name="T105" fmla="*/ 776 h 2937"/>
              <a:gd name="T106" fmla="*/ 1712 w 5440"/>
              <a:gd name="T107" fmla="*/ 1193 h 2937"/>
              <a:gd name="T108" fmla="*/ 1213 w 5440"/>
              <a:gd name="T109" fmla="*/ 1734 h 2937"/>
              <a:gd name="T110" fmla="*/ 718 w 5440"/>
              <a:gd name="T111" fmla="*/ 1738 h 2937"/>
              <a:gd name="T112" fmla="*/ 591 w 5440"/>
              <a:gd name="T113" fmla="*/ 2113 h 2937"/>
              <a:gd name="T114" fmla="*/ 260 w 5440"/>
              <a:gd name="T115" fmla="*/ 2516 h 2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5440" h="2937">
                <a:moveTo>
                  <a:pt x="1918" y="1227"/>
                </a:moveTo>
                <a:cubicBezTo>
                  <a:pt x="1912" y="1262"/>
                  <a:pt x="1878" y="1276"/>
                  <a:pt x="1849" y="1280"/>
                </a:cubicBezTo>
                <a:cubicBezTo>
                  <a:pt x="1844" y="1280"/>
                  <a:pt x="1840" y="1281"/>
                  <a:pt x="1835" y="1281"/>
                </a:cubicBezTo>
                <a:cubicBezTo>
                  <a:pt x="1831" y="1282"/>
                  <a:pt x="1826" y="1282"/>
                  <a:pt x="1822" y="1283"/>
                </a:cubicBezTo>
                <a:cubicBezTo>
                  <a:pt x="1816" y="1284"/>
                  <a:pt x="1811" y="1284"/>
                  <a:pt x="1805" y="1285"/>
                </a:cubicBezTo>
                <a:cubicBezTo>
                  <a:pt x="1767" y="1289"/>
                  <a:pt x="1728" y="1300"/>
                  <a:pt x="1691" y="1315"/>
                </a:cubicBezTo>
                <a:cubicBezTo>
                  <a:pt x="1687" y="1317"/>
                  <a:pt x="1684" y="1321"/>
                  <a:pt x="1681" y="1325"/>
                </a:cubicBezTo>
                <a:cubicBezTo>
                  <a:pt x="1662" y="1367"/>
                  <a:pt x="1681" y="1421"/>
                  <a:pt x="1664" y="1457"/>
                </a:cubicBezTo>
                <a:cubicBezTo>
                  <a:pt x="1662" y="1461"/>
                  <a:pt x="1660" y="1465"/>
                  <a:pt x="1657" y="1469"/>
                </a:cubicBezTo>
                <a:cubicBezTo>
                  <a:pt x="1649" y="1477"/>
                  <a:pt x="1641" y="1485"/>
                  <a:pt x="1633" y="1493"/>
                </a:cubicBezTo>
                <a:cubicBezTo>
                  <a:pt x="1629" y="1497"/>
                  <a:pt x="1625" y="1501"/>
                  <a:pt x="1621" y="1505"/>
                </a:cubicBezTo>
                <a:cubicBezTo>
                  <a:pt x="1615" y="1515"/>
                  <a:pt x="1611" y="1526"/>
                  <a:pt x="1607" y="1537"/>
                </a:cubicBezTo>
                <a:cubicBezTo>
                  <a:pt x="1604" y="1543"/>
                  <a:pt x="1602" y="1548"/>
                  <a:pt x="1601" y="1554"/>
                </a:cubicBezTo>
                <a:cubicBezTo>
                  <a:pt x="1589" y="1582"/>
                  <a:pt x="1576" y="1608"/>
                  <a:pt x="1567" y="1635"/>
                </a:cubicBezTo>
                <a:cubicBezTo>
                  <a:pt x="1565" y="1638"/>
                  <a:pt x="1563" y="1643"/>
                  <a:pt x="1562" y="1647"/>
                </a:cubicBezTo>
                <a:cubicBezTo>
                  <a:pt x="1560" y="1652"/>
                  <a:pt x="1559" y="1657"/>
                  <a:pt x="1558" y="1663"/>
                </a:cubicBezTo>
                <a:cubicBezTo>
                  <a:pt x="1551" y="1702"/>
                  <a:pt x="1523" y="1724"/>
                  <a:pt x="1493" y="1744"/>
                </a:cubicBezTo>
                <a:cubicBezTo>
                  <a:pt x="1488" y="1748"/>
                  <a:pt x="1484" y="1751"/>
                  <a:pt x="1479" y="1755"/>
                </a:cubicBezTo>
                <a:cubicBezTo>
                  <a:pt x="1467" y="1761"/>
                  <a:pt x="1465" y="1772"/>
                  <a:pt x="1465" y="1784"/>
                </a:cubicBezTo>
                <a:cubicBezTo>
                  <a:pt x="1465" y="1788"/>
                  <a:pt x="1465" y="1792"/>
                  <a:pt x="1465" y="1795"/>
                </a:cubicBezTo>
                <a:cubicBezTo>
                  <a:pt x="1465" y="1802"/>
                  <a:pt x="1464" y="1807"/>
                  <a:pt x="1462" y="1812"/>
                </a:cubicBezTo>
                <a:cubicBezTo>
                  <a:pt x="1455" y="1816"/>
                  <a:pt x="1446" y="1825"/>
                  <a:pt x="1438" y="1830"/>
                </a:cubicBezTo>
                <a:cubicBezTo>
                  <a:pt x="1433" y="1832"/>
                  <a:pt x="1428" y="1833"/>
                  <a:pt x="1423" y="1834"/>
                </a:cubicBezTo>
                <a:cubicBezTo>
                  <a:pt x="1419" y="1835"/>
                  <a:pt x="1415" y="1836"/>
                  <a:pt x="1410" y="1838"/>
                </a:cubicBezTo>
                <a:cubicBezTo>
                  <a:pt x="1406" y="1839"/>
                  <a:pt x="1401" y="1840"/>
                  <a:pt x="1397" y="1842"/>
                </a:cubicBezTo>
                <a:cubicBezTo>
                  <a:pt x="1389" y="1843"/>
                  <a:pt x="1382" y="1847"/>
                  <a:pt x="1376" y="1852"/>
                </a:cubicBezTo>
                <a:cubicBezTo>
                  <a:pt x="1373" y="1855"/>
                  <a:pt x="1371" y="1857"/>
                  <a:pt x="1368" y="1860"/>
                </a:cubicBezTo>
                <a:cubicBezTo>
                  <a:pt x="1343" y="1878"/>
                  <a:pt x="1351" y="1914"/>
                  <a:pt x="1369" y="1936"/>
                </a:cubicBezTo>
                <a:cubicBezTo>
                  <a:pt x="1390" y="1954"/>
                  <a:pt x="1407" y="1927"/>
                  <a:pt x="1423" y="1927"/>
                </a:cubicBezTo>
                <a:cubicBezTo>
                  <a:pt x="1428" y="1925"/>
                  <a:pt x="1433" y="1924"/>
                  <a:pt x="1439" y="1923"/>
                </a:cubicBezTo>
                <a:cubicBezTo>
                  <a:pt x="1466" y="1916"/>
                  <a:pt x="1494" y="1916"/>
                  <a:pt x="1524" y="1919"/>
                </a:cubicBezTo>
                <a:cubicBezTo>
                  <a:pt x="1529" y="1919"/>
                  <a:pt x="1534" y="1918"/>
                  <a:pt x="1539" y="1917"/>
                </a:cubicBezTo>
                <a:cubicBezTo>
                  <a:pt x="1558" y="1915"/>
                  <a:pt x="1577" y="1911"/>
                  <a:pt x="1596" y="1908"/>
                </a:cubicBezTo>
                <a:cubicBezTo>
                  <a:pt x="1601" y="1908"/>
                  <a:pt x="1607" y="1908"/>
                  <a:pt x="1612" y="1908"/>
                </a:cubicBezTo>
                <a:cubicBezTo>
                  <a:pt x="1661" y="1909"/>
                  <a:pt x="1705" y="1937"/>
                  <a:pt x="1756" y="1941"/>
                </a:cubicBezTo>
                <a:cubicBezTo>
                  <a:pt x="1762" y="1942"/>
                  <a:pt x="1767" y="1942"/>
                  <a:pt x="1773" y="1942"/>
                </a:cubicBezTo>
                <a:cubicBezTo>
                  <a:pt x="1801" y="1940"/>
                  <a:pt x="1827" y="1929"/>
                  <a:pt x="1849" y="1900"/>
                </a:cubicBezTo>
                <a:cubicBezTo>
                  <a:pt x="1873" y="1869"/>
                  <a:pt x="1894" y="1833"/>
                  <a:pt x="1921" y="1805"/>
                </a:cubicBezTo>
                <a:cubicBezTo>
                  <a:pt x="1924" y="1802"/>
                  <a:pt x="1927" y="1800"/>
                  <a:pt x="1930" y="1797"/>
                </a:cubicBezTo>
                <a:cubicBezTo>
                  <a:pt x="1934" y="1790"/>
                  <a:pt x="1938" y="1781"/>
                  <a:pt x="1938" y="1772"/>
                </a:cubicBezTo>
                <a:cubicBezTo>
                  <a:pt x="1938" y="1776"/>
                  <a:pt x="1938" y="1781"/>
                  <a:pt x="1937" y="1785"/>
                </a:cubicBezTo>
                <a:cubicBezTo>
                  <a:pt x="1933" y="1796"/>
                  <a:pt x="1929" y="1807"/>
                  <a:pt x="1925" y="1818"/>
                </a:cubicBezTo>
                <a:cubicBezTo>
                  <a:pt x="1924" y="1822"/>
                  <a:pt x="1923" y="1825"/>
                  <a:pt x="1922" y="1829"/>
                </a:cubicBezTo>
                <a:cubicBezTo>
                  <a:pt x="1912" y="1852"/>
                  <a:pt x="1895" y="1865"/>
                  <a:pt x="1888" y="1886"/>
                </a:cubicBezTo>
                <a:cubicBezTo>
                  <a:pt x="1886" y="1890"/>
                  <a:pt x="1884" y="1895"/>
                  <a:pt x="1882" y="1899"/>
                </a:cubicBezTo>
                <a:cubicBezTo>
                  <a:pt x="1880" y="1904"/>
                  <a:pt x="1878" y="1908"/>
                  <a:pt x="1876" y="1911"/>
                </a:cubicBezTo>
                <a:cubicBezTo>
                  <a:pt x="1874" y="1914"/>
                  <a:pt x="1871" y="1916"/>
                  <a:pt x="1869" y="1919"/>
                </a:cubicBezTo>
                <a:cubicBezTo>
                  <a:pt x="1856" y="1932"/>
                  <a:pt x="1847" y="1940"/>
                  <a:pt x="1834" y="1953"/>
                </a:cubicBezTo>
                <a:cubicBezTo>
                  <a:pt x="1830" y="1955"/>
                  <a:pt x="1827" y="1956"/>
                  <a:pt x="1823" y="1958"/>
                </a:cubicBezTo>
                <a:cubicBezTo>
                  <a:pt x="1820" y="1959"/>
                  <a:pt x="1816" y="1960"/>
                  <a:pt x="1811" y="1960"/>
                </a:cubicBezTo>
                <a:cubicBezTo>
                  <a:pt x="1805" y="1960"/>
                  <a:pt x="1798" y="1961"/>
                  <a:pt x="1791" y="1963"/>
                </a:cubicBezTo>
                <a:cubicBezTo>
                  <a:pt x="1785" y="1962"/>
                  <a:pt x="1779" y="1961"/>
                  <a:pt x="1773" y="1960"/>
                </a:cubicBezTo>
                <a:cubicBezTo>
                  <a:pt x="1740" y="1958"/>
                  <a:pt x="1709" y="1958"/>
                  <a:pt x="1675" y="1963"/>
                </a:cubicBezTo>
                <a:cubicBezTo>
                  <a:pt x="1683" y="1971"/>
                  <a:pt x="1696" y="1963"/>
                  <a:pt x="1705" y="1963"/>
                </a:cubicBezTo>
                <a:cubicBezTo>
                  <a:pt x="1696" y="1963"/>
                  <a:pt x="1688" y="1963"/>
                  <a:pt x="1683" y="1967"/>
                </a:cubicBezTo>
                <a:cubicBezTo>
                  <a:pt x="1680" y="1972"/>
                  <a:pt x="1676" y="1977"/>
                  <a:pt x="1672" y="1981"/>
                </a:cubicBezTo>
                <a:cubicBezTo>
                  <a:pt x="1668" y="1986"/>
                  <a:pt x="1664" y="1989"/>
                  <a:pt x="1659" y="1993"/>
                </a:cubicBezTo>
                <a:cubicBezTo>
                  <a:pt x="1649" y="2002"/>
                  <a:pt x="1640" y="2007"/>
                  <a:pt x="1627" y="2007"/>
                </a:cubicBezTo>
                <a:cubicBezTo>
                  <a:pt x="1599" y="2002"/>
                  <a:pt x="1572" y="1999"/>
                  <a:pt x="1547" y="2003"/>
                </a:cubicBezTo>
                <a:cubicBezTo>
                  <a:pt x="1542" y="2003"/>
                  <a:pt x="1537" y="2004"/>
                  <a:pt x="1532" y="2006"/>
                </a:cubicBezTo>
                <a:cubicBezTo>
                  <a:pt x="1476" y="2007"/>
                  <a:pt x="1446" y="2065"/>
                  <a:pt x="1404" y="2084"/>
                </a:cubicBezTo>
                <a:cubicBezTo>
                  <a:pt x="1399" y="2086"/>
                  <a:pt x="1394" y="2086"/>
                  <a:pt x="1389" y="2087"/>
                </a:cubicBezTo>
                <a:cubicBezTo>
                  <a:pt x="1382" y="2087"/>
                  <a:pt x="1375" y="2087"/>
                  <a:pt x="1369" y="2085"/>
                </a:cubicBezTo>
                <a:cubicBezTo>
                  <a:pt x="1363" y="2083"/>
                  <a:pt x="1357" y="2079"/>
                  <a:pt x="1351" y="2073"/>
                </a:cubicBezTo>
                <a:cubicBezTo>
                  <a:pt x="1317" y="2038"/>
                  <a:pt x="1274" y="2033"/>
                  <a:pt x="1226" y="2042"/>
                </a:cubicBezTo>
                <a:cubicBezTo>
                  <a:pt x="1209" y="2042"/>
                  <a:pt x="1205" y="2025"/>
                  <a:pt x="1190" y="2015"/>
                </a:cubicBezTo>
                <a:cubicBezTo>
                  <a:pt x="1186" y="2012"/>
                  <a:pt x="1182" y="2009"/>
                  <a:pt x="1178" y="2006"/>
                </a:cubicBezTo>
                <a:cubicBezTo>
                  <a:pt x="1157" y="1991"/>
                  <a:pt x="1134" y="1981"/>
                  <a:pt x="1110" y="1967"/>
                </a:cubicBezTo>
                <a:cubicBezTo>
                  <a:pt x="1097" y="1958"/>
                  <a:pt x="1093" y="1949"/>
                  <a:pt x="1090" y="1936"/>
                </a:cubicBezTo>
                <a:cubicBezTo>
                  <a:pt x="1087" y="1931"/>
                  <a:pt x="1084" y="1925"/>
                  <a:pt x="1080" y="1919"/>
                </a:cubicBezTo>
                <a:cubicBezTo>
                  <a:pt x="1077" y="1914"/>
                  <a:pt x="1073" y="1909"/>
                  <a:pt x="1069" y="1904"/>
                </a:cubicBezTo>
                <a:cubicBezTo>
                  <a:pt x="1066" y="1902"/>
                  <a:pt x="1062" y="1901"/>
                  <a:pt x="1058" y="1901"/>
                </a:cubicBezTo>
                <a:cubicBezTo>
                  <a:pt x="1047" y="1901"/>
                  <a:pt x="1035" y="1902"/>
                  <a:pt x="1024" y="1903"/>
                </a:cubicBezTo>
                <a:cubicBezTo>
                  <a:pt x="1018" y="1904"/>
                  <a:pt x="1013" y="1904"/>
                  <a:pt x="1007" y="1904"/>
                </a:cubicBezTo>
                <a:cubicBezTo>
                  <a:pt x="976" y="1901"/>
                  <a:pt x="937" y="1870"/>
                  <a:pt x="920" y="1909"/>
                </a:cubicBezTo>
                <a:cubicBezTo>
                  <a:pt x="917" y="1913"/>
                  <a:pt x="915" y="1918"/>
                  <a:pt x="913" y="1924"/>
                </a:cubicBezTo>
                <a:cubicBezTo>
                  <a:pt x="903" y="1952"/>
                  <a:pt x="902" y="1988"/>
                  <a:pt x="886" y="2016"/>
                </a:cubicBezTo>
                <a:cubicBezTo>
                  <a:pt x="877" y="2025"/>
                  <a:pt x="868" y="2029"/>
                  <a:pt x="861" y="2034"/>
                </a:cubicBezTo>
                <a:cubicBezTo>
                  <a:pt x="857" y="2037"/>
                  <a:pt x="853" y="2040"/>
                  <a:pt x="850" y="2044"/>
                </a:cubicBezTo>
                <a:cubicBezTo>
                  <a:pt x="846" y="2047"/>
                  <a:pt x="844" y="2051"/>
                  <a:pt x="842" y="2056"/>
                </a:cubicBezTo>
                <a:cubicBezTo>
                  <a:pt x="830" y="2109"/>
                  <a:pt x="860" y="2162"/>
                  <a:pt x="889" y="2206"/>
                </a:cubicBezTo>
                <a:cubicBezTo>
                  <a:pt x="892" y="2212"/>
                  <a:pt x="895" y="2218"/>
                  <a:pt x="896" y="2223"/>
                </a:cubicBezTo>
                <a:cubicBezTo>
                  <a:pt x="907" y="2274"/>
                  <a:pt x="851" y="2321"/>
                  <a:pt x="811" y="2354"/>
                </a:cubicBezTo>
                <a:cubicBezTo>
                  <a:pt x="807" y="2358"/>
                  <a:pt x="804" y="2363"/>
                  <a:pt x="801" y="2368"/>
                </a:cubicBezTo>
                <a:cubicBezTo>
                  <a:pt x="798" y="2372"/>
                  <a:pt x="795" y="2377"/>
                  <a:pt x="791" y="2379"/>
                </a:cubicBezTo>
                <a:cubicBezTo>
                  <a:pt x="709" y="2388"/>
                  <a:pt x="679" y="2463"/>
                  <a:pt x="630" y="2516"/>
                </a:cubicBezTo>
                <a:cubicBezTo>
                  <a:pt x="626" y="2518"/>
                  <a:pt x="621" y="2521"/>
                  <a:pt x="616" y="2522"/>
                </a:cubicBezTo>
                <a:cubicBezTo>
                  <a:pt x="611" y="2524"/>
                  <a:pt x="606" y="2525"/>
                  <a:pt x="601" y="2525"/>
                </a:cubicBezTo>
                <a:cubicBezTo>
                  <a:pt x="554" y="2525"/>
                  <a:pt x="493" y="2552"/>
                  <a:pt x="457" y="2508"/>
                </a:cubicBezTo>
                <a:cubicBezTo>
                  <a:pt x="454" y="2506"/>
                  <a:pt x="451" y="2503"/>
                  <a:pt x="447" y="2501"/>
                </a:cubicBezTo>
                <a:cubicBezTo>
                  <a:pt x="437" y="2493"/>
                  <a:pt x="427" y="2485"/>
                  <a:pt x="416" y="2479"/>
                </a:cubicBezTo>
                <a:cubicBezTo>
                  <a:pt x="410" y="2476"/>
                  <a:pt x="405" y="2473"/>
                  <a:pt x="399" y="2471"/>
                </a:cubicBezTo>
                <a:cubicBezTo>
                  <a:pt x="392" y="2465"/>
                  <a:pt x="384" y="2463"/>
                  <a:pt x="376" y="2463"/>
                </a:cubicBezTo>
                <a:cubicBezTo>
                  <a:pt x="372" y="2462"/>
                  <a:pt x="368" y="2463"/>
                  <a:pt x="364" y="2463"/>
                </a:cubicBezTo>
                <a:cubicBezTo>
                  <a:pt x="360" y="2463"/>
                  <a:pt x="356" y="2464"/>
                  <a:pt x="352" y="2464"/>
                </a:cubicBezTo>
                <a:cubicBezTo>
                  <a:pt x="355" y="2460"/>
                  <a:pt x="360" y="2458"/>
                  <a:pt x="364" y="2455"/>
                </a:cubicBezTo>
                <a:cubicBezTo>
                  <a:pt x="369" y="2453"/>
                  <a:pt x="374" y="2452"/>
                  <a:pt x="379" y="2451"/>
                </a:cubicBezTo>
                <a:cubicBezTo>
                  <a:pt x="389" y="2448"/>
                  <a:pt x="398" y="2446"/>
                  <a:pt x="407" y="2441"/>
                </a:cubicBezTo>
                <a:cubicBezTo>
                  <a:pt x="412" y="2441"/>
                  <a:pt x="418" y="2441"/>
                  <a:pt x="423" y="2440"/>
                </a:cubicBezTo>
                <a:cubicBezTo>
                  <a:pt x="450" y="2440"/>
                  <a:pt x="478" y="2443"/>
                  <a:pt x="505" y="2440"/>
                </a:cubicBezTo>
                <a:cubicBezTo>
                  <a:pt x="511" y="2439"/>
                  <a:pt x="516" y="2438"/>
                  <a:pt x="522" y="2437"/>
                </a:cubicBezTo>
                <a:cubicBezTo>
                  <a:pt x="555" y="2428"/>
                  <a:pt x="584" y="2413"/>
                  <a:pt x="609" y="2390"/>
                </a:cubicBezTo>
                <a:cubicBezTo>
                  <a:pt x="613" y="2385"/>
                  <a:pt x="618" y="2381"/>
                  <a:pt x="622" y="2376"/>
                </a:cubicBezTo>
                <a:cubicBezTo>
                  <a:pt x="670" y="2335"/>
                  <a:pt x="692" y="2264"/>
                  <a:pt x="639" y="2218"/>
                </a:cubicBezTo>
                <a:cubicBezTo>
                  <a:pt x="636" y="2212"/>
                  <a:pt x="634" y="2206"/>
                  <a:pt x="632" y="2200"/>
                </a:cubicBezTo>
                <a:cubicBezTo>
                  <a:pt x="623" y="2170"/>
                  <a:pt x="628" y="2137"/>
                  <a:pt x="644" y="2110"/>
                </a:cubicBezTo>
                <a:cubicBezTo>
                  <a:pt x="647" y="2106"/>
                  <a:pt x="650" y="2101"/>
                  <a:pt x="653" y="2096"/>
                </a:cubicBezTo>
                <a:cubicBezTo>
                  <a:pt x="673" y="2068"/>
                  <a:pt x="688" y="2038"/>
                  <a:pt x="696" y="1998"/>
                </a:cubicBezTo>
                <a:cubicBezTo>
                  <a:pt x="696" y="1993"/>
                  <a:pt x="697" y="1987"/>
                  <a:pt x="697" y="1981"/>
                </a:cubicBezTo>
                <a:cubicBezTo>
                  <a:pt x="698" y="1942"/>
                  <a:pt x="693" y="1900"/>
                  <a:pt x="701" y="1862"/>
                </a:cubicBezTo>
                <a:cubicBezTo>
                  <a:pt x="703" y="1857"/>
                  <a:pt x="705" y="1852"/>
                  <a:pt x="706" y="1847"/>
                </a:cubicBezTo>
                <a:cubicBezTo>
                  <a:pt x="707" y="1842"/>
                  <a:pt x="708" y="1836"/>
                  <a:pt x="709" y="1831"/>
                </a:cubicBezTo>
                <a:cubicBezTo>
                  <a:pt x="710" y="1826"/>
                  <a:pt x="711" y="1821"/>
                  <a:pt x="713" y="1816"/>
                </a:cubicBezTo>
                <a:cubicBezTo>
                  <a:pt x="717" y="1808"/>
                  <a:pt x="726" y="1803"/>
                  <a:pt x="733" y="1797"/>
                </a:cubicBezTo>
                <a:cubicBezTo>
                  <a:pt x="738" y="1794"/>
                  <a:pt x="742" y="1792"/>
                  <a:pt x="747" y="1789"/>
                </a:cubicBezTo>
                <a:cubicBezTo>
                  <a:pt x="751" y="1786"/>
                  <a:pt x="754" y="1783"/>
                  <a:pt x="756" y="1781"/>
                </a:cubicBezTo>
                <a:cubicBezTo>
                  <a:pt x="769" y="1759"/>
                  <a:pt x="773" y="1732"/>
                  <a:pt x="792" y="1716"/>
                </a:cubicBezTo>
                <a:cubicBezTo>
                  <a:pt x="796" y="1712"/>
                  <a:pt x="801" y="1709"/>
                  <a:pt x="805" y="1705"/>
                </a:cubicBezTo>
                <a:cubicBezTo>
                  <a:pt x="809" y="1701"/>
                  <a:pt x="813" y="1697"/>
                  <a:pt x="817" y="1692"/>
                </a:cubicBezTo>
                <a:cubicBezTo>
                  <a:pt x="821" y="1689"/>
                  <a:pt x="826" y="1688"/>
                  <a:pt x="831" y="1687"/>
                </a:cubicBezTo>
                <a:cubicBezTo>
                  <a:pt x="844" y="1685"/>
                  <a:pt x="859" y="1689"/>
                  <a:pt x="874" y="1692"/>
                </a:cubicBezTo>
                <a:cubicBezTo>
                  <a:pt x="880" y="1693"/>
                  <a:pt x="885" y="1694"/>
                  <a:pt x="890" y="1694"/>
                </a:cubicBezTo>
                <a:cubicBezTo>
                  <a:pt x="933" y="1688"/>
                  <a:pt x="980" y="1679"/>
                  <a:pt x="1024" y="1701"/>
                </a:cubicBezTo>
                <a:cubicBezTo>
                  <a:pt x="1054" y="1719"/>
                  <a:pt x="1028" y="1759"/>
                  <a:pt x="1040" y="1784"/>
                </a:cubicBezTo>
                <a:cubicBezTo>
                  <a:pt x="1042" y="1788"/>
                  <a:pt x="1045" y="1791"/>
                  <a:pt x="1049" y="1794"/>
                </a:cubicBezTo>
                <a:cubicBezTo>
                  <a:pt x="1056" y="1799"/>
                  <a:pt x="1067" y="1802"/>
                  <a:pt x="1082" y="1801"/>
                </a:cubicBezTo>
                <a:cubicBezTo>
                  <a:pt x="1087" y="1801"/>
                  <a:pt x="1092" y="1802"/>
                  <a:pt x="1096" y="1802"/>
                </a:cubicBezTo>
                <a:cubicBezTo>
                  <a:pt x="1125" y="1801"/>
                  <a:pt x="1153" y="1799"/>
                  <a:pt x="1181" y="1799"/>
                </a:cubicBezTo>
                <a:cubicBezTo>
                  <a:pt x="1185" y="1799"/>
                  <a:pt x="1190" y="1800"/>
                  <a:pt x="1195" y="1799"/>
                </a:cubicBezTo>
                <a:cubicBezTo>
                  <a:pt x="1226" y="1799"/>
                  <a:pt x="1257" y="1784"/>
                  <a:pt x="1289" y="1776"/>
                </a:cubicBezTo>
                <a:cubicBezTo>
                  <a:pt x="1295" y="1773"/>
                  <a:pt x="1301" y="1770"/>
                  <a:pt x="1307" y="1767"/>
                </a:cubicBezTo>
                <a:cubicBezTo>
                  <a:pt x="1338" y="1751"/>
                  <a:pt x="1366" y="1730"/>
                  <a:pt x="1389" y="1704"/>
                </a:cubicBezTo>
                <a:cubicBezTo>
                  <a:pt x="1392" y="1701"/>
                  <a:pt x="1395" y="1697"/>
                  <a:pt x="1398" y="1693"/>
                </a:cubicBezTo>
                <a:cubicBezTo>
                  <a:pt x="1416" y="1670"/>
                  <a:pt x="1433" y="1648"/>
                  <a:pt x="1438" y="1621"/>
                </a:cubicBezTo>
                <a:cubicBezTo>
                  <a:pt x="1440" y="1616"/>
                  <a:pt x="1441" y="1611"/>
                  <a:pt x="1443" y="1606"/>
                </a:cubicBezTo>
                <a:cubicBezTo>
                  <a:pt x="1456" y="1564"/>
                  <a:pt x="1469" y="1524"/>
                  <a:pt x="1510" y="1505"/>
                </a:cubicBezTo>
                <a:cubicBezTo>
                  <a:pt x="1514" y="1502"/>
                  <a:pt x="1518" y="1498"/>
                  <a:pt x="1521" y="1495"/>
                </a:cubicBezTo>
                <a:cubicBezTo>
                  <a:pt x="1532" y="1484"/>
                  <a:pt x="1542" y="1472"/>
                  <a:pt x="1551" y="1457"/>
                </a:cubicBezTo>
                <a:cubicBezTo>
                  <a:pt x="1553" y="1454"/>
                  <a:pt x="1556" y="1450"/>
                  <a:pt x="1558" y="1446"/>
                </a:cubicBezTo>
                <a:cubicBezTo>
                  <a:pt x="1593" y="1409"/>
                  <a:pt x="1610" y="1373"/>
                  <a:pt x="1621" y="1320"/>
                </a:cubicBezTo>
                <a:cubicBezTo>
                  <a:pt x="1623" y="1315"/>
                  <a:pt x="1626" y="1310"/>
                  <a:pt x="1630" y="1305"/>
                </a:cubicBezTo>
                <a:cubicBezTo>
                  <a:pt x="1643" y="1287"/>
                  <a:pt x="1661" y="1275"/>
                  <a:pt x="1682" y="1269"/>
                </a:cubicBezTo>
                <a:cubicBezTo>
                  <a:pt x="1686" y="1268"/>
                  <a:pt x="1691" y="1267"/>
                  <a:pt x="1696" y="1266"/>
                </a:cubicBezTo>
                <a:cubicBezTo>
                  <a:pt x="1724" y="1260"/>
                  <a:pt x="1752" y="1260"/>
                  <a:pt x="1780" y="1261"/>
                </a:cubicBezTo>
                <a:cubicBezTo>
                  <a:pt x="1786" y="1261"/>
                  <a:pt x="1791" y="1261"/>
                  <a:pt x="1797" y="1261"/>
                </a:cubicBezTo>
                <a:cubicBezTo>
                  <a:pt x="1807" y="1263"/>
                  <a:pt x="1817" y="1263"/>
                  <a:pt x="1827" y="1262"/>
                </a:cubicBezTo>
                <a:cubicBezTo>
                  <a:pt x="1832" y="1261"/>
                  <a:pt x="1837" y="1260"/>
                  <a:pt x="1842" y="1259"/>
                </a:cubicBezTo>
                <a:cubicBezTo>
                  <a:pt x="1869" y="1249"/>
                  <a:pt x="1890" y="1240"/>
                  <a:pt x="1916" y="1230"/>
                </a:cubicBezTo>
                <a:cubicBezTo>
                  <a:pt x="1917" y="1229"/>
                  <a:pt x="1918" y="1228"/>
                  <a:pt x="1918" y="1227"/>
                </a:cubicBezTo>
                <a:moveTo>
                  <a:pt x="4382" y="2179"/>
                </a:moveTo>
                <a:cubicBezTo>
                  <a:pt x="4370" y="2189"/>
                  <a:pt x="4375" y="2206"/>
                  <a:pt x="4376" y="2219"/>
                </a:cubicBezTo>
                <a:cubicBezTo>
                  <a:pt x="4378" y="2224"/>
                  <a:pt x="4380" y="2228"/>
                  <a:pt x="4383" y="2233"/>
                </a:cubicBezTo>
                <a:cubicBezTo>
                  <a:pt x="4422" y="2277"/>
                  <a:pt x="4482" y="2259"/>
                  <a:pt x="4534" y="2277"/>
                </a:cubicBezTo>
                <a:cubicBezTo>
                  <a:pt x="4452" y="2304"/>
                  <a:pt x="4357" y="2277"/>
                  <a:pt x="4310" y="2203"/>
                </a:cubicBezTo>
                <a:cubicBezTo>
                  <a:pt x="4307" y="2200"/>
                  <a:pt x="4305" y="2196"/>
                  <a:pt x="4302" y="2192"/>
                </a:cubicBezTo>
                <a:cubicBezTo>
                  <a:pt x="4290" y="2173"/>
                  <a:pt x="4275" y="2153"/>
                  <a:pt x="4255" y="2144"/>
                </a:cubicBezTo>
                <a:cubicBezTo>
                  <a:pt x="4253" y="2143"/>
                  <a:pt x="4252" y="2142"/>
                  <a:pt x="4250" y="2141"/>
                </a:cubicBezTo>
                <a:cubicBezTo>
                  <a:pt x="4237" y="2135"/>
                  <a:pt x="4222" y="2132"/>
                  <a:pt x="4210" y="2123"/>
                </a:cubicBezTo>
                <a:cubicBezTo>
                  <a:pt x="4209" y="2122"/>
                  <a:pt x="4207" y="2121"/>
                  <a:pt x="4206" y="2121"/>
                </a:cubicBezTo>
                <a:cubicBezTo>
                  <a:pt x="4204" y="2119"/>
                  <a:pt x="4202" y="2117"/>
                  <a:pt x="4200" y="2116"/>
                </a:cubicBezTo>
                <a:cubicBezTo>
                  <a:pt x="4196" y="2113"/>
                  <a:pt x="4193" y="2109"/>
                  <a:pt x="4190" y="2106"/>
                </a:cubicBezTo>
                <a:cubicBezTo>
                  <a:pt x="4189" y="2105"/>
                  <a:pt x="4189" y="2104"/>
                  <a:pt x="4188" y="2103"/>
                </a:cubicBezTo>
                <a:cubicBezTo>
                  <a:pt x="4184" y="2096"/>
                  <a:pt x="4181" y="2089"/>
                  <a:pt x="4180" y="2082"/>
                </a:cubicBezTo>
                <a:cubicBezTo>
                  <a:pt x="4180" y="2078"/>
                  <a:pt x="4179" y="2074"/>
                  <a:pt x="4179" y="2071"/>
                </a:cubicBezTo>
                <a:cubicBezTo>
                  <a:pt x="4181" y="2067"/>
                  <a:pt x="4184" y="2063"/>
                  <a:pt x="4186" y="2059"/>
                </a:cubicBezTo>
                <a:cubicBezTo>
                  <a:pt x="4237" y="2025"/>
                  <a:pt x="4202" y="1976"/>
                  <a:pt x="4193" y="1927"/>
                </a:cubicBezTo>
                <a:cubicBezTo>
                  <a:pt x="4189" y="1905"/>
                  <a:pt x="4159" y="1909"/>
                  <a:pt x="4142" y="1896"/>
                </a:cubicBezTo>
                <a:cubicBezTo>
                  <a:pt x="4137" y="1892"/>
                  <a:pt x="4133" y="1888"/>
                  <a:pt x="4129" y="1883"/>
                </a:cubicBezTo>
                <a:cubicBezTo>
                  <a:pt x="4126" y="1879"/>
                  <a:pt x="4123" y="1874"/>
                  <a:pt x="4120" y="1869"/>
                </a:cubicBezTo>
                <a:cubicBezTo>
                  <a:pt x="4105" y="1847"/>
                  <a:pt x="4090" y="1825"/>
                  <a:pt x="4075" y="1803"/>
                </a:cubicBezTo>
                <a:cubicBezTo>
                  <a:pt x="4072" y="1799"/>
                  <a:pt x="4069" y="1794"/>
                  <a:pt x="4066" y="1790"/>
                </a:cubicBezTo>
                <a:cubicBezTo>
                  <a:pt x="4042" y="1745"/>
                  <a:pt x="4008" y="1723"/>
                  <a:pt x="3960" y="1719"/>
                </a:cubicBezTo>
                <a:cubicBezTo>
                  <a:pt x="3955" y="1718"/>
                  <a:pt x="3951" y="1718"/>
                  <a:pt x="3946" y="1717"/>
                </a:cubicBezTo>
                <a:cubicBezTo>
                  <a:pt x="3930" y="1714"/>
                  <a:pt x="3917" y="1706"/>
                  <a:pt x="3902" y="1708"/>
                </a:cubicBezTo>
                <a:cubicBezTo>
                  <a:pt x="3897" y="1707"/>
                  <a:pt x="3892" y="1706"/>
                  <a:pt x="3887" y="1706"/>
                </a:cubicBezTo>
                <a:cubicBezTo>
                  <a:pt x="3867" y="1703"/>
                  <a:pt x="3848" y="1701"/>
                  <a:pt x="3828" y="1701"/>
                </a:cubicBezTo>
                <a:cubicBezTo>
                  <a:pt x="3822" y="1700"/>
                  <a:pt x="3817" y="1700"/>
                  <a:pt x="3811" y="1700"/>
                </a:cubicBezTo>
                <a:cubicBezTo>
                  <a:pt x="3771" y="1701"/>
                  <a:pt x="3732" y="1710"/>
                  <a:pt x="3701" y="1735"/>
                </a:cubicBezTo>
                <a:cubicBezTo>
                  <a:pt x="3697" y="1738"/>
                  <a:pt x="3693" y="1742"/>
                  <a:pt x="3689" y="1745"/>
                </a:cubicBezTo>
                <a:cubicBezTo>
                  <a:pt x="3685" y="1749"/>
                  <a:pt x="3680" y="1754"/>
                  <a:pt x="3676" y="1759"/>
                </a:cubicBezTo>
                <a:cubicBezTo>
                  <a:pt x="3659" y="1794"/>
                  <a:pt x="3624" y="1812"/>
                  <a:pt x="3603" y="1843"/>
                </a:cubicBezTo>
                <a:cubicBezTo>
                  <a:pt x="3592" y="1856"/>
                  <a:pt x="3592" y="1873"/>
                  <a:pt x="3592" y="1889"/>
                </a:cubicBezTo>
                <a:cubicBezTo>
                  <a:pt x="3592" y="1895"/>
                  <a:pt x="3592" y="1900"/>
                  <a:pt x="3591" y="1905"/>
                </a:cubicBezTo>
                <a:cubicBezTo>
                  <a:pt x="3590" y="1914"/>
                  <a:pt x="3585" y="1923"/>
                  <a:pt x="3581" y="1927"/>
                </a:cubicBezTo>
                <a:cubicBezTo>
                  <a:pt x="3577" y="1930"/>
                  <a:pt x="3572" y="1933"/>
                  <a:pt x="3568" y="1935"/>
                </a:cubicBezTo>
                <a:cubicBezTo>
                  <a:pt x="3564" y="1936"/>
                  <a:pt x="3560" y="1937"/>
                  <a:pt x="3557" y="1938"/>
                </a:cubicBezTo>
                <a:cubicBezTo>
                  <a:pt x="3552" y="1941"/>
                  <a:pt x="3547" y="1943"/>
                  <a:pt x="3542" y="1946"/>
                </a:cubicBezTo>
                <a:cubicBezTo>
                  <a:pt x="3537" y="1948"/>
                  <a:pt x="3533" y="1950"/>
                  <a:pt x="3528" y="1952"/>
                </a:cubicBezTo>
                <a:cubicBezTo>
                  <a:pt x="3503" y="1958"/>
                  <a:pt x="3490" y="1985"/>
                  <a:pt x="3495" y="2011"/>
                </a:cubicBezTo>
                <a:cubicBezTo>
                  <a:pt x="3496" y="2017"/>
                  <a:pt x="3499" y="2023"/>
                  <a:pt x="3502" y="2028"/>
                </a:cubicBezTo>
                <a:cubicBezTo>
                  <a:pt x="3519" y="2053"/>
                  <a:pt x="3553" y="2071"/>
                  <a:pt x="3539" y="2103"/>
                </a:cubicBezTo>
                <a:cubicBezTo>
                  <a:pt x="3538" y="2108"/>
                  <a:pt x="3537" y="2112"/>
                  <a:pt x="3536" y="2117"/>
                </a:cubicBezTo>
                <a:cubicBezTo>
                  <a:pt x="3533" y="2123"/>
                  <a:pt x="3531" y="2129"/>
                  <a:pt x="3529" y="2135"/>
                </a:cubicBezTo>
                <a:cubicBezTo>
                  <a:pt x="3523" y="2139"/>
                  <a:pt x="3518" y="2143"/>
                  <a:pt x="3513" y="2148"/>
                </a:cubicBezTo>
                <a:cubicBezTo>
                  <a:pt x="3508" y="2152"/>
                  <a:pt x="3503" y="2156"/>
                  <a:pt x="3499" y="2161"/>
                </a:cubicBezTo>
                <a:cubicBezTo>
                  <a:pt x="3480" y="2192"/>
                  <a:pt x="3468" y="2232"/>
                  <a:pt x="3477" y="2264"/>
                </a:cubicBezTo>
                <a:cubicBezTo>
                  <a:pt x="3479" y="2269"/>
                  <a:pt x="3481" y="2275"/>
                  <a:pt x="3484" y="2279"/>
                </a:cubicBezTo>
                <a:cubicBezTo>
                  <a:pt x="3486" y="2295"/>
                  <a:pt x="3508" y="2295"/>
                  <a:pt x="3508" y="2308"/>
                </a:cubicBezTo>
                <a:cubicBezTo>
                  <a:pt x="3508" y="2344"/>
                  <a:pt x="3512" y="2375"/>
                  <a:pt x="3524" y="2412"/>
                </a:cubicBezTo>
                <a:cubicBezTo>
                  <a:pt x="3526" y="2418"/>
                  <a:pt x="3527" y="2424"/>
                  <a:pt x="3529" y="2429"/>
                </a:cubicBezTo>
                <a:cubicBezTo>
                  <a:pt x="3530" y="2435"/>
                  <a:pt x="3532" y="2441"/>
                  <a:pt x="3533" y="2447"/>
                </a:cubicBezTo>
                <a:cubicBezTo>
                  <a:pt x="3534" y="2452"/>
                  <a:pt x="3535" y="2458"/>
                  <a:pt x="3536" y="2464"/>
                </a:cubicBezTo>
                <a:cubicBezTo>
                  <a:pt x="3538" y="2499"/>
                  <a:pt x="3542" y="2534"/>
                  <a:pt x="3529" y="2570"/>
                </a:cubicBezTo>
                <a:cubicBezTo>
                  <a:pt x="3527" y="2575"/>
                  <a:pt x="3524" y="2579"/>
                  <a:pt x="3521" y="2584"/>
                </a:cubicBezTo>
                <a:cubicBezTo>
                  <a:pt x="3504" y="2606"/>
                  <a:pt x="3476" y="2621"/>
                  <a:pt x="3492" y="2656"/>
                </a:cubicBezTo>
                <a:cubicBezTo>
                  <a:pt x="3494" y="2660"/>
                  <a:pt x="3496" y="2663"/>
                  <a:pt x="3499" y="2667"/>
                </a:cubicBezTo>
                <a:cubicBezTo>
                  <a:pt x="3506" y="2678"/>
                  <a:pt x="3516" y="2688"/>
                  <a:pt x="3519" y="2701"/>
                </a:cubicBezTo>
                <a:cubicBezTo>
                  <a:pt x="3520" y="2708"/>
                  <a:pt x="3521" y="2715"/>
                  <a:pt x="3520" y="2722"/>
                </a:cubicBezTo>
                <a:cubicBezTo>
                  <a:pt x="3520" y="2743"/>
                  <a:pt x="3516" y="2765"/>
                  <a:pt x="3508" y="2787"/>
                </a:cubicBezTo>
                <a:cubicBezTo>
                  <a:pt x="3497" y="2764"/>
                  <a:pt x="3486" y="2741"/>
                  <a:pt x="3474" y="2719"/>
                </a:cubicBezTo>
                <a:cubicBezTo>
                  <a:pt x="3472" y="2714"/>
                  <a:pt x="3470" y="2710"/>
                  <a:pt x="3467" y="2706"/>
                </a:cubicBezTo>
                <a:cubicBezTo>
                  <a:pt x="3459" y="2693"/>
                  <a:pt x="3449" y="2681"/>
                  <a:pt x="3440" y="2668"/>
                </a:cubicBezTo>
                <a:cubicBezTo>
                  <a:pt x="3437" y="2664"/>
                  <a:pt x="3434" y="2660"/>
                  <a:pt x="3431" y="2656"/>
                </a:cubicBezTo>
                <a:cubicBezTo>
                  <a:pt x="3427" y="2652"/>
                  <a:pt x="3423" y="2647"/>
                  <a:pt x="3420" y="2642"/>
                </a:cubicBezTo>
                <a:cubicBezTo>
                  <a:pt x="3416" y="2637"/>
                  <a:pt x="3414" y="2632"/>
                  <a:pt x="3412" y="2627"/>
                </a:cubicBezTo>
                <a:cubicBezTo>
                  <a:pt x="3410" y="2623"/>
                  <a:pt x="3407" y="2617"/>
                  <a:pt x="3405" y="2612"/>
                </a:cubicBezTo>
                <a:cubicBezTo>
                  <a:pt x="3403" y="2606"/>
                  <a:pt x="3402" y="2601"/>
                  <a:pt x="3404" y="2596"/>
                </a:cubicBezTo>
                <a:cubicBezTo>
                  <a:pt x="3452" y="2556"/>
                  <a:pt x="3499" y="2499"/>
                  <a:pt x="3439" y="2446"/>
                </a:cubicBezTo>
                <a:cubicBezTo>
                  <a:pt x="3434" y="2437"/>
                  <a:pt x="3434" y="2423"/>
                  <a:pt x="3433" y="2414"/>
                </a:cubicBezTo>
                <a:cubicBezTo>
                  <a:pt x="3433" y="2409"/>
                  <a:pt x="3433" y="2405"/>
                  <a:pt x="3432" y="2401"/>
                </a:cubicBezTo>
                <a:cubicBezTo>
                  <a:pt x="3431" y="2398"/>
                  <a:pt x="3429" y="2395"/>
                  <a:pt x="3426" y="2392"/>
                </a:cubicBezTo>
                <a:cubicBezTo>
                  <a:pt x="3383" y="2357"/>
                  <a:pt x="3340" y="2273"/>
                  <a:pt x="3381" y="2227"/>
                </a:cubicBezTo>
                <a:cubicBezTo>
                  <a:pt x="3384" y="2222"/>
                  <a:pt x="3387" y="2217"/>
                  <a:pt x="3389" y="2213"/>
                </a:cubicBezTo>
                <a:cubicBezTo>
                  <a:pt x="3414" y="2160"/>
                  <a:pt x="3376" y="2087"/>
                  <a:pt x="3334" y="2037"/>
                </a:cubicBezTo>
                <a:cubicBezTo>
                  <a:pt x="3329" y="2033"/>
                  <a:pt x="3324" y="2029"/>
                  <a:pt x="3319" y="2025"/>
                </a:cubicBezTo>
                <a:cubicBezTo>
                  <a:pt x="3292" y="2004"/>
                  <a:pt x="3259" y="1989"/>
                  <a:pt x="3231" y="1981"/>
                </a:cubicBezTo>
                <a:cubicBezTo>
                  <a:pt x="3226" y="1980"/>
                  <a:pt x="3221" y="1979"/>
                  <a:pt x="3217" y="1978"/>
                </a:cubicBezTo>
                <a:cubicBezTo>
                  <a:pt x="3194" y="1973"/>
                  <a:pt x="3170" y="1968"/>
                  <a:pt x="3151" y="1956"/>
                </a:cubicBezTo>
                <a:cubicBezTo>
                  <a:pt x="3148" y="1952"/>
                  <a:pt x="3146" y="1949"/>
                  <a:pt x="3143" y="1946"/>
                </a:cubicBezTo>
                <a:cubicBezTo>
                  <a:pt x="3129" y="1930"/>
                  <a:pt x="3114" y="1916"/>
                  <a:pt x="3099" y="1905"/>
                </a:cubicBezTo>
                <a:cubicBezTo>
                  <a:pt x="3094" y="1902"/>
                  <a:pt x="3089" y="1899"/>
                  <a:pt x="3084" y="1897"/>
                </a:cubicBezTo>
                <a:cubicBezTo>
                  <a:pt x="3025" y="1847"/>
                  <a:pt x="2973" y="1874"/>
                  <a:pt x="2928" y="1928"/>
                </a:cubicBezTo>
                <a:cubicBezTo>
                  <a:pt x="2925" y="1930"/>
                  <a:pt x="2921" y="1933"/>
                  <a:pt x="2918" y="1935"/>
                </a:cubicBezTo>
                <a:cubicBezTo>
                  <a:pt x="2912" y="1940"/>
                  <a:pt x="2907" y="1946"/>
                  <a:pt x="2901" y="1953"/>
                </a:cubicBezTo>
                <a:cubicBezTo>
                  <a:pt x="2896" y="1953"/>
                  <a:pt x="2890" y="1953"/>
                  <a:pt x="2885" y="1953"/>
                </a:cubicBezTo>
                <a:cubicBezTo>
                  <a:pt x="2864" y="1951"/>
                  <a:pt x="2844" y="1943"/>
                  <a:pt x="2825" y="1924"/>
                </a:cubicBezTo>
                <a:cubicBezTo>
                  <a:pt x="2821" y="1921"/>
                  <a:pt x="2816" y="1917"/>
                  <a:pt x="2811" y="1913"/>
                </a:cubicBezTo>
                <a:cubicBezTo>
                  <a:pt x="2802" y="1906"/>
                  <a:pt x="2793" y="1898"/>
                  <a:pt x="2785" y="1891"/>
                </a:cubicBezTo>
                <a:cubicBezTo>
                  <a:pt x="2779" y="1889"/>
                  <a:pt x="2774" y="1887"/>
                  <a:pt x="2767" y="1886"/>
                </a:cubicBezTo>
                <a:cubicBezTo>
                  <a:pt x="2763" y="1884"/>
                  <a:pt x="2758" y="1882"/>
                  <a:pt x="2754" y="1879"/>
                </a:cubicBezTo>
                <a:cubicBezTo>
                  <a:pt x="2736" y="1869"/>
                  <a:pt x="2720" y="1854"/>
                  <a:pt x="2704" y="1834"/>
                </a:cubicBezTo>
                <a:cubicBezTo>
                  <a:pt x="2698" y="1832"/>
                  <a:pt x="2692" y="1830"/>
                  <a:pt x="2687" y="1827"/>
                </a:cubicBezTo>
                <a:cubicBezTo>
                  <a:pt x="2647" y="1809"/>
                  <a:pt x="2610" y="1786"/>
                  <a:pt x="2576" y="1756"/>
                </a:cubicBezTo>
                <a:cubicBezTo>
                  <a:pt x="2619" y="1771"/>
                  <a:pt x="2665" y="1794"/>
                  <a:pt x="2710" y="1801"/>
                </a:cubicBezTo>
                <a:cubicBezTo>
                  <a:pt x="2714" y="1802"/>
                  <a:pt x="2719" y="1802"/>
                  <a:pt x="2724" y="1803"/>
                </a:cubicBezTo>
                <a:cubicBezTo>
                  <a:pt x="2777" y="1807"/>
                  <a:pt x="2828" y="1843"/>
                  <a:pt x="2878" y="1844"/>
                </a:cubicBezTo>
                <a:cubicBezTo>
                  <a:pt x="2884" y="1844"/>
                  <a:pt x="2890" y="1844"/>
                  <a:pt x="2895" y="1843"/>
                </a:cubicBezTo>
                <a:cubicBezTo>
                  <a:pt x="2917" y="1812"/>
                  <a:pt x="2887" y="1754"/>
                  <a:pt x="2943" y="1754"/>
                </a:cubicBezTo>
                <a:cubicBezTo>
                  <a:pt x="2995" y="1759"/>
                  <a:pt x="3025" y="1808"/>
                  <a:pt x="3070" y="1827"/>
                </a:cubicBezTo>
                <a:cubicBezTo>
                  <a:pt x="3075" y="1828"/>
                  <a:pt x="3081" y="1829"/>
                  <a:pt x="3086" y="1828"/>
                </a:cubicBezTo>
                <a:cubicBezTo>
                  <a:pt x="3097" y="1827"/>
                  <a:pt x="3107" y="1822"/>
                  <a:pt x="3115" y="1812"/>
                </a:cubicBezTo>
                <a:cubicBezTo>
                  <a:pt x="3120" y="1808"/>
                  <a:pt x="3124" y="1806"/>
                  <a:pt x="3128" y="1805"/>
                </a:cubicBezTo>
                <a:cubicBezTo>
                  <a:pt x="3148" y="1801"/>
                  <a:pt x="3169" y="1822"/>
                  <a:pt x="3192" y="1836"/>
                </a:cubicBezTo>
                <a:cubicBezTo>
                  <a:pt x="3197" y="1838"/>
                  <a:pt x="3201" y="1841"/>
                  <a:pt x="3206" y="1843"/>
                </a:cubicBezTo>
                <a:cubicBezTo>
                  <a:pt x="3212" y="1845"/>
                  <a:pt x="3218" y="1846"/>
                  <a:pt x="3223" y="1848"/>
                </a:cubicBezTo>
                <a:cubicBezTo>
                  <a:pt x="3253" y="1861"/>
                  <a:pt x="3266" y="1892"/>
                  <a:pt x="3275" y="1923"/>
                </a:cubicBezTo>
                <a:cubicBezTo>
                  <a:pt x="3279" y="1932"/>
                  <a:pt x="3292" y="1936"/>
                  <a:pt x="3301" y="1940"/>
                </a:cubicBezTo>
                <a:cubicBezTo>
                  <a:pt x="3307" y="1943"/>
                  <a:pt x="3314" y="1940"/>
                  <a:pt x="3320" y="1938"/>
                </a:cubicBezTo>
                <a:cubicBezTo>
                  <a:pt x="3365" y="1927"/>
                  <a:pt x="3413" y="1980"/>
                  <a:pt x="3456" y="1940"/>
                </a:cubicBezTo>
                <a:cubicBezTo>
                  <a:pt x="3456" y="1945"/>
                  <a:pt x="3460" y="1949"/>
                  <a:pt x="3460" y="1954"/>
                </a:cubicBezTo>
                <a:cubicBezTo>
                  <a:pt x="3482" y="1927"/>
                  <a:pt x="3490" y="1892"/>
                  <a:pt x="3500" y="1860"/>
                </a:cubicBezTo>
                <a:cubicBezTo>
                  <a:pt x="3501" y="1856"/>
                  <a:pt x="3503" y="1851"/>
                  <a:pt x="3504" y="1846"/>
                </a:cubicBezTo>
                <a:cubicBezTo>
                  <a:pt x="3510" y="1826"/>
                  <a:pt x="3515" y="1807"/>
                  <a:pt x="3524" y="1791"/>
                </a:cubicBezTo>
                <a:cubicBezTo>
                  <a:pt x="3528" y="1785"/>
                  <a:pt x="3532" y="1781"/>
                  <a:pt x="3537" y="1777"/>
                </a:cubicBezTo>
                <a:cubicBezTo>
                  <a:pt x="3539" y="1772"/>
                  <a:pt x="3542" y="1767"/>
                  <a:pt x="3544" y="1762"/>
                </a:cubicBezTo>
                <a:cubicBezTo>
                  <a:pt x="3557" y="1737"/>
                  <a:pt x="3568" y="1712"/>
                  <a:pt x="3584" y="1689"/>
                </a:cubicBezTo>
                <a:cubicBezTo>
                  <a:pt x="3587" y="1684"/>
                  <a:pt x="3590" y="1680"/>
                  <a:pt x="3594" y="1675"/>
                </a:cubicBezTo>
                <a:cubicBezTo>
                  <a:pt x="3628" y="1644"/>
                  <a:pt x="3680" y="1670"/>
                  <a:pt x="3706" y="1639"/>
                </a:cubicBezTo>
                <a:cubicBezTo>
                  <a:pt x="3745" y="1599"/>
                  <a:pt x="3663" y="1577"/>
                  <a:pt x="3641" y="1551"/>
                </a:cubicBezTo>
                <a:cubicBezTo>
                  <a:pt x="3637" y="1544"/>
                  <a:pt x="3636" y="1536"/>
                  <a:pt x="3638" y="1529"/>
                </a:cubicBezTo>
                <a:cubicBezTo>
                  <a:pt x="3640" y="1521"/>
                  <a:pt x="3645" y="1514"/>
                  <a:pt x="3653" y="1509"/>
                </a:cubicBezTo>
                <a:cubicBezTo>
                  <a:pt x="3672" y="1484"/>
                  <a:pt x="3706" y="1475"/>
                  <a:pt x="3736" y="1475"/>
                </a:cubicBezTo>
                <a:cubicBezTo>
                  <a:pt x="3736" y="1453"/>
                  <a:pt x="3723" y="1431"/>
                  <a:pt x="3700" y="1423"/>
                </a:cubicBezTo>
                <a:cubicBezTo>
                  <a:pt x="3694" y="1420"/>
                  <a:pt x="3689" y="1417"/>
                  <a:pt x="3683" y="1415"/>
                </a:cubicBezTo>
                <a:cubicBezTo>
                  <a:pt x="3657" y="1402"/>
                  <a:pt x="3631" y="1389"/>
                  <a:pt x="3616" y="1360"/>
                </a:cubicBezTo>
                <a:cubicBezTo>
                  <a:pt x="3613" y="1356"/>
                  <a:pt x="3612" y="1351"/>
                  <a:pt x="3612" y="1346"/>
                </a:cubicBezTo>
                <a:cubicBezTo>
                  <a:pt x="3611" y="1326"/>
                  <a:pt x="3628" y="1305"/>
                  <a:pt x="3628" y="1285"/>
                </a:cubicBezTo>
                <a:cubicBezTo>
                  <a:pt x="3628" y="1249"/>
                  <a:pt x="3564" y="1254"/>
                  <a:pt x="3546" y="1213"/>
                </a:cubicBezTo>
                <a:cubicBezTo>
                  <a:pt x="3544" y="1208"/>
                  <a:pt x="3543" y="1203"/>
                  <a:pt x="3541" y="1198"/>
                </a:cubicBezTo>
                <a:cubicBezTo>
                  <a:pt x="3539" y="1193"/>
                  <a:pt x="3538" y="1189"/>
                  <a:pt x="3535" y="1185"/>
                </a:cubicBezTo>
                <a:cubicBezTo>
                  <a:pt x="3533" y="1179"/>
                  <a:pt x="3530" y="1175"/>
                  <a:pt x="3527" y="1171"/>
                </a:cubicBezTo>
                <a:cubicBezTo>
                  <a:pt x="3490" y="1134"/>
                  <a:pt x="3465" y="1178"/>
                  <a:pt x="3444" y="1203"/>
                </a:cubicBezTo>
                <a:cubicBezTo>
                  <a:pt x="3441" y="1208"/>
                  <a:pt x="3437" y="1213"/>
                  <a:pt x="3433" y="1218"/>
                </a:cubicBezTo>
                <a:cubicBezTo>
                  <a:pt x="3429" y="1222"/>
                  <a:pt x="3425" y="1227"/>
                  <a:pt x="3420" y="1230"/>
                </a:cubicBezTo>
                <a:cubicBezTo>
                  <a:pt x="3416" y="1234"/>
                  <a:pt x="3412" y="1238"/>
                  <a:pt x="3408" y="1244"/>
                </a:cubicBezTo>
                <a:cubicBezTo>
                  <a:pt x="3405" y="1249"/>
                  <a:pt x="3402" y="1255"/>
                  <a:pt x="3400" y="1262"/>
                </a:cubicBezTo>
                <a:cubicBezTo>
                  <a:pt x="3399" y="1266"/>
                  <a:pt x="3396" y="1269"/>
                  <a:pt x="3391" y="1271"/>
                </a:cubicBezTo>
                <a:cubicBezTo>
                  <a:pt x="3387" y="1274"/>
                  <a:pt x="3382" y="1276"/>
                  <a:pt x="3377" y="1276"/>
                </a:cubicBezTo>
                <a:cubicBezTo>
                  <a:pt x="3366" y="1278"/>
                  <a:pt x="3357" y="1276"/>
                  <a:pt x="3357" y="1267"/>
                </a:cubicBezTo>
                <a:cubicBezTo>
                  <a:pt x="3357" y="1250"/>
                  <a:pt x="3354" y="1237"/>
                  <a:pt x="3348" y="1227"/>
                </a:cubicBezTo>
                <a:cubicBezTo>
                  <a:pt x="3346" y="1222"/>
                  <a:pt x="3342" y="1217"/>
                  <a:pt x="3339" y="1213"/>
                </a:cubicBezTo>
                <a:cubicBezTo>
                  <a:pt x="3331" y="1192"/>
                  <a:pt x="3352" y="1165"/>
                  <a:pt x="3340" y="1156"/>
                </a:cubicBezTo>
                <a:cubicBezTo>
                  <a:pt x="3305" y="1116"/>
                  <a:pt x="3245" y="1121"/>
                  <a:pt x="3212" y="1076"/>
                </a:cubicBezTo>
                <a:cubicBezTo>
                  <a:pt x="3209" y="1073"/>
                  <a:pt x="3207" y="1070"/>
                  <a:pt x="3204" y="1067"/>
                </a:cubicBezTo>
                <a:cubicBezTo>
                  <a:pt x="3200" y="1062"/>
                  <a:pt x="3196" y="1058"/>
                  <a:pt x="3192" y="1054"/>
                </a:cubicBezTo>
                <a:cubicBezTo>
                  <a:pt x="3156" y="1045"/>
                  <a:pt x="3129" y="1026"/>
                  <a:pt x="3116" y="1001"/>
                </a:cubicBezTo>
                <a:cubicBezTo>
                  <a:pt x="3114" y="996"/>
                  <a:pt x="3112" y="991"/>
                  <a:pt x="3110" y="985"/>
                </a:cubicBezTo>
                <a:cubicBezTo>
                  <a:pt x="3089" y="952"/>
                  <a:pt x="3141" y="930"/>
                  <a:pt x="3110" y="897"/>
                </a:cubicBezTo>
                <a:cubicBezTo>
                  <a:pt x="3106" y="894"/>
                  <a:pt x="3101" y="892"/>
                  <a:pt x="3097" y="890"/>
                </a:cubicBezTo>
                <a:cubicBezTo>
                  <a:pt x="3045" y="869"/>
                  <a:pt x="2975" y="903"/>
                  <a:pt x="2916" y="900"/>
                </a:cubicBezTo>
                <a:cubicBezTo>
                  <a:pt x="2912" y="901"/>
                  <a:pt x="2907" y="902"/>
                  <a:pt x="2903" y="903"/>
                </a:cubicBezTo>
                <a:cubicBezTo>
                  <a:pt x="2895" y="905"/>
                  <a:pt x="2886" y="906"/>
                  <a:pt x="2877" y="908"/>
                </a:cubicBezTo>
                <a:cubicBezTo>
                  <a:pt x="2872" y="908"/>
                  <a:pt x="2867" y="909"/>
                  <a:pt x="2861" y="909"/>
                </a:cubicBezTo>
                <a:cubicBezTo>
                  <a:pt x="2809" y="904"/>
                  <a:pt x="2770" y="895"/>
                  <a:pt x="2730" y="940"/>
                </a:cubicBezTo>
                <a:cubicBezTo>
                  <a:pt x="2725" y="942"/>
                  <a:pt x="2720" y="943"/>
                  <a:pt x="2715" y="943"/>
                </a:cubicBezTo>
                <a:cubicBezTo>
                  <a:pt x="2700" y="944"/>
                  <a:pt x="2685" y="939"/>
                  <a:pt x="2675" y="926"/>
                </a:cubicBezTo>
                <a:cubicBezTo>
                  <a:pt x="2654" y="899"/>
                  <a:pt x="2637" y="868"/>
                  <a:pt x="2596" y="876"/>
                </a:cubicBezTo>
                <a:cubicBezTo>
                  <a:pt x="2592" y="875"/>
                  <a:pt x="2588" y="873"/>
                  <a:pt x="2585" y="871"/>
                </a:cubicBezTo>
                <a:cubicBezTo>
                  <a:pt x="2581" y="868"/>
                  <a:pt x="2578" y="864"/>
                  <a:pt x="2576" y="859"/>
                </a:cubicBezTo>
                <a:cubicBezTo>
                  <a:pt x="2563" y="833"/>
                  <a:pt x="2611" y="815"/>
                  <a:pt x="2632" y="793"/>
                </a:cubicBezTo>
                <a:cubicBezTo>
                  <a:pt x="2625" y="806"/>
                  <a:pt x="2625" y="816"/>
                  <a:pt x="2629" y="823"/>
                </a:cubicBezTo>
                <a:cubicBezTo>
                  <a:pt x="2631" y="827"/>
                  <a:pt x="2634" y="830"/>
                  <a:pt x="2638" y="832"/>
                </a:cubicBezTo>
                <a:cubicBezTo>
                  <a:pt x="2652" y="839"/>
                  <a:pt x="2668" y="844"/>
                  <a:pt x="2683" y="846"/>
                </a:cubicBezTo>
                <a:cubicBezTo>
                  <a:pt x="2688" y="847"/>
                  <a:pt x="2693" y="847"/>
                  <a:pt x="2698" y="847"/>
                </a:cubicBezTo>
                <a:cubicBezTo>
                  <a:pt x="2734" y="853"/>
                  <a:pt x="2757" y="836"/>
                  <a:pt x="2777" y="814"/>
                </a:cubicBezTo>
                <a:cubicBezTo>
                  <a:pt x="2781" y="809"/>
                  <a:pt x="2785" y="805"/>
                  <a:pt x="2790" y="801"/>
                </a:cubicBezTo>
                <a:cubicBezTo>
                  <a:pt x="2839" y="766"/>
                  <a:pt x="2926" y="815"/>
                  <a:pt x="2913" y="717"/>
                </a:cubicBezTo>
                <a:cubicBezTo>
                  <a:pt x="2908" y="704"/>
                  <a:pt x="2930" y="704"/>
                  <a:pt x="2940" y="698"/>
                </a:cubicBezTo>
                <a:cubicBezTo>
                  <a:pt x="2944" y="697"/>
                  <a:pt x="2948" y="696"/>
                  <a:pt x="2952" y="696"/>
                </a:cubicBezTo>
                <a:cubicBezTo>
                  <a:pt x="2958" y="695"/>
                  <a:pt x="2964" y="694"/>
                  <a:pt x="2970" y="693"/>
                </a:cubicBezTo>
                <a:cubicBezTo>
                  <a:pt x="2976" y="693"/>
                  <a:pt x="2982" y="692"/>
                  <a:pt x="2988" y="691"/>
                </a:cubicBezTo>
                <a:cubicBezTo>
                  <a:pt x="3004" y="687"/>
                  <a:pt x="3022" y="695"/>
                  <a:pt x="3039" y="702"/>
                </a:cubicBezTo>
                <a:cubicBezTo>
                  <a:pt x="3045" y="704"/>
                  <a:pt x="3050" y="706"/>
                  <a:pt x="3056" y="707"/>
                </a:cubicBezTo>
                <a:cubicBezTo>
                  <a:pt x="3067" y="704"/>
                  <a:pt x="3080" y="702"/>
                  <a:pt x="3092" y="699"/>
                </a:cubicBezTo>
                <a:cubicBezTo>
                  <a:pt x="3098" y="698"/>
                  <a:pt x="3105" y="696"/>
                  <a:pt x="3111" y="695"/>
                </a:cubicBezTo>
                <a:cubicBezTo>
                  <a:pt x="3117" y="693"/>
                  <a:pt x="3123" y="691"/>
                  <a:pt x="3129" y="689"/>
                </a:cubicBezTo>
                <a:cubicBezTo>
                  <a:pt x="3136" y="687"/>
                  <a:pt x="3142" y="685"/>
                  <a:pt x="3149" y="682"/>
                </a:cubicBezTo>
                <a:cubicBezTo>
                  <a:pt x="3180" y="660"/>
                  <a:pt x="3245" y="673"/>
                  <a:pt x="3245" y="633"/>
                </a:cubicBezTo>
                <a:cubicBezTo>
                  <a:pt x="3249" y="593"/>
                  <a:pt x="3189" y="585"/>
                  <a:pt x="3155" y="563"/>
                </a:cubicBezTo>
                <a:cubicBezTo>
                  <a:pt x="3150" y="560"/>
                  <a:pt x="3145" y="556"/>
                  <a:pt x="3141" y="553"/>
                </a:cubicBezTo>
                <a:cubicBezTo>
                  <a:pt x="3133" y="545"/>
                  <a:pt x="3128" y="535"/>
                  <a:pt x="3126" y="521"/>
                </a:cubicBezTo>
                <a:cubicBezTo>
                  <a:pt x="3127" y="514"/>
                  <a:pt x="3126" y="507"/>
                  <a:pt x="3125" y="501"/>
                </a:cubicBezTo>
                <a:cubicBezTo>
                  <a:pt x="3116" y="449"/>
                  <a:pt x="3042" y="458"/>
                  <a:pt x="3008" y="431"/>
                </a:cubicBezTo>
                <a:cubicBezTo>
                  <a:pt x="3004" y="428"/>
                  <a:pt x="3000" y="425"/>
                  <a:pt x="2996" y="422"/>
                </a:cubicBezTo>
                <a:cubicBezTo>
                  <a:pt x="2985" y="414"/>
                  <a:pt x="2975" y="406"/>
                  <a:pt x="2967" y="397"/>
                </a:cubicBezTo>
                <a:cubicBezTo>
                  <a:pt x="2964" y="393"/>
                  <a:pt x="2961" y="389"/>
                  <a:pt x="2958" y="385"/>
                </a:cubicBezTo>
                <a:cubicBezTo>
                  <a:pt x="2943" y="376"/>
                  <a:pt x="2956" y="359"/>
                  <a:pt x="2964" y="350"/>
                </a:cubicBezTo>
                <a:cubicBezTo>
                  <a:pt x="2968" y="348"/>
                  <a:pt x="2972" y="347"/>
                  <a:pt x="2976" y="346"/>
                </a:cubicBezTo>
                <a:cubicBezTo>
                  <a:pt x="3029" y="359"/>
                  <a:pt x="3076" y="301"/>
                  <a:pt x="3069" y="247"/>
                </a:cubicBezTo>
                <a:cubicBezTo>
                  <a:pt x="3066" y="242"/>
                  <a:pt x="3063" y="238"/>
                  <a:pt x="3059" y="233"/>
                </a:cubicBezTo>
                <a:cubicBezTo>
                  <a:pt x="3042" y="217"/>
                  <a:pt x="3016" y="203"/>
                  <a:pt x="2991" y="204"/>
                </a:cubicBezTo>
                <a:cubicBezTo>
                  <a:pt x="2987" y="203"/>
                  <a:pt x="2983" y="204"/>
                  <a:pt x="2979" y="204"/>
                </a:cubicBezTo>
                <a:cubicBezTo>
                  <a:pt x="2970" y="204"/>
                  <a:pt x="2962" y="204"/>
                  <a:pt x="2955" y="205"/>
                </a:cubicBezTo>
                <a:cubicBezTo>
                  <a:pt x="2949" y="206"/>
                  <a:pt x="2944" y="209"/>
                  <a:pt x="2938" y="211"/>
                </a:cubicBezTo>
                <a:cubicBezTo>
                  <a:pt x="2922" y="219"/>
                  <a:pt x="2905" y="230"/>
                  <a:pt x="2889" y="233"/>
                </a:cubicBezTo>
                <a:cubicBezTo>
                  <a:pt x="2884" y="235"/>
                  <a:pt x="2879" y="235"/>
                  <a:pt x="2874" y="235"/>
                </a:cubicBezTo>
                <a:cubicBezTo>
                  <a:pt x="2865" y="235"/>
                  <a:pt x="2855" y="233"/>
                  <a:pt x="2845" y="227"/>
                </a:cubicBezTo>
                <a:cubicBezTo>
                  <a:pt x="2840" y="224"/>
                  <a:pt x="2836" y="220"/>
                  <a:pt x="2833" y="215"/>
                </a:cubicBezTo>
                <a:cubicBezTo>
                  <a:pt x="2830" y="210"/>
                  <a:pt x="2828" y="205"/>
                  <a:pt x="2826" y="199"/>
                </a:cubicBezTo>
                <a:cubicBezTo>
                  <a:pt x="2826" y="199"/>
                  <a:pt x="2830" y="198"/>
                  <a:pt x="2834" y="196"/>
                </a:cubicBezTo>
                <a:cubicBezTo>
                  <a:pt x="2838" y="195"/>
                  <a:pt x="2844" y="192"/>
                  <a:pt x="2848" y="190"/>
                </a:cubicBezTo>
                <a:cubicBezTo>
                  <a:pt x="2852" y="186"/>
                  <a:pt x="2855" y="182"/>
                  <a:pt x="2858" y="178"/>
                </a:cubicBezTo>
                <a:cubicBezTo>
                  <a:pt x="2862" y="174"/>
                  <a:pt x="2865" y="169"/>
                  <a:pt x="2868" y="165"/>
                </a:cubicBezTo>
                <a:cubicBezTo>
                  <a:pt x="2887" y="133"/>
                  <a:pt x="2913" y="119"/>
                  <a:pt x="2947" y="119"/>
                </a:cubicBezTo>
                <a:cubicBezTo>
                  <a:pt x="2977" y="119"/>
                  <a:pt x="2973" y="62"/>
                  <a:pt x="3014" y="57"/>
                </a:cubicBezTo>
                <a:cubicBezTo>
                  <a:pt x="3020" y="57"/>
                  <a:pt x="3026" y="58"/>
                  <a:pt x="3032" y="59"/>
                </a:cubicBezTo>
                <a:cubicBezTo>
                  <a:pt x="3059" y="72"/>
                  <a:pt x="3076" y="93"/>
                  <a:pt x="3093" y="116"/>
                </a:cubicBezTo>
                <a:cubicBezTo>
                  <a:pt x="3096" y="120"/>
                  <a:pt x="3099" y="125"/>
                  <a:pt x="3103" y="129"/>
                </a:cubicBezTo>
                <a:cubicBezTo>
                  <a:pt x="3106" y="135"/>
                  <a:pt x="3109" y="141"/>
                  <a:pt x="3112" y="146"/>
                </a:cubicBezTo>
                <a:cubicBezTo>
                  <a:pt x="3115" y="152"/>
                  <a:pt x="3118" y="158"/>
                  <a:pt x="3121" y="164"/>
                </a:cubicBezTo>
                <a:cubicBezTo>
                  <a:pt x="3126" y="173"/>
                  <a:pt x="3131" y="182"/>
                  <a:pt x="3137" y="190"/>
                </a:cubicBezTo>
                <a:cubicBezTo>
                  <a:pt x="3140" y="194"/>
                  <a:pt x="3143" y="198"/>
                  <a:pt x="3147" y="202"/>
                </a:cubicBezTo>
                <a:cubicBezTo>
                  <a:pt x="3184" y="239"/>
                  <a:pt x="3249" y="235"/>
                  <a:pt x="3271" y="288"/>
                </a:cubicBezTo>
                <a:cubicBezTo>
                  <a:pt x="3272" y="293"/>
                  <a:pt x="3272" y="298"/>
                  <a:pt x="3272" y="302"/>
                </a:cubicBezTo>
                <a:cubicBezTo>
                  <a:pt x="3252" y="327"/>
                  <a:pt x="3243" y="354"/>
                  <a:pt x="3245" y="378"/>
                </a:cubicBezTo>
                <a:cubicBezTo>
                  <a:pt x="3246" y="383"/>
                  <a:pt x="3246" y="387"/>
                  <a:pt x="3248" y="392"/>
                </a:cubicBezTo>
                <a:cubicBezTo>
                  <a:pt x="3245" y="474"/>
                  <a:pt x="3340" y="456"/>
                  <a:pt x="3389" y="482"/>
                </a:cubicBezTo>
                <a:cubicBezTo>
                  <a:pt x="3394" y="485"/>
                  <a:pt x="3399" y="487"/>
                  <a:pt x="3404" y="489"/>
                </a:cubicBezTo>
                <a:cubicBezTo>
                  <a:pt x="3452" y="514"/>
                  <a:pt x="3499" y="549"/>
                  <a:pt x="3545" y="576"/>
                </a:cubicBezTo>
                <a:cubicBezTo>
                  <a:pt x="3548" y="579"/>
                  <a:pt x="3551" y="582"/>
                  <a:pt x="3554" y="585"/>
                </a:cubicBezTo>
                <a:cubicBezTo>
                  <a:pt x="3562" y="595"/>
                  <a:pt x="3569" y="607"/>
                  <a:pt x="3574" y="620"/>
                </a:cubicBezTo>
                <a:cubicBezTo>
                  <a:pt x="3577" y="626"/>
                  <a:pt x="3578" y="633"/>
                  <a:pt x="3580" y="639"/>
                </a:cubicBezTo>
                <a:cubicBezTo>
                  <a:pt x="3584" y="686"/>
                  <a:pt x="3570" y="711"/>
                  <a:pt x="3547" y="726"/>
                </a:cubicBezTo>
                <a:cubicBezTo>
                  <a:pt x="3542" y="729"/>
                  <a:pt x="3537" y="731"/>
                  <a:pt x="3531" y="733"/>
                </a:cubicBezTo>
                <a:cubicBezTo>
                  <a:pt x="3478" y="749"/>
                  <a:pt x="3421" y="744"/>
                  <a:pt x="3371" y="751"/>
                </a:cubicBezTo>
                <a:cubicBezTo>
                  <a:pt x="3365" y="752"/>
                  <a:pt x="3358" y="754"/>
                  <a:pt x="3352" y="755"/>
                </a:cubicBezTo>
                <a:cubicBezTo>
                  <a:pt x="3346" y="757"/>
                  <a:pt x="3341" y="759"/>
                  <a:pt x="3335" y="762"/>
                </a:cubicBezTo>
                <a:cubicBezTo>
                  <a:pt x="3330" y="765"/>
                  <a:pt x="3325" y="768"/>
                  <a:pt x="3321" y="772"/>
                </a:cubicBezTo>
                <a:cubicBezTo>
                  <a:pt x="3314" y="778"/>
                  <a:pt x="3309" y="786"/>
                  <a:pt x="3306" y="795"/>
                </a:cubicBezTo>
                <a:cubicBezTo>
                  <a:pt x="3305" y="799"/>
                  <a:pt x="3303" y="804"/>
                  <a:pt x="3303" y="809"/>
                </a:cubicBezTo>
                <a:cubicBezTo>
                  <a:pt x="3304" y="813"/>
                  <a:pt x="3306" y="818"/>
                  <a:pt x="3307" y="823"/>
                </a:cubicBezTo>
                <a:cubicBezTo>
                  <a:pt x="3318" y="864"/>
                  <a:pt x="3249" y="881"/>
                  <a:pt x="3283" y="904"/>
                </a:cubicBezTo>
                <a:cubicBezTo>
                  <a:pt x="3331" y="935"/>
                  <a:pt x="3378" y="952"/>
                  <a:pt x="3434" y="953"/>
                </a:cubicBezTo>
                <a:cubicBezTo>
                  <a:pt x="3441" y="954"/>
                  <a:pt x="3447" y="954"/>
                  <a:pt x="3453" y="954"/>
                </a:cubicBezTo>
                <a:cubicBezTo>
                  <a:pt x="3471" y="955"/>
                  <a:pt x="3488" y="956"/>
                  <a:pt x="3503" y="957"/>
                </a:cubicBezTo>
                <a:cubicBezTo>
                  <a:pt x="3521" y="961"/>
                  <a:pt x="3568" y="957"/>
                  <a:pt x="3559" y="994"/>
                </a:cubicBezTo>
                <a:cubicBezTo>
                  <a:pt x="3557" y="998"/>
                  <a:pt x="3555" y="1002"/>
                  <a:pt x="3552" y="1006"/>
                </a:cubicBezTo>
                <a:cubicBezTo>
                  <a:pt x="3550" y="1010"/>
                  <a:pt x="3548" y="1014"/>
                  <a:pt x="3547" y="1019"/>
                </a:cubicBezTo>
                <a:cubicBezTo>
                  <a:pt x="3585" y="1032"/>
                  <a:pt x="3628" y="1019"/>
                  <a:pt x="3666" y="1020"/>
                </a:cubicBezTo>
                <a:cubicBezTo>
                  <a:pt x="3673" y="1020"/>
                  <a:pt x="3679" y="1020"/>
                  <a:pt x="3685" y="1020"/>
                </a:cubicBezTo>
                <a:cubicBezTo>
                  <a:pt x="3726" y="1022"/>
                  <a:pt x="3764" y="1035"/>
                  <a:pt x="3785" y="1074"/>
                </a:cubicBezTo>
                <a:cubicBezTo>
                  <a:pt x="3790" y="1084"/>
                  <a:pt x="3794" y="1095"/>
                  <a:pt x="3798" y="1107"/>
                </a:cubicBezTo>
                <a:cubicBezTo>
                  <a:pt x="3794" y="1134"/>
                  <a:pt x="3760" y="1149"/>
                  <a:pt x="3751" y="1165"/>
                </a:cubicBezTo>
                <a:cubicBezTo>
                  <a:pt x="3749" y="1169"/>
                  <a:pt x="3748" y="1173"/>
                  <a:pt x="3749" y="1177"/>
                </a:cubicBezTo>
                <a:cubicBezTo>
                  <a:pt x="3797" y="1231"/>
                  <a:pt x="3870" y="1192"/>
                  <a:pt x="3926" y="1227"/>
                </a:cubicBezTo>
                <a:cubicBezTo>
                  <a:pt x="3968" y="1254"/>
                  <a:pt x="3933" y="1292"/>
                  <a:pt x="3924" y="1327"/>
                </a:cubicBezTo>
                <a:cubicBezTo>
                  <a:pt x="3923" y="1332"/>
                  <a:pt x="3922" y="1337"/>
                  <a:pt x="3922" y="1342"/>
                </a:cubicBezTo>
                <a:cubicBezTo>
                  <a:pt x="3952" y="1360"/>
                  <a:pt x="3948" y="1395"/>
                  <a:pt x="3956" y="1426"/>
                </a:cubicBezTo>
                <a:cubicBezTo>
                  <a:pt x="3958" y="1431"/>
                  <a:pt x="3960" y="1434"/>
                  <a:pt x="3964" y="1437"/>
                </a:cubicBezTo>
                <a:cubicBezTo>
                  <a:pt x="3999" y="1449"/>
                  <a:pt x="4004" y="1484"/>
                  <a:pt x="4021" y="1511"/>
                </a:cubicBezTo>
                <a:cubicBezTo>
                  <a:pt x="4024" y="1516"/>
                  <a:pt x="4026" y="1521"/>
                  <a:pt x="4029" y="1526"/>
                </a:cubicBezTo>
                <a:cubicBezTo>
                  <a:pt x="4023" y="1547"/>
                  <a:pt x="4022" y="1565"/>
                  <a:pt x="4025" y="1580"/>
                </a:cubicBezTo>
                <a:cubicBezTo>
                  <a:pt x="4026" y="1586"/>
                  <a:pt x="4027" y="1591"/>
                  <a:pt x="4029" y="1596"/>
                </a:cubicBezTo>
                <a:cubicBezTo>
                  <a:pt x="4042" y="1621"/>
                  <a:pt x="4064" y="1652"/>
                  <a:pt x="4081" y="1675"/>
                </a:cubicBezTo>
                <a:cubicBezTo>
                  <a:pt x="4111" y="1710"/>
                  <a:pt x="4111" y="1768"/>
                  <a:pt x="4166" y="1780"/>
                </a:cubicBezTo>
                <a:cubicBezTo>
                  <a:pt x="4170" y="1783"/>
                  <a:pt x="4175" y="1786"/>
                  <a:pt x="4180" y="1789"/>
                </a:cubicBezTo>
                <a:cubicBezTo>
                  <a:pt x="4202" y="1805"/>
                  <a:pt x="4219" y="1825"/>
                  <a:pt x="4232" y="1854"/>
                </a:cubicBezTo>
                <a:cubicBezTo>
                  <a:pt x="4235" y="1858"/>
                  <a:pt x="4238" y="1863"/>
                  <a:pt x="4241" y="1867"/>
                </a:cubicBezTo>
                <a:cubicBezTo>
                  <a:pt x="4243" y="1870"/>
                  <a:pt x="4246" y="1873"/>
                  <a:pt x="4248" y="1876"/>
                </a:cubicBezTo>
                <a:cubicBezTo>
                  <a:pt x="4258" y="1905"/>
                  <a:pt x="4293" y="1905"/>
                  <a:pt x="4318" y="1918"/>
                </a:cubicBezTo>
                <a:cubicBezTo>
                  <a:pt x="4327" y="1923"/>
                  <a:pt x="4336" y="1932"/>
                  <a:pt x="4336" y="1940"/>
                </a:cubicBezTo>
                <a:cubicBezTo>
                  <a:pt x="4331" y="1971"/>
                  <a:pt x="4306" y="1994"/>
                  <a:pt x="4314" y="2028"/>
                </a:cubicBezTo>
                <a:cubicBezTo>
                  <a:pt x="4313" y="2033"/>
                  <a:pt x="4313" y="2039"/>
                  <a:pt x="4313" y="2044"/>
                </a:cubicBezTo>
                <a:cubicBezTo>
                  <a:pt x="4312" y="2065"/>
                  <a:pt x="4317" y="2086"/>
                  <a:pt x="4331" y="2106"/>
                </a:cubicBezTo>
                <a:cubicBezTo>
                  <a:pt x="4332" y="2107"/>
                  <a:pt x="4333" y="2108"/>
                  <a:pt x="4334" y="2109"/>
                </a:cubicBezTo>
                <a:cubicBezTo>
                  <a:pt x="4362" y="2127"/>
                  <a:pt x="4426" y="2131"/>
                  <a:pt x="4384" y="2175"/>
                </a:cubicBezTo>
                <a:cubicBezTo>
                  <a:pt x="4384" y="2176"/>
                  <a:pt x="4383" y="2178"/>
                  <a:pt x="4382" y="2179"/>
                </a:cubicBezTo>
                <a:moveTo>
                  <a:pt x="5201" y="2678"/>
                </a:moveTo>
                <a:cubicBezTo>
                  <a:pt x="5202" y="2700"/>
                  <a:pt x="5208" y="2718"/>
                  <a:pt x="5218" y="2732"/>
                </a:cubicBezTo>
                <a:cubicBezTo>
                  <a:pt x="5221" y="2737"/>
                  <a:pt x="5225" y="2741"/>
                  <a:pt x="5229" y="2745"/>
                </a:cubicBezTo>
                <a:cubicBezTo>
                  <a:pt x="5233" y="2749"/>
                  <a:pt x="5237" y="2753"/>
                  <a:pt x="5242" y="2757"/>
                </a:cubicBezTo>
                <a:cubicBezTo>
                  <a:pt x="5267" y="2782"/>
                  <a:pt x="5280" y="2818"/>
                  <a:pt x="5319" y="2827"/>
                </a:cubicBezTo>
                <a:cubicBezTo>
                  <a:pt x="5280" y="2840"/>
                  <a:pt x="5254" y="2804"/>
                  <a:pt x="5231" y="2784"/>
                </a:cubicBezTo>
                <a:cubicBezTo>
                  <a:pt x="5225" y="2781"/>
                  <a:pt x="5220" y="2779"/>
                  <a:pt x="5215" y="2776"/>
                </a:cubicBezTo>
                <a:cubicBezTo>
                  <a:pt x="5211" y="2773"/>
                  <a:pt x="5206" y="2769"/>
                  <a:pt x="5202" y="2766"/>
                </a:cubicBezTo>
                <a:cubicBezTo>
                  <a:pt x="5195" y="2758"/>
                  <a:pt x="5188" y="2749"/>
                  <a:pt x="5183" y="2738"/>
                </a:cubicBezTo>
                <a:cubicBezTo>
                  <a:pt x="5180" y="2733"/>
                  <a:pt x="5178" y="2728"/>
                  <a:pt x="5176" y="2722"/>
                </a:cubicBezTo>
                <a:cubicBezTo>
                  <a:pt x="5174" y="2718"/>
                  <a:pt x="5172" y="2714"/>
                  <a:pt x="5170" y="2710"/>
                </a:cubicBezTo>
                <a:cubicBezTo>
                  <a:pt x="5162" y="2689"/>
                  <a:pt x="5156" y="2665"/>
                  <a:pt x="5151" y="2641"/>
                </a:cubicBezTo>
                <a:cubicBezTo>
                  <a:pt x="5142" y="2618"/>
                  <a:pt x="5121" y="2610"/>
                  <a:pt x="5111" y="2587"/>
                </a:cubicBezTo>
                <a:cubicBezTo>
                  <a:pt x="5108" y="2583"/>
                  <a:pt x="5105" y="2579"/>
                  <a:pt x="5102" y="2576"/>
                </a:cubicBezTo>
                <a:cubicBezTo>
                  <a:pt x="5085" y="2558"/>
                  <a:pt x="5061" y="2543"/>
                  <a:pt x="5031" y="2531"/>
                </a:cubicBezTo>
                <a:cubicBezTo>
                  <a:pt x="5027" y="2527"/>
                  <a:pt x="5023" y="2522"/>
                  <a:pt x="5019" y="2518"/>
                </a:cubicBezTo>
                <a:cubicBezTo>
                  <a:pt x="5015" y="2513"/>
                  <a:pt x="5012" y="2508"/>
                  <a:pt x="5009" y="2503"/>
                </a:cubicBezTo>
                <a:cubicBezTo>
                  <a:pt x="4977" y="2455"/>
                  <a:pt x="4992" y="2404"/>
                  <a:pt x="4982" y="2355"/>
                </a:cubicBezTo>
                <a:cubicBezTo>
                  <a:pt x="4981" y="2349"/>
                  <a:pt x="4979" y="2344"/>
                  <a:pt x="4977" y="2339"/>
                </a:cubicBezTo>
                <a:cubicBezTo>
                  <a:pt x="4975" y="2334"/>
                  <a:pt x="4972" y="2328"/>
                  <a:pt x="4969" y="2323"/>
                </a:cubicBezTo>
                <a:cubicBezTo>
                  <a:pt x="4967" y="2317"/>
                  <a:pt x="4964" y="2312"/>
                  <a:pt x="4962" y="2306"/>
                </a:cubicBezTo>
                <a:cubicBezTo>
                  <a:pt x="4942" y="2273"/>
                  <a:pt x="4930" y="2242"/>
                  <a:pt x="4920" y="2207"/>
                </a:cubicBezTo>
                <a:cubicBezTo>
                  <a:pt x="4919" y="2202"/>
                  <a:pt x="4917" y="2197"/>
                  <a:pt x="4916" y="2192"/>
                </a:cubicBezTo>
                <a:cubicBezTo>
                  <a:pt x="4901" y="2166"/>
                  <a:pt x="4914" y="2131"/>
                  <a:pt x="4883" y="2109"/>
                </a:cubicBezTo>
                <a:cubicBezTo>
                  <a:pt x="4845" y="2078"/>
                  <a:pt x="4806" y="2109"/>
                  <a:pt x="4799" y="2147"/>
                </a:cubicBezTo>
                <a:cubicBezTo>
                  <a:pt x="4797" y="2152"/>
                  <a:pt x="4795" y="2157"/>
                  <a:pt x="4793" y="2162"/>
                </a:cubicBezTo>
                <a:cubicBezTo>
                  <a:pt x="4789" y="2173"/>
                  <a:pt x="4783" y="2184"/>
                  <a:pt x="4776" y="2194"/>
                </a:cubicBezTo>
                <a:cubicBezTo>
                  <a:pt x="4774" y="2197"/>
                  <a:pt x="4771" y="2200"/>
                  <a:pt x="4769" y="2202"/>
                </a:cubicBezTo>
                <a:cubicBezTo>
                  <a:pt x="4745" y="2228"/>
                  <a:pt x="4702" y="2206"/>
                  <a:pt x="4685" y="2180"/>
                </a:cubicBezTo>
                <a:cubicBezTo>
                  <a:pt x="4715" y="2175"/>
                  <a:pt x="4745" y="2166"/>
                  <a:pt x="4756" y="2134"/>
                </a:cubicBezTo>
                <a:cubicBezTo>
                  <a:pt x="4758" y="2129"/>
                  <a:pt x="4760" y="2124"/>
                  <a:pt x="4761" y="2119"/>
                </a:cubicBezTo>
                <a:cubicBezTo>
                  <a:pt x="4762" y="2088"/>
                  <a:pt x="4758" y="2045"/>
                  <a:pt x="4777" y="2028"/>
                </a:cubicBezTo>
                <a:cubicBezTo>
                  <a:pt x="4780" y="2025"/>
                  <a:pt x="4784" y="2023"/>
                  <a:pt x="4789" y="2021"/>
                </a:cubicBezTo>
                <a:cubicBezTo>
                  <a:pt x="4819" y="2019"/>
                  <a:pt x="4854" y="2016"/>
                  <a:pt x="4885" y="2021"/>
                </a:cubicBezTo>
                <a:cubicBezTo>
                  <a:pt x="4891" y="2022"/>
                  <a:pt x="4897" y="2023"/>
                  <a:pt x="4903" y="2025"/>
                </a:cubicBezTo>
                <a:cubicBezTo>
                  <a:pt x="4961" y="2033"/>
                  <a:pt x="4961" y="2100"/>
                  <a:pt x="4976" y="2148"/>
                </a:cubicBezTo>
                <a:cubicBezTo>
                  <a:pt x="4978" y="2154"/>
                  <a:pt x="4980" y="2160"/>
                  <a:pt x="4982" y="2166"/>
                </a:cubicBezTo>
                <a:cubicBezTo>
                  <a:pt x="5000" y="2214"/>
                  <a:pt x="5027" y="2258"/>
                  <a:pt x="5048" y="2303"/>
                </a:cubicBezTo>
                <a:cubicBezTo>
                  <a:pt x="5049" y="2308"/>
                  <a:pt x="5049" y="2312"/>
                  <a:pt x="5050" y="2317"/>
                </a:cubicBezTo>
                <a:cubicBezTo>
                  <a:pt x="5050" y="2322"/>
                  <a:pt x="5050" y="2326"/>
                  <a:pt x="5050" y="2331"/>
                </a:cubicBezTo>
                <a:cubicBezTo>
                  <a:pt x="5049" y="2389"/>
                  <a:pt x="5031" y="2451"/>
                  <a:pt x="5086" y="2481"/>
                </a:cubicBezTo>
                <a:cubicBezTo>
                  <a:pt x="5091" y="2484"/>
                  <a:pt x="5095" y="2486"/>
                  <a:pt x="5100" y="2489"/>
                </a:cubicBezTo>
                <a:cubicBezTo>
                  <a:pt x="5104" y="2491"/>
                  <a:pt x="5109" y="2493"/>
                  <a:pt x="5113" y="2496"/>
                </a:cubicBezTo>
                <a:cubicBezTo>
                  <a:pt x="5158" y="2503"/>
                  <a:pt x="5184" y="2533"/>
                  <a:pt x="5193" y="2570"/>
                </a:cubicBezTo>
                <a:cubicBezTo>
                  <a:pt x="5194" y="2575"/>
                  <a:pt x="5195" y="2580"/>
                  <a:pt x="5196" y="2586"/>
                </a:cubicBezTo>
                <a:cubicBezTo>
                  <a:pt x="5205" y="2609"/>
                  <a:pt x="5195" y="2632"/>
                  <a:pt x="5196" y="2654"/>
                </a:cubicBezTo>
                <a:cubicBezTo>
                  <a:pt x="5196" y="2659"/>
                  <a:pt x="5196" y="2663"/>
                  <a:pt x="5198" y="2668"/>
                </a:cubicBezTo>
                <a:cubicBezTo>
                  <a:pt x="5199" y="2671"/>
                  <a:pt x="5200" y="2675"/>
                  <a:pt x="5201" y="2678"/>
                </a:cubicBezTo>
                <a:moveTo>
                  <a:pt x="4" y="2907"/>
                </a:moveTo>
                <a:lnTo>
                  <a:pt x="6" y="2927"/>
                </a:lnTo>
                <a:lnTo>
                  <a:pt x="5236" y="2927"/>
                </a:lnTo>
                <a:cubicBezTo>
                  <a:pt x="5240" y="2927"/>
                  <a:pt x="5244" y="2927"/>
                  <a:pt x="5247" y="2927"/>
                </a:cubicBezTo>
                <a:cubicBezTo>
                  <a:pt x="5260" y="2928"/>
                  <a:pt x="5272" y="2928"/>
                  <a:pt x="5285" y="2928"/>
                </a:cubicBezTo>
                <a:cubicBezTo>
                  <a:pt x="5289" y="2928"/>
                  <a:pt x="5293" y="2928"/>
                  <a:pt x="5297" y="2928"/>
                </a:cubicBezTo>
                <a:cubicBezTo>
                  <a:pt x="5328" y="2929"/>
                  <a:pt x="5366" y="2937"/>
                  <a:pt x="5379" y="2924"/>
                </a:cubicBezTo>
                <a:cubicBezTo>
                  <a:pt x="5440" y="2840"/>
                  <a:pt x="5323" y="2800"/>
                  <a:pt x="5278" y="2742"/>
                </a:cubicBezTo>
                <a:cubicBezTo>
                  <a:pt x="5275" y="2738"/>
                  <a:pt x="5271" y="2734"/>
                  <a:pt x="5268" y="2729"/>
                </a:cubicBezTo>
                <a:cubicBezTo>
                  <a:pt x="5264" y="2725"/>
                  <a:pt x="5261" y="2720"/>
                  <a:pt x="5258" y="2716"/>
                </a:cubicBezTo>
                <a:cubicBezTo>
                  <a:pt x="5254" y="2712"/>
                  <a:pt x="5251" y="2708"/>
                  <a:pt x="5248" y="2704"/>
                </a:cubicBezTo>
                <a:cubicBezTo>
                  <a:pt x="5240" y="2691"/>
                  <a:pt x="5234" y="2676"/>
                  <a:pt x="5230" y="2659"/>
                </a:cubicBezTo>
                <a:cubicBezTo>
                  <a:pt x="5229" y="2654"/>
                  <a:pt x="5228" y="2648"/>
                  <a:pt x="5228" y="2642"/>
                </a:cubicBezTo>
                <a:cubicBezTo>
                  <a:pt x="5227" y="2637"/>
                  <a:pt x="5227" y="2633"/>
                  <a:pt x="5227" y="2628"/>
                </a:cubicBezTo>
                <a:cubicBezTo>
                  <a:pt x="5227" y="2623"/>
                  <a:pt x="5228" y="2617"/>
                  <a:pt x="5230" y="2612"/>
                </a:cubicBezTo>
                <a:cubicBezTo>
                  <a:pt x="5232" y="2605"/>
                  <a:pt x="5233" y="2599"/>
                  <a:pt x="5233" y="2593"/>
                </a:cubicBezTo>
                <a:cubicBezTo>
                  <a:pt x="5240" y="2530"/>
                  <a:pt x="5202" y="2480"/>
                  <a:pt x="5136" y="2473"/>
                </a:cubicBezTo>
                <a:cubicBezTo>
                  <a:pt x="5131" y="2471"/>
                  <a:pt x="5125" y="2469"/>
                  <a:pt x="5120" y="2467"/>
                </a:cubicBezTo>
                <a:cubicBezTo>
                  <a:pt x="5110" y="2462"/>
                  <a:pt x="5100" y="2457"/>
                  <a:pt x="5090" y="2450"/>
                </a:cubicBezTo>
                <a:cubicBezTo>
                  <a:pt x="5086" y="2441"/>
                  <a:pt x="5078" y="2432"/>
                  <a:pt x="5078" y="2423"/>
                </a:cubicBezTo>
                <a:cubicBezTo>
                  <a:pt x="5075" y="2392"/>
                  <a:pt x="5082" y="2361"/>
                  <a:pt x="5085" y="2331"/>
                </a:cubicBezTo>
                <a:cubicBezTo>
                  <a:pt x="5086" y="2320"/>
                  <a:pt x="5087" y="2310"/>
                  <a:pt x="5086" y="2300"/>
                </a:cubicBezTo>
                <a:cubicBezTo>
                  <a:pt x="5086" y="2295"/>
                  <a:pt x="5086" y="2290"/>
                  <a:pt x="5085" y="2285"/>
                </a:cubicBezTo>
                <a:cubicBezTo>
                  <a:pt x="5084" y="2281"/>
                  <a:pt x="5082" y="2276"/>
                  <a:pt x="5081" y="2272"/>
                </a:cubicBezTo>
                <a:cubicBezTo>
                  <a:pt x="5052" y="2228"/>
                  <a:pt x="5009" y="2193"/>
                  <a:pt x="5011" y="2134"/>
                </a:cubicBezTo>
                <a:cubicBezTo>
                  <a:pt x="5010" y="2128"/>
                  <a:pt x="5008" y="2122"/>
                  <a:pt x="5006" y="2116"/>
                </a:cubicBezTo>
                <a:cubicBezTo>
                  <a:pt x="5004" y="2105"/>
                  <a:pt x="5001" y="2095"/>
                  <a:pt x="4999" y="2085"/>
                </a:cubicBezTo>
                <a:cubicBezTo>
                  <a:pt x="4997" y="2074"/>
                  <a:pt x="4995" y="2064"/>
                  <a:pt x="4993" y="2053"/>
                </a:cubicBezTo>
                <a:cubicBezTo>
                  <a:pt x="5000" y="1967"/>
                  <a:pt x="4905" y="1958"/>
                  <a:pt x="4846" y="1973"/>
                </a:cubicBezTo>
                <a:cubicBezTo>
                  <a:pt x="4841" y="1974"/>
                  <a:pt x="4836" y="1975"/>
                  <a:pt x="4831" y="1976"/>
                </a:cubicBezTo>
                <a:cubicBezTo>
                  <a:pt x="4796" y="1979"/>
                  <a:pt x="4763" y="1960"/>
                  <a:pt x="4733" y="1976"/>
                </a:cubicBezTo>
                <a:cubicBezTo>
                  <a:pt x="4685" y="2002"/>
                  <a:pt x="4728" y="2060"/>
                  <a:pt x="4722" y="2106"/>
                </a:cubicBezTo>
                <a:cubicBezTo>
                  <a:pt x="4719" y="2110"/>
                  <a:pt x="4715" y="2113"/>
                  <a:pt x="4712" y="2116"/>
                </a:cubicBezTo>
                <a:cubicBezTo>
                  <a:pt x="4677" y="2143"/>
                  <a:pt x="4620" y="2137"/>
                  <a:pt x="4580" y="2116"/>
                </a:cubicBezTo>
                <a:cubicBezTo>
                  <a:pt x="4575" y="2114"/>
                  <a:pt x="4570" y="2112"/>
                  <a:pt x="4565" y="2110"/>
                </a:cubicBezTo>
                <a:cubicBezTo>
                  <a:pt x="4547" y="2104"/>
                  <a:pt x="4529" y="2101"/>
                  <a:pt x="4508" y="2105"/>
                </a:cubicBezTo>
                <a:cubicBezTo>
                  <a:pt x="4504" y="2106"/>
                  <a:pt x="4500" y="2107"/>
                  <a:pt x="4495" y="2109"/>
                </a:cubicBezTo>
                <a:cubicBezTo>
                  <a:pt x="4444" y="2113"/>
                  <a:pt x="4409" y="2078"/>
                  <a:pt x="4361" y="2069"/>
                </a:cubicBezTo>
                <a:cubicBezTo>
                  <a:pt x="4357" y="2067"/>
                  <a:pt x="4354" y="2062"/>
                  <a:pt x="4352" y="2058"/>
                </a:cubicBezTo>
                <a:cubicBezTo>
                  <a:pt x="4349" y="2051"/>
                  <a:pt x="4349" y="2038"/>
                  <a:pt x="4349" y="2029"/>
                </a:cubicBezTo>
                <a:cubicBezTo>
                  <a:pt x="4349" y="2027"/>
                  <a:pt x="4350" y="2025"/>
                  <a:pt x="4350" y="2023"/>
                </a:cubicBezTo>
                <a:cubicBezTo>
                  <a:pt x="4357" y="1980"/>
                  <a:pt x="4413" y="1963"/>
                  <a:pt x="4400" y="1914"/>
                </a:cubicBezTo>
                <a:cubicBezTo>
                  <a:pt x="4387" y="1874"/>
                  <a:pt x="4336" y="1865"/>
                  <a:pt x="4298" y="1855"/>
                </a:cubicBezTo>
                <a:cubicBezTo>
                  <a:pt x="4293" y="1852"/>
                  <a:pt x="4289" y="1849"/>
                  <a:pt x="4285" y="1846"/>
                </a:cubicBezTo>
                <a:cubicBezTo>
                  <a:pt x="4274" y="1836"/>
                  <a:pt x="4267" y="1824"/>
                  <a:pt x="4269" y="1807"/>
                </a:cubicBezTo>
                <a:cubicBezTo>
                  <a:pt x="4269" y="1806"/>
                  <a:pt x="4269" y="1805"/>
                  <a:pt x="4268" y="1804"/>
                </a:cubicBezTo>
                <a:cubicBezTo>
                  <a:pt x="4258" y="1760"/>
                  <a:pt x="4223" y="1740"/>
                  <a:pt x="4193" y="1717"/>
                </a:cubicBezTo>
                <a:cubicBezTo>
                  <a:pt x="4189" y="1713"/>
                  <a:pt x="4184" y="1710"/>
                  <a:pt x="4180" y="1706"/>
                </a:cubicBezTo>
                <a:cubicBezTo>
                  <a:pt x="4150" y="1683"/>
                  <a:pt x="4137" y="1648"/>
                  <a:pt x="4124" y="1613"/>
                </a:cubicBezTo>
                <a:cubicBezTo>
                  <a:pt x="4121" y="1607"/>
                  <a:pt x="4118" y="1601"/>
                  <a:pt x="4116" y="1595"/>
                </a:cubicBezTo>
                <a:cubicBezTo>
                  <a:pt x="4102" y="1566"/>
                  <a:pt x="4087" y="1539"/>
                  <a:pt x="4074" y="1512"/>
                </a:cubicBezTo>
                <a:cubicBezTo>
                  <a:pt x="4071" y="1506"/>
                  <a:pt x="4068" y="1501"/>
                  <a:pt x="4065" y="1496"/>
                </a:cubicBezTo>
                <a:cubicBezTo>
                  <a:pt x="4050" y="1470"/>
                  <a:pt x="4036" y="1443"/>
                  <a:pt x="4030" y="1412"/>
                </a:cubicBezTo>
                <a:cubicBezTo>
                  <a:pt x="4029" y="1406"/>
                  <a:pt x="4028" y="1400"/>
                  <a:pt x="4027" y="1394"/>
                </a:cubicBezTo>
                <a:cubicBezTo>
                  <a:pt x="4024" y="1369"/>
                  <a:pt x="4025" y="1343"/>
                  <a:pt x="4020" y="1321"/>
                </a:cubicBezTo>
                <a:cubicBezTo>
                  <a:pt x="4019" y="1320"/>
                  <a:pt x="4018" y="1319"/>
                  <a:pt x="4018" y="1317"/>
                </a:cubicBezTo>
                <a:cubicBezTo>
                  <a:pt x="4007" y="1295"/>
                  <a:pt x="3991" y="1281"/>
                  <a:pt x="4004" y="1245"/>
                </a:cubicBezTo>
                <a:cubicBezTo>
                  <a:pt x="4008" y="1236"/>
                  <a:pt x="3999" y="1223"/>
                  <a:pt x="3993" y="1213"/>
                </a:cubicBezTo>
                <a:cubicBezTo>
                  <a:pt x="3989" y="1204"/>
                  <a:pt x="3983" y="1196"/>
                  <a:pt x="3978" y="1188"/>
                </a:cubicBezTo>
                <a:cubicBezTo>
                  <a:pt x="3942" y="1132"/>
                  <a:pt x="3897" y="1077"/>
                  <a:pt x="3903" y="1005"/>
                </a:cubicBezTo>
                <a:cubicBezTo>
                  <a:pt x="3902" y="996"/>
                  <a:pt x="3901" y="987"/>
                  <a:pt x="3900" y="979"/>
                </a:cubicBezTo>
                <a:cubicBezTo>
                  <a:pt x="3895" y="944"/>
                  <a:pt x="3887" y="912"/>
                  <a:pt x="3866" y="883"/>
                </a:cubicBezTo>
                <a:cubicBezTo>
                  <a:pt x="3860" y="875"/>
                  <a:pt x="3853" y="867"/>
                  <a:pt x="3845" y="859"/>
                </a:cubicBezTo>
                <a:cubicBezTo>
                  <a:pt x="3839" y="854"/>
                  <a:pt x="3833" y="849"/>
                  <a:pt x="3827" y="845"/>
                </a:cubicBezTo>
                <a:cubicBezTo>
                  <a:pt x="3836" y="850"/>
                  <a:pt x="3844" y="850"/>
                  <a:pt x="3853" y="855"/>
                </a:cubicBezTo>
                <a:cubicBezTo>
                  <a:pt x="3846" y="853"/>
                  <a:pt x="3840" y="851"/>
                  <a:pt x="3833" y="849"/>
                </a:cubicBezTo>
                <a:cubicBezTo>
                  <a:pt x="3775" y="801"/>
                  <a:pt x="3689" y="771"/>
                  <a:pt x="3644" y="708"/>
                </a:cubicBezTo>
                <a:cubicBezTo>
                  <a:pt x="3640" y="703"/>
                  <a:pt x="3637" y="698"/>
                  <a:pt x="3634" y="693"/>
                </a:cubicBezTo>
                <a:cubicBezTo>
                  <a:pt x="3646" y="638"/>
                  <a:pt x="3637" y="585"/>
                  <a:pt x="3590" y="554"/>
                </a:cubicBezTo>
                <a:cubicBezTo>
                  <a:pt x="3586" y="551"/>
                  <a:pt x="3583" y="547"/>
                  <a:pt x="3579" y="543"/>
                </a:cubicBezTo>
                <a:cubicBezTo>
                  <a:pt x="3559" y="525"/>
                  <a:pt x="3538" y="507"/>
                  <a:pt x="3510" y="496"/>
                </a:cubicBezTo>
                <a:cubicBezTo>
                  <a:pt x="3507" y="494"/>
                  <a:pt x="3503" y="492"/>
                  <a:pt x="3499" y="490"/>
                </a:cubicBezTo>
                <a:cubicBezTo>
                  <a:pt x="3489" y="484"/>
                  <a:pt x="3479" y="478"/>
                  <a:pt x="3469" y="472"/>
                </a:cubicBezTo>
                <a:cubicBezTo>
                  <a:pt x="3465" y="469"/>
                  <a:pt x="3461" y="466"/>
                  <a:pt x="3457" y="464"/>
                </a:cubicBezTo>
                <a:cubicBezTo>
                  <a:pt x="3448" y="457"/>
                  <a:pt x="3437" y="451"/>
                  <a:pt x="3425" y="446"/>
                </a:cubicBezTo>
                <a:cubicBezTo>
                  <a:pt x="3421" y="444"/>
                  <a:pt x="3417" y="442"/>
                  <a:pt x="3413" y="441"/>
                </a:cubicBezTo>
                <a:cubicBezTo>
                  <a:pt x="3408" y="438"/>
                  <a:pt x="3403" y="436"/>
                  <a:pt x="3397" y="434"/>
                </a:cubicBezTo>
                <a:cubicBezTo>
                  <a:pt x="3392" y="432"/>
                  <a:pt x="3387" y="431"/>
                  <a:pt x="3381" y="429"/>
                </a:cubicBezTo>
                <a:cubicBezTo>
                  <a:pt x="3348" y="421"/>
                  <a:pt x="3275" y="425"/>
                  <a:pt x="3286" y="371"/>
                </a:cubicBezTo>
                <a:cubicBezTo>
                  <a:pt x="3288" y="366"/>
                  <a:pt x="3291" y="362"/>
                  <a:pt x="3296" y="359"/>
                </a:cubicBezTo>
                <a:cubicBezTo>
                  <a:pt x="3302" y="357"/>
                  <a:pt x="3308" y="356"/>
                  <a:pt x="3313" y="353"/>
                </a:cubicBezTo>
                <a:cubicBezTo>
                  <a:pt x="3346" y="336"/>
                  <a:pt x="3354" y="289"/>
                  <a:pt x="3331" y="266"/>
                </a:cubicBezTo>
                <a:cubicBezTo>
                  <a:pt x="3296" y="221"/>
                  <a:pt x="3236" y="226"/>
                  <a:pt x="3199" y="190"/>
                </a:cubicBezTo>
                <a:cubicBezTo>
                  <a:pt x="3195" y="187"/>
                  <a:pt x="3191" y="183"/>
                  <a:pt x="3187" y="179"/>
                </a:cubicBezTo>
                <a:cubicBezTo>
                  <a:pt x="3172" y="163"/>
                  <a:pt x="3159" y="145"/>
                  <a:pt x="3151" y="122"/>
                </a:cubicBezTo>
                <a:cubicBezTo>
                  <a:pt x="3148" y="116"/>
                  <a:pt x="3146" y="111"/>
                  <a:pt x="3144" y="105"/>
                </a:cubicBezTo>
                <a:cubicBezTo>
                  <a:pt x="3140" y="101"/>
                  <a:pt x="3137" y="97"/>
                  <a:pt x="3133" y="92"/>
                </a:cubicBezTo>
                <a:cubicBezTo>
                  <a:pt x="3109" y="67"/>
                  <a:pt x="3081" y="46"/>
                  <a:pt x="3049" y="29"/>
                </a:cubicBezTo>
                <a:cubicBezTo>
                  <a:pt x="3044" y="26"/>
                  <a:pt x="3040" y="23"/>
                  <a:pt x="3035" y="21"/>
                </a:cubicBezTo>
                <a:cubicBezTo>
                  <a:pt x="3030" y="18"/>
                  <a:pt x="3025" y="16"/>
                  <a:pt x="3020" y="14"/>
                </a:cubicBezTo>
                <a:cubicBezTo>
                  <a:pt x="2947" y="0"/>
                  <a:pt x="2887" y="66"/>
                  <a:pt x="2843" y="121"/>
                </a:cubicBezTo>
                <a:cubicBezTo>
                  <a:pt x="2839" y="125"/>
                  <a:pt x="2834" y="129"/>
                  <a:pt x="2828" y="132"/>
                </a:cubicBezTo>
                <a:cubicBezTo>
                  <a:pt x="2823" y="135"/>
                  <a:pt x="2817" y="137"/>
                  <a:pt x="2810" y="138"/>
                </a:cubicBezTo>
                <a:cubicBezTo>
                  <a:pt x="2805" y="139"/>
                  <a:pt x="2801" y="141"/>
                  <a:pt x="2797" y="143"/>
                </a:cubicBezTo>
                <a:cubicBezTo>
                  <a:pt x="2785" y="148"/>
                  <a:pt x="2774" y="159"/>
                  <a:pt x="2766" y="177"/>
                </a:cubicBezTo>
                <a:cubicBezTo>
                  <a:pt x="2763" y="182"/>
                  <a:pt x="2760" y="187"/>
                  <a:pt x="2757" y="193"/>
                </a:cubicBezTo>
                <a:cubicBezTo>
                  <a:pt x="2740" y="230"/>
                  <a:pt x="2731" y="281"/>
                  <a:pt x="2706" y="310"/>
                </a:cubicBezTo>
                <a:cubicBezTo>
                  <a:pt x="2702" y="315"/>
                  <a:pt x="2699" y="320"/>
                  <a:pt x="2695" y="326"/>
                </a:cubicBezTo>
                <a:cubicBezTo>
                  <a:pt x="2691" y="332"/>
                  <a:pt x="2687" y="338"/>
                  <a:pt x="2683" y="343"/>
                </a:cubicBezTo>
                <a:cubicBezTo>
                  <a:pt x="2662" y="372"/>
                  <a:pt x="2632" y="336"/>
                  <a:pt x="2606" y="359"/>
                </a:cubicBezTo>
                <a:cubicBezTo>
                  <a:pt x="2576" y="385"/>
                  <a:pt x="2580" y="456"/>
                  <a:pt x="2525" y="451"/>
                </a:cubicBezTo>
                <a:cubicBezTo>
                  <a:pt x="2521" y="451"/>
                  <a:pt x="2517" y="450"/>
                  <a:pt x="2514" y="450"/>
                </a:cubicBezTo>
                <a:cubicBezTo>
                  <a:pt x="2502" y="448"/>
                  <a:pt x="2492" y="446"/>
                  <a:pt x="2482" y="444"/>
                </a:cubicBezTo>
                <a:cubicBezTo>
                  <a:pt x="2476" y="443"/>
                  <a:pt x="2470" y="441"/>
                  <a:pt x="2464" y="439"/>
                </a:cubicBezTo>
                <a:cubicBezTo>
                  <a:pt x="2454" y="430"/>
                  <a:pt x="2444" y="422"/>
                  <a:pt x="2433" y="415"/>
                </a:cubicBezTo>
                <a:cubicBezTo>
                  <a:pt x="2427" y="411"/>
                  <a:pt x="2422" y="408"/>
                  <a:pt x="2417" y="404"/>
                </a:cubicBezTo>
                <a:cubicBezTo>
                  <a:pt x="2395" y="381"/>
                  <a:pt x="2417" y="336"/>
                  <a:pt x="2382" y="332"/>
                </a:cubicBezTo>
                <a:cubicBezTo>
                  <a:pt x="2335" y="332"/>
                  <a:pt x="2296" y="367"/>
                  <a:pt x="2248" y="376"/>
                </a:cubicBezTo>
                <a:cubicBezTo>
                  <a:pt x="2244" y="376"/>
                  <a:pt x="2240" y="376"/>
                  <a:pt x="2236" y="375"/>
                </a:cubicBezTo>
                <a:cubicBezTo>
                  <a:pt x="2223" y="372"/>
                  <a:pt x="2210" y="365"/>
                  <a:pt x="2198" y="359"/>
                </a:cubicBezTo>
                <a:cubicBezTo>
                  <a:pt x="2192" y="355"/>
                  <a:pt x="2186" y="351"/>
                  <a:pt x="2180" y="348"/>
                </a:cubicBezTo>
                <a:cubicBezTo>
                  <a:pt x="2174" y="345"/>
                  <a:pt x="2167" y="343"/>
                  <a:pt x="2160" y="343"/>
                </a:cubicBezTo>
                <a:cubicBezTo>
                  <a:pt x="2130" y="343"/>
                  <a:pt x="2113" y="376"/>
                  <a:pt x="2091" y="440"/>
                </a:cubicBezTo>
                <a:cubicBezTo>
                  <a:pt x="2083" y="466"/>
                  <a:pt x="2076" y="487"/>
                  <a:pt x="2070" y="504"/>
                </a:cubicBezTo>
                <a:cubicBezTo>
                  <a:pt x="2068" y="508"/>
                  <a:pt x="2067" y="512"/>
                  <a:pt x="2065" y="516"/>
                </a:cubicBezTo>
                <a:cubicBezTo>
                  <a:pt x="2054" y="558"/>
                  <a:pt x="2016" y="567"/>
                  <a:pt x="1998" y="602"/>
                </a:cubicBezTo>
                <a:cubicBezTo>
                  <a:pt x="1981" y="655"/>
                  <a:pt x="2011" y="731"/>
                  <a:pt x="1960" y="770"/>
                </a:cubicBezTo>
                <a:cubicBezTo>
                  <a:pt x="1956" y="772"/>
                  <a:pt x="1952" y="774"/>
                  <a:pt x="1948" y="776"/>
                </a:cubicBezTo>
                <a:cubicBezTo>
                  <a:pt x="1944" y="779"/>
                  <a:pt x="1941" y="781"/>
                  <a:pt x="1938" y="784"/>
                </a:cubicBezTo>
                <a:cubicBezTo>
                  <a:pt x="1933" y="790"/>
                  <a:pt x="1930" y="796"/>
                  <a:pt x="1927" y="803"/>
                </a:cubicBezTo>
                <a:cubicBezTo>
                  <a:pt x="1912" y="895"/>
                  <a:pt x="1886" y="983"/>
                  <a:pt x="1901" y="1078"/>
                </a:cubicBezTo>
                <a:cubicBezTo>
                  <a:pt x="1901" y="1088"/>
                  <a:pt x="1900" y="1099"/>
                  <a:pt x="1899" y="1110"/>
                </a:cubicBezTo>
                <a:cubicBezTo>
                  <a:pt x="1899" y="1115"/>
                  <a:pt x="1898" y="1121"/>
                  <a:pt x="1898" y="1126"/>
                </a:cubicBezTo>
                <a:cubicBezTo>
                  <a:pt x="1897" y="1132"/>
                  <a:pt x="1896" y="1137"/>
                  <a:pt x="1895" y="1143"/>
                </a:cubicBezTo>
                <a:cubicBezTo>
                  <a:pt x="1886" y="1174"/>
                  <a:pt x="1865" y="1200"/>
                  <a:pt x="1836" y="1201"/>
                </a:cubicBezTo>
                <a:cubicBezTo>
                  <a:pt x="1831" y="1202"/>
                  <a:pt x="1826" y="1202"/>
                  <a:pt x="1820" y="1201"/>
                </a:cubicBezTo>
                <a:cubicBezTo>
                  <a:pt x="1815" y="1202"/>
                  <a:pt x="1809" y="1202"/>
                  <a:pt x="1803" y="1202"/>
                </a:cubicBezTo>
                <a:cubicBezTo>
                  <a:pt x="1779" y="1202"/>
                  <a:pt x="1754" y="1198"/>
                  <a:pt x="1732" y="1196"/>
                </a:cubicBezTo>
                <a:cubicBezTo>
                  <a:pt x="1726" y="1195"/>
                  <a:pt x="1719" y="1194"/>
                  <a:pt x="1712" y="1193"/>
                </a:cubicBezTo>
                <a:cubicBezTo>
                  <a:pt x="1680" y="1189"/>
                  <a:pt x="1648" y="1189"/>
                  <a:pt x="1622" y="1209"/>
                </a:cubicBezTo>
                <a:cubicBezTo>
                  <a:pt x="1618" y="1213"/>
                  <a:pt x="1614" y="1216"/>
                  <a:pt x="1610" y="1220"/>
                </a:cubicBezTo>
                <a:cubicBezTo>
                  <a:pt x="1598" y="1232"/>
                  <a:pt x="1588" y="1247"/>
                  <a:pt x="1578" y="1264"/>
                </a:cubicBezTo>
                <a:cubicBezTo>
                  <a:pt x="1575" y="1268"/>
                  <a:pt x="1573" y="1273"/>
                  <a:pt x="1570" y="1277"/>
                </a:cubicBezTo>
                <a:cubicBezTo>
                  <a:pt x="1566" y="1301"/>
                  <a:pt x="1557" y="1328"/>
                  <a:pt x="1543" y="1351"/>
                </a:cubicBezTo>
                <a:cubicBezTo>
                  <a:pt x="1540" y="1355"/>
                  <a:pt x="1537" y="1360"/>
                  <a:pt x="1534" y="1364"/>
                </a:cubicBezTo>
                <a:cubicBezTo>
                  <a:pt x="1520" y="1395"/>
                  <a:pt x="1489" y="1418"/>
                  <a:pt x="1461" y="1436"/>
                </a:cubicBezTo>
                <a:cubicBezTo>
                  <a:pt x="1456" y="1439"/>
                  <a:pt x="1451" y="1443"/>
                  <a:pt x="1446" y="1446"/>
                </a:cubicBezTo>
                <a:cubicBezTo>
                  <a:pt x="1410" y="1472"/>
                  <a:pt x="1382" y="1499"/>
                  <a:pt x="1393" y="1556"/>
                </a:cubicBezTo>
                <a:cubicBezTo>
                  <a:pt x="1392" y="1561"/>
                  <a:pt x="1391" y="1566"/>
                  <a:pt x="1390" y="1571"/>
                </a:cubicBezTo>
                <a:cubicBezTo>
                  <a:pt x="1345" y="1634"/>
                  <a:pt x="1285" y="1707"/>
                  <a:pt x="1213" y="1734"/>
                </a:cubicBezTo>
                <a:cubicBezTo>
                  <a:pt x="1207" y="1736"/>
                  <a:pt x="1201" y="1738"/>
                  <a:pt x="1195" y="1740"/>
                </a:cubicBezTo>
                <a:cubicBezTo>
                  <a:pt x="1186" y="1742"/>
                  <a:pt x="1175" y="1745"/>
                  <a:pt x="1165" y="1746"/>
                </a:cubicBezTo>
                <a:cubicBezTo>
                  <a:pt x="1160" y="1747"/>
                  <a:pt x="1155" y="1748"/>
                  <a:pt x="1150" y="1748"/>
                </a:cubicBezTo>
                <a:cubicBezTo>
                  <a:pt x="1136" y="1754"/>
                  <a:pt x="1123" y="1750"/>
                  <a:pt x="1114" y="1741"/>
                </a:cubicBezTo>
                <a:cubicBezTo>
                  <a:pt x="1109" y="1738"/>
                  <a:pt x="1105" y="1734"/>
                  <a:pt x="1102" y="1729"/>
                </a:cubicBezTo>
                <a:cubicBezTo>
                  <a:pt x="1084" y="1613"/>
                  <a:pt x="998" y="1608"/>
                  <a:pt x="913" y="1656"/>
                </a:cubicBezTo>
                <a:cubicBezTo>
                  <a:pt x="907" y="1657"/>
                  <a:pt x="900" y="1657"/>
                  <a:pt x="894" y="1656"/>
                </a:cubicBezTo>
                <a:cubicBezTo>
                  <a:pt x="851" y="1650"/>
                  <a:pt x="820" y="1601"/>
                  <a:pt x="786" y="1617"/>
                </a:cubicBezTo>
                <a:cubicBezTo>
                  <a:pt x="772" y="1625"/>
                  <a:pt x="762" y="1636"/>
                  <a:pt x="754" y="1648"/>
                </a:cubicBezTo>
                <a:cubicBezTo>
                  <a:pt x="750" y="1655"/>
                  <a:pt x="747" y="1661"/>
                  <a:pt x="744" y="1668"/>
                </a:cubicBezTo>
                <a:cubicBezTo>
                  <a:pt x="742" y="1699"/>
                  <a:pt x="732" y="1721"/>
                  <a:pt x="718" y="1738"/>
                </a:cubicBezTo>
                <a:cubicBezTo>
                  <a:pt x="715" y="1741"/>
                  <a:pt x="711" y="1744"/>
                  <a:pt x="708" y="1747"/>
                </a:cubicBezTo>
                <a:cubicBezTo>
                  <a:pt x="704" y="1752"/>
                  <a:pt x="701" y="1757"/>
                  <a:pt x="698" y="1762"/>
                </a:cubicBezTo>
                <a:cubicBezTo>
                  <a:pt x="695" y="1767"/>
                  <a:pt x="692" y="1772"/>
                  <a:pt x="689" y="1777"/>
                </a:cubicBezTo>
                <a:cubicBezTo>
                  <a:pt x="688" y="1784"/>
                  <a:pt x="687" y="1789"/>
                  <a:pt x="684" y="1795"/>
                </a:cubicBezTo>
                <a:cubicBezTo>
                  <a:pt x="682" y="1800"/>
                  <a:pt x="679" y="1804"/>
                  <a:pt x="676" y="1808"/>
                </a:cubicBezTo>
                <a:cubicBezTo>
                  <a:pt x="660" y="1825"/>
                  <a:pt x="644" y="1843"/>
                  <a:pt x="634" y="1862"/>
                </a:cubicBezTo>
                <a:cubicBezTo>
                  <a:pt x="632" y="1867"/>
                  <a:pt x="630" y="1872"/>
                  <a:pt x="629" y="1877"/>
                </a:cubicBezTo>
                <a:cubicBezTo>
                  <a:pt x="631" y="1915"/>
                  <a:pt x="655" y="1949"/>
                  <a:pt x="651" y="1982"/>
                </a:cubicBezTo>
                <a:cubicBezTo>
                  <a:pt x="650" y="1988"/>
                  <a:pt x="648" y="1993"/>
                  <a:pt x="646" y="1999"/>
                </a:cubicBezTo>
                <a:cubicBezTo>
                  <a:pt x="631" y="2033"/>
                  <a:pt x="618" y="2065"/>
                  <a:pt x="599" y="2097"/>
                </a:cubicBezTo>
                <a:cubicBezTo>
                  <a:pt x="596" y="2102"/>
                  <a:pt x="594" y="2108"/>
                  <a:pt x="591" y="2113"/>
                </a:cubicBezTo>
                <a:cubicBezTo>
                  <a:pt x="577" y="2150"/>
                  <a:pt x="575" y="2192"/>
                  <a:pt x="582" y="2232"/>
                </a:cubicBezTo>
                <a:cubicBezTo>
                  <a:pt x="583" y="2237"/>
                  <a:pt x="584" y="2243"/>
                  <a:pt x="586" y="2249"/>
                </a:cubicBezTo>
                <a:cubicBezTo>
                  <a:pt x="601" y="2277"/>
                  <a:pt x="601" y="2304"/>
                  <a:pt x="581" y="2326"/>
                </a:cubicBezTo>
                <a:cubicBezTo>
                  <a:pt x="577" y="2330"/>
                  <a:pt x="574" y="2333"/>
                  <a:pt x="569" y="2336"/>
                </a:cubicBezTo>
                <a:cubicBezTo>
                  <a:pt x="543" y="2353"/>
                  <a:pt x="503" y="2360"/>
                  <a:pt x="471" y="2371"/>
                </a:cubicBezTo>
                <a:cubicBezTo>
                  <a:pt x="466" y="2372"/>
                  <a:pt x="461" y="2374"/>
                  <a:pt x="457" y="2376"/>
                </a:cubicBezTo>
                <a:cubicBezTo>
                  <a:pt x="442" y="2379"/>
                  <a:pt x="427" y="2382"/>
                  <a:pt x="413" y="2386"/>
                </a:cubicBezTo>
                <a:cubicBezTo>
                  <a:pt x="408" y="2387"/>
                  <a:pt x="403" y="2388"/>
                  <a:pt x="398" y="2390"/>
                </a:cubicBezTo>
                <a:cubicBezTo>
                  <a:pt x="379" y="2402"/>
                  <a:pt x="359" y="2412"/>
                  <a:pt x="339" y="2420"/>
                </a:cubicBezTo>
                <a:cubicBezTo>
                  <a:pt x="333" y="2422"/>
                  <a:pt x="328" y="2424"/>
                  <a:pt x="323" y="2426"/>
                </a:cubicBezTo>
                <a:cubicBezTo>
                  <a:pt x="282" y="2432"/>
                  <a:pt x="265" y="2477"/>
                  <a:pt x="260" y="2516"/>
                </a:cubicBezTo>
                <a:cubicBezTo>
                  <a:pt x="260" y="2543"/>
                  <a:pt x="221" y="2539"/>
                  <a:pt x="209" y="2560"/>
                </a:cubicBezTo>
                <a:cubicBezTo>
                  <a:pt x="205" y="2565"/>
                  <a:pt x="202" y="2570"/>
                  <a:pt x="199" y="2575"/>
                </a:cubicBezTo>
                <a:cubicBezTo>
                  <a:pt x="157" y="2672"/>
                  <a:pt x="118" y="2760"/>
                  <a:pt x="21" y="2809"/>
                </a:cubicBezTo>
                <a:cubicBezTo>
                  <a:pt x="18" y="2813"/>
                  <a:pt x="15" y="2817"/>
                  <a:pt x="12" y="2822"/>
                </a:cubicBezTo>
                <a:cubicBezTo>
                  <a:pt x="6" y="2832"/>
                  <a:pt x="3" y="2843"/>
                  <a:pt x="1" y="2856"/>
                </a:cubicBezTo>
                <a:cubicBezTo>
                  <a:pt x="0" y="2867"/>
                  <a:pt x="1" y="2878"/>
                  <a:pt x="2" y="2887"/>
                </a:cubicBezTo>
                <a:cubicBezTo>
                  <a:pt x="3" y="2896"/>
                  <a:pt x="3" y="2903"/>
                  <a:pt x="4" y="2907"/>
                </a:cubicBezTo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293DC3C-B748-4DC0-A39A-C334517AC565}"/>
              </a:ext>
            </a:extLst>
          </p:cNvPr>
          <p:cNvSpPr txBox="1"/>
          <p:nvPr/>
        </p:nvSpPr>
        <p:spPr>
          <a:xfrm>
            <a:off x="911240" y="1433564"/>
            <a:ext cx="35888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5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动手操作</a:t>
            </a:r>
            <a:endParaRPr lang="en-US" altLang="ko-KR" sz="5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Rectangle 45">
            <a:extLst>
              <a:ext uri="{FF2B5EF4-FFF2-40B4-BE49-F238E27FC236}">
                <a16:creationId xmlns:a16="http://schemas.microsoft.com/office/drawing/2014/main" id="{97AEA4D1-F28F-453F-BACC-E738CC344268}"/>
              </a:ext>
            </a:extLst>
          </p:cNvPr>
          <p:cNvSpPr/>
          <p:nvPr/>
        </p:nvSpPr>
        <p:spPr>
          <a:xfrm>
            <a:off x="911240" y="2364514"/>
            <a:ext cx="4896000" cy="82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  <a:latin typeface="Meiryo UI" panose="020B0604030504040204" pitchFamily="50" charset="-128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18E9DE6A-71DB-4292-90F7-90980BEFF8AF}"/>
              </a:ext>
            </a:extLst>
          </p:cNvPr>
          <p:cNvGrpSpPr/>
          <p:nvPr/>
        </p:nvGrpSpPr>
        <p:grpSpPr>
          <a:xfrm>
            <a:off x="8351521" y="470408"/>
            <a:ext cx="1384661" cy="1894106"/>
            <a:chOff x="963295" y="160338"/>
            <a:chExt cx="572137" cy="78263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968839F4-0A7F-4F5F-A127-407BA41BDD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325" y="160338"/>
              <a:ext cx="53975" cy="76200"/>
            </a:xfrm>
            <a:custGeom>
              <a:avLst/>
              <a:gdLst>
                <a:gd name="T0" fmla="*/ 0 w 70"/>
                <a:gd name="T1" fmla="*/ 41 h 100"/>
                <a:gd name="T2" fmla="*/ 9 w 70"/>
                <a:gd name="T3" fmla="*/ 13 h 100"/>
                <a:gd name="T4" fmla="*/ 35 w 70"/>
                <a:gd name="T5" fmla="*/ 1 h 100"/>
                <a:gd name="T6" fmla="*/ 61 w 70"/>
                <a:gd name="T7" fmla="*/ 13 h 100"/>
                <a:gd name="T8" fmla="*/ 70 w 70"/>
                <a:gd name="T9" fmla="*/ 41 h 100"/>
                <a:gd name="T10" fmla="*/ 70 w 70"/>
                <a:gd name="T11" fmla="*/ 90 h 100"/>
                <a:gd name="T12" fmla="*/ 70 w 70"/>
                <a:gd name="T13" fmla="*/ 100 h 100"/>
                <a:gd name="T14" fmla="*/ 58 w 70"/>
                <a:gd name="T15" fmla="*/ 100 h 100"/>
                <a:gd name="T16" fmla="*/ 11 w 70"/>
                <a:gd name="T17" fmla="*/ 100 h 100"/>
                <a:gd name="T18" fmla="*/ 0 w 70"/>
                <a:gd name="T19" fmla="*/ 100 h 100"/>
                <a:gd name="T20" fmla="*/ 0 w 70"/>
                <a:gd name="T21" fmla="*/ 90 h 100"/>
                <a:gd name="T22" fmla="*/ 0 w 70"/>
                <a:gd name="T23" fmla="*/ 41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0" h="100">
                  <a:moveTo>
                    <a:pt x="0" y="41"/>
                  </a:moveTo>
                  <a:cubicBezTo>
                    <a:pt x="0" y="30"/>
                    <a:pt x="3" y="21"/>
                    <a:pt x="9" y="13"/>
                  </a:cubicBezTo>
                  <a:cubicBezTo>
                    <a:pt x="15" y="4"/>
                    <a:pt x="25" y="1"/>
                    <a:pt x="35" y="1"/>
                  </a:cubicBezTo>
                  <a:cubicBezTo>
                    <a:pt x="46" y="0"/>
                    <a:pt x="55" y="4"/>
                    <a:pt x="61" y="13"/>
                  </a:cubicBezTo>
                  <a:cubicBezTo>
                    <a:pt x="67" y="21"/>
                    <a:pt x="70" y="30"/>
                    <a:pt x="70" y="41"/>
                  </a:cubicBezTo>
                  <a:lnTo>
                    <a:pt x="70" y="90"/>
                  </a:lnTo>
                  <a:lnTo>
                    <a:pt x="70" y="100"/>
                  </a:lnTo>
                  <a:lnTo>
                    <a:pt x="58" y="100"/>
                  </a:lnTo>
                  <a:lnTo>
                    <a:pt x="11" y="100"/>
                  </a:lnTo>
                  <a:lnTo>
                    <a:pt x="0" y="100"/>
                  </a:lnTo>
                  <a:lnTo>
                    <a:pt x="0" y="90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8527B325-A237-4AC0-AB59-F6BA0B5BED62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583" y="248851"/>
              <a:ext cx="557849" cy="172224"/>
            </a:xfrm>
            <a:custGeom>
              <a:avLst/>
              <a:gdLst>
                <a:gd name="T0" fmla="*/ 116 w 622"/>
                <a:gd name="T1" fmla="*/ 116 h 232"/>
                <a:gd name="T2" fmla="*/ 0 w 622"/>
                <a:gd name="T3" fmla="*/ 2 h 232"/>
                <a:gd name="T4" fmla="*/ 0 w 622"/>
                <a:gd name="T5" fmla="*/ 0 h 232"/>
                <a:gd name="T6" fmla="*/ 506 w 622"/>
                <a:gd name="T7" fmla="*/ 0 h 232"/>
                <a:gd name="T8" fmla="*/ 622 w 622"/>
                <a:gd name="T9" fmla="*/ 116 h 232"/>
                <a:gd name="T10" fmla="*/ 506 w 622"/>
                <a:gd name="T11" fmla="*/ 232 h 232"/>
                <a:gd name="T12" fmla="*/ 2 w 622"/>
                <a:gd name="T13" fmla="*/ 232 h 232"/>
                <a:gd name="T14" fmla="*/ 0 w 622"/>
                <a:gd name="T15" fmla="*/ 232 h 232"/>
                <a:gd name="T16" fmla="*/ 0 w 622"/>
                <a:gd name="T17" fmla="*/ 231 h 232"/>
                <a:gd name="T18" fmla="*/ 116 w 622"/>
                <a:gd name="T19" fmla="*/ 116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2" h="232">
                  <a:moveTo>
                    <a:pt x="116" y="116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506" y="0"/>
                  </a:lnTo>
                  <a:lnTo>
                    <a:pt x="622" y="116"/>
                  </a:lnTo>
                  <a:lnTo>
                    <a:pt x="506" y="232"/>
                  </a:lnTo>
                  <a:lnTo>
                    <a:pt x="2" y="232"/>
                  </a:lnTo>
                  <a:lnTo>
                    <a:pt x="0" y="232"/>
                  </a:lnTo>
                  <a:lnTo>
                    <a:pt x="0" y="231"/>
                  </a:lnTo>
                  <a:lnTo>
                    <a:pt x="116" y="11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1B5923A2-68BD-4C2C-91F8-65ED5BCD5893}"/>
                </a:ext>
              </a:extLst>
            </p:cNvPr>
            <p:cNvSpPr>
              <a:spLocks/>
            </p:cNvSpPr>
            <p:nvPr/>
          </p:nvSpPr>
          <p:spPr bwMode="auto">
            <a:xfrm>
              <a:off x="963295" y="528273"/>
              <a:ext cx="557849" cy="175356"/>
            </a:xfrm>
            <a:custGeom>
              <a:avLst/>
              <a:gdLst>
                <a:gd name="T0" fmla="*/ 507 w 623"/>
                <a:gd name="T1" fmla="*/ 117 h 233"/>
                <a:gd name="T2" fmla="*/ 623 w 623"/>
                <a:gd name="T3" fmla="*/ 231 h 233"/>
                <a:gd name="T4" fmla="*/ 623 w 623"/>
                <a:gd name="T5" fmla="*/ 233 h 233"/>
                <a:gd name="T6" fmla="*/ 117 w 623"/>
                <a:gd name="T7" fmla="*/ 233 h 233"/>
                <a:gd name="T8" fmla="*/ 0 w 623"/>
                <a:gd name="T9" fmla="*/ 117 h 233"/>
                <a:gd name="T10" fmla="*/ 117 w 623"/>
                <a:gd name="T11" fmla="*/ 0 h 233"/>
                <a:gd name="T12" fmla="*/ 621 w 623"/>
                <a:gd name="T13" fmla="*/ 0 h 233"/>
                <a:gd name="T14" fmla="*/ 623 w 623"/>
                <a:gd name="T15" fmla="*/ 0 h 233"/>
                <a:gd name="T16" fmla="*/ 623 w 623"/>
                <a:gd name="T17" fmla="*/ 2 h 233"/>
                <a:gd name="T18" fmla="*/ 507 w 623"/>
                <a:gd name="T19" fmla="*/ 117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3" h="233">
                  <a:moveTo>
                    <a:pt x="507" y="117"/>
                  </a:moveTo>
                  <a:lnTo>
                    <a:pt x="623" y="231"/>
                  </a:lnTo>
                  <a:lnTo>
                    <a:pt x="623" y="233"/>
                  </a:lnTo>
                  <a:lnTo>
                    <a:pt x="117" y="233"/>
                  </a:lnTo>
                  <a:lnTo>
                    <a:pt x="0" y="117"/>
                  </a:lnTo>
                  <a:lnTo>
                    <a:pt x="117" y="0"/>
                  </a:lnTo>
                  <a:lnTo>
                    <a:pt x="621" y="0"/>
                  </a:lnTo>
                  <a:lnTo>
                    <a:pt x="623" y="0"/>
                  </a:lnTo>
                  <a:lnTo>
                    <a:pt x="623" y="2"/>
                  </a:lnTo>
                  <a:lnTo>
                    <a:pt x="507" y="11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5FFF07C2-1904-4C4E-B101-ED41AA4E24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325" y="438151"/>
              <a:ext cx="53975" cy="77788"/>
            </a:xfrm>
            <a:custGeom>
              <a:avLst/>
              <a:gdLst>
                <a:gd name="T0" fmla="*/ 70 w 70"/>
                <a:gd name="T1" fmla="*/ 11 h 104"/>
                <a:gd name="T2" fmla="*/ 70 w 70"/>
                <a:gd name="T3" fmla="*/ 91 h 104"/>
                <a:gd name="T4" fmla="*/ 70 w 70"/>
                <a:gd name="T5" fmla="*/ 104 h 104"/>
                <a:gd name="T6" fmla="*/ 58 w 70"/>
                <a:gd name="T7" fmla="*/ 104 h 104"/>
                <a:gd name="T8" fmla="*/ 11 w 70"/>
                <a:gd name="T9" fmla="*/ 104 h 104"/>
                <a:gd name="T10" fmla="*/ 0 w 70"/>
                <a:gd name="T11" fmla="*/ 104 h 104"/>
                <a:gd name="T12" fmla="*/ 0 w 70"/>
                <a:gd name="T13" fmla="*/ 91 h 104"/>
                <a:gd name="T14" fmla="*/ 0 w 70"/>
                <a:gd name="T15" fmla="*/ 11 h 104"/>
                <a:gd name="T16" fmla="*/ 0 w 70"/>
                <a:gd name="T17" fmla="*/ 0 h 104"/>
                <a:gd name="T18" fmla="*/ 11 w 70"/>
                <a:gd name="T19" fmla="*/ 0 h 104"/>
                <a:gd name="T20" fmla="*/ 58 w 70"/>
                <a:gd name="T21" fmla="*/ 0 h 104"/>
                <a:gd name="T22" fmla="*/ 70 w 70"/>
                <a:gd name="T23" fmla="*/ 0 h 104"/>
                <a:gd name="T24" fmla="*/ 70 w 70"/>
                <a:gd name="T25" fmla="*/ 11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04">
                  <a:moveTo>
                    <a:pt x="70" y="11"/>
                  </a:moveTo>
                  <a:lnTo>
                    <a:pt x="70" y="91"/>
                  </a:lnTo>
                  <a:lnTo>
                    <a:pt x="70" y="104"/>
                  </a:lnTo>
                  <a:lnTo>
                    <a:pt x="58" y="104"/>
                  </a:lnTo>
                  <a:lnTo>
                    <a:pt x="11" y="104"/>
                  </a:lnTo>
                  <a:lnTo>
                    <a:pt x="0" y="104"/>
                  </a:lnTo>
                  <a:lnTo>
                    <a:pt x="0" y="9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11" y="0"/>
                  </a:lnTo>
                  <a:lnTo>
                    <a:pt x="58" y="0"/>
                  </a:lnTo>
                  <a:lnTo>
                    <a:pt x="70" y="0"/>
                  </a:lnTo>
                  <a:lnTo>
                    <a:pt x="70" y="11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0CB374B2-4034-4D90-9057-EE6431511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325" y="715963"/>
              <a:ext cx="53975" cy="227013"/>
            </a:xfrm>
            <a:custGeom>
              <a:avLst/>
              <a:gdLst>
                <a:gd name="T0" fmla="*/ 70 w 70"/>
                <a:gd name="T1" fmla="*/ 12 h 299"/>
                <a:gd name="T2" fmla="*/ 70 w 70"/>
                <a:gd name="T3" fmla="*/ 258 h 299"/>
                <a:gd name="T4" fmla="*/ 61 w 70"/>
                <a:gd name="T5" fmla="*/ 285 h 299"/>
                <a:gd name="T6" fmla="*/ 35 w 70"/>
                <a:gd name="T7" fmla="*/ 299 h 299"/>
                <a:gd name="T8" fmla="*/ 9 w 70"/>
                <a:gd name="T9" fmla="*/ 285 h 299"/>
                <a:gd name="T10" fmla="*/ 0 w 70"/>
                <a:gd name="T11" fmla="*/ 258 h 299"/>
                <a:gd name="T12" fmla="*/ 0 w 70"/>
                <a:gd name="T13" fmla="*/ 12 h 299"/>
                <a:gd name="T14" fmla="*/ 0 w 70"/>
                <a:gd name="T15" fmla="*/ 0 h 299"/>
                <a:gd name="T16" fmla="*/ 11 w 70"/>
                <a:gd name="T17" fmla="*/ 0 h 299"/>
                <a:gd name="T18" fmla="*/ 58 w 70"/>
                <a:gd name="T19" fmla="*/ 0 h 299"/>
                <a:gd name="T20" fmla="*/ 70 w 70"/>
                <a:gd name="T21" fmla="*/ 0 h 299"/>
                <a:gd name="T22" fmla="*/ 70 w 70"/>
                <a:gd name="T23" fmla="*/ 12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0" h="299">
                  <a:moveTo>
                    <a:pt x="70" y="12"/>
                  </a:moveTo>
                  <a:lnTo>
                    <a:pt x="70" y="258"/>
                  </a:lnTo>
                  <a:cubicBezTo>
                    <a:pt x="70" y="268"/>
                    <a:pt x="67" y="277"/>
                    <a:pt x="61" y="285"/>
                  </a:cubicBezTo>
                  <a:cubicBezTo>
                    <a:pt x="55" y="293"/>
                    <a:pt x="46" y="299"/>
                    <a:pt x="35" y="299"/>
                  </a:cubicBezTo>
                  <a:cubicBezTo>
                    <a:pt x="25" y="299"/>
                    <a:pt x="15" y="293"/>
                    <a:pt x="9" y="285"/>
                  </a:cubicBezTo>
                  <a:cubicBezTo>
                    <a:pt x="3" y="277"/>
                    <a:pt x="0" y="268"/>
                    <a:pt x="0" y="258"/>
                  </a:cubicBezTo>
                  <a:lnTo>
                    <a:pt x="0" y="12"/>
                  </a:lnTo>
                  <a:lnTo>
                    <a:pt x="0" y="0"/>
                  </a:lnTo>
                  <a:lnTo>
                    <a:pt x="11" y="0"/>
                  </a:lnTo>
                  <a:lnTo>
                    <a:pt x="58" y="0"/>
                  </a:lnTo>
                  <a:lnTo>
                    <a:pt x="70" y="0"/>
                  </a:lnTo>
                  <a:lnTo>
                    <a:pt x="70" y="1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27" name="자유형: 도형 52">
            <a:extLst>
              <a:ext uri="{FF2B5EF4-FFF2-40B4-BE49-F238E27FC236}">
                <a16:creationId xmlns:a16="http://schemas.microsoft.com/office/drawing/2014/main" id="{27DB491F-7404-40E3-811C-7E1033C459C9}"/>
              </a:ext>
            </a:extLst>
          </p:cNvPr>
          <p:cNvSpPr/>
          <p:nvPr/>
        </p:nvSpPr>
        <p:spPr>
          <a:xfrm>
            <a:off x="6718136" y="2802714"/>
            <a:ext cx="901948" cy="1638198"/>
          </a:xfrm>
          <a:custGeom>
            <a:avLst/>
            <a:gdLst>
              <a:gd name="connsiteX0" fmla="*/ 214219 w 1074535"/>
              <a:gd name="connsiteY0" fmla="*/ 1091637 h 1918453"/>
              <a:gd name="connsiteX1" fmla="*/ 235318 w 1074535"/>
              <a:gd name="connsiteY1" fmla="*/ 1098104 h 1918453"/>
              <a:gd name="connsiteX2" fmla="*/ 264814 w 1074535"/>
              <a:gd name="connsiteY2" fmla="*/ 1100973 h 1918453"/>
              <a:gd name="connsiteX3" fmla="*/ 328003 w 1074535"/>
              <a:gd name="connsiteY3" fmla="*/ 1100750 h 1918453"/>
              <a:gd name="connsiteX4" fmla="*/ 363240 w 1074535"/>
              <a:gd name="connsiteY4" fmla="*/ 1093506 h 1918453"/>
              <a:gd name="connsiteX5" fmla="*/ 373128 w 1074535"/>
              <a:gd name="connsiteY5" fmla="*/ 1800548 h 1918453"/>
              <a:gd name="connsiteX6" fmla="*/ 372697 w 1074535"/>
              <a:gd name="connsiteY6" fmla="*/ 1805518 h 1918453"/>
              <a:gd name="connsiteX7" fmla="*/ 373239 w 1074535"/>
              <a:gd name="connsiteY7" fmla="*/ 1844277 h 1918453"/>
              <a:gd name="connsiteX8" fmla="*/ 301116 w 1074535"/>
              <a:gd name="connsiteY8" fmla="*/ 1918446 h 1918453"/>
              <a:gd name="connsiteX9" fmla="*/ 226946 w 1074535"/>
              <a:gd name="connsiteY9" fmla="*/ 1846323 h 1918453"/>
              <a:gd name="connsiteX10" fmla="*/ 226574 w 1074535"/>
              <a:gd name="connsiteY10" fmla="*/ 1819736 h 1918453"/>
              <a:gd name="connsiteX11" fmla="*/ 225885 w 1074535"/>
              <a:gd name="connsiteY11" fmla="*/ 1817621 h 1918453"/>
              <a:gd name="connsiteX12" fmla="*/ 224163 w 1074535"/>
              <a:gd name="connsiteY12" fmla="*/ 1802631 h 1918453"/>
              <a:gd name="connsiteX13" fmla="*/ 883809 w 1074535"/>
              <a:gd name="connsiteY13" fmla="*/ 416500 h 1918453"/>
              <a:gd name="connsiteX14" fmla="*/ 957090 w 1074535"/>
              <a:gd name="connsiteY14" fmla="*/ 454060 h 1918453"/>
              <a:gd name="connsiteX15" fmla="*/ 957089 w 1074535"/>
              <a:gd name="connsiteY15" fmla="*/ 454060 h 1918453"/>
              <a:gd name="connsiteX16" fmla="*/ 951038 w 1074535"/>
              <a:gd name="connsiteY16" fmla="*/ 536184 h 1918453"/>
              <a:gd name="connsiteX17" fmla="*/ 944731 w 1074535"/>
              <a:gd name="connsiteY17" fmla="*/ 541616 h 1918453"/>
              <a:gd name="connsiteX18" fmla="*/ 1074535 w 1074535"/>
              <a:gd name="connsiteY18" fmla="*/ 1366500 h 1918453"/>
              <a:gd name="connsiteX19" fmla="*/ 1029371 w 1074535"/>
              <a:gd name="connsiteY19" fmla="*/ 1373606 h 1918453"/>
              <a:gd name="connsiteX20" fmla="*/ 902906 w 1074535"/>
              <a:gd name="connsiteY20" fmla="*/ 569935 h 1918453"/>
              <a:gd name="connsiteX21" fmla="*/ 661675 w 1074535"/>
              <a:gd name="connsiteY21" fmla="*/ 705442 h 1918453"/>
              <a:gd name="connsiteX22" fmla="*/ 653401 w 1074535"/>
              <a:gd name="connsiteY22" fmla="*/ 708573 h 1918453"/>
              <a:gd name="connsiteX23" fmla="*/ 653770 w 1074535"/>
              <a:gd name="connsiteY23" fmla="*/ 539006 h 1918453"/>
              <a:gd name="connsiteX24" fmla="*/ 855663 w 1074535"/>
              <a:gd name="connsiteY24" fmla="*/ 425597 h 1918453"/>
              <a:gd name="connsiteX25" fmla="*/ 883809 w 1074535"/>
              <a:gd name="connsiteY25" fmla="*/ 416500 h 1918453"/>
              <a:gd name="connsiteX26" fmla="*/ 29148 w 1074535"/>
              <a:gd name="connsiteY26" fmla="*/ 400981 h 1918453"/>
              <a:gd name="connsiteX27" fmla="*/ 125491 w 1074535"/>
              <a:gd name="connsiteY27" fmla="*/ 400981 h 1918453"/>
              <a:gd name="connsiteX28" fmla="*/ 149578 w 1074535"/>
              <a:gd name="connsiteY28" fmla="*/ 425068 h 1918453"/>
              <a:gd name="connsiteX29" fmla="*/ 149578 w 1074535"/>
              <a:gd name="connsiteY29" fmla="*/ 965515 h 1918453"/>
              <a:gd name="connsiteX30" fmla="*/ 125491 w 1074535"/>
              <a:gd name="connsiteY30" fmla="*/ 989602 h 1918453"/>
              <a:gd name="connsiteX31" fmla="*/ 29148 w 1074535"/>
              <a:gd name="connsiteY31" fmla="*/ 989602 h 1918453"/>
              <a:gd name="connsiteX32" fmla="*/ 5061 w 1074535"/>
              <a:gd name="connsiteY32" fmla="*/ 965515 h 1918453"/>
              <a:gd name="connsiteX33" fmla="*/ 5061 w 1074535"/>
              <a:gd name="connsiteY33" fmla="*/ 425068 h 1918453"/>
              <a:gd name="connsiteX34" fmla="*/ 29148 w 1074535"/>
              <a:gd name="connsiteY34" fmla="*/ 400981 h 1918453"/>
              <a:gd name="connsiteX35" fmla="*/ 193377 w 1074535"/>
              <a:gd name="connsiteY35" fmla="*/ 366766 h 1918453"/>
              <a:gd name="connsiteX36" fmla="*/ 363365 w 1074535"/>
              <a:gd name="connsiteY36" fmla="*/ 390446 h 1918453"/>
              <a:gd name="connsiteX37" fmla="*/ 374173 w 1074535"/>
              <a:gd name="connsiteY37" fmla="*/ 392126 h 1918453"/>
              <a:gd name="connsiteX38" fmla="*/ 376882 w 1074535"/>
              <a:gd name="connsiteY38" fmla="*/ 393125 h 1918453"/>
              <a:gd name="connsiteX39" fmla="*/ 377281 w 1074535"/>
              <a:gd name="connsiteY39" fmla="*/ 393272 h 1918453"/>
              <a:gd name="connsiteX40" fmla="*/ 401926 w 1074535"/>
              <a:gd name="connsiteY40" fmla="*/ 402363 h 1918453"/>
              <a:gd name="connsiteX41" fmla="*/ 437148 w 1074535"/>
              <a:gd name="connsiteY41" fmla="*/ 462107 h 1918453"/>
              <a:gd name="connsiteX42" fmla="*/ 437102 w 1074535"/>
              <a:gd name="connsiteY42" fmla="*/ 462973 h 1918453"/>
              <a:gd name="connsiteX43" fmla="*/ 438546 w 1074535"/>
              <a:gd name="connsiteY43" fmla="*/ 467567 h 1918453"/>
              <a:gd name="connsiteX44" fmla="*/ 440725 w 1074535"/>
              <a:gd name="connsiteY44" fmla="*/ 488448 h 1918453"/>
              <a:gd name="connsiteX45" fmla="*/ 440758 w 1074535"/>
              <a:gd name="connsiteY45" fmla="*/ 497890 h 1918453"/>
              <a:gd name="connsiteX46" fmla="*/ 444835 w 1074535"/>
              <a:gd name="connsiteY46" fmla="*/ 495669 h 1918453"/>
              <a:gd name="connsiteX47" fmla="*/ 586852 w 1074535"/>
              <a:gd name="connsiteY47" fmla="*/ 546135 h 1918453"/>
              <a:gd name="connsiteX48" fmla="*/ 586511 w 1074535"/>
              <a:gd name="connsiteY48" fmla="*/ 703318 h 1918453"/>
              <a:gd name="connsiteX49" fmla="*/ 579551 w 1074535"/>
              <a:gd name="connsiteY49" fmla="*/ 699391 h 1918453"/>
              <a:gd name="connsiteX50" fmla="*/ 576534 w 1074535"/>
              <a:gd name="connsiteY50" fmla="*/ 695889 h 1918453"/>
              <a:gd name="connsiteX51" fmla="*/ 554440 w 1074535"/>
              <a:gd name="connsiteY51" fmla="*/ 692725 h 1918453"/>
              <a:gd name="connsiteX52" fmla="*/ 441305 w 1074535"/>
              <a:gd name="connsiteY52" fmla="*/ 652522 h 1918453"/>
              <a:gd name="connsiteX53" fmla="*/ 442217 w 1074535"/>
              <a:gd name="connsiteY53" fmla="*/ 910615 h 1918453"/>
              <a:gd name="connsiteX54" fmla="*/ 716699 w 1074535"/>
              <a:gd name="connsiteY54" fmla="*/ 926527 h 1918453"/>
              <a:gd name="connsiteX55" fmla="*/ 745307 w 1074535"/>
              <a:gd name="connsiteY55" fmla="*/ 934049 h 1918453"/>
              <a:gd name="connsiteX56" fmla="*/ 747791 w 1074535"/>
              <a:gd name="connsiteY56" fmla="*/ 935941 h 1918453"/>
              <a:gd name="connsiteX57" fmla="*/ 749560 w 1074535"/>
              <a:gd name="connsiteY57" fmla="*/ 936081 h 1918453"/>
              <a:gd name="connsiteX58" fmla="*/ 802979 w 1074535"/>
              <a:gd name="connsiteY58" fmla="*/ 998747 h 1918453"/>
              <a:gd name="connsiteX59" fmla="*/ 843164 w 1074535"/>
              <a:gd name="connsiteY59" fmla="*/ 1399260 h 1918453"/>
              <a:gd name="connsiteX60" fmla="*/ 781299 w 1074535"/>
              <a:gd name="connsiteY60" fmla="*/ 1451340 h 1918453"/>
              <a:gd name="connsiteX61" fmla="*/ 703433 w 1074535"/>
              <a:gd name="connsiteY61" fmla="*/ 1401491 h 1918453"/>
              <a:gd name="connsiteX62" fmla="*/ 700590 w 1074535"/>
              <a:gd name="connsiteY62" fmla="*/ 1388463 h 1918453"/>
              <a:gd name="connsiteX63" fmla="*/ 700124 w 1074535"/>
              <a:gd name="connsiteY63" fmla="*/ 1388469 h 1918453"/>
              <a:gd name="connsiteX64" fmla="*/ 661854 w 1074535"/>
              <a:gd name="connsiteY64" fmla="*/ 1072578 h 1918453"/>
              <a:gd name="connsiteX65" fmla="*/ 341945 w 1074535"/>
              <a:gd name="connsiteY65" fmla="*/ 1054034 h 1918453"/>
              <a:gd name="connsiteX66" fmla="*/ 339071 w 1074535"/>
              <a:gd name="connsiteY66" fmla="*/ 1054624 h 1918453"/>
              <a:gd name="connsiteX67" fmla="*/ 294302 w 1074535"/>
              <a:gd name="connsiteY67" fmla="*/ 1054782 h 1918453"/>
              <a:gd name="connsiteX68" fmla="*/ 190282 w 1074535"/>
              <a:gd name="connsiteY68" fmla="*/ 951495 h 1918453"/>
              <a:gd name="connsiteX69" fmla="*/ 193377 w 1074535"/>
              <a:gd name="connsiteY69" fmla="*/ 366766 h 1918453"/>
              <a:gd name="connsiteX70" fmla="*/ 21662 w 1074535"/>
              <a:gd name="connsiteY70" fmla="*/ 245799 h 1918453"/>
              <a:gd name="connsiteX71" fmla="*/ 123521 w 1074535"/>
              <a:gd name="connsiteY71" fmla="*/ 245799 h 1918453"/>
              <a:gd name="connsiteX72" fmla="*/ 145183 w 1074535"/>
              <a:gd name="connsiteY72" fmla="*/ 267461 h 1918453"/>
              <a:gd name="connsiteX73" fmla="*/ 145183 w 1074535"/>
              <a:gd name="connsiteY73" fmla="*/ 354108 h 1918453"/>
              <a:gd name="connsiteX74" fmla="*/ 123521 w 1074535"/>
              <a:gd name="connsiteY74" fmla="*/ 375770 h 1918453"/>
              <a:gd name="connsiteX75" fmla="*/ 21662 w 1074535"/>
              <a:gd name="connsiteY75" fmla="*/ 375770 h 1918453"/>
              <a:gd name="connsiteX76" fmla="*/ 0 w 1074535"/>
              <a:gd name="connsiteY76" fmla="*/ 354108 h 1918453"/>
              <a:gd name="connsiteX77" fmla="*/ 0 w 1074535"/>
              <a:gd name="connsiteY77" fmla="*/ 267461 h 1918453"/>
              <a:gd name="connsiteX78" fmla="*/ 21662 w 1074535"/>
              <a:gd name="connsiteY78" fmla="*/ 245799 h 1918453"/>
              <a:gd name="connsiteX79" fmla="*/ 314247 w 1074535"/>
              <a:gd name="connsiteY79" fmla="*/ 3674 h 1918453"/>
              <a:gd name="connsiteX80" fmla="*/ 349632 w 1074535"/>
              <a:gd name="connsiteY80" fmla="*/ 0 h 1918453"/>
              <a:gd name="connsiteX81" fmla="*/ 521798 w 1074535"/>
              <a:gd name="connsiteY81" fmla="*/ 140102 h 1918453"/>
              <a:gd name="connsiteX82" fmla="*/ 385371 w 1074535"/>
              <a:gd name="connsiteY82" fmla="*/ 347654 h 1918453"/>
              <a:gd name="connsiteX83" fmla="*/ 177819 w 1074535"/>
              <a:gd name="connsiteY83" fmla="*/ 211226 h 1918453"/>
              <a:gd name="connsiteX84" fmla="*/ 314247 w 1074535"/>
              <a:gd name="connsiteY84" fmla="*/ 3674 h 1918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074535" h="1918453">
                <a:moveTo>
                  <a:pt x="214219" y="1091637"/>
                </a:moveTo>
                <a:lnTo>
                  <a:pt x="235318" y="1098104"/>
                </a:lnTo>
                <a:cubicBezTo>
                  <a:pt x="244849" y="1100020"/>
                  <a:pt x="254714" y="1101008"/>
                  <a:pt x="264814" y="1100973"/>
                </a:cubicBezTo>
                <a:lnTo>
                  <a:pt x="328003" y="1100750"/>
                </a:lnTo>
                <a:lnTo>
                  <a:pt x="363240" y="1093506"/>
                </a:lnTo>
                <a:cubicBezTo>
                  <a:pt x="366536" y="1329186"/>
                  <a:pt x="369832" y="1564867"/>
                  <a:pt x="373128" y="1800548"/>
                </a:cubicBezTo>
                <a:cubicBezTo>
                  <a:pt x="372984" y="1802205"/>
                  <a:pt x="372841" y="1803861"/>
                  <a:pt x="372697" y="1805518"/>
                </a:cubicBezTo>
                <a:lnTo>
                  <a:pt x="373239" y="1844277"/>
                </a:lnTo>
                <a:cubicBezTo>
                  <a:pt x="373804" y="1884675"/>
                  <a:pt x="341513" y="1917882"/>
                  <a:pt x="301116" y="1918446"/>
                </a:cubicBezTo>
                <a:cubicBezTo>
                  <a:pt x="260717" y="1919011"/>
                  <a:pt x="227512" y="1886721"/>
                  <a:pt x="226946" y="1846323"/>
                </a:cubicBezTo>
                <a:lnTo>
                  <a:pt x="226574" y="1819736"/>
                </a:lnTo>
                <a:lnTo>
                  <a:pt x="225885" y="1817621"/>
                </a:lnTo>
                <a:cubicBezTo>
                  <a:pt x="224826" y="1812786"/>
                  <a:pt x="224234" y="1807773"/>
                  <a:pt x="224163" y="1802631"/>
                </a:cubicBezTo>
                <a:close/>
                <a:moveTo>
                  <a:pt x="883809" y="416500"/>
                </a:moveTo>
                <a:cubicBezTo>
                  <a:pt x="912657" y="413265"/>
                  <a:pt x="941978" y="427160"/>
                  <a:pt x="957090" y="454060"/>
                </a:cubicBezTo>
                <a:cubicBezTo>
                  <a:pt x="957089" y="454060"/>
                  <a:pt x="957089" y="454060"/>
                  <a:pt x="957089" y="454060"/>
                </a:cubicBezTo>
                <a:cubicBezTo>
                  <a:pt x="972200" y="480962"/>
                  <a:pt x="968810" y="513231"/>
                  <a:pt x="951038" y="536184"/>
                </a:cubicBezTo>
                <a:lnTo>
                  <a:pt x="944731" y="541616"/>
                </a:lnTo>
                <a:lnTo>
                  <a:pt x="1074535" y="1366500"/>
                </a:lnTo>
                <a:lnTo>
                  <a:pt x="1029371" y="1373606"/>
                </a:lnTo>
                <a:lnTo>
                  <a:pt x="902906" y="569935"/>
                </a:lnTo>
                <a:lnTo>
                  <a:pt x="661675" y="705442"/>
                </a:lnTo>
                <a:lnTo>
                  <a:pt x="653401" y="708573"/>
                </a:lnTo>
                <a:lnTo>
                  <a:pt x="653770" y="539006"/>
                </a:lnTo>
                <a:cubicBezTo>
                  <a:pt x="721067" y="501203"/>
                  <a:pt x="788364" y="463400"/>
                  <a:pt x="855663" y="425597"/>
                </a:cubicBezTo>
                <a:cubicBezTo>
                  <a:pt x="864630" y="420560"/>
                  <a:pt x="874193" y="417578"/>
                  <a:pt x="883809" y="416500"/>
                </a:cubicBezTo>
                <a:close/>
                <a:moveTo>
                  <a:pt x="29148" y="400981"/>
                </a:moveTo>
                <a:lnTo>
                  <a:pt x="125491" y="400981"/>
                </a:lnTo>
                <a:cubicBezTo>
                  <a:pt x="138794" y="400981"/>
                  <a:pt x="149578" y="411765"/>
                  <a:pt x="149578" y="425068"/>
                </a:cubicBezTo>
                <a:lnTo>
                  <a:pt x="149578" y="965515"/>
                </a:lnTo>
                <a:cubicBezTo>
                  <a:pt x="149578" y="978818"/>
                  <a:pt x="138794" y="989602"/>
                  <a:pt x="125491" y="989602"/>
                </a:cubicBezTo>
                <a:lnTo>
                  <a:pt x="29148" y="989602"/>
                </a:lnTo>
                <a:cubicBezTo>
                  <a:pt x="15845" y="989602"/>
                  <a:pt x="5061" y="978818"/>
                  <a:pt x="5061" y="965515"/>
                </a:cubicBezTo>
                <a:lnTo>
                  <a:pt x="5061" y="425068"/>
                </a:lnTo>
                <a:cubicBezTo>
                  <a:pt x="5061" y="411765"/>
                  <a:pt x="15845" y="400981"/>
                  <a:pt x="29148" y="400981"/>
                </a:cubicBezTo>
                <a:close/>
                <a:moveTo>
                  <a:pt x="193377" y="366766"/>
                </a:moveTo>
                <a:cubicBezTo>
                  <a:pt x="225956" y="368211"/>
                  <a:pt x="333232" y="386219"/>
                  <a:pt x="363365" y="390446"/>
                </a:cubicBezTo>
                <a:lnTo>
                  <a:pt x="374173" y="392126"/>
                </a:lnTo>
                <a:lnTo>
                  <a:pt x="376882" y="393125"/>
                </a:lnTo>
                <a:lnTo>
                  <a:pt x="377281" y="393272"/>
                </a:lnTo>
                <a:lnTo>
                  <a:pt x="401926" y="402363"/>
                </a:lnTo>
                <a:cubicBezTo>
                  <a:pt x="422494" y="415097"/>
                  <a:pt x="435971" y="437387"/>
                  <a:pt x="437148" y="462107"/>
                </a:cubicBezTo>
                <a:cubicBezTo>
                  <a:pt x="437133" y="462396"/>
                  <a:pt x="437118" y="462684"/>
                  <a:pt x="437102" y="462973"/>
                </a:cubicBezTo>
                <a:lnTo>
                  <a:pt x="438546" y="467567"/>
                </a:lnTo>
                <a:cubicBezTo>
                  <a:pt x="439950" y="474309"/>
                  <a:pt x="440700" y="481293"/>
                  <a:pt x="440725" y="488448"/>
                </a:cubicBezTo>
                <a:lnTo>
                  <a:pt x="440758" y="497890"/>
                </a:lnTo>
                <a:lnTo>
                  <a:pt x="444835" y="495669"/>
                </a:lnTo>
                <a:lnTo>
                  <a:pt x="586852" y="546135"/>
                </a:lnTo>
                <a:lnTo>
                  <a:pt x="586511" y="703318"/>
                </a:lnTo>
                <a:lnTo>
                  <a:pt x="579551" y="699391"/>
                </a:lnTo>
                <a:lnTo>
                  <a:pt x="576534" y="695889"/>
                </a:lnTo>
                <a:lnTo>
                  <a:pt x="554440" y="692725"/>
                </a:lnTo>
                <a:lnTo>
                  <a:pt x="441305" y="652522"/>
                </a:lnTo>
                <a:lnTo>
                  <a:pt x="442217" y="910615"/>
                </a:lnTo>
                <a:lnTo>
                  <a:pt x="716699" y="926527"/>
                </a:lnTo>
                <a:cubicBezTo>
                  <a:pt x="726967" y="927122"/>
                  <a:pt x="736628" y="929769"/>
                  <a:pt x="745307" y="934049"/>
                </a:cubicBezTo>
                <a:lnTo>
                  <a:pt x="747791" y="935941"/>
                </a:lnTo>
                <a:lnTo>
                  <a:pt x="749560" y="936081"/>
                </a:lnTo>
                <a:cubicBezTo>
                  <a:pt x="777462" y="944092"/>
                  <a:pt x="799270" y="968116"/>
                  <a:pt x="802979" y="998747"/>
                </a:cubicBezTo>
                <a:lnTo>
                  <a:pt x="843164" y="1399260"/>
                </a:lnTo>
                <a:cubicBezTo>
                  <a:pt x="835128" y="1426612"/>
                  <a:pt x="811402" y="1447882"/>
                  <a:pt x="781299" y="1451340"/>
                </a:cubicBezTo>
                <a:cubicBezTo>
                  <a:pt x="746179" y="1455374"/>
                  <a:pt x="714015" y="1433829"/>
                  <a:pt x="703433" y="1401491"/>
                </a:cubicBezTo>
                <a:lnTo>
                  <a:pt x="700590" y="1388463"/>
                </a:lnTo>
                <a:lnTo>
                  <a:pt x="700124" y="1388469"/>
                </a:lnTo>
                <a:lnTo>
                  <a:pt x="661854" y="1072578"/>
                </a:lnTo>
                <a:lnTo>
                  <a:pt x="341945" y="1054034"/>
                </a:lnTo>
                <a:lnTo>
                  <a:pt x="339071" y="1054624"/>
                </a:lnTo>
                <a:lnTo>
                  <a:pt x="294302" y="1054782"/>
                </a:lnTo>
                <a:cubicBezTo>
                  <a:pt x="237055" y="1054985"/>
                  <a:pt x="190484" y="1008742"/>
                  <a:pt x="190282" y="951495"/>
                </a:cubicBezTo>
                <a:cubicBezTo>
                  <a:pt x="176632" y="832469"/>
                  <a:pt x="184916" y="491779"/>
                  <a:pt x="193377" y="366766"/>
                </a:cubicBezTo>
                <a:close/>
                <a:moveTo>
                  <a:pt x="21662" y="245799"/>
                </a:moveTo>
                <a:lnTo>
                  <a:pt x="123521" y="245799"/>
                </a:lnTo>
                <a:cubicBezTo>
                  <a:pt x="135485" y="245799"/>
                  <a:pt x="145183" y="255497"/>
                  <a:pt x="145183" y="267461"/>
                </a:cubicBezTo>
                <a:lnTo>
                  <a:pt x="145183" y="354108"/>
                </a:lnTo>
                <a:cubicBezTo>
                  <a:pt x="145183" y="366072"/>
                  <a:pt x="135485" y="375770"/>
                  <a:pt x="123521" y="375770"/>
                </a:cubicBezTo>
                <a:lnTo>
                  <a:pt x="21662" y="375770"/>
                </a:lnTo>
                <a:cubicBezTo>
                  <a:pt x="9698" y="375770"/>
                  <a:pt x="0" y="366072"/>
                  <a:pt x="0" y="354108"/>
                </a:cubicBezTo>
                <a:lnTo>
                  <a:pt x="0" y="267461"/>
                </a:lnTo>
                <a:cubicBezTo>
                  <a:pt x="0" y="255497"/>
                  <a:pt x="9698" y="245799"/>
                  <a:pt x="21662" y="245799"/>
                </a:cubicBezTo>
                <a:close/>
                <a:moveTo>
                  <a:pt x="314247" y="3674"/>
                </a:moveTo>
                <a:cubicBezTo>
                  <a:pt x="326119" y="1218"/>
                  <a:pt x="337961" y="25"/>
                  <a:pt x="349632" y="0"/>
                </a:cubicBezTo>
                <a:cubicBezTo>
                  <a:pt x="431319" y="-167"/>
                  <a:pt x="504614" y="56988"/>
                  <a:pt x="521798" y="140102"/>
                </a:cubicBezTo>
                <a:cubicBezTo>
                  <a:pt x="541439" y="235089"/>
                  <a:pt x="480358" y="328013"/>
                  <a:pt x="385371" y="347654"/>
                </a:cubicBezTo>
                <a:cubicBezTo>
                  <a:pt x="290384" y="367294"/>
                  <a:pt x="197460" y="306213"/>
                  <a:pt x="177819" y="211226"/>
                </a:cubicBezTo>
                <a:cubicBezTo>
                  <a:pt x="158178" y="116239"/>
                  <a:pt x="219259" y="23314"/>
                  <a:pt x="314247" y="367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657319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2753832" y="118485"/>
            <a:ext cx="9438168" cy="1171067"/>
          </a:xfrm>
        </p:spPr>
        <p:txBody>
          <a:bodyPr>
            <a:normAutofit/>
          </a:bodyPr>
          <a:lstStyle/>
          <a:p>
            <a:r>
              <a:rPr kumimoji="1"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让我们试着活用 </a:t>
            </a:r>
            <a:r>
              <a:rPr kumimoji="1" lang="en-US" altLang="ja-JP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kintone JavaScript </a:t>
            </a:r>
            <a:r>
              <a:rPr kumimoji="1"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事件吧</a:t>
            </a:r>
            <a:r>
              <a:rPr kumimoji="1" lang="ja-JP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  <p:sp>
        <p:nvSpPr>
          <p:cNvPr id="12" name="角丸四角形 11"/>
          <p:cNvSpPr/>
          <p:nvPr/>
        </p:nvSpPr>
        <p:spPr>
          <a:xfrm>
            <a:off x="97277" y="80597"/>
            <a:ext cx="2276272" cy="629522"/>
          </a:xfrm>
          <a:prstGeom prst="roundRect">
            <a:avLst/>
          </a:prstGeom>
          <a:solidFill>
            <a:srgbClr val="F8931D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动手操作⑤ </a:t>
            </a:r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zh-CN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填空题</a:t>
            </a:r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576ADD08-0C80-47EB-926B-0C550BC733E4}"/>
              </a:ext>
            </a:extLst>
          </p:cNvPr>
          <p:cNvSpPr txBox="1">
            <a:spLocks/>
          </p:cNvSpPr>
          <p:nvPr/>
        </p:nvSpPr>
        <p:spPr>
          <a:xfrm>
            <a:off x="2753833" y="1443441"/>
            <a:ext cx="9043915" cy="3816640"/>
          </a:xfrm>
          <a:prstGeom prst="rect">
            <a:avLst/>
          </a:prstGeom>
        </p:spPr>
        <p:txBody>
          <a:bodyPr/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spcBef>
                <a:spcPts val="2400"/>
              </a:spcBef>
              <a:buFont typeface="+mj-lt"/>
              <a:buAutoNum type="arabicPeriod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从应用商店添加</a:t>
            </a:r>
            <a:r>
              <a:rPr lang="en-US" altLang="ja-JP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『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销售支持包</a:t>
            </a:r>
            <a:r>
              <a:rPr lang="en-US" altLang="ja-JP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』</a:t>
            </a:r>
          </a:p>
          <a:p>
            <a:pPr marL="457189" lvl="1" indent="0">
              <a:spcBef>
                <a:spcPts val="600"/>
              </a:spcBef>
              <a:buNone/>
            </a:pPr>
            <a:r>
              <a:rPr lang="ja-JP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包含样本数据</a:t>
            </a:r>
            <a:r>
              <a:rPr lang="ja-JP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ja-JP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spcBef>
                <a:spcPts val="2400"/>
              </a:spcBef>
              <a:buFont typeface="+mj-lt"/>
              <a:buAutoNum type="arabicPeriod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在“案件管理”应用的记录编辑页面中，当选择“</a:t>
            </a:r>
            <a:r>
              <a:rPr lang="ja-JP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提案プラン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”字段下拉菜单的值时，在控制台上编写代码来触发事件</a:t>
            </a:r>
            <a:br>
              <a:rPr lang="en-US" altLang="ja-JP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br>
              <a:rPr lang="en-US" altLang="ja-JP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br>
              <a:rPr lang="en-US" altLang="ja-JP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br>
              <a:rPr lang="en-US" altLang="ja-JP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br>
              <a:rPr lang="en-US" altLang="ja-JP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en-US" altLang="ja-JP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spcBef>
                <a:spcPts val="2400"/>
              </a:spcBef>
              <a:buFont typeface="+mj-lt"/>
              <a:buAutoNum type="arabicPeriod"/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按“回车”键执行</a:t>
            </a:r>
            <a:endParaRPr lang="en-US" altLang="ja-JP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spcBef>
                <a:spcPts val="2400"/>
              </a:spcBef>
              <a:buFont typeface="+mj-lt"/>
              <a:buAutoNum type="arabicPeriod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尝试更改“</a:t>
            </a:r>
            <a:r>
              <a:rPr lang="ja-JP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提案プラン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”的下拉菜单的值</a:t>
            </a:r>
            <a:endParaRPr lang="en-US" altLang="ja-JP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07FCE3B-B275-421F-A2ED-47D883686CF4}"/>
              </a:ext>
            </a:extLst>
          </p:cNvPr>
          <p:cNvSpPr txBox="1"/>
          <p:nvPr/>
        </p:nvSpPr>
        <p:spPr>
          <a:xfrm>
            <a:off x="3739766" y="2998205"/>
            <a:ext cx="7748600" cy="144458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82880" tIns="72000" rIns="182880" bIns="72000" rtlCol="0" anchor="ctr">
            <a:noAutofit/>
          </a:bodyPr>
          <a:lstStyle/>
          <a:p>
            <a:r>
              <a:rPr lang="ja-JP" altLang="en-US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function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 </a:t>
            </a:r>
            <a:r>
              <a:rPr lang="ja-JP" altLang="en-US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show</a:t>
            </a:r>
            <a:r>
              <a:rPr lang="en-US" altLang="ja-JP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M</a:t>
            </a:r>
            <a:r>
              <a:rPr lang="ja-JP" altLang="en-US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essage</a:t>
            </a:r>
            <a:r>
              <a:rPr lang="ja-JP" altLang="en-US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() {</a:t>
            </a:r>
          </a:p>
          <a:p>
            <a:r>
              <a:rPr lang="ja-JP" altLang="en-US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	</a:t>
            </a:r>
            <a:r>
              <a:rPr lang="en-US" altLang="ja-JP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console.log</a:t>
            </a:r>
            <a:r>
              <a:rPr lang="ja-JP" altLang="en-US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(</a:t>
            </a:r>
            <a:r>
              <a:rPr kumimoji="1" lang="en-US" altLang="ja-JP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'</a:t>
            </a:r>
            <a:r>
              <a:rPr lang="ja-JP" altLang="en-US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hello world</a:t>
            </a:r>
            <a:r>
              <a:rPr kumimoji="1" lang="en-US" altLang="ja-JP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'</a:t>
            </a:r>
            <a:r>
              <a:rPr lang="ja-JP" altLang="en-US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)</a:t>
            </a:r>
            <a:r>
              <a:rPr lang="en-US" altLang="ja-JP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;</a:t>
            </a:r>
            <a:endParaRPr lang="ja-JP" altLang="en-US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Consolas" panose="020B0609020204030204" pitchFamily="49" charset="0"/>
            </a:endParaRPr>
          </a:p>
          <a:p>
            <a:r>
              <a:rPr lang="ja-JP" altLang="en-US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}</a:t>
            </a:r>
            <a:endParaRPr kumimoji="1" lang="en-US" altLang="ja-JP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Consolas" panose="020B0609020204030204" pitchFamily="49" charset="0"/>
            </a:endParaRPr>
          </a:p>
          <a:p>
            <a:endParaRPr kumimoji="1" lang="en-US" altLang="ja-JP" dirty="0">
              <a:solidFill>
                <a:srgbClr val="FFC000"/>
              </a:solidFill>
              <a:latin typeface="Meiryo UI" panose="020B0604030504040204" pitchFamily="50" charset="-128"/>
              <a:ea typeface="Meiryo UI" panose="020B0604030504040204" pitchFamily="50" charset="-128"/>
              <a:cs typeface="Consolas" panose="020B0609020204030204" pitchFamily="49" charset="0"/>
            </a:endParaRPr>
          </a:p>
          <a:p>
            <a:r>
              <a:rPr kumimoji="1" lang="en-US" altLang="ja-JP" dirty="0" err="1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kintone.events.on</a:t>
            </a:r>
            <a:r>
              <a:rPr kumimoji="1" lang="en-US" altLang="ja-JP" dirty="0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(</a:t>
            </a:r>
            <a:r>
              <a:rPr kumimoji="1" lang="en-US" altLang="ja-JP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'</a:t>
            </a:r>
            <a:r>
              <a:rPr kumimoji="1" lang="en-US" altLang="ja-JP" dirty="0" err="1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app.record</a:t>
            </a:r>
            <a:r>
              <a:rPr kumimoji="1" lang="en-US" altLang="ja-JP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.</a:t>
            </a:r>
            <a:r>
              <a:rPr kumimoji="1" lang="ja-JP" altLang="en-US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　　　　　　　　　　　</a:t>
            </a:r>
            <a:r>
              <a:rPr kumimoji="1" lang="en-US" altLang="ja-JP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'</a:t>
            </a:r>
            <a:r>
              <a:rPr kumimoji="1" lang="en-US" altLang="ja-JP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,</a:t>
            </a:r>
            <a:r>
              <a:rPr kumimoji="1" lang="en-US" altLang="ja-JP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 </a:t>
            </a:r>
            <a:r>
              <a:rPr kumimoji="1" lang="en-US" altLang="ja-JP" dirty="0" err="1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showMessage</a:t>
            </a:r>
            <a:r>
              <a:rPr kumimoji="1" lang="en-US" altLang="ja-JP" dirty="0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)</a:t>
            </a:r>
            <a:r>
              <a:rPr kumimoji="1" lang="en-US" altLang="ja-JP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10" name="正方形/長方形 9"/>
          <p:cNvSpPr/>
          <p:nvPr/>
        </p:nvSpPr>
        <p:spPr>
          <a:xfrm>
            <a:off x="7383645" y="4151909"/>
            <a:ext cx="1617178" cy="2422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33C6155-12F3-4CC6-AE3F-6FD23BAA29B0}"/>
              </a:ext>
            </a:extLst>
          </p:cNvPr>
          <p:cNvSpPr txBox="1"/>
          <p:nvPr/>
        </p:nvSpPr>
        <p:spPr>
          <a:xfrm>
            <a:off x="10015743" y="1250788"/>
            <a:ext cx="1590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ja-JP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1.『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销售支持包</a:t>
            </a:r>
            <a:r>
              <a:rPr kumimoji="1" lang="en-US" altLang="ja-JP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』</a:t>
            </a:r>
            <a:endParaRPr kumimoji="1" lang="ja-JP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角丸四角形 3"/>
          <p:cNvSpPr/>
          <p:nvPr/>
        </p:nvSpPr>
        <p:spPr>
          <a:xfrm>
            <a:off x="6903461" y="5606966"/>
            <a:ext cx="5194571" cy="1092649"/>
          </a:xfrm>
          <a:prstGeom prst="roundRect">
            <a:avLst/>
          </a:prstGeom>
          <a:ln w="317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　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关于事件，请查看以下页面</a:t>
            </a:r>
            <a:endParaRPr lang="en-US" altLang="ja-JP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ja-JP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▼ </a:t>
            </a:r>
            <a:r>
              <a:rPr lang="en-US" altLang="ja-JP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kintone JavaScript API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一览</a:t>
            </a:r>
            <a:r>
              <a:rPr lang="en-US" altLang="ja-JP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ja-JP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https://developer.cybozu.io/hc/ja/articles/360000361686</a:t>
            </a:r>
            <a:endParaRPr lang="en-US" altLang="ja-JP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ja-JP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ja-JP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　</a:t>
            </a:r>
            <a:r>
              <a:rPr lang="en-US" altLang="ja-JP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※ </a:t>
            </a:r>
            <a:r>
              <a:rPr lang="ja-JP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“提案プラン”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的字段代码是</a:t>
            </a:r>
            <a:r>
              <a:rPr lang="ja-JP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“提案プラン”</a:t>
            </a:r>
          </a:p>
        </p:txBody>
      </p:sp>
      <p:grpSp>
        <p:nvGrpSpPr>
          <p:cNvPr id="5" name="グループ化 4"/>
          <p:cNvGrpSpPr/>
          <p:nvPr/>
        </p:nvGrpSpPr>
        <p:grpSpPr>
          <a:xfrm>
            <a:off x="6671210" y="5534892"/>
            <a:ext cx="544599" cy="557796"/>
            <a:chOff x="6561939" y="5408318"/>
            <a:chExt cx="651753" cy="651753"/>
          </a:xfrm>
        </p:grpSpPr>
        <p:sp>
          <p:nvSpPr>
            <p:cNvPr id="2" name="円/楕円 1"/>
            <p:cNvSpPr/>
            <p:nvPr/>
          </p:nvSpPr>
          <p:spPr>
            <a:xfrm>
              <a:off x="6561939" y="5408318"/>
              <a:ext cx="651753" cy="651753"/>
            </a:xfrm>
            <a:prstGeom prst="ellipse">
              <a:avLst/>
            </a:prstGeom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7" name="Rectangle 7">
              <a:extLst>
                <a:ext uri="{FF2B5EF4-FFF2-40B4-BE49-F238E27FC236}">
                  <a16:creationId xmlns:a16="http://schemas.microsoft.com/office/drawing/2014/main" id="{84693C49-05C6-4CD0-A900-4B843CF3016D}"/>
                </a:ext>
              </a:extLst>
            </p:cNvPr>
            <p:cNvSpPr/>
            <p:nvPr/>
          </p:nvSpPr>
          <p:spPr>
            <a:xfrm rot="18900000">
              <a:off x="6811868" y="5536095"/>
              <a:ext cx="183187" cy="408101"/>
            </a:xfrm>
            <a:custGeom>
              <a:avLst/>
              <a:gdLst/>
              <a:ahLst/>
              <a:cxnLst/>
              <a:rect l="l" t="t" r="r" b="b"/>
              <a:pathLst>
                <a:path w="154109" h="343323">
                  <a:moveTo>
                    <a:pt x="102909" y="313772"/>
                  </a:moveTo>
                  <a:lnTo>
                    <a:pt x="102909" y="328547"/>
                  </a:lnTo>
                  <a:cubicBezTo>
                    <a:pt x="102909" y="336708"/>
                    <a:pt x="96294" y="343322"/>
                    <a:pt x="88133" y="343323"/>
                  </a:cubicBezTo>
                  <a:lnTo>
                    <a:pt x="65975" y="343322"/>
                  </a:lnTo>
                  <a:cubicBezTo>
                    <a:pt x="57814" y="343322"/>
                    <a:pt x="51199" y="336708"/>
                    <a:pt x="51199" y="328547"/>
                  </a:cubicBezTo>
                  <a:cubicBezTo>
                    <a:pt x="51199" y="323622"/>
                    <a:pt x="51200" y="318696"/>
                    <a:pt x="51200" y="313771"/>
                  </a:cubicBezTo>
                  <a:close/>
                  <a:moveTo>
                    <a:pt x="123327" y="15459"/>
                  </a:moveTo>
                  <a:cubicBezTo>
                    <a:pt x="141678" y="29245"/>
                    <a:pt x="152926" y="50497"/>
                    <a:pt x="154008" y="73425"/>
                  </a:cubicBezTo>
                  <a:cubicBezTo>
                    <a:pt x="155089" y="96353"/>
                    <a:pt x="145890" y="118568"/>
                    <a:pt x="128916" y="134021"/>
                  </a:cubicBezTo>
                  <a:lnTo>
                    <a:pt x="119294" y="123450"/>
                  </a:lnTo>
                  <a:cubicBezTo>
                    <a:pt x="133118" y="110865"/>
                    <a:pt x="140611" y="92772"/>
                    <a:pt x="139730" y="74098"/>
                  </a:cubicBezTo>
                  <a:cubicBezTo>
                    <a:pt x="138850" y="55424"/>
                    <a:pt x="129689" y="38115"/>
                    <a:pt x="114743" y="26887"/>
                  </a:cubicBezTo>
                  <a:close/>
                  <a:moveTo>
                    <a:pt x="136698" y="17411"/>
                  </a:moveTo>
                  <a:cubicBezTo>
                    <a:pt x="103758" y="-15529"/>
                    <a:pt x="50351" y="-15529"/>
                    <a:pt x="17412" y="17411"/>
                  </a:cubicBezTo>
                  <a:cubicBezTo>
                    <a:pt x="-15528" y="50351"/>
                    <a:pt x="-15528" y="103757"/>
                    <a:pt x="17412" y="136697"/>
                  </a:cubicBezTo>
                  <a:cubicBezTo>
                    <a:pt x="50351" y="169637"/>
                    <a:pt x="103758" y="169637"/>
                    <a:pt x="136698" y="136697"/>
                  </a:cubicBezTo>
                  <a:cubicBezTo>
                    <a:pt x="169637" y="103757"/>
                    <a:pt x="169637" y="50351"/>
                    <a:pt x="136698" y="17411"/>
                  </a:cubicBezTo>
                  <a:close/>
                  <a:moveTo>
                    <a:pt x="154109" y="0"/>
                  </a:moveTo>
                  <a:cubicBezTo>
                    <a:pt x="196665" y="42556"/>
                    <a:pt x="196665" y="111552"/>
                    <a:pt x="154109" y="154108"/>
                  </a:cubicBezTo>
                  <a:cubicBezTo>
                    <a:pt x="139576" y="168641"/>
                    <a:pt x="121959" y="178211"/>
                    <a:pt x="102912" y="180994"/>
                  </a:cubicBezTo>
                  <a:lnTo>
                    <a:pt x="102912" y="308310"/>
                  </a:lnTo>
                  <a:lnTo>
                    <a:pt x="51197" y="308310"/>
                  </a:lnTo>
                  <a:lnTo>
                    <a:pt x="51197" y="180994"/>
                  </a:lnTo>
                  <a:cubicBezTo>
                    <a:pt x="32150" y="178211"/>
                    <a:pt x="14534" y="168641"/>
                    <a:pt x="0" y="154108"/>
                  </a:cubicBezTo>
                  <a:cubicBezTo>
                    <a:pt x="-42555" y="111552"/>
                    <a:pt x="-42555" y="42556"/>
                    <a:pt x="0" y="0"/>
                  </a:cubicBezTo>
                  <a:cubicBezTo>
                    <a:pt x="42556" y="-42556"/>
                    <a:pt x="111553" y="-42556"/>
                    <a:pt x="1541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latin typeface="Meiryo UI" panose="020B0604030504040204" pitchFamily="50" charset="-128"/>
              </a:endParaRPr>
            </a:p>
          </p:txBody>
        </p:sp>
      </p:grpSp>
      <p:pic>
        <p:nvPicPr>
          <p:cNvPr id="14" name="図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4812" y="1563089"/>
            <a:ext cx="1821431" cy="58074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2777249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テキスト ボックス 12"/>
          <p:cNvSpPr txBox="1"/>
          <p:nvPr/>
        </p:nvSpPr>
        <p:spPr>
          <a:xfrm>
            <a:off x="3393780" y="4346799"/>
            <a:ext cx="8328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编辑画面中，更改特定的字段值时的事件是</a:t>
            </a:r>
            <a:r>
              <a:rPr kumimoji="1" lang="en-US" altLang="ja-JP" sz="24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app.record.edit.change</a:t>
            </a:r>
            <a:r>
              <a:rPr kumimoji="1" lang="en-US" altLang="ja-JP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.&lt;</a:t>
            </a:r>
            <a:r>
              <a:rPr kumimoji="1" lang="zh-CN" alt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字段代码</a:t>
            </a:r>
            <a:r>
              <a:rPr kumimoji="1" lang="en-US" altLang="ja-JP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kumimoji="1" lang="ja-JP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6" name="角丸四角形 5"/>
          <p:cNvSpPr/>
          <p:nvPr/>
        </p:nvSpPr>
        <p:spPr>
          <a:xfrm>
            <a:off x="97277" y="80597"/>
            <a:ext cx="2276272" cy="629522"/>
          </a:xfrm>
          <a:prstGeom prst="roundRect">
            <a:avLst/>
          </a:prstGeom>
          <a:solidFill>
            <a:srgbClr val="F8931D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动手操作⑤</a:t>
            </a:r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zh-CN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核对答案</a:t>
            </a:r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07FCE3B-B275-421F-A2ED-47D883686CF4}"/>
              </a:ext>
            </a:extLst>
          </p:cNvPr>
          <p:cNvSpPr txBox="1"/>
          <p:nvPr/>
        </p:nvSpPr>
        <p:spPr>
          <a:xfrm>
            <a:off x="2713335" y="2027939"/>
            <a:ext cx="9255612" cy="190821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82880" tIns="182880" rIns="182880" bIns="182880" rtlCol="0">
            <a:spAutoFit/>
          </a:bodyPr>
          <a:lstStyle/>
          <a:p>
            <a:r>
              <a:rPr lang="ja-JP" altLang="en-US" sz="20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function</a:t>
            </a:r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 </a:t>
            </a:r>
            <a:r>
              <a:rPr lang="ja-JP" altLang="en-US" sz="2000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show</a:t>
            </a:r>
            <a:r>
              <a:rPr lang="en-US" altLang="ja-JP" sz="2000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M</a:t>
            </a:r>
            <a:r>
              <a:rPr lang="ja-JP" altLang="en-US" sz="2000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essage</a:t>
            </a:r>
            <a:r>
              <a:rPr lang="ja-JP" altLang="en-US" sz="20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() {</a:t>
            </a:r>
          </a:p>
          <a:p>
            <a:r>
              <a:rPr lang="ja-JP" altLang="en-US" sz="20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	</a:t>
            </a:r>
            <a:r>
              <a:rPr lang="en-US" altLang="ja-JP" sz="20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console.log</a:t>
            </a:r>
            <a:r>
              <a:rPr lang="ja-JP" altLang="en-US" sz="20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(</a:t>
            </a:r>
            <a:r>
              <a:rPr kumimoji="1" lang="en-US" altLang="ja-JP" sz="20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'</a:t>
            </a:r>
            <a:r>
              <a:rPr lang="ja-JP" altLang="en-US" sz="20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hello world</a:t>
            </a:r>
            <a:r>
              <a:rPr kumimoji="1" lang="en-US" altLang="ja-JP" sz="20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'</a:t>
            </a:r>
            <a:r>
              <a:rPr lang="ja-JP" altLang="en-US" sz="20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)</a:t>
            </a:r>
            <a:r>
              <a:rPr lang="en-US" altLang="ja-JP" sz="20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;</a:t>
            </a:r>
            <a:endParaRPr lang="ja-JP" altLang="en-US" sz="20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Consolas" panose="020B0609020204030204" pitchFamily="49" charset="0"/>
            </a:endParaRPr>
          </a:p>
          <a:p>
            <a:r>
              <a:rPr lang="ja-JP" altLang="en-US" sz="20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}</a:t>
            </a:r>
            <a:endParaRPr kumimoji="1" lang="en-US" altLang="ja-JP" sz="20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Consolas" panose="020B0609020204030204" pitchFamily="49" charset="0"/>
            </a:endParaRPr>
          </a:p>
          <a:p>
            <a:endParaRPr kumimoji="1" lang="en-US" altLang="ja-JP" sz="2000" dirty="0">
              <a:solidFill>
                <a:srgbClr val="FFC000"/>
              </a:solidFill>
              <a:latin typeface="Meiryo UI" panose="020B0604030504040204" pitchFamily="50" charset="-128"/>
              <a:ea typeface="Meiryo UI" panose="020B0604030504040204" pitchFamily="50" charset="-128"/>
              <a:cs typeface="Consolas" panose="020B0609020204030204" pitchFamily="49" charset="0"/>
            </a:endParaRPr>
          </a:p>
          <a:p>
            <a:r>
              <a:rPr kumimoji="1" lang="en-US" altLang="ja-JP" sz="2000" dirty="0" err="1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kintone.events.on</a:t>
            </a:r>
            <a:r>
              <a:rPr kumimoji="1" lang="en-US" altLang="ja-JP" sz="2000" dirty="0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(</a:t>
            </a:r>
            <a:r>
              <a:rPr kumimoji="1" lang="en-US" altLang="ja-JP" sz="20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'</a:t>
            </a:r>
            <a:r>
              <a:rPr kumimoji="1" lang="en-US" altLang="ja-JP" sz="2000" dirty="0" err="1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app.record.</a:t>
            </a:r>
            <a:r>
              <a:rPr kumimoji="1" lang="en-US" altLang="ja-JP" sz="2000" b="1" dirty="0" err="1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edit.change</a:t>
            </a:r>
            <a:r>
              <a:rPr kumimoji="1" lang="en-US" altLang="ja-JP" sz="2000" b="1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.</a:t>
            </a:r>
            <a:r>
              <a:rPr kumimoji="1" lang="ja-JP" altLang="en-US" sz="2000" b="1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提案プラン</a:t>
            </a:r>
            <a:r>
              <a:rPr kumimoji="1" lang="en-US" altLang="ja-JP" sz="20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', </a:t>
            </a:r>
            <a:r>
              <a:rPr kumimoji="1" lang="en-US" altLang="ja-JP" sz="2000" dirty="0" err="1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showMessage</a:t>
            </a:r>
            <a:r>
              <a:rPr kumimoji="1" lang="en-US" altLang="ja-JP" sz="2000" dirty="0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)</a:t>
            </a:r>
            <a:r>
              <a:rPr kumimoji="1" lang="en-US" altLang="ja-JP" sz="20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;</a:t>
            </a:r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37EF3815-A4F4-4D57-8812-1876178F2865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8374240" y="2551226"/>
            <a:ext cx="545095" cy="873162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9" name="テキスト ボックス 8"/>
          <p:cNvSpPr txBox="1"/>
          <p:nvPr/>
        </p:nvSpPr>
        <p:spPr>
          <a:xfrm>
            <a:off x="6896912" y="2181894"/>
            <a:ext cx="2954655" cy="369332"/>
          </a:xfrm>
          <a:prstGeom prst="rect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“提案プラン”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的字段代码</a:t>
            </a:r>
            <a:endParaRPr kumimoji="1" lang="ja-JP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角丸四角形 9"/>
          <p:cNvSpPr/>
          <p:nvPr/>
        </p:nvSpPr>
        <p:spPr>
          <a:xfrm>
            <a:off x="8354202" y="3424388"/>
            <a:ext cx="1130266" cy="305787"/>
          </a:xfrm>
          <a:prstGeom prst="roundRect">
            <a:avLst/>
          </a:prstGeom>
          <a:noFill/>
          <a:ln w="3492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436050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>
                <a:latin typeface="微软雅黑" panose="020B0503020204020204" pitchFamily="34" charset="-122"/>
                <a:ea typeface="微软雅黑" panose="020B0503020204020204" pitchFamily="34" charset="-122"/>
              </a:rPr>
              <a:t>kintone 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的事件对象</a:t>
            </a:r>
            <a:endParaRPr kumimoji="1" lang="ja-JP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424CF9D1-2347-41F7-948B-E7342A91FC44}"/>
              </a:ext>
            </a:extLst>
          </p:cNvPr>
          <p:cNvSpPr txBox="1">
            <a:spLocks/>
          </p:cNvSpPr>
          <p:nvPr/>
        </p:nvSpPr>
        <p:spPr>
          <a:xfrm>
            <a:off x="1023370" y="1815898"/>
            <a:ext cx="10173511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可以使用包含页面信息的</a:t>
            </a:r>
            <a:r>
              <a:rPr lang="zh-CN" altLang="en-US" sz="24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事件对象</a:t>
            </a:r>
            <a:endParaRPr kumimoji="1" lang="ja-JP" altLang="en-US" sz="2400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495206" y="2546083"/>
            <a:ext cx="93122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如果在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kintone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事件发生时将</a:t>
            </a:r>
            <a:r>
              <a:rPr kumimoji="1"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parameters</a:t>
            </a:r>
            <a:r>
              <a:rPr kumimoji="1"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（参数）设置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为要移动的函数，则在事件发生时，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kintone“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事件对象”将传递给该参数。</a:t>
            </a:r>
            <a:endParaRPr kumimoji="1" lang="ja-JP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フレーム 7"/>
          <p:cNvSpPr/>
          <p:nvPr/>
        </p:nvSpPr>
        <p:spPr>
          <a:xfrm>
            <a:off x="1303507" y="2372204"/>
            <a:ext cx="9698475" cy="4086960"/>
          </a:xfrm>
          <a:prstGeom prst="frame">
            <a:avLst>
              <a:gd name="adj1" fmla="val 2296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1512379" y="5797904"/>
            <a:ext cx="91954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※ 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 “事件对象”包含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kintone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记录和事件等各种信息。</a:t>
            </a:r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9E4B85E-45D2-4F3E-8098-47432D2E9F6A}"/>
              </a:ext>
            </a:extLst>
          </p:cNvPr>
          <p:cNvSpPr/>
          <p:nvPr/>
        </p:nvSpPr>
        <p:spPr>
          <a:xfrm>
            <a:off x="1703495" y="4089144"/>
            <a:ext cx="3992315" cy="92333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function </a:t>
            </a:r>
            <a:r>
              <a:rPr lang="ja-JP" altLang="en-US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show</a:t>
            </a:r>
            <a:r>
              <a:rPr lang="en-US" altLang="ja-JP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M</a:t>
            </a:r>
            <a:r>
              <a:rPr lang="ja-JP" altLang="en-US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essage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() {</a:t>
            </a:r>
          </a:p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	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console.log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(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'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hello world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'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)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;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  <a:cs typeface="Consolas" panose="020B0609020204030204" pitchFamily="49" charset="0"/>
            </a:endParaRPr>
          </a:p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9BF4F50-920D-4489-AAF1-D05A36F80110}"/>
              </a:ext>
            </a:extLst>
          </p:cNvPr>
          <p:cNvSpPr/>
          <p:nvPr/>
        </p:nvSpPr>
        <p:spPr>
          <a:xfrm>
            <a:off x="6587911" y="4089144"/>
            <a:ext cx="4119960" cy="147732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function </a:t>
            </a:r>
            <a:r>
              <a:rPr lang="ja-JP" altLang="en-US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show</a:t>
            </a:r>
            <a:r>
              <a:rPr lang="en-US" altLang="ja-JP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M</a:t>
            </a:r>
            <a:r>
              <a:rPr lang="ja-JP" altLang="en-US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essage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(</a:t>
            </a:r>
            <a:r>
              <a:rPr lang="en-US" altLang="ja-JP" dirty="0" err="1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eventobject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) {</a:t>
            </a:r>
          </a:p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	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console.log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(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'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hello world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'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)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;</a:t>
            </a:r>
          </a:p>
          <a:p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	console.log(</a:t>
            </a:r>
            <a:r>
              <a:rPr lang="en-US" altLang="ja-JP" dirty="0" err="1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eventobject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)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  <a:cs typeface="Consolas" panose="020B0609020204030204" pitchFamily="49" charset="0"/>
            </a:endParaRPr>
          </a:p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5" name="下矢印 14"/>
          <p:cNvSpPr/>
          <p:nvPr/>
        </p:nvSpPr>
        <p:spPr>
          <a:xfrm rot="16200000">
            <a:off x="5904373" y="4361164"/>
            <a:ext cx="488950" cy="597989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78649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3" grpId="0"/>
      <p:bldP spid="10" grpId="0" animBg="1"/>
      <p:bldP spid="12" grpId="0" animBg="1"/>
      <p:bldP spid="1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右矢印 8"/>
          <p:cNvSpPr/>
          <p:nvPr/>
        </p:nvSpPr>
        <p:spPr>
          <a:xfrm>
            <a:off x="1509348" y="5959491"/>
            <a:ext cx="8519869" cy="314849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050" name="Picture 2" descr="「矢印 フリー」の画像検索結果"/>
          <p:cNvPicPr>
            <a:picLocks noChangeAspect="1" noChangeArrowheads="1"/>
          </p:cNvPicPr>
          <p:nvPr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lum brigh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38" t="19244" r="5930" b="30661"/>
          <a:stretch/>
        </p:blipFill>
        <p:spPr bwMode="auto">
          <a:xfrm rot="17250661" flipV="1">
            <a:off x="2840315" y="4683095"/>
            <a:ext cx="1326170" cy="617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テキスト プレースホルダー 1"/>
          <p:cNvSpPr>
            <a:spLocks noGrp="1"/>
          </p:cNvSpPr>
          <p:nvPr>
            <p:ph type="body" sz="quarter" idx="10"/>
          </p:nvPr>
        </p:nvSpPr>
        <p:spPr>
          <a:xfrm>
            <a:off x="323528" y="287254"/>
            <a:ext cx="11573197" cy="724247"/>
          </a:xfrm>
        </p:spPr>
        <p:txBody>
          <a:bodyPr/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返回事件对象</a:t>
            </a:r>
            <a:endParaRPr kumimoji="1" lang="ja-JP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424CF9D1-2347-41F7-948B-E7342A91FC44}"/>
              </a:ext>
            </a:extLst>
          </p:cNvPr>
          <p:cNvSpPr txBox="1">
            <a:spLocks/>
          </p:cNvSpPr>
          <p:nvPr/>
        </p:nvSpPr>
        <p:spPr>
          <a:xfrm>
            <a:off x="1023370" y="1815898"/>
            <a:ext cx="10357992" cy="1716202"/>
          </a:xfrm>
          <a:prstGeom prst="rect">
            <a:avLst/>
          </a:prstGeom>
        </p:spPr>
        <p:txBody>
          <a:bodyPr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通过在函数末尾设置</a:t>
            </a:r>
            <a:r>
              <a:rPr lang="en-US" altLang="ja-JP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ja-JP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return </a:t>
            </a:r>
            <a:r>
              <a:rPr lang="ja-JP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〇〇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，可以在函数结束时设置返回值。</a:t>
            </a:r>
            <a:endParaRPr lang="en-US" altLang="ja-JP" sz="2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kumimoji="1"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kumimoji="1"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kintone</a:t>
            </a:r>
            <a:r>
              <a:rPr kumimoji="1"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返回一个事件对象时，它会使用返回的值更新</a:t>
            </a:r>
            <a:r>
              <a:rPr kumimoji="1"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kintone</a:t>
            </a:r>
            <a:r>
              <a:rPr kumimoji="1"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（有例外）</a:t>
            </a:r>
            <a:endParaRPr kumimoji="1" lang="ja-JP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858ABA76-60A0-4620-84D2-43DFFE3024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9770" y="4370478"/>
            <a:ext cx="812741" cy="812741"/>
          </a:xfrm>
          <a:prstGeom prst="rect">
            <a:avLst/>
          </a:prstGeom>
        </p:spPr>
      </p:pic>
      <p:pic>
        <p:nvPicPr>
          <p:cNvPr id="14" name="図 1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63"/>
          <a:stretch/>
        </p:blipFill>
        <p:spPr>
          <a:xfrm>
            <a:off x="6716292" y="3470036"/>
            <a:ext cx="948376" cy="1021804"/>
          </a:xfrm>
          <a:prstGeom prst="rect">
            <a:avLst/>
          </a:prstGeom>
        </p:spPr>
      </p:pic>
      <p:pic>
        <p:nvPicPr>
          <p:cNvPr id="16" name="図 1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6337" y="5171058"/>
            <a:ext cx="660967" cy="758522"/>
          </a:xfrm>
          <a:prstGeom prst="rect">
            <a:avLst/>
          </a:prstGeom>
        </p:spPr>
      </p:pic>
      <p:sp>
        <p:nvSpPr>
          <p:cNvPr id="17" name="コンテンツ プレースホルダー 2">
            <a:extLst>
              <a:ext uri="{FF2B5EF4-FFF2-40B4-BE49-F238E27FC236}">
                <a16:creationId xmlns:a16="http://schemas.microsoft.com/office/drawing/2014/main" id="{53E82D0A-60F5-430D-9808-643B003A42E4}"/>
              </a:ext>
            </a:extLst>
          </p:cNvPr>
          <p:cNvSpPr txBox="1">
            <a:spLocks/>
          </p:cNvSpPr>
          <p:nvPr/>
        </p:nvSpPr>
        <p:spPr>
          <a:xfrm>
            <a:off x="6577767" y="4509960"/>
            <a:ext cx="1132411" cy="339065"/>
          </a:xfrm>
          <a:prstGeom prst="rect">
            <a:avLst/>
          </a:prstGeom>
        </p:spPr>
        <p:txBody>
          <a:bodyPr anchor="ctr">
            <a:no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kumimoji="1" lang="en-US" altLang="ja-JP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kumimoji="1" lang="en-US" altLang="ja-JP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kumimoji="1" lang="en-US" altLang="ja-JP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コンテンツ プレースホルダー 2">
            <a:extLst>
              <a:ext uri="{FF2B5EF4-FFF2-40B4-BE49-F238E27FC236}">
                <a16:creationId xmlns:a16="http://schemas.microsoft.com/office/drawing/2014/main" id="{9BCE2417-4B76-48E0-929B-A7AED2C76365}"/>
              </a:ext>
            </a:extLst>
          </p:cNvPr>
          <p:cNvSpPr txBox="1">
            <a:spLocks/>
          </p:cNvSpPr>
          <p:nvPr/>
        </p:nvSpPr>
        <p:spPr>
          <a:xfrm>
            <a:off x="4353361" y="4218012"/>
            <a:ext cx="1756765" cy="2870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ja-JP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en-US" altLang="ja-JP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ja-JP" altLang="en-US" sz="14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コンテンツ プレースホルダー 2">
            <a:extLst>
              <a:ext uri="{FF2B5EF4-FFF2-40B4-BE49-F238E27FC236}">
                <a16:creationId xmlns:a16="http://schemas.microsoft.com/office/drawing/2014/main" id="{52993E74-CB9B-41D8-830B-639AB4781037}"/>
              </a:ext>
            </a:extLst>
          </p:cNvPr>
          <p:cNvSpPr txBox="1">
            <a:spLocks/>
          </p:cNvSpPr>
          <p:nvPr/>
        </p:nvSpPr>
        <p:spPr>
          <a:xfrm>
            <a:off x="1679756" y="4835820"/>
            <a:ext cx="1494125" cy="39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ja-JP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</a:t>
            </a:r>
            <a:r>
              <a:rPr lang="en-US" altLang="ja-JP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ja-JP" altLang="en-US" sz="1400" b="1" dirty="0">
              <a:solidFill>
                <a:srgbClr val="FF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" name="Picture 2" descr="コイン投入口にお金を入れているイラスト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5541" y="3709605"/>
            <a:ext cx="898702" cy="725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コンテンツ プレースホルダー 2">
            <a:extLst>
              <a:ext uri="{FF2B5EF4-FFF2-40B4-BE49-F238E27FC236}">
                <a16:creationId xmlns:a16="http://schemas.microsoft.com/office/drawing/2014/main" id="{52993E74-CB9B-41D8-830B-639AB4781037}"/>
              </a:ext>
            </a:extLst>
          </p:cNvPr>
          <p:cNvSpPr txBox="1">
            <a:spLocks/>
          </p:cNvSpPr>
          <p:nvPr/>
        </p:nvSpPr>
        <p:spPr>
          <a:xfrm>
            <a:off x="3460216" y="3467017"/>
            <a:ext cx="1587040" cy="3784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ja-JP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ja-JP" altLang="en-US" sz="1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2" name="図 2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093" y="5740537"/>
            <a:ext cx="1036421" cy="729399"/>
          </a:xfrm>
          <a:prstGeom prst="rect">
            <a:avLst/>
          </a:prstGeom>
          <a:ln>
            <a:noFill/>
          </a:ln>
        </p:spPr>
      </p:pic>
      <p:pic>
        <p:nvPicPr>
          <p:cNvPr id="23" name="図 2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4818" y="5752575"/>
            <a:ext cx="1036421" cy="729399"/>
          </a:xfrm>
          <a:prstGeom prst="rect">
            <a:avLst/>
          </a:prstGeom>
          <a:ln>
            <a:noFill/>
          </a:ln>
        </p:spPr>
      </p:pic>
      <p:sp>
        <p:nvSpPr>
          <p:cNvPr id="4" name="角丸四角形 3"/>
          <p:cNvSpPr/>
          <p:nvPr/>
        </p:nvSpPr>
        <p:spPr>
          <a:xfrm>
            <a:off x="1191950" y="4044585"/>
            <a:ext cx="2040421" cy="741012"/>
          </a:xfrm>
          <a:prstGeom prst="roundRect">
            <a:avLst/>
          </a:prstGeom>
          <a:ln w="44450" cmpd="tri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kumimoji="1" lang="en-US" altLang="ja-JP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kintone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发生事件时</a:t>
            </a:r>
            <a:r>
              <a:rPr kumimoji="1" lang="en-US" altLang="ja-JP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1" lang="ja-JP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角丸四角形 23"/>
          <p:cNvSpPr/>
          <p:nvPr/>
        </p:nvSpPr>
        <p:spPr>
          <a:xfrm>
            <a:off x="3985236" y="5218479"/>
            <a:ext cx="2867694" cy="741012"/>
          </a:xfrm>
          <a:prstGeom prst="roundRect">
            <a:avLst/>
          </a:prstGeom>
          <a:ln w="44450" cmpd="tri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kintone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事件对象通过参数发送</a:t>
            </a:r>
            <a:r>
              <a:rPr kumimoji="1" lang="en-US" altLang="ja-JP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1" lang="ja-JP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角丸四角形 24"/>
          <p:cNvSpPr/>
          <p:nvPr/>
        </p:nvSpPr>
        <p:spPr>
          <a:xfrm>
            <a:off x="7633510" y="3489993"/>
            <a:ext cx="2998822" cy="945314"/>
          </a:xfrm>
          <a:prstGeom prst="roundRect">
            <a:avLst/>
          </a:prstGeom>
          <a:ln w="44450" cmpd="tri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处理事件对象并将其返回给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kintone</a:t>
            </a:r>
            <a:r>
              <a:rPr kumimoji="1" lang="en-US" altLang="ja-JP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</a:p>
          <a:p>
            <a:pPr algn="ctr"/>
            <a:r>
              <a:rPr kumimoji="1" lang="en-US" altLang="ja-JP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(return event)</a:t>
            </a:r>
            <a:endParaRPr kumimoji="1" lang="ja-JP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角丸四角形 25"/>
          <p:cNvSpPr/>
          <p:nvPr/>
        </p:nvSpPr>
        <p:spPr>
          <a:xfrm>
            <a:off x="9371816" y="5001953"/>
            <a:ext cx="2150547" cy="741012"/>
          </a:xfrm>
          <a:prstGeom prst="roundRect">
            <a:avLst/>
          </a:prstGeom>
          <a:ln w="44450" cmpd="tri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Kintone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显示出内容</a:t>
            </a:r>
            <a:endParaRPr kumimoji="1" lang="ja-JP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円/楕円 6"/>
          <p:cNvSpPr/>
          <p:nvPr/>
        </p:nvSpPr>
        <p:spPr>
          <a:xfrm>
            <a:off x="1039550" y="3894569"/>
            <a:ext cx="298818" cy="2988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endParaRPr kumimoji="1" lang="ja-JP" altLang="en-US" b="1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円/楕円 26"/>
          <p:cNvSpPr/>
          <p:nvPr/>
        </p:nvSpPr>
        <p:spPr>
          <a:xfrm>
            <a:off x="3835827" y="5055273"/>
            <a:ext cx="298818" cy="2988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endParaRPr kumimoji="1" lang="ja-JP" altLang="en-US" b="1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円/楕円 27"/>
          <p:cNvSpPr/>
          <p:nvPr/>
        </p:nvSpPr>
        <p:spPr>
          <a:xfrm>
            <a:off x="7484101" y="3349750"/>
            <a:ext cx="298818" cy="2988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endParaRPr kumimoji="1" lang="ja-JP" altLang="en-US" b="1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円/楕円 28"/>
          <p:cNvSpPr/>
          <p:nvPr/>
        </p:nvSpPr>
        <p:spPr>
          <a:xfrm>
            <a:off x="9230815" y="4838747"/>
            <a:ext cx="298818" cy="2988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>
                <a:latin typeface="Meiryo UI" panose="020B0604030504040204" pitchFamily="50" charset="-128"/>
                <a:ea typeface="Meiryo UI" panose="020B0604030504040204" pitchFamily="50" charset="-128"/>
              </a:rPr>
              <a:t>4</a:t>
            </a:r>
            <a:endParaRPr kumimoji="1" lang="ja-JP" altLang="en-US" b="1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0" name="Picture 2" descr="「矢印 フリー」の画像検索結果"/>
          <p:cNvPicPr>
            <a:picLocks noChangeAspect="1" noChangeArrowheads="1"/>
          </p:cNvPicPr>
          <p:nvPr/>
        </p:nvPicPr>
        <p:blipFill rotWithShape="1">
          <a:blip r:embed="rId8" cstate="print">
            <a:duotone>
              <a:schemeClr val="accent1">
                <a:shade val="45000"/>
                <a:satMod val="135000"/>
              </a:schemeClr>
              <a:prstClr val="white"/>
            </a:duotone>
            <a:lum brigh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38" t="19244" r="5930" b="30661"/>
          <a:stretch/>
        </p:blipFill>
        <p:spPr bwMode="auto">
          <a:xfrm rot="1008630" flipV="1">
            <a:off x="7546881" y="4877964"/>
            <a:ext cx="1436026" cy="668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「矢印 フリー」の画像検索結果"/>
          <p:cNvPicPr>
            <a:picLocks noChangeAspect="1" noChangeArrowheads="1"/>
          </p:cNvPicPr>
          <p:nvPr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lum brigh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38" t="19244" r="5930" b="30661"/>
          <a:stretch/>
        </p:blipFill>
        <p:spPr bwMode="auto">
          <a:xfrm rot="20681923" flipV="1">
            <a:off x="5190648" y="3777396"/>
            <a:ext cx="1326170" cy="617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2202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1" grpId="0"/>
      <p:bldP spid="4" grpId="0" animBg="1"/>
      <p:bldP spid="24" grpId="0" animBg="1"/>
      <p:bldP spid="25" grpId="0" animBg="1"/>
      <p:bldP spid="26" grpId="0" animBg="1"/>
      <p:bldP spid="7" grpId="0" animBg="1"/>
      <p:bldP spid="27" grpId="0" animBg="1"/>
      <p:bldP spid="28" grpId="0" animBg="1"/>
      <p:bldP spid="2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>
                <a:ea typeface="Meiryo UI" panose="020B0604030504040204" pitchFamily="50" charset="-128"/>
              </a:rPr>
              <a:t>事件对象可以做</a:t>
            </a:r>
            <a:endParaRPr kumimoji="1" lang="en-US" altLang="ja-JP" dirty="0">
              <a:ea typeface="Meiryo UI" panose="020B0604030504040204" pitchFamily="50" charset="-128"/>
            </a:endParaRPr>
          </a:p>
        </p:txBody>
      </p:sp>
      <p:sp>
        <p:nvSpPr>
          <p:cNvPr id="32" name="コンテンツ プレースホルダー 2">
            <a:extLst>
              <a:ext uri="{FF2B5EF4-FFF2-40B4-BE49-F238E27FC236}">
                <a16:creationId xmlns:a16="http://schemas.microsoft.com/office/drawing/2014/main" id="{CA586311-93F2-4AA5-B249-BA81B32F6266}"/>
              </a:ext>
            </a:extLst>
          </p:cNvPr>
          <p:cNvSpPr txBox="1">
            <a:spLocks/>
          </p:cNvSpPr>
          <p:nvPr/>
        </p:nvSpPr>
        <p:spPr>
          <a:xfrm>
            <a:off x="1554106" y="2137747"/>
            <a:ext cx="5936192" cy="3215954"/>
          </a:xfrm>
          <a:prstGeom prst="rect">
            <a:avLst/>
          </a:prstGeom>
        </p:spPr>
        <p:txBody>
          <a:bodyPr>
            <a:no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替换字段的值</a:t>
            </a:r>
          </a:p>
          <a:p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设置可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不可编辑字段</a:t>
            </a:r>
          </a:p>
          <a:p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在字段中显示错误</a:t>
            </a:r>
          </a:p>
          <a:p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在页面顶部显示错误</a:t>
            </a:r>
          </a:p>
          <a:p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自动获取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Lookup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设置字段的显示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不显示</a:t>
            </a:r>
            <a:endParaRPr kumimoji="1"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r">
              <a:buNone/>
            </a:pPr>
            <a:r>
              <a:rPr lang="ja-JP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　　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等等</a:t>
            </a:r>
            <a:r>
              <a:rPr lang="en-US" altLang="ja-JP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</a:p>
        </p:txBody>
      </p:sp>
      <p:pic>
        <p:nvPicPr>
          <p:cNvPr id="33" name="図 3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4653" y="3389171"/>
            <a:ext cx="4460554" cy="71310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34" name="図 3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0607" y="4694728"/>
            <a:ext cx="2514600" cy="9652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35" name="図 3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0926" y="1940312"/>
            <a:ext cx="2544281" cy="84383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533C6155-12F3-4CC6-AE3F-6FD23BAA29B0}"/>
              </a:ext>
            </a:extLst>
          </p:cNvPr>
          <p:cNvSpPr txBox="1"/>
          <p:nvPr/>
        </p:nvSpPr>
        <p:spPr>
          <a:xfrm>
            <a:off x="10597211" y="1658115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不可编辑字段</a:t>
            </a:r>
            <a:endParaRPr kumimoji="1" lang="ja-JP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533C6155-12F3-4CC6-AE3F-6FD23BAA29B0}"/>
              </a:ext>
            </a:extLst>
          </p:cNvPr>
          <p:cNvSpPr txBox="1"/>
          <p:nvPr/>
        </p:nvSpPr>
        <p:spPr>
          <a:xfrm>
            <a:off x="10305405" y="3112172"/>
            <a:ext cx="14157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在字段中显示错误</a:t>
            </a:r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533C6155-12F3-4CC6-AE3F-6FD23BAA29B0}"/>
              </a:ext>
            </a:extLst>
          </p:cNvPr>
          <p:cNvSpPr txBox="1"/>
          <p:nvPr/>
        </p:nvSpPr>
        <p:spPr>
          <a:xfrm>
            <a:off x="10098232" y="4416154"/>
            <a:ext cx="16229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在页面顶部显示错误</a:t>
            </a:r>
            <a:endParaRPr kumimoji="1" lang="ja-JP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2274379" y="5883046"/>
            <a:ext cx="86932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※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详细信息都记载在 </a:t>
            </a:r>
            <a:r>
              <a:rPr lang="en-US" altLang="ja-JP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cybozu</a:t>
            </a:r>
            <a:r>
              <a:rPr lang="en-US" altLang="ja-JP" dirty="0">
                <a:latin typeface="微软雅黑" panose="020B0503020204020204" pitchFamily="34" charset="-122"/>
                <a:ea typeface="微软雅黑" panose="020B0503020204020204" pitchFamily="34" charset="-122"/>
              </a:rPr>
              <a:t> developer network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中的各个事件的描述中。</a:t>
            </a:r>
            <a:endParaRPr lang="en-US" altLang="ja-JP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558733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A0229356-EDB8-4640-9261-6371F6F84F1F}"/>
              </a:ext>
            </a:extLst>
          </p:cNvPr>
          <p:cNvSpPr/>
          <p:nvPr/>
        </p:nvSpPr>
        <p:spPr>
          <a:xfrm>
            <a:off x="444137" y="2647406"/>
            <a:ext cx="8819905" cy="4214949"/>
          </a:xfrm>
          <a:custGeom>
            <a:avLst/>
            <a:gdLst>
              <a:gd name="connsiteX0" fmla="*/ 0 w 9413966"/>
              <a:gd name="connsiteY0" fmla="*/ 2856412 h 4319452"/>
              <a:gd name="connsiteX1" fmla="*/ 1933303 w 9413966"/>
              <a:gd name="connsiteY1" fmla="*/ 1419498 h 4319452"/>
              <a:gd name="connsiteX2" fmla="*/ 3082835 w 9413966"/>
              <a:gd name="connsiteY2" fmla="*/ 2246812 h 4319452"/>
              <a:gd name="connsiteX3" fmla="*/ 5538652 w 9413966"/>
              <a:gd name="connsiteY3" fmla="*/ 0 h 4319452"/>
              <a:gd name="connsiteX4" fmla="*/ 6653349 w 9413966"/>
              <a:gd name="connsiteY4" fmla="*/ 1341120 h 4319452"/>
              <a:gd name="connsiteX5" fmla="*/ 6810103 w 9413966"/>
              <a:gd name="connsiteY5" fmla="*/ 1314995 h 4319452"/>
              <a:gd name="connsiteX6" fmla="*/ 6836229 w 9413966"/>
              <a:gd name="connsiteY6" fmla="*/ 1306286 h 4319452"/>
              <a:gd name="connsiteX7" fmla="*/ 6871063 w 9413966"/>
              <a:gd name="connsiteY7" fmla="*/ 1288869 h 4319452"/>
              <a:gd name="connsiteX8" fmla="*/ 7733212 w 9413966"/>
              <a:gd name="connsiteY8" fmla="*/ 670560 h 4319452"/>
              <a:gd name="connsiteX9" fmla="*/ 9413966 w 9413966"/>
              <a:gd name="connsiteY9" fmla="*/ 4319452 h 4319452"/>
              <a:gd name="connsiteX10" fmla="*/ 17418 w 9413966"/>
              <a:gd name="connsiteY10" fmla="*/ 4310743 h 4319452"/>
              <a:gd name="connsiteX11" fmla="*/ 0 w 9413966"/>
              <a:gd name="connsiteY11" fmla="*/ 2856412 h 4319452"/>
              <a:gd name="connsiteX0" fmla="*/ 0 w 9396548"/>
              <a:gd name="connsiteY0" fmla="*/ 4310743 h 4319452"/>
              <a:gd name="connsiteX1" fmla="*/ 1915885 w 9396548"/>
              <a:gd name="connsiteY1" fmla="*/ 1419498 h 4319452"/>
              <a:gd name="connsiteX2" fmla="*/ 3065417 w 9396548"/>
              <a:gd name="connsiteY2" fmla="*/ 2246812 h 4319452"/>
              <a:gd name="connsiteX3" fmla="*/ 5521234 w 9396548"/>
              <a:gd name="connsiteY3" fmla="*/ 0 h 4319452"/>
              <a:gd name="connsiteX4" fmla="*/ 6635931 w 9396548"/>
              <a:gd name="connsiteY4" fmla="*/ 1341120 h 4319452"/>
              <a:gd name="connsiteX5" fmla="*/ 6792685 w 9396548"/>
              <a:gd name="connsiteY5" fmla="*/ 1314995 h 4319452"/>
              <a:gd name="connsiteX6" fmla="*/ 6818811 w 9396548"/>
              <a:gd name="connsiteY6" fmla="*/ 1306286 h 4319452"/>
              <a:gd name="connsiteX7" fmla="*/ 6853645 w 9396548"/>
              <a:gd name="connsiteY7" fmla="*/ 1288869 h 4319452"/>
              <a:gd name="connsiteX8" fmla="*/ 7715794 w 9396548"/>
              <a:gd name="connsiteY8" fmla="*/ 670560 h 4319452"/>
              <a:gd name="connsiteX9" fmla="*/ 9396548 w 9396548"/>
              <a:gd name="connsiteY9" fmla="*/ 4319452 h 4319452"/>
              <a:gd name="connsiteX10" fmla="*/ 0 w 9396548"/>
              <a:gd name="connsiteY10" fmla="*/ 4310743 h 4319452"/>
              <a:gd name="connsiteX0" fmla="*/ 0 w 9396548"/>
              <a:gd name="connsiteY0" fmla="*/ 4310743 h 4319452"/>
              <a:gd name="connsiteX1" fmla="*/ 2368731 w 9396548"/>
              <a:gd name="connsiteY1" fmla="*/ 1611086 h 4319452"/>
              <a:gd name="connsiteX2" fmla="*/ 3065417 w 9396548"/>
              <a:gd name="connsiteY2" fmla="*/ 2246812 h 4319452"/>
              <a:gd name="connsiteX3" fmla="*/ 5521234 w 9396548"/>
              <a:gd name="connsiteY3" fmla="*/ 0 h 4319452"/>
              <a:gd name="connsiteX4" fmla="*/ 6635931 w 9396548"/>
              <a:gd name="connsiteY4" fmla="*/ 1341120 h 4319452"/>
              <a:gd name="connsiteX5" fmla="*/ 6792685 w 9396548"/>
              <a:gd name="connsiteY5" fmla="*/ 1314995 h 4319452"/>
              <a:gd name="connsiteX6" fmla="*/ 6818811 w 9396548"/>
              <a:gd name="connsiteY6" fmla="*/ 1306286 h 4319452"/>
              <a:gd name="connsiteX7" fmla="*/ 6853645 w 9396548"/>
              <a:gd name="connsiteY7" fmla="*/ 1288869 h 4319452"/>
              <a:gd name="connsiteX8" fmla="*/ 7715794 w 9396548"/>
              <a:gd name="connsiteY8" fmla="*/ 670560 h 4319452"/>
              <a:gd name="connsiteX9" fmla="*/ 9396548 w 9396548"/>
              <a:gd name="connsiteY9" fmla="*/ 4319452 h 4319452"/>
              <a:gd name="connsiteX10" fmla="*/ 0 w 9396548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7280366 w 8961120"/>
              <a:gd name="connsiteY7" fmla="*/ 670560 h 4319452"/>
              <a:gd name="connsiteX8" fmla="*/ 8961120 w 8961120"/>
              <a:gd name="connsiteY8" fmla="*/ 4319452 h 4319452"/>
              <a:gd name="connsiteX9" fmla="*/ 0 w 8961120"/>
              <a:gd name="connsiteY9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7280366 w 8961120"/>
              <a:gd name="connsiteY6" fmla="*/ 670560 h 4319452"/>
              <a:gd name="connsiteX7" fmla="*/ 8961120 w 8961120"/>
              <a:gd name="connsiteY7" fmla="*/ 4319452 h 4319452"/>
              <a:gd name="connsiteX8" fmla="*/ 0 w 8961120"/>
              <a:gd name="connsiteY8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78537"/>
              <a:gd name="connsiteY0" fmla="*/ 4310743 h 4310744"/>
              <a:gd name="connsiteX1" fmla="*/ 1933303 w 8978537"/>
              <a:gd name="connsiteY1" fmla="*/ 1611086 h 4310744"/>
              <a:gd name="connsiteX2" fmla="*/ 2725784 w 8978537"/>
              <a:gd name="connsiteY2" fmla="*/ 2360023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310743 h 4310744"/>
              <a:gd name="connsiteX1" fmla="*/ 1853517 w 8978537"/>
              <a:gd name="connsiteY1" fmla="*/ 1672046 h 4310744"/>
              <a:gd name="connsiteX2" fmla="*/ 2725784 w 8978537"/>
              <a:gd name="connsiteY2" fmla="*/ 2360023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310743 h 4310744"/>
              <a:gd name="connsiteX1" fmla="*/ 1853517 w 8978537"/>
              <a:gd name="connsiteY1" fmla="*/ 1672046 h 4310744"/>
              <a:gd name="connsiteX2" fmla="*/ 3257696 w 8978537"/>
              <a:gd name="connsiteY2" fmla="*/ 2360023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310743 h 4310744"/>
              <a:gd name="connsiteX1" fmla="*/ 1853517 w 8978537"/>
              <a:gd name="connsiteY1" fmla="*/ 1672046 h 4310744"/>
              <a:gd name="connsiteX2" fmla="*/ 3080392 w 8978537"/>
              <a:gd name="connsiteY2" fmla="*/ 2386149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306962 w 8978537"/>
              <a:gd name="connsiteY5" fmla="*/ 792480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78537" h="4214949">
                <a:moveTo>
                  <a:pt x="0" y="4214948"/>
                </a:moveTo>
                <a:cubicBezTo>
                  <a:pt x="644434" y="3315062"/>
                  <a:pt x="1540008" y="1561737"/>
                  <a:pt x="1853517" y="1576251"/>
                </a:cubicBezTo>
                <a:cubicBezTo>
                  <a:pt x="2164123" y="1570446"/>
                  <a:pt x="2639157" y="2313576"/>
                  <a:pt x="3080392" y="2290354"/>
                </a:cubicBezTo>
                <a:cubicBezTo>
                  <a:pt x="3684186" y="2278743"/>
                  <a:pt x="4409367" y="29027"/>
                  <a:pt x="5023750" y="0"/>
                </a:cubicBezTo>
                <a:cubicBezTo>
                  <a:pt x="5680414" y="11612"/>
                  <a:pt x="5889897" y="1233713"/>
                  <a:pt x="6200503" y="1245325"/>
                </a:cubicBezTo>
                <a:cubicBezTo>
                  <a:pt x="6496595" y="1226456"/>
                  <a:pt x="7003613" y="156754"/>
                  <a:pt x="7306962" y="792480"/>
                </a:cubicBezTo>
                <a:lnTo>
                  <a:pt x="8978537" y="4214949"/>
                </a:lnTo>
                <a:lnTo>
                  <a:pt x="0" y="4214948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eiryo UI" panose="020B0604030504040204" pitchFamily="50" charset="-128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187785C-5587-42DC-AD55-4A23CC5AFF16}"/>
              </a:ext>
            </a:extLst>
          </p:cNvPr>
          <p:cNvGrpSpPr/>
          <p:nvPr/>
        </p:nvGrpSpPr>
        <p:grpSpPr>
          <a:xfrm>
            <a:off x="2458935" y="5848616"/>
            <a:ext cx="1267879" cy="1009384"/>
            <a:chOff x="3774175" y="5561362"/>
            <a:chExt cx="1820125" cy="1449038"/>
          </a:xfrm>
          <a:solidFill>
            <a:schemeClr val="accent1">
              <a:lumMod val="50000"/>
              <a:alpha val="50000"/>
            </a:schemeClr>
          </a:solidFill>
        </p:grpSpPr>
        <p:sp>
          <p:nvSpPr>
            <p:cNvPr id="16" name="Freeform 44">
              <a:extLst>
                <a:ext uri="{FF2B5EF4-FFF2-40B4-BE49-F238E27FC236}">
                  <a16:creationId xmlns:a16="http://schemas.microsoft.com/office/drawing/2014/main" id="{BE9D842C-317C-4EE0-82C1-A43279DD1E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47489" y="5561362"/>
              <a:ext cx="1146811" cy="1449038"/>
            </a:xfrm>
            <a:custGeom>
              <a:avLst/>
              <a:gdLst>
                <a:gd name="T0" fmla="*/ 289 w 578"/>
                <a:gd name="T1" fmla="*/ 265 h 733"/>
                <a:gd name="T2" fmla="*/ 290 w 578"/>
                <a:gd name="T3" fmla="*/ 265 h 733"/>
                <a:gd name="T4" fmla="*/ 288 w 578"/>
                <a:gd name="T5" fmla="*/ 265 h 733"/>
                <a:gd name="T6" fmla="*/ 289 w 578"/>
                <a:gd name="T7" fmla="*/ 265 h 733"/>
                <a:gd name="T8" fmla="*/ 578 w 578"/>
                <a:gd name="T9" fmla="*/ 733 h 733"/>
                <a:gd name="T10" fmla="*/ 425 w 578"/>
                <a:gd name="T11" fmla="*/ 548 h 733"/>
                <a:gd name="T12" fmla="*/ 524 w 578"/>
                <a:gd name="T13" fmla="*/ 548 h 733"/>
                <a:gd name="T14" fmla="*/ 397 w 578"/>
                <a:gd name="T15" fmla="*/ 395 h 733"/>
                <a:gd name="T16" fmla="*/ 479 w 578"/>
                <a:gd name="T17" fmla="*/ 395 h 733"/>
                <a:gd name="T18" fmla="*/ 381 w 578"/>
                <a:gd name="T19" fmla="*/ 265 h 733"/>
                <a:gd name="T20" fmla="*/ 458 w 578"/>
                <a:gd name="T21" fmla="*/ 265 h 733"/>
                <a:gd name="T22" fmla="*/ 354 w 578"/>
                <a:gd name="T23" fmla="*/ 151 h 733"/>
                <a:gd name="T24" fmla="*/ 427 w 578"/>
                <a:gd name="T25" fmla="*/ 151 h 733"/>
                <a:gd name="T26" fmla="*/ 289 w 578"/>
                <a:gd name="T27" fmla="*/ 0 h 733"/>
                <a:gd name="T28" fmla="*/ 151 w 578"/>
                <a:gd name="T29" fmla="*/ 151 h 733"/>
                <a:gd name="T30" fmla="*/ 224 w 578"/>
                <a:gd name="T31" fmla="*/ 151 h 733"/>
                <a:gd name="T32" fmla="*/ 119 w 578"/>
                <a:gd name="T33" fmla="*/ 265 h 733"/>
                <a:gd name="T34" fmla="*/ 197 w 578"/>
                <a:gd name="T35" fmla="*/ 265 h 733"/>
                <a:gd name="T36" fmla="*/ 99 w 578"/>
                <a:gd name="T37" fmla="*/ 395 h 733"/>
                <a:gd name="T38" fmla="*/ 181 w 578"/>
                <a:gd name="T39" fmla="*/ 395 h 733"/>
                <a:gd name="T40" fmla="*/ 54 w 578"/>
                <a:gd name="T41" fmla="*/ 548 h 733"/>
                <a:gd name="T42" fmla="*/ 153 w 578"/>
                <a:gd name="T43" fmla="*/ 548 h 733"/>
                <a:gd name="T44" fmla="*/ 0 w 578"/>
                <a:gd name="T45" fmla="*/ 733 h 733"/>
                <a:gd name="T46" fmla="*/ 578 w 578"/>
                <a:gd name="T47" fmla="*/ 733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78" h="733">
                  <a:moveTo>
                    <a:pt x="289" y="265"/>
                  </a:moveTo>
                  <a:lnTo>
                    <a:pt x="290" y="265"/>
                  </a:lnTo>
                  <a:lnTo>
                    <a:pt x="288" y="265"/>
                  </a:lnTo>
                  <a:lnTo>
                    <a:pt x="289" y="265"/>
                  </a:lnTo>
                  <a:close/>
                  <a:moveTo>
                    <a:pt x="578" y="733"/>
                  </a:moveTo>
                  <a:lnTo>
                    <a:pt x="425" y="548"/>
                  </a:lnTo>
                  <a:lnTo>
                    <a:pt x="524" y="548"/>
                  </a:lnTo>
                  <a:lnTo>
                    <a:pt x="397" y="395"/>
                  </a:lnTo>
                  <a:lnTo>
                    <a:pt x="479" y="395"/>
                  </a:lnTo>
                  <a:lnTo>
                    <a:pt x="381" y="265"/>
                  </a:lnTo>
                  <a:lnTo>
                    <a:pt x="458" y="265"/>
                  </a:lnTo>
                  <a:lnTo>
                    <a:pt x="354" y="151"/>
                  </a:lnTo>
                  <a:lnTo>
                    <a:pt x="427" y="151"/>
                  </a:lnTo>
                  <a:lnTo>
                    <a:pt x="289" y="0"/>
                  </a:lnTo>
                  <a:lnTo>
                    <a:pt x="151" y="151"/>
                  </a:lnTo>
                  <a:lnTo>
                    <a:pt x="224" y="151"/>
                  </a:lnTo>
                  <a:lnTo>
                    <a:pt x="119" y="265"/>
                  </a:lnTo>
                  <a:lnTo>
                    <a:pt x="197" y="265"/>
                  </a:lnTo>
                  <a:lnTo>
                    <a:pt x="99" y="395"/>
                  </a:lnTo>
                  <a:lnTo>
                    <a:pt x="181" y="395"/>
                  </a:lnTo>
                  <a:lnTo>
                    <a:pt x="54" y="548"/>
                  </a:lnTo>
                  <a:lnTo>
                    <a:pt x="153" y="548"/>
                  </a:lnTo>
                  <a:lnTo>
                    <a:pt x="0" y="733"/>
                  </a:lnTo>
                  <a:lnTo>
                    <a:pt x="578" y="733"/>
                  </a:ln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7" name="Freeform 50">
              <a:extLst>
                <a:ext uri="{FF2B5EF4-FFF2-40B4-BE49-F238E27FC236}">
                  <a16:creationId xmlns:a16="http://schemas.microsoft.com/office/drawing/2014/main" id="{A918F3E8-EE9F-4AD2-9BA6-7522714521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4175" y="6097554"/>
              <a:ext cx="878339" cy="912846"/>
            </a:xfrm>
            <a:custGeom>
              <a:avLst/>
              <a:gdLst>
                <a:gd name="T0" fmla="*/ 0 w 584"/>
                <a:gd name="T1" fmla="*/ 608 h 608"/>
                <a:gd name="T2" fmla="*/ 151 w 584"/>
                <a:gd name="T3" fmla="*/ 408 h 608"/>
                <a:gd name="T4" fmla="*/ 31 w 584"/>
                <a:gd name="T5" fmla="*/ 408 h 608"/>
                <a:gd name="T6" fmla="*/ 192 w 584"/>
                <a:gd name="T7" fmla="*/ 232 h 608"/>
                <a:gd name="T8" fmla="*/ 80 w 584"/>
                <a:gd name="T9" fmla="*/ 232 h 608"/>
                <a:gd name="T10" fmla="*/ 292 w 584"/>
                <a:gd name="T11" fmla="*/ 0 h 608"/>
                <a:gd name="T12" fmla="*/ 503 w 584"/>
                <a:gd name="T13" fmla="*/ 232 h 608"/>
                <a:gd name="T14" fmla="*/ 391 w 584"/>
                <a:gd name="T15" fmla="*/ 232 h 608"/>
                <a:gd name="T16" fmla="*/ 552 w 584"/>
                <a:gd name="T17" fmla="*/ 408 h 608"/>
                <a:gd name="T18" fmla="*/ 433 w 584"/>
                <a:gd name="T19" fmla="*/ 408 h 608"/>
                <a:gd name="T20" fmla="*/ 584 w 584"/>
                <a:gd name="T21" fmla="*/ 608 h 608"/>
                <a:gd name="T22" fmla="*/ 0 w 584"/>
                <a:gd name="T23" fmla="*/ 608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4" h="608">
                  <a:moveTo>
                    <a:pt x="0" y="608"/>
                  </a:moveTo>
                  <a:lnTo>
                    <a:pt x="151" y="408"/>
                  </a:lnTo>
                  <a:lnTo>
                    <a:pt x="31" y="408"/>
                  </a:lnTo>
                  <a:lnTo>
                    <a:pt x="192" y="232"/>
                  </a:lnTo>
                  <a:lnTo>
                    <a:pt x="80" y="232"/>
                  </a:lnTo>
                  <a:lnTo>
                    <a:pt x="292" y="0"/>
                  </a:lnTo>
                  <a:lnTo>
                    <a:pt x="503" y="232"/>
                  </a:lnTo>
                  <a:lnTo>
                    <a:pt x="391" y="232"/>
                  </a:lnTo>
                  <a:lnTo>
                    <a:pt x="552" y="408"/>
                  </a:lnTo>
                  <a:lnTo>
                    <a:pt x="433" y="408"/>
                  </a:lnTo>
                  <a:lnTo>
                    <a:pt x="584" y="608"/>
                  </a:lnTo>
                  <a:lnTo>
                    <a:pt x="0" y="608"/>
                  </a:ln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14" name="Freeform 44">
            <a:extLst>
              <a:ext uri="{FF2B5EF4-FFF2-40B4-BE49-F238E27FC236}">
                <a16:creationId xmlns:a16="http://schemas.microsoft.com/office/drawing/2014/main" id="{401C5368-6114-4E58-A240-DDA0E441CFFB}"/>
              </a:ext>
            </a:extLst>
          </p:cNvPr>
          <p:cNvSpPr>
            <a:spLocks noEditPoints="1"/>
          </p:cNvSpPr>
          <p:nvPr/>
        </p:nvSpPr>
        <p:spPr bwMode="auto">
          <a:xfrm>
            <a:off x="4295089" y="5408962"/>
            <a:ext cx="1146811" cy="1449038"/>
          </a:xfrm>
          <a:custGeom>
            <a:avLst/>
            <a:gdLst>
              <a:gd name="T0" fmla="*/ 289 w 578"/>
              <a:gd name="T1" fmla="*/ 265 h 733"/>
              <a:gd name="T2" fmla="*/ 290 w 578"/>
              <a:gd name="T3" fmla="*/ 265 h 733"/>
              <a:gd name="T4" fmla="*/ 288 w 578"/>
              <a:gd name="T5" fmla="*/ 265 h 733"/>
              <a:gd name="T6" fmla="*/ 289 w 578"/>
              <a:gd name="T7" fmla="*/ 265 h 733"/>
              <a:gd name="T8" fmla="*/ 578 w 578"/>
              <a:gd name="T9" fmla="*/ 733 h 733"/>
              <a:gd name="T10" fmla="*/ 425 w 578"/>
              <a:gd name="T11" fmla="*/ 548 h 733"/>
              <a:gd name="T12" fmla="*/ 524 w 578"/>
              <a:gd name="T13" fmla="*/ 548 h 733"/>
              <a:gd name="T14" fmla="*/ 397 w 578"/>
              <a:gd name="T15" fmla="*/ 395 h 733"/>
              <a:gd name="T16" fmla="*/ 479 w 578"/>
              <a:gd name="T17" fmla="*/ 395 h 733"/>
              <a:gd name="T18" fmla="*/ 381 w 578"/>
              <a:gd name="T19" fmla="*/ 265 h 733"/>
              <a:gd name="T20" fmla="*/ 458 w 578"/>
              <a:gd name="T21" fmla="*/ 265 h 733"/>
              <a:gd name="T22" fmla="*/ 354 w 578"/>
              <a:gd name="T23" fmla="*/ 151 h 733"/>
              <a:gd name="T24" fmla="*/ 427 w 578"/>
              <a:gd name="T25" fmla="*/ 151 h 733"/>
              <a:gd name="T26" fmla="*/ 289 w 578"/>
              <a:gd name="T27" fmla="*/ 0 h 733"/>
              <a:gd name="T28" fmla="*/ 151 w 578"/>
              <a:gd name="T29" fmla="*/ 151 h 733"/>
              <a:gd name="T30" fmla="*/ 224 w 578"/>
              <a:gd name="T31" fmla="*/ 151 h 733"/>
              <a:gd name="T32" fmla="*/ 119 w 578"/>
              <a:gd name="T33" fmla="*/ 265 h 733"/>
              <a:gd name="T34" fmla="*/ 197 w 578"/>
              <a:gd name="T35" fmla="*/ 265 h 733"/>
              <a:gd name="T36" fmla="*/ 99 w 578"/>
              <a:gd name="T37" fmla="*/ 395 h 733"/>
              <a:gd name="T38" fmla="*/ 181 w 578"/>
              <a:gd name="T39" fmla="*/ 395 h 733"/>
              <a:gd name="T40" fmla="*/ 54 w 578"/>
              <a:gd name="T41" fmla="*/ 548 h 733"/>
              <a:gd name="T42" fmla="*/ 153 w 578"/>
              <a:gd name="T43" fmla="*/ 548 h 733"/>
              <a:gd name="T44" fmla="*/ 0 w 578"/>
              <a:gd name="T45" fmla="*/ 733 h 733"/>
              <a:gd name="T46" fmla="*/ 578 w 578"/>
              <a:gd name="T47" fmla="*/ 733 h 7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578" h="733">
                <a:moveTo>
                  <a:pt x="289" y="265"/>
                </a:moveTo>
                <a:lnTo>
                  <a:pt x="290" y="265"/>
                </a:lnTo>
                <a:lnTo>
                  <a:pt x="288" y="265"/>
                </a:lnTo>
                <a:lnTo>
                  <a:pt x="289" y="265"/>
                </a:lnTo>
                <a:close/>
                <a:moveTo>
                  <a:pt x="578" y="733"/>
                </a:moveTo>
                <a:lnTo>
                  <a:pt x="425" y="548"/>
                </a:lnTo>
                <a:lnTo>
                  <a:pt x="524" y="548"/>
                </a:lnTo>
                <a:lnTo>
                  <a:pt x="397" y="395"/>
                </a:lnTo>
                <a:lnTo>
                  <a:pt x="479" y="395"/>
                </a:lnTo>
                <a:lnTo>
                  <a:pt x="381" y="265"/>
                </a:lnTo>
                <a:lnTo>
                  <a:pt x="458" y="265"/>
                </a:lnTo>
                <a:lnTo>
                  <a:pt x="354" y="151"/>
                </a:lnTo>
                <a:lnTo>
                  <a:pt x="427" y="151"/>
                </a:lnTo>
                <a:lnTo>
                  <a:pt x="289" y="0"/>
                </a:lnTo>
                <a:lnTo>
                  <a:pt x="151" y="151"/>
                </a:lnTo>
                <a:lnTo>
                  <a:pt x="224" y="151"/>
                </a:lnTo>
                <a:lnTo>
                  <a:pt x="119" y="265"/>
                </a:lnTo>
                <a:lnTo>
                  <a:pt x="197" y="265"/>
                </a:lnTo>
                <a:lnTo>
                  <a:pt x="99" y="395"/>
                </a:lnTo>
                <a:lnTo>
                  <a:pt x="181" y="395"/>
                </a:lnTo>
                <a:lnTo>
                  <a:pt x="54" y="548"/>
                </a:lnTo>
                <a:lnTo>
                  <a:pt x="153" y="548"/>
                </a:lnTo>
                <a:lnTo>
                  <a:pt x="0" y="733"/>
                </a:lnTo>
                <a:lnTo>
                  <a:pt x="578" y="73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15" name="Freeform 50">
            <a:extLst>
              <a:ext uri="{FF2B5EF4-FFF2-40B4-BE49-F238E27FC236}">
                <a16:creationId xmlns:a16="http://schemas.microsoft.com/office/drawing/2014/main" id="{95BC1C8B-3C05-49DD-8A7D-622C5DDC68B6}"/>
              </a:ext>
            </a:extLst>
          </p:cNvPr>
          <p:cNvSpPr>
            <a:spLocks/>
          </p:cNvSpPr>
          <p:nvPr/>
        </p:nvSpPr>
        <p:spPr bwMode="auto">
          <a:xfrm>
            <a:off x="3621775" y="5945154"/>
            <a:ext cx="878339" cy="912846"/>
          </a:xfrm>
          <a:custGeom>
            <a:avLst/>
            <a:gdLst>
              <a:gd name="T0" fmla="*/ 0 w 584"/>
              <a:gd name="T1" fmla="*/ 608 h 608"/>
              <a:gd name="T2" fmla="*/ 151 w 584"/>
              <a:gd name="T3" fmla="*/ 408 h 608"/>
              <a:gd name="T4" fmla="*/ 31 w 584"/>
              <a:gd name="T5" fmla="*/ 408 h 608"/>
              <a:gd name="T6" fmla="*/ 192 w 584"/>
              <a:gd name="T7" fmla="*/ 232 h 608"/>
              <a:gd name="T8" fmla="*/ 80 w 584"/>
              <a:gd name="T9" fmla="*/ 232 h 608"/>
              <a:gd name="T10" fmla="*/ 292 w 584"/>
              <a:gd name="T11" fmla="*/ 0 h 608"/>
              <a:gd name="T12" fmla="*/ 503 w 584"/>
              <a:gd name="T13" fmla="*/ 232 h 608"/>
              <a:gd name="T14" fmla="*/ 391 w 584"/>
              <a:gd name="T15" fmla="*/ 232 h 608"/>
              <a:gd name="T16" fmla="*/ 552 w 584"/>
              <a:gd name="T17" fmla="*/ 408 h 608"/>
              <a:gd name="T18" fmla="*/ 433 w 584"/>
              <a:gd name="T19" fmla="*/ 408 h 608"/>
              <a:gd name="T20" fmla="*/ 584 w 584"/>
              <a:gd name="T21" fmla="*/ 608 h 608"/>
              <a:gd name="T22" fmla="*/ 0 w 584"/>
              <a:gd name="T23" fmla="*/ 608 h 6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584" h="608">
                <a:moveTo>
                  <a:pt x="0" y="608"/>
                </a:moveTo>
                <a:lnTo>
                  <a:pt x="151" y="408"/>
                </a:lnTo>
                <a:lnTo>
                  <a:pt x="31" y="408"/>
                </a:lnTo>
                <a:lnTo>
                  <a:pt x="192" y="232"/>
                </a:lnTo>
                <a:lnTo>
                  <a:pt x="80" y="232"/>
                </a:lnTo>
                <a:lnTo>
                  <a:pt x="292" y="0"/>
                </a:lnTo>
                <a:lnTo>
                  <a:pt x="503" y="232"/>
                </a:lnTo>
                <a:lnTo>
                  <a:pt x="391" y="232"/>
                </a:lnTo>
                <a:lnTo>
                  <a:pt x="552" y="408"/>
                </a:lnTo>
                <a:lnTo>
                  <a:pt x="433" y="408"/>
                </a:lnTo>
                <a:lnTo>
                  <a:pt x="584" y="608"/>
                </a:lnTo>
                <a:lnTo>
                  <a:pt x="0" y="6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33F337D-9B9E-40D8-BE92-07224B838D3D}"/>
              </a:ext>
            </a:extLst>
          </p:cNvPr>
          <p:cNvSpPr>
            <a:spLocks noEditPoints="1"/>
          </p:cNvSpPr>
          <p:nvPr/>
        </p:nvSpPr>
        <p:spPr bwMode="auto">
          <a:xfrm>
            <a:off x="5068389" y="2290905"/>
            <a:ext cx="7185638" cy="4567096"/>
          </a:xfrm>
          <a:custGeom>
            <a:avLst/>
            <a:gdLst>
              <a:gd name="T0" fmla="*/ 1621 w 5440"/>
              <a:gd name="T1" fmla="*/ 1505 h 2937"/>
              <a:gd name="T2" fmla="*/ 1438 w 5440"/>
              <a:gd name="T3" fmla="*/ 1830 h 2937"/>
              <a:gd name="T4" fmla="*/ 1596 w 5440"/>
              <a:gd name="T5" fmla="*/ 1908 h 2937"/>
              <a:gd name="T6" fmla="*/ 1888 w 5440"/>
              <a:gd name="T7" fmla="*/ 1886 h 2937"/>
              <a:gd name="T8" fmla="*/ 1683 w 5440"/>
              <a:gd name="T9" fmla="*/ 1967 h 2937"/>
              <a:gd name="T10" fmla="*/ 1190 w 5440"/>
              <a:gd name="T11" fmla="*/ 2015 h 2937"/>
              <a:gd name="T12" fmla="*/ 886 w 5440"/>
              <a:gd name="T13" fmla="*/ 2016 h 2937"/>
              <a:gd name="T14" fmla="*/ 601 w 5440"/>
              <a:gd name="T15" fmla="*/ 2525 h 2937"/>
              <a:gd name="T16" fmla="*/ 423 w 5440"/>
              <a:gd name="T17" fmla="*/ 2440 h 2937"/>
              <a:gd name="T18" fmla="*/ 701 w 5440"/>
              <a:gd name="T19" fmla="*/ 1862 h 2937"/>
              <a:gd name="T20" fmla="*/ 874 w 5440"/>
              <a:gd name="T21" fmla="*/ 1692 h 2937"/>
              <a:gd name="T22" fmla="*/ 1389 w 5440"/>
              <a:gd name="T23" fmla="*/ 1704 h 2937"/>
              <a:gd name="T24" fmla="*/ 1696 w 5440"/>
              <a:gd name="T25" fmla="*/ 1266 h 2937"/>
              <a:gd name="T26" fmla="*/ 4310 w 5440"/>
              <a:gd name="T27" fmla="*/ 2203 h 2937"/>
              <a:gd name="T28" fmla="*/ 4186 w 5440"/>
              <a:gd name="T29" fmla="*/ 2059 h 2937"/>
              <a:gd name="T30" fmla="*/ 3828 w 5440"/>
              <a:gd name="T31" fmla="*/ 1701 h 2937"/>
              <a:gd name="T32" fmla="*/ 3542 w 5440"/>
              <a:gd name="T33" fmla="*/ 1946 h 2937"/>
              <a:gd name="T34" fmla="*/ 3508 w 5440"/>
              <a:gd name="T35" fmla="*/ 2308 h 2937"/>
              <a:gd name="T36" fmla="*/ 3508 w 5440"/>
              <a:gd name="T37" fmla="*/ 2787 h 2937"/>
              <a:gd name="T38" fmla="*/ 3432 w 5440"/>
              <a:gd name="T39" fmla="*/ 2401 h 2937"/>
              <a:gd name="T40" fmla="*/ 3084 w 5440"/>
              <a:gd name="T41" fmla="*/ 1897 h 2937"/>
              <a:gd name="T42" fmla="*/ 2687 w 5440"/>
              <a:gd name="T43" fmla="*/ 1827 h 2937"/>
              <a:gd name="T44" fmla="*/ 3192 w 5440"/>
              <a:gd name="T45" fmla="*/ 1836 h 2937"/>
              <a:gd name="T46" fmla="*/ 3537 w 5440"/>
              <a:gd name="T47" fmla="*/ 1777 h 2937"/>
              <a:gd name="T48" fmla="*/ 3616 w 5440"/>
              <a:gd name="T49" fmla="*/ 1360 h 2937"/>
              <a:gd name="T50" fmla="*/ 3400 w 5440"/>
              <a:gd name="T51" fmla="*/ 1262 h 2937"/>
              <a:gd name="T52" fmla="*/ 3110 w 5440"/>
              <a:gd name="T53" fmla="*/ 985 h 2937"/>
              <a:gd name="T54" fmla="*/ 2585 w 5440"/>
              <a:gd name="T55" fmla="*/ 871 h 2937"/>
              <a:gd name="T56" fmla="*/ 2952 w 5440"/>
              <a:gd name="T57" fmla="*/ 696 h 2937"/>
              <a:gd name="T58" fmla="*/ 3141 w 5440"/>
              <a:gd name="T59" fmla="*/ 553 h 2937"/>
              <a:gd name="T60" fmla="*/ 2991 w 5440"/>
              <a:gd name="T61" fmla="*/ 204 h 2937"/>
              <a:gd name="T62" fmla="*/ 2858 w 5440"/>
              <a:gd name="T63" fmla="*/ 178 h 2937"/>
              <a:gd name="T64" fmla="*/ 3271 w 5440"/>
              <a:gd name="T65" fmla="*/ 288 h 2937"/>
              <a:gd name="T66" fmla="*/ 3531 w 5440"/>
              <a:gd name="T67" fmla="*/ 733 h 2937"/>
              <a:gd name="T68" fmla="*/ 3503 w 5440"/>
              <a:gd name="T69" fmla="*/ 957 h 2937"/>
              <a:gd name="T70" fmla="*/ 3924 w 5440"/>
              <a:gd name="T71" fmla="*/ 1327 h 2937"/>
              <a:gd name="T72" fmla="*/ 4232 w 5440"/>
              <a:gd name="T73" fmla="*/ 1854 h 2937"/>
              <a:gd name="T74" fmla="*/ 5201 w 5440"/>
              <a:gd name="T75" fmla="*/ 2678 h 2937"/>
              <a:gd name="T76" fmla="*/ 5151 w 5440"/>
              <a:gd name="T77" fmla="*/ 2641 h 2937"/>
              <a:gd name="T78" fmla="*/ 4916 w 5440"/>
              <a:gd name="T79" fmla="*/ 2192 h 2937"/>
              <a:gd name="T80" fmla="*/ 4885 w 5440"/>
              <a:gd name="T81" fmla="*/ 2021 h 2937"/>
              <a:gd name="T82" fmla="*/ 5196 w 5440"/>
              <a:gd name="T83" fmla="*/ 2586 h 2937"/>
              <a:gd name="T84" fmla="*/ 5278 w 5440"/>
              <a:gd name="T85" fmla="*/ 2742 h 2937"/>
              <a:gd name="T86" fmla="*/ 5090 w 5440"/>
              <a:gd name="T87" fmla="*/ 2450 h 2937"/>
              <a:gd name="T88" fmla="*/ 4831 w 5440"/>
              <a:gd name="T89" fmla="*/ 1976 h 2937"/>
              <a:gd name="T90" fmla="*/ 4350 w 5440"/>
              <a:gd name="T91" fmla="*/ 2023 h 2937"/>
              <a:gd name="T92" fmla="*/ 4065 w 5440"/>
              <a:gd name="T93" fmla="*/ 1496 h 2937"/>
              <a:gd name="T94" fmla="*/ 3845 w 5440"/>
              <a:gd name="T95" fmla="*/ 859 h 2937"/>
              <a:gd name="T96" fmla="*/ 3457 w 5440"/>
              <a:gd name="T97" fmla="*/ 464 h 2937"/>
              <a:gd name="T98" fmla="*/ 3151 w 5440"/>
              <a:gd name="T99" fmla="*/ 122 h 2937"/>
              <a:gd name="T100" fmla="*/ 2757 w 5440"/>
              <a:gd name="T101" fmla="*/ 193 h 2937"/>
              <a:gd name="T102" fmla="*/ 2382 w 5440"/>
              <a:gd name="T103" fmla="*/ 332 h 2937"/>
              <a:gd name="T104" fmla="*/ 1948 w 5440"/>
              <a:gd name="T105" fmla="*/ 776 h 2937"/>
              <a:gd name="T106" fmla="*/ 1712 w 5440"/>
              <a:gd name="T107" fmla="*/ 1193 h 2937"/>
              <a:gd name="T108" fmla="*/ 1213 w 5440"/>
              <a:gd name="T109" fmla="*/ 1734 h 2937"/>
              <a:gd name="T110" fmla="*/ 718 w 5440"/>
              <a:gd name="T111" fmla="*/ 1738 h 2937"/>
              <a:gd name="T112" fmla="*/ 591 w 5440"/>
              <a:gd name="T113" fmla="*/ 2113 h 2937"/>
              <a:gd name="T114" fmla="*/ 260 w 5440"/>
              <a:gd name="T115" fmla="*/ 2516 h 2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5440" h="2937">
                <a:moveTo>
                  <a:pt x="1918" y="1227"/>
                </a:moveTo>
                <a:cubicBezTo>
                  <a:pt x="1912" y="1262"/>
                  <a:pt x="1878" y="1276"/>
                  <a:pt x="1849" y="1280"/>
                </a:cubicBezTo>
                <a:cubicBezTo>
                  <a:pt x="1844" y="1280"/>
                  <a:pt x="1840" y="1281"/>
                  <a:pt x="1835" y="1281"/>
                </a:cubicBezTo>
                <a:cubicBezTo>
                  <a:pt x="1831" y="1282"/>
                  <a:pt x="1826" y="1282"/>
                  <a:pt x="1822" y="1283"/>
                </a:cubicBezTo>
                <a:cubicBezTo>
                  <a:pt x="1816" y="1284"/>
                  <a:pt x="1811" y="1284"/>
                  <a:pt x="1805" y="1285"/>
                </a:cubicBezTo>
                <a:cubicBezTo>
                  <a:pt x="1767" y="1289"/>
                  <a:pt x="1728" y="1300"/>
                  <a:pt x="1691" y="1315"/>
                </a:cubicBezTo>
                <a:cubicBezTo>
                  <a:pt x="1687" y="1317"/>
                  <a:pt x="1684" y="1321"/>
                  <a:pt x="1681" y="1325"/>
                </a:cubicBezTo>
                <a:cubicBezTo>
                  <a:pt x="1662" y="1367"/>
                  <a:pt x="1681" y="1421"/>
                  <a:pt x="1664" y="1457"/>
                </a:cubicBezTo>
                <a:cubicBezTo>
                  <a:pt x="1662" y="1461"/>
                  <a:pt x="1660" y="1465"/>
                  <a:pt x="1657" y="1469"/>
                </a:cubicBezTo>
                <a:cubicBezTo>
                  <a:pt x="1649" y="1477"/>
                  <a:pt x="1641" y="1485"/>
                  <a:pt x="1633" y="1493"/>
                </a:cubicBezTo>
                <a:cubicBezTo>
                  <a:pt x="1629" y="1497"/>
                  <a:pt x="1625" y="1501"/>
                  <a:pt x="1621" y="1505"/>
                </a:cubicBezTo>
                <a:cubicBezTo>
                  <a:pt x="1615" y="1515"/>
                  <a:pt x="1611" y="1526"/>
                  <a:pt x="1607" y="1537"/>
                </a:cubicBezTo>
                <a:cubicBezTo>
                  <a:pt x="1604" y="1543"/>
                  <a:pt x="1602" y="1548"/>
                  <a:pt x="1601" y="1554"/>
                </a:cubicBezTo>
                <a:cubicBezTo>
                  <a:pt x="1589" y="1582"/>
                  <a:pt x="1576" y="1608"/>
                  <a:pt x="1567" y="1635"/>
                </a:cubicBezTo>
                <a:cubicBezTo>
                  <a:pt x="1565" y="1638"/>
                  <a:pt x="1563" y="1643"/>
                  <a:pt x="1562" y="1647"/>
                </a:cubicBezTo>
                <a:cubicBezTo>
                  <a:pt x="1560" y="1652"/>
                  <a:pt x="1559" y="1657"/>
                  <a:pt x="1558" y="1663"/>
                </a:cubicBezTo>
                <a:cubicBezTo>
                  <a:pt x="1551" y="1702"/>
                  <a:pt x="1523" y="1724"/>
                  <a:pt x="1493" y="1744"/>
                </a:cubicBezTo>
                <a:cubicBezTo>
                  <a:pt x="1488" y="1748"/>
                  <a:pt x="1484" y="1751"/>
                  <a:pt x="1479" y="1755"/>
                </a:cubicBezTo>
                <a:cubicBezTo>
                  <a:pt x="1467" y="1761"/>
                  <a:pt x="1465" y="1772"/>
                  <a:pt x="1465" y="1784"/>
                </a:cubicBezTo>
                <a:cubicBezTo>
                  <a:pt x="1465" y="1788"/>
                  <a:pt x="1465" y="1792"/>
                  <a:pt x="1465" y="1795"/>
                </a:cubicBezTo>
                <a:cubicBezTo>
                  <a:pt x="1465" y="1802"/>
                  <a:pt x="1464" y="1807"/>
                  <a:pt x="1462" y="1812"/>
                </a:cubicBezTo>
                <a:cubicBezTo>
                  <a:pt x="1455" y="1816"/>
                  <a:pt x="1446" y="1825"/>
                  <a:pt x="1438" y="1830"/>
                </a:cubicBezTo>
                <a:cubicBezTo>
                  <a:pt x="1433" y="1832"/>
                  <a:pt x="1428" y="1833"/>
                  <a:pt x="1423" y="1834"/>
                </a:cubicBezTo>
                <a:cubicBezTo>
                  <a:pt x="1419" y="1835"/>
                  <a:pt x="1415" y="1836"/>
                  <a:pt x="1410" y="1838"/>
                </a:cubicBezTo>
                <a:cubicBezTo>
                  <a:pt x="1406" y="1839"/>
                  <a:pt x="1401" y="1840"/>
                  <a:pt x="1397" y="1842"/>
                </a:cubicBezTo>
                <a:cubicBezTo>
                  <a:pt x="1389" y="1843"/>
                  <a:pt x="1382" y="1847"/>
                  <a:pt x="1376" y="1852"/>
                </a:cubicBezTo>
                <a:cubicBezTo>
                  <a:pt x="1373" y="1855"/>
                  <a:pt x="1371" y="1857"/>
                  <a:pt x="1368" y="1860"/>
                </a:cubicBezTo>
                <a:cubicBezTo>
                  <a:pt x="1343" y="1878"/>
                  <a:pt x="1351" y="1914"/>
                  <a:pt x="1369" y="1936"/>
                </a:cubicBezTo>
                <a:cubicBezTo>
                  <a:pt x="1390" y="1954"/>
                  <a:pt x="1407" y="1927"/>
                  <a:pt x="1423" y="1927"/>
                </a:cubicBezTo>
                <a:cubicBezTo>
                  <a:pt x="1428" y="1925"/>
                  <a:pt x="1433" y="1924"/>
                  <a:pt x="1439" y="1923"/>
                </a:cubicBezTo>
                <a:cubicBezTo>
                  <a:pt x="1466" y="1916"/>
                  <a:pt x="1494" y="1916"/>
                  <a:pt x="1524" y="1919"/>
                </a:cubicBezTo>
                <a:cubicBezTo>
                  <a:pt x="1529" y="1919"/>
                  <a:pt x="1534" y="1918"/>
                  <a:pt x="1539" y="1917"/>
                </a:cubicBezTo>
                <a:cubicBezTo>
                  <a:pt x="1558" y="1915"/>
                  <a:pt x="1577" y="1911"/>
                  <a:pt x="1596" y="1908"/>
                </a:cubicBezTo>
                <a:cubicBezTo>
                  <a:pt x="1601" y="1908"/>
                  <a:pt x="1607" y="1908"/>
                  <a:pt x="1612" y="1908"/>
                </a:cubicBezTo>
                <a:cubicBezTo>
                  <a:pt x="1661" y="1909"/>
                  <a:pt x="1705" y="1937"/>
                  <a:pt x="1756" y="1941"/>
                </a:cubicBezTo>
                <a:cubicBezTo>
                  <a:pt x="1762" y="1942"/>
                  <a:pt x="1767" y="1942"/>
                  <a:pt x="1773" y="1942"/>
                </a:cubicBezTo>
                <a:cubicBezTo>
                  <a:pt x="1801" y="1940"/>
                  <a:pt x="1827" y="1929"/>
                  <a:pt x="1849" y="1900"/>
                </a:cubicBezTo>
                <a:cubicBezTo>
                  <a:pt x="1873" y="1869"/>
                  <a:pt x="1894" y="1833"/>
                  <a:pt x="1921" y="1805"/>
                </a:cubicBezTo>
                <a:cubicBezTo>
                  <a:pt x="1924" y="1802"/>
                  <a:pt x="1927" y="1800"/>
                  <a:pt x="1930" y="1797"/>
                </a:cubicBezTo>
                <a:cubicBezTo>
                  <a:pt x="1934" y="1790"/>
                  <a:pt x="1938" y="1781"/>
                  <a:pt x="1938" y="1772"/>
                </a:cubicBezTo>
                <a:cubicBezTo>
                  <a:pt x="1938" y="1776"/>
                  <a:pt x="1938" y="1781"/>
                  <a:pt x="1937" y="1785"/>
                </a:cubicBezTo>
                <a:cubicBezTo>
                  <a:pt x="1933" y="1796"/>
                  <a:pt x="1929" y="1807"/>
                  <a:pt x="1925" y="1818"/>
                </a:cubicBezTo>
                <a:cubicBezTo>
                  <a:pt x="1924" y="1822"/>
                  <a:pt x="1923" y="1825"/>
                  <a:pt x="1922" y="1829"/>
                </a:cubicBezTo>
                <a:cubicBezTo>
                  <a:pt x="1912" y="1852"/>
                  <a:pt x="1895" y="1865"/>
                  <a:pt x="1888" y="1886"/>
                </a:cubicBezTo>
                <a:cubicBezTo>
                  <a:pt x="1886" y="1890"/>
                  <a:pt x="1884" y="1895"/>
                  <a:pt x="1882" y="1899"/>
                </a:cubicBezTo>
                <a:cubicBezTo>
                  <a:pt x="1880" y="1904"/>
                  <a:pt x="1878" y="1908"/>
                  <a:pt x="1876" y="1911"/>
                </a:cubicBezTo>
                <a:cubicBezTo>
                  <a:pt x="1874" y="1914"/>
                  <a:pt x="1871" y="1916"/>
                  <a:pt x="1869" y="1919"/>
                </a:cubicBezTo>
                <a:cubicBezTo>
                  <a:pt x="1856" y="1932"/>
                  <a:pt x="1847" y="1940"/>
                  <a:pt x="1834" y="1953"/>
                </a:cubicBezTo>
                <a:cubicBezTo>
                  <a:pt x="1830" y="1955"/>
                  <a:pt x="1827" y="1956"/>
                  <a:pt x="1823" y="1958"/>
                </a:cubicBezTo>
                <a:cubicBezTo>
                  <a:pt x="1820" y="1959"/>
                  <a:pt x="1816" y="1960"/>
                  <a:pt x="1811" y="1960"/>
                </a:cubicBezTo>
                <a:cubicBezTo>
                  <a:pt x="1805" y="1960"/>
                  <a:pt x="1798" y="1961"/>
                  <a:pt x="1791" y="1963"/>
                </a:cubicBezTo>
                <a:cubicBezTo>
                  <a:pt x="1785" y="1962"/>
                  <a:pt x="1779" y="1961"/>
                  <a:pt x="1773" y="1960"/>
                </a:cubicBezTo>
                <a:cubicBezTo>
                  <a:pt x="1740" y="1958"/>
                  <a:pt x="1709" y="1958"/>
                  <a:pt x="1675" y="1963"/>
                </a:cubicBezTo>
                <a:cubicBezTo>
                  <a:pt x="1683" y="1971"/>
                  <a:pt x="1696" y="1963"/>
                  <a:pt x="1705" y="1963"/>
                </a:cubicBezTo>
                <a:cubicBezTo>
                  <a:pt x="1696" y="1963"/>
                  <a:pt x="1688" y="1963"/>
                  <a:pt x="1683" y="1967"/>
                </a:cubicBezTo>
                <a:cubicBezTo>
                  <a:pt x="1680" y="1972"/>
                  <a:pt x="1676" y="1977"/>
                  <a:pt x="1672" y="1981"/>
                </a:cubicBezTo>
                <a:cubicBezTo>
                  <a:pt x="1668" y="1986"/>
                  <a:pt x="1664" y="1989"/>
                  <a:pt x="1659" y="1993"/>
                </a:cubicBezTo>
                <a:cubicBezTo>
                  <a:pt x="1649" y="2002"/>
                  <a:pt x="1640" y="2007"/>
                  <a:pt x="1627" y="2007"/>
                </a:cubicBezTo>
                <a:cubicBezTo>
                  <a:pt x="1599" y="2002"/>
                  <a:pt x="1572" y="1999"/>
                  <a:pt x="1547" y="2003"/>
                </a:cubicBezTo>
                <a:cubicBezTo>
                  <a:pt x="1542" y="2003"/>
                  <a:pt x="1537" y="2004"/>
                  <a:pt x="1532" y="2006"/>
                </a:cubicBezTo>
                <a:cubicBezTo>
                  <a:pt x="1476" y="2007"/>
                  <a:pt x="1446" y="2065"/>
                  <a:pt x="1404" y="2084"/>
                </a:cubicBezTo>
                <a:cubicBezTo>
                  <a:pt x="1399" y="2086"/>
                  <a:pt x="1394" y="2086"/>
                  <a:pt x="1389" y="2087"/>
                </a:cubicBezTo>
                <a:cubicBezTo>
                  <a:pt x="1382" y="2087"/>
                  <a:pt x="1375" y="2087"/>
                  <a:pt x="1369" y="2085"/>
                </a:cubicBezTo>
                <a:cubicBezTo>
                  <a:pt x="1363" y="2083"/>
                  <a:pt x="1357" y="2079"/>
                  <a:pt x="1351" y="2073"/>
                </a:cubicBezTo>
                <a:cubicBezTo>
                  <a:pt x="1317" y="2038"/>
                  <a:pt x="1274" y="2033"/>
                  <a:pt x="1226" y="2042"/>
                </a:cubicBezTo>
                <a:cubicBezTo>
                  <a:pt x="1209" y="2042"/>
                  <a:pt x="1205" y="2025"/>
                  <a:pt x="1190" y="2015"/>
                </a:cubicBezTo>
                <a:cubicBezTo>
                  <a:pt x="1186" y="2012"/>
                  <a:pt x="1182" y="2009"/>
                  <a:pt x="1178" y="2006"/>
                </a:cubicBezTo>
                <a:cubicBezTo>
                  <a:pt x="1157" y="1991"/>
                  <a:pt x="1134" y="1981"/>
                  <a:pt x="1110" y="1967"/>
                </a:cubicBezTo>
                <a:cubicBezTo>
                  <a:pt x="1097" y="1958"/>
                  <a:pt x="1093" y="1949"/>
                  <a:pt x="1090" y="1936"/>
                </a:cubicBezTo>
                <a:cubicBezTo>
                  <a:pt x="1087" y="1931"/>
                  <a:pt x="1084" y="1925"/>
                  <a:pt x="1080" y="1919"/>
                </a:cubicBezTo>
                <a:cubicBezTo>
                  <a:pt x="1077" y="1914"/>
                  <a:pt x="1073" y="1909"/>
                  <a:pt x="1069" y="1904"/>
                </a:cubicBezTo>
                <a:cubicBezTo>
                  <a:pt x="1066" y="1902"/>
                  <a:pt x="1062" y="1901"/>
                  <a:pt x="1058" y="1901"/>
                </a:cubicBezTo>
                <a:cubicBezTo>
                  <a:pt x="1047" y="1901"/>
                  <a:pt x="1035" y="1902"/>
                  <a:pt x="1024" y="1903"/>
                </a:cubicBezTo>
                <a:cubicBezTo>
                  <a:pt x="1018" y="1904"/>
                  <a:pt x="1013" y="1904"/>
                  <a:pt x="1007" y="1904"/>
                </a:cubicBezTo>
                <a:cubicBezTo>
                  <a:pt x="976" y="1901"/>
                  <a:pt x="937" y="1870"/>
                  <a:pt x="920" y="1909"/>
                </a:cubicBezTo>
                <a:cubicBezTo>
                  <a:pt x="917" y="1913"/>
                  <a:pt x="915" y="1918"/>
                  <a:pt x="913" y="1924"/>
                </a:cubicBezTo>
                <a:cubicBezTo>
                  <a:pt x="903" y="1952"/>
                  <a:pt x="902" y="1988"/>
                  <a:pt x="886" y="2016"/>
                </a:cubicBezTo>
                <a:cubicBezTo>
                  <a:pt x="877" y="2025"/>
                  <a:pt x="868" y="2029"/>
                  <a:pt x="861" y="2034"/>
                </a:cubicBezTo>
                <a:cubicBezTo>
                  <a:pt x="857" y="2037"/>
                  <a:pt x="853" y="2040"/>
                  <a:pt x="850" y="2044"/>
                </a:cubicBezTo>
                <a:cubicBezTo>
                  <a:pt x="846" y="2047"/>
                  <a:pt x="844" y="2051"/>
                  <a:pt x="842" y="2056"/>
                </a:cubicBezTo>
                <a:cubicBezTo>
                  <a:pt x="830" y="2109"/>
                  <a:pt x="860" y="2162"/>
                  <a:pt x="889" y="2206"/>
                </a:cubicBezTo>
                <a:cubicBezTo>
                  <a:pt x="892" y="2212"/>
                  <a:pt x="895" y="2218"/>
                  <a:pt x="896" y="2223"/>
                </a:cubicBezTo>
                <a:cubicBezTo>
                  <a:pt x="907" y="2274"/>
                  <a:pt x="851" y="2321"/>
                  <a:pt x="811" y="2354"/>
                </a:cubicBezTo>
                <a:cubicBezTo>
                  <a:pt x="807" y="2358"/>
                  <a:pt x="804" y="2363"/>
                  <a:pt x="801" y="2368"/>
                </a:cubicBezTo>
                <a:cubicBezTo>
                  <a:pt x="798" y="2372"/>
                  <a:pt x="795" y="2377"/>
                  <a:pt x="791" y="2379"/>
                </a:cubicBezTo>
                <a:cubicBezTo>
                  <a:pt x="709" y="2388"/>
                  <a:pt x="679" y="2463"/>
                  <a:pt x="630" y="2516"/>
                </a:cubicBezTo>
                <a:cubicBezTo>
                  <a:pt x="626" y="2518"/>
                  <a:pt x="621" y="2521"/>
                  <a:pt x="616" y="2522"/>
                </a:cubicBezTo>
                <a:cubicBezTo>
                  <a:pt x="611" y="2524"/>
                  <a:pt x="606" y="2525"/>
                  <a:pt x="601" y="2525"/>
                </a:cubicBezTo>
                <a:cubicBezTo>
                  <a:pt x="554" y="2525"/>
                  <a:pt x="493" y="2552"/>
                  <a:pt x="457" y="2508"/>
                </a:cubicBezTo>
                <a:cubicBezTo>
                  <a:pt x="454" y="2506"/>
                  <a:pt x="451" y="2503"/>
                  <a:pt x="447" y="2501"/>
                </a:cubicBezTo>
                <a:cubicBezTo>
                  <a:pt x="437" y="2493"/>
                  <a:pt x="427" y="2485"/>
                  <a:pt x="416" y="2479"/>
                </a:cubicBezTo>
                <a:cubicBezTo>
                  <a:pt x="410" y="2476"/>
                  <a:pt x="405" y="2473"/>
                  <a:pt x="399" y="2471"/>
                </a:cubicBezTo>
                <a:cubicBezTo>
                  <a:pt x="392" y="2465"/>
                  <a:pt x="384" y="2463"/>
                  <a:pt x="376" y="2463"/>
                </a:cubicBezTo>
                <a:cubicBezTo>
                  <a:pt x="372" y="2462"/>
                  <a:pt x="368" y="2463"/>
                  <a:pt x="364" y="2463"/>
                </a:cubicBezTo>
                <a:cubicBezTo>
                  <a:pt x="360" y="2463"/>
                  <a:pt x="356" y="2464"/>
                  <a:pt x="352" y="2464"/>
                </a:cubicBezTo>
                <a:cubicBezTo>
                  <a:pt x="355" y="2460"/>
                  <a:pt x="360" y="2458"/>
                  <a:pt x="364" y="2455"/>
                </a:cubicBezTo>
                <a:cubicBezTo>
                  <a:pt x="369" y="2453"/>
                  <a:pt x="374" y="2452"/>
                  <a:pt x="379" y="2451"/>
                </a:cubicBezTo>
                <a:cubicBezTo>
                  <a:pt x="389" y="2448"/>
                  <a:pt x="398" y="2446"/>
                  <a:pt x="407" y="2441"/>
                </a:cubicBezTo>
                <a:cubicBezTo>
                  <a:pt x="412" y="2441"/>
                  <a:pt x="418" y="2441"/>
                  <a:pt x="423" y="2440"/>
                </a:cubicBezTo>
                <a:cubicBezTo>
                  <a:pt x="450" y="2440"/>
                  <a:pt x="478" y="2443"/>
                  <a:pt x="505" y="2440"/>
                </a:cubicBezTo>
                <a:cubicBezTo>
                  <a:pt x="511" y="2439"/>
                  <a:pt x="516" y="2438"/>
                  <a:pt x="522" y="2437"/>
                </a:cubicBezTo>
                <a:cubicBezTo>
                  <a:pt x="555" y="2428"/>
                  <a:pt x="584" y="2413"/>
                  <a:pt x="609" y="2390"/>
                </a:cubicBezTo>
                <a:cubicBezTo>
                  <a:pt x="613" y="2385"/>
                  <a:pt x="618" y="2381"/>
                  <a:pt x="622" y="2376"/>
                </a:cubicBezTo>
                <a:cubicBezTo>
                  <a:pt x="670" y="2335"/>
                  <a:pt x="692" y="2264"/>
                  <a:pt x="639" y="2218"/>
                </a:cubicBezTo>
                <a:cubicBezTo>
                  <a:pt x="636" y="2212"/>
                  <a:pt x="634" y="2206"/>
                  <a:pt x="632" y="2200"/>
                </a:cubicBezTo>
                <a:cubicBezTo>
                  <a:pt x="623" y="2170"/>
                  <a:pt x="628" y="2137"/>
                  <a:pt x="644" y="2110"/>
                </a:cubicBezTo>
                <a:cubicBezTo>
                  <a:pt x="647" y="2106"/>
                  <a:pt x="650" y="2101"/>
                  <a:pt x="653" y="2096"/>
                </a:cubicBezTo>
                <a:cubicBezTo>
                  <a:pt x="673" y="2068"/>
                  <a:pt x="688" y="2038"/>
                  <a:pt x="696" y="1998"/>
                </a:cubicBezTo>
                <a:cubicBezTo>
                  <a:pt x="696" y="1993"/>
                  <a:pt x="697" y="1987"/>
                  <a:pt x="697" y="1981"/>
                </a:cubicBezTo>
                <a:cubicBezTo>
                  <a:pt x="698" y="1942"/>
                  <a:pt x="693" y="1900"/>
                  <a:pt x="701" y="1862"/>
                </a:cubicBezTo>
                <a:cubicBezTo>
                  <a:pt x="703" y="1857"/>
                  <a:pt x="705" y="1852"/>
                  <a:pt x="706" y="1847"/>
                </a:cubicBezTo>
                <a:cubicBezTo>
                  <a:pt x="707" y="1842"/>
                  <a:pt x="708" y="1836"/>
                  <a:pt x="709" y="1831"/>
                </a:cubicBezTo>
                <a:cubicBezTo>
                  <a:pt x="710" y="1826"/>
                  <a:pt x="711" y="1821"/>
                  <a:pt x="713" y="1816"/>
                </a:cubicBezTo>
                <a:cubicBezTo>
                  <a:pt x="717" y="1808"/>
                  <a:pt x="726" y="1803"/>
                  <a:pt x="733" y="1797"/>
                </a:cubicBezTo>
                <a:cubicBezTo>
                  <a:pt x="738" y="1794"/>
                  <a:pt x="742" y="1792"/>
                  <a:pt x="747" y="1789"/>
                </a:cubicBezTo>
                <a:cubicBezTo>
                  <a:pt x="751" y="1786"/>
                  <a:pt x="754" y="1783"/>
                  <a:pt x="756" y="1781"/>
                </a:cubicBezTo>
                <a:cubicBezTo>
                  <a:pt x="769" y="1759"/>
                  <a:pt x="773" y="1732"/>
                  <a:pt x="792" y="1716"/>
                </a:cubicBezTo>
                <a:cubicBezTo>
                  <a:pt x="796" y="1712"/>
                  <a:pt x="801" y="1709"/>
                  <a:pt x="805" y="1705"/>
                </a:cubicBezTo>
                <a:cubicBezTo>
                  <a:pt x="809" y="1701"/>
                  <a:pt x="813" y="1697"/>
                  <a:pt x="817" y="1692"/>
                </a:cubicBezTo>
                <a:cubicBezTo>
                  <a:pt x="821" y="1689"/>
                  <a:pt x="826" y="1688"/>
                  <a:pt x="831" y="1687"/>
                </a:cubicBezTo>
                <a:cubicBezTo>
                  <a:pt x="844" y="1685"/>
                  <a:pt x="859" y="1689"/>
                  <a:pt x="874" y="1692"/>
                </a:cubicBezTo>
                <a:cubicBezTo>
                  <a:pt x="880" y="1693"/>
                  <a:pt x="885" y="1694"/>
                  <a:pt x="890" y="1694"/>
                </a:cubicBezTo>
                <a:cubicBezTo>
                  <a:pt x="933" y="1688"/>
                  <a:pt x="980" y="1679"/>
                  <a:pt x="1024" y="1701"/>
                </a:cubicBezTo>
                <a:cubicBezTo>
                  <a:pt x="1054" y="1719"/>
                  <a:pt x="1028" y="1759"/>
                  <a:pt x="1040" y="1784"/>
                </a:cubicBezTo>
                <a:cubicBezTo>
                  <a:pt x="1042" y="1788"/>
                  <a:pt x="1045" y="1791"/>
                  <a:pt x="1049" y="1794"/>
                </a:cubicBezTo>
                <a:cubicBezTo>
                  <a:pt x="1056" y="1799"/>
                  <a:pt x="1067" y="1802"/>
                  <a:pt x="1082" y="1801"/>
                </a:cubicBezTo>
                <a:cubicBezTo>
                  <a:pt x="1087" y="1801"/>
                  <a:pt x="1092" y="1802"/>
                  <a:pt x="1096" y="1802"/>
                </a:cubicBezTo>
                <a:cubicBezTo>
                  <a:pt x="1125" y="1801"/>
                  <a:pt x="1153" y="1799"/>
                  <a:pt x="1181" y="1799"/>
                </a:cubicBezTo>
                <a:cubicBezTo>
                  <a:pt x="1185" y="1799"/>
                  <a:pt x="1190" y="1800"/>
                  <a:pt x="1195" y="1799"/>
                </a:cubicBezTo>
                <a:cubicBezTo>
                  <a:pt x="1226" y="1799"/>
                  <a:pt x="1257" y="1784"/>
                  <a:pt x="1289" y="1776"/>
                </a:cubicBezTo>
                <a:cubicBezTo>
                  <a:pt x="1295" y="1773"/>
                  <a:pt x="1301" y="1770"/>
                  <a:pt x="1307" y="1767"/>
                </a:cubicBezTo>
                <a:cubicBezTo>
                  <a:pt x="1338" y="1751"/>
                  <a:pt x="1366" y="1730"/>
                  <a:pt x="1389" y="1704"/>
                </a:cubicBezTo>
                <a:cubicBezTo>
                  <a:pt x="1392" y="1701"/>
                  <a:pt x="1395" y="1697"/>
                  <a:pt x="1398" y="1693"/>
                </a:cubicBezTo>
                <a:cubicBezTo>
                  <a:pt x="1416" y="1670"/>
                  <a:pt x="1433" y="1648"/>
                  <a:pt x="1438" y="1621"/>
                </a:cubicBezTo>
                <a:cubicBezTo>
                  <a:pt x="1440" y="1616"/>
                  <a:pt x="1441" y="1611"/>
                  <a:pt x="1443" y="1606"/>
                </a:cubicBezTo>
                <a:cubicBezTo>
                  <a:pt x="1456" y="1564"/>
                  <a:pt x="1469" y="1524"/>
                  <a:pt x="1510" y="1505"/>
                </a:cubicBezTo>
                <a:cubicBezTo>
                  <a:pt x="1514" y="1502"/>
                  <a:pt x="1518" y="1498"/>
                  <a:pt x="1521" y="1495"/>
                </a:cubicBezTo>
                <a:cubicBezTo>
                  <a:pt x="1532" y="1484"/>
                  <a:pt x="1542" y="1472"/>
                  <a:pt x="1551" y="1457"/>
                </a:cubicBezTo>
                <a:cubicBezTo>
                  <a:pt x="1553" y="1454"/>
                  <a:pt x="1556" y="1450"/>
                  <a:pt x="1558" y="1446"/>
                </a:cubicBezTo>
                <a:cubicBezTo>
                  <a:pt x="1593" y="1409"/>
                  <a:pt x="1610" y="1373"/>
                  <a:pt x="1621" y="1320"/>
                </a:cubicBezTo>
                <a:cubicBezTo>
                  <a:pt x="1623" y="1315"/>
                  <a:pt x="1626" y="1310"/>
                  <a:pt x="1630" y="1305"/>
                </a:cubicBezTo>
                <a:cubicBezTo>
                  <a:pt x="1643" y="1287"/>
                  <a:pt x="1661" y="1275"/>
                  <a:pt x="1682" y="1269"/>
                </a:cubicBezTo>
                <a:cubicBezTo>
                  <a:pt x="1686" y="1268"/>
                  <a:pt x="1691" y="1267"/>
                  <a:pt x="1696" y="1266"/>
                </a:cubicBezTo>
                <a:cubicBezTo>
                  <a:pt x="1724" y="1260"/>
                  <a:pt x="1752" y="1260"/>
                  <a:pt x="1780" y="1261"/>
                </a:cubicBezTo>
                <a:cubicBezTo>
                  <a:pt x="1786" y="1261"/>
                  <a:pt x="1791" y="1261"/>
                  <a:pt x="1797" y="1261"/>
                </a:cubicBezTo>
                <a:cubicBezTo>
                  <a:pt x="1807" y="1263"/>
                  <a:pt x="1817" y="1263"/>
                  <a:pt x="1827" y="1262"/>
                </a:cubicBezTo>
                <a:cubicBezTo>
                  <a:pt x="1832" y="1261"/>
                  <a:pt x="1837" y="1260"/>
                  <a:pt x="1842" y="1259"/>
                </a:cubicBezTo>
                <a:cubicBezTo>
                  <a:pt x="1869" y="1249"/>
                  <a:pt x="1890" y="1240"/>
                  <a:pt x="1916" y="1230"/>
                </a:cubicBezTo>
                <a:cubicBezTo>
                  <a:pt x="1917" y="1229"/>
                  <a:pt x="1918" y="1228"/>
                  <a:pt x="1918" y="1227"/>
                </a:cubicBezTo>
                <a:moveTo>
                  <a:pt x="4382" y="2179"/>
                </a:moveTo>
                <a:cubicBezTo>
                  <a:pt x="4370" y="2189"/>
                  <a:pt x="4375" y="2206"/>
                  <a:pt x="4376" y="2219"/>
                </a:cubicBezTo>
                <a:cubicBezTo>
                  <a:pt x="4378" y="2224"/>
                  <a:pt x="4380" y="2228"/>
                  <a:pt x="4383" y="2233"/>
                </a:cubicBezTo>
                <a:cubicBezTo>
                  <a:pt x="4422" y="2277"/>
                  <a:pt x="4482" y="2259"/>
                  <a:pt x="4534" y="2277"/>
                </a:cubicBezTo>
                <a:cubicBezTo>
                  <a:pt x="4452" y="2304"/>
                  <a:pt x="4357" y="2277"/>
                  <a:pt x="4310" y="2203"/>
                </a:cubicBezTo>
                <a:cubicBezTo>
                  <a:pt x="4307" y="2200"/>
                  <a:pt x="4305" y="2196"/>
                  <a:pt x="4302" y="2192"/>
                </a:cubicBezTo>
                <a:cubicBezTo>
                  <a:pt x="4290" y="2173"/>
                  <a:pt x="4275" y="2153"/>
                  <a:pt x="4255" y="2144"/>
                </a:cubicBezTo>
                <a:cubicBezTo>
                  <a:pt x="4253" y="2143"/>
                  <a:pt x="4252" y="2142"/>
                  <a:pt x="4250" y="2141"/>
                </a:cubicBezTo>
                <a:cubicBezTo>
                  <a:pt x="4237" y="2135"/>
                  <a:pt x="4222" y="2132"/>
                  <a:pt x="4210" y="2123"/>
                </a:cubicBezTo>
                <a:cubicBezTo>
                  <a:pt x="4209" y="2122"/>
                  <a:pt x="4207" y="2121"/>
                  <a:pt x="4206" y="2121"/>
                </a:cubicBezTo>
                <a:cubicBezTo>
                  <a:pt x="4204" y="2119"/>
                  <a:pt x="4202" y="2117"/>
                  <a:pt x="4200" y="2116"/>
                </a:cubicBezTo>
                <a:cubicBezTo>
                  <a:pt x="4196" y="2113"/>
                  <a:pt x="4193" y="2109"/>
                  <a:pt x="4190" y="2106"/>
                </a:cubicBezTo>
                <a:cubicBezTo>
                  <a:pt x="4189" y="2105"/>
                  <a:pt x="4189" y="2104"/>
                  <a:pt x="4188" y="2103"/>
                </a:cubicBezTo>
                <a:cubicBezTo>
                  <a:pt x="4184" y="2096"/>
                  <a:pt x="4181" y="2089"/>
                  <a:pt x="4180" y="2082"/>
                </a:cubicBezTo>
                <a:cubicBezTo>
                  <a:pt x="4180" y="2078"/>
                  <a:pt x="4179" y="2074"/>
                  <a:pt x="4179" y="2071"/>
                </a:cubicBezTo>
                <a:cubicBezTo>
                  <a:pt x="4181" y="2067"/>
                  <a:pt x="4184" y="2063"/>
                  <a:pt x="4186" y="2059"/>
                </a:cubicBezTo>
                <a:cubicBezTo>
                  <a:pt x="4237" y="2025"/>
                  <a:pt x="4202" y="1976"/>
                  <a:pt x="4193" y="1927"/>
                </a:cubicBezTo>
                <a:cubicBezTo>
                  <a:pt x="4189" y="1905"/>
                  <a:pt x="4159" y="1909"/>
                  <a:pt x="4142" y="1896"/>
                </a:cubicBezTo>
                <a:cubicBezTo>
                  <a:pt x="4137" y="1892"/>
                  <a:pt x="4133" y="1888"/>
                  <a:pt x="4129" y="1883"/>
                </a:cubicBezTo>
                <a:cubicBezTo>
                  <a:pt x="4126" y="1879"/>
                  <a:pt x="4123" y="1874"/>
                  <a:pt x="4120" y="1869"/>
                </a:cubicBezTo>
                <a:cubicBezTo>
                  <a:pt x="4105" y="1847"/>
                  <a:pt x="4090" y="1825"/>
                  <a:pt x="4075" y="1803"/>
                </a:cubicBezTo>
                <a:cubicBezTo>
                  <a:pt x="4072" y="1799"/>
                  <a:pt x="4069" y="1794"/>
                  <a:pt x="4066" y="1790"/>
                </a:cubicBezTo>
                <a:cubicBezTo>
                  <a:pt x="4042" y="1745"/>
                  <a:pt x="4008" y="1723"/>
                  <a:pt x="3960" y="1719"/>
                </a:cubicBezTo>
                <a:cubicBezTo>
                  <a:pt x="3955" y="1718"/>
                  <a:pt x="3951" y="1718"/>
                  <a:pt x="3946" y="1717"/>
                </a:cubicBezTo>
                <a:cubicBezTo>
                  <a:pt x="3930" y="1714"/>
                  <a:pt x="3917" y="1706"/>
                  <a:pt x="3902" y="1708"/>
                </a:cubicBezTo>
                <a:cubicBezTo>
                  <a:pt x="3897" y="1707"/>
                  <a:pt x="3892" y="1706"/>
                  <a:pt x="3887" y="1706"/>
                </a:cubicBezTo>
                <a:cubicBezTo>
                  <a:pt x="3867" y="1703"/>
                  <a:pt x="3848" y="1701"/>
                  <a:pt x="3828" y="1701"/>
                </a:cubicBezTo>
                <a:cubicBezTo>
                  <a:pt x="3822" y="1700"/>
                  <a:pt x="3817" y="1700"/>
                  <a:pt x="3811" y="1700"/>
                </a:cubicBezTo>
                <a:cubicBezTo>
                  <a:pt x="3771" y="1701"/>
                  <a:pt x="3732" y="1710"/>
                  <a:pt x="3701" y="1735"/>
                </a:cubicBezTo>
                <a:cubicBezTo>
                  <a:pt x="3697" y="1738"/>
                  <a:pt x="3693" y="1742"/>
                  <a:pt x="3689" y="1745"/>
                </a:cubicBezTo>
                <a:cubicBezTo>
                  <a:pt x="3685" y="1749"/>
                  <a:pt x="3680" y="1754"/>
                  <a:pt x="3676" y="1759"/>
                </a:cubicBezTo>
                <a:cubicBezTo>
                  <a:pt x="3659" y="1794"/>
                  <a:pt x="3624" y="1812"/>
                  <a:pt x="3603" y="1843"/>
                </a:cubicBezTo>
                <a:cubicBezTo>
                  <a:pt x="3592" y="1856"/>
                  <a:pt x="3592" y="1873"/>
                  <a:pt x="3592" y="1889"/>
                </a:cubicBezTo>
                <a:cubicBezTo>
                  <a:pt x="3592" y="1895"/>
                  <a:pt x="3592" y="1900"/>
                  <a:pt x="3591" y="1905"/>
                </a:cubicBezTo>
                <a:cubicBezTo>
                  <a:pt x="3590" y="1914"/>
                  <a:pt x="3585" y="1923"/>
                  <a:pt x="3581" y="1927"/>
                </a:cubicBezTo>
                <a:cubicBezTo>
                  <a:pt x="3577" y="1930"/>
                  <a:pt x="3572" y="1933"/>
                  <a:pt x="3568" y="1935"/>
                </a:cubicBezTo>
                <a:cubicBezTo>
                  <a:pt x="3564" y="1936"/>
                  <a:pt x="3560" y="1937"/>
                  <a:pt x="3557" y="1938"/>
                </a:cubicBezTo>
                <a:cubicBezTo>
                  <a:pt x="3552" y="1941"/>
                  <a:pt x="3547" y="1943"/>
                  <a:pt x="3542" y="1946"/>
                </a:cubicBezTo>
                <a:cubicBezTo>
                  <a:pt x="3537" y="1948"/>
                  <a:pt x="3533" y="1950"/>
                  <a:pt x="3528" y="1952"/>
                </a:cubicBezTo>
                <a:cubicBezTo>
                  <a:pt x="3503" y="1958"/>
                  <a:pt x="3490" y="1985"/>
                  <a:pt x="3495" y="2011"/>
                </a:cubicBezTo>
                <a:cubicBezTo>
                  <a:pt x="3496" y="2017"/>
                  <a:pt x="3499" y="2023"/>
                  <a:pt x="3502" y="2028"/>
                </a:cubicBezTo>
                <a:cubicBezTo>
                  <a:pt x="3519" y="2053"/>
                  <a:pt x="3553" y="2071"/>
                  <a:pt x="3539" y="2103"/>
                </a:cubicBezTo>
                <a:cubicBezTo>
                  <a:pt x="3538" y="2108"/>
                  <a:pt x="3537" y="2112"/>
                  <a:pt x="3536" y="2117"/>
                </a:cubicBezTo>
                <a:cubicBezTo>
                  <a:pt x="3533" y="2123"/>
                  <a:pt x="3531" y="2129"/>
                  <a:pt x="3529" y="2135"/>
                </a:cubicBezTo>
                <a:cubicBezTo>
                  <a:pt x="3523" y="2139"/>
                  <a:pt x="3518" y="2143"/>
                  <a:pt x="3513" y="2148"/>
                </a:cubicBezTo>
                <a:cubicBezTo>
                  <a:pt x="3508" y="2152"/>
                  <a:pt x="3503" y="2156"/>
                  <a:pt x="3499" y="2161"/>
                </a:cubicBezTo>
                <a:cubicBezTo>
                  <a:pt x="3480" y="2192"/>
                  <a:pt x="3468" y="2232"/>
                  <a:pt x="3477" y="2264"/>
                </a:cubicBezTo>
                <a:cubicBezTo>
                  <a:pt x="3479" y="2269"/>
                  <a:pt x="3481" y="2275"/>
                  <a:pt x="3484" y="2279"/>
                </a:cubicBezTo>
                <a:cubicBezTo>
                  <a:pt x="3486" y="2295"/>
                  <a:pt x="3508" y="2295"/>
                  <a:pt x="3508" y="2308"/>
                </a:cubicBezTo>
                <a:cubicBezTo>
                  <a:pt x="3508" y="2344"/>
                  <a:pt x="3512" y="2375"/>
                  <a:pt x="3524" y="2412"/>
                </a:cubicBezTo>
                <a:cubicBezTo>
                  <a:pt x="3526" y="2418"/>
                  <a:pt x="3527" y="2424"/>
                  <a:pt x="3529" y="2429"/>
                </a:cubicBezTo>
                <a:cubicBezTo>
                  <a:pt x="3530" y="2435"/>
                  <a:pt x="3532" y="2441"/>
                  <a:pt x="3533" y="2447"/>
                </a:cubicBezTo>
                <a:cubicBezTo>
                  <a:pt x="3534" y="2452"/>
                  <a:pt x="3535" y="2458"/>
                  <a:pt x="3536" y="2464"/>
                </a:cubicBezTo>
                <a:cubicBezTo>
                  <a:pt x="3538" y="2499"/>
                  <a:pt x="3542" y="2534"/>
                  <a:pt x="3529" y="2570"/>
                </a:cubicBezTo>
                <a:cubicBezTo>
                  <a:pt x="3527" y="2575"/>
                  <a:pt x="3524" y="2579"/>
                  <a:pt x="3521" y="2584"/>
                </a:cubicBezTo>
                <a:cubicBezTo>
                  <a:pt x="3504" y="2606"/>
                  <a:pt x="3476" y="2621"/>
                  <a:pt x="3492" y="2656"/>
                </a:cubicBezTo>
                <a:cubicBezTo>
                  <a:pt x="3494" y="2660"/>
                  <a:pt x="3496" y="2663"/>
                  <a:pt x="3499" y="2667"/>
                </a:cubicBezTo>
                <a:cubicBezTo>
                  <a:pt x="3506" y="2678"/>
                  <a:pt x="3516" y="2688"/>
                  <a:pt x="3519" y="2701"/>
                </a:cubicBezTo>
                <a:cubicBezTo>
                  <a:pt x="3520" y="2708"/>
                  <a:pt x="3521" y="2715"/>
                  <a:pt x="3520" y="2722"/>
                </a:cubicBezTo>
                <a:cubicBezTo>
                  <a:pt x="3520" y="2743"/>
                  <a:pt x="3516" y="2765"/>
                  <a:pt x="3508" y="2787"/>
                </a:cubicBezTo>
                <a:cubicBezTo>
                  <a:pt x="3497" y="2764"/>
                  <a:pt x="3486" y="2741"/>
                  <a:pt x="3474" y="2719"/>
                </a:cubicBezTo>
                <a:cubicBezTo>
                  <a:pt x="3472" y="2714"/>
                  <a:pt x="3470" y="2710"/>
                  <a:pt x="3467" y="2706"/>
                </a:cubicBezTo>
                <a:cubicBezTo>
                  <a:pt x="3459" y="2693"/>
                  <a:pt x="3449" y="2681"/>
                  <a:pt x="3440" y="2668"/>
                </a:cubicBezTo>
                <a:cubicBezTo>
                  <a:pt x="3437" y="2664"/>
                  <a:pt x="3434" y="2660"/>
                  <a:pt x="3431" y="2656"/>
                </a:cubicBezTo>
                <a:cubicBezTo>
                  <a:pt x="3427" y="2652"/>
                  <a:pt x="3423" y="2647"/>
                  <a:pt x="3420" y="2642"/>
                </a:cubicBezTo>
                <a:cubicBezTo>
                  <a:pt x="3416" y="2637"/>
                  <a:pt x="3414" y="2632"/>
                  <a:pt x="3412" y="2627"/>
                </a:cubicBezTo>
                <a:cubicBezTo>
                  <a:pt x="3410" y="2623"/>
                  <a:pt x="3407" y="2617"/>
                  <a:pt x="3405" y="2612"/>
                </a:cubicBezTo>
                <a:cubicBezTo>
                  <a:pt x="3403" y="2606"/>
                  <a:pt x="3402" y="2601"/>
                  <a:pt x="3404" y="2596"/>
                </a:cubicBezTo>
                <a:cubicBezTo>
                  <a:pt x="3452" y="2556"/>
                  <a:pt x="3499" y="2499"/>
                  <a:pt x="3439" y="2446"/>
                </a:cubicBezTo>
                <a:cubicBezTo>
                  <a:pt x="3434" y="2437"/>
                  <a:pt x="3434" y="2423"/>
                  <a:pt x="3433" y="2414"/>
                </a:cubicBezTo>
                <a:cubicBezTo>
                  <a:pt x="3433" y="2409"/>
                  <a:pt x="3433" y="2405"/>
                  <a:pt x="3432" y="2401"/>
                </a:cubicBezTo>
                <a:cubicBezTo>
                  <a:pt x="3431" y="2398"/>
                  <a:pt x="3429" y="2395"/>
                  <a:pt x="3426" y="2392"/>
                </a:cubicBezTo>
                <a:cubicBezTo>
                  <a:pt x="3383" y="2357"/>
                  <a:pt x="3340" y="2273"/>
                  <a:pt x="3381" y="2227"/>
                </a:cubicBezTo>
                <a:cubicBezTo>
                  <a:pt x="3384" y="2222"/>
                  <a:pt x="3387" y="2217"/>
                  <a:pt x="3389" y="2213"/>
                </a:cubicBezTo>
                <a:cubicBezTo>
                  <a:pt x="3414" y="2160"/>
                  <a:pt x="3376" y="2087"/>
                  <a:pt x="3334" y="2037"/>
                </a:cubicBezTo>
                <a:cubicBezTo>
                  <a:pt x="3329" y="2033"/>
                  <a:pt x="3324" y="2029"/>
                  <a:pt x="3319" y="2025"/>
                </a:cubicBezTo>
                <a:cubicBezTo>
                  <a:pt x="3292" y="2004"/>
                  <a:pt x="3259" y="1989"/>
                  <a:pt x="3231" y="1981"/>
                </a:cubicBezTo>
                <a:cubicBezTo>
                  <a:pt x="3226" y="1980"/>
                  <a:pt x="3221" y="1979"/>
                  <a:pt x="3217" y="1978"/>
                </a:cubicBezTo>
                <a:cubicBezTo>
                  <a:pt x="3194" y="1973"/>
                  <a:pt x="3170" y="1968"/>
                  <a:pt x="3151" y="1956"/>
                </a:cubicBezTo>
                <a:cubicBezTo>
                  <a:pt x="3148" y="1952"/>
                  <a:pt x="3146" y="1949"/>
                  <a:pt x="3143" y="1946"/>
                </a:cubicBezTo>
                <a:cubicBezTo>
                  <a:pt x="3129" y="1930"/>
                  <a:pt x="3114" y="1916"/>
                  <a:pt x="3099" y="1905"/>
                </a:cubicBezTo>
                <a:cubicBezTo>
                  <a:pt x="3094" y="1902"/>
                  <a:pt x="3089" y="1899"/>
                  <a:pt x="3084" y="1897"/>
                </a:cubicBezTo>
                <a:cubicBezTo>
                  <a:pt x="3025" y="1847"/>
                  <a:pt x="2973" y="1874"/>
                  <a:pt x="2928" y="1928"/>
                </a:cubicBezTo>
                <a:cubicBezTo>
                  <a:pt x="2925" y="1930"/>
                  <a:pt x="2921" y="1933"/>
                  <a:pt x="2918" y="1935"/>
                </a:cubicBezTo>
                <a:cubicBezTo>
                  <a:pt x="2912" y="1940"/>
                  <a:pt x="2907" y="1946"/>
                  <a:pt x="2901" y="1953"/>
                </a:cubicBezTo>
                <a:cubicBezTo>
                  <a:pt x="2896" y="1953"/>
                  <a:pt x="2890" y="1953"/>
                  <a:pt x="2885" y="1953"/>
                </a:cubicBezTo>
                <a:cubicBezTo>
                  <a:pt x="2864" y="1951"/>
                  <a:pt x="2844" y="1943"/>
                  <a:pt x="2825" y="1924"/>
                </a:cubicBezTo>
                <a:cubicBezTo>
                  <a:pt x="2821" y="1921"/>
                  <a:pt x="2816" y="1917"/>
                  <a:pt x="2811" y="1913"/>
                </a:cubicBezTo>
                <a:cubicBezTo>
                  <a:pt x="2802" y="1906"/>
                  <a:pt x="2793" y="1898"/>
                  <a:pt x="2785" y="1891"/>
                </a:cubicBezTo>
                <a:cubicBezTo>
                  <a:pt x="2779" y="1889"/>
                  <a:pt x="2774" y="1887"/>
                  <a:pt x="2767" y="1886"/>
                </a:cubicBezTo>
                <a:cubicBezTo>
                  <a:pt x="2763" y="1884"/>
                  <a:pt x="2758" y="1882"/>
                  <a:pt x="2754" y="1879"/>
                </a:cubicBezTo>
                <a:cubicBezTo>
                  <a:pt x="2736" y="1869"/>
                  <a:pt x="2720" y="1854"/>
                  <a:pt x="2704" y="1834"/>
                </a:cubicBezTo>
                <a:cubicBezTo>
                  <a:pt x="2698" y="1832"/>
                  <a:pt x="2692" y="1830"/>
                  <a:pt x="2687" y="1827"/>
                </a:cubicBezTo>
                <a:cubicBezTo>
                  <a:pt x="2647" y="1809"/>
                  <a:pt x="2610" y="1786"/>
                  <a:pt x="2576" y="1756"/>
                </a:cubicBezTo>
                <a:cubicBezTo>
                  <a:pt x="2619" y="1771"/>
                  <a:pt x="2665" y="1794"/>
                  <a:pt x="2710" y="1801"/>
                </a:cubicBezTo>
                <a:cubicBezTo>
                  <a:pt x="2714" y="1802"/>
                  <a:pt x="2719" y="1802"/>
                  <a:pt x="2724" y="1803"/>
                </a:cubicBezTo>
                <a:cubicBezTo>
                  <a:pt x="2777" y="1807"/>
                  <a:pt x="2828" y="1843"/>
                  <a:pt x="2878" y="1844"/>
                </a:cubicBezTo>
                <a:cubicBezTo>
                  <a:pt x="2884" y="1844"/>
                  <a:pt x="2890" y="1844"/>
                  <a:pt x="2895" y="1843"/>
                </a:cubicBezTo>
                <a:cubicBezTo>
                  <a:pt x="2917" y="1812"/>
                  <a:pt x="2887" y="1754"/>
                  <a:pt x="2943" y="1754"/>
                </a:cubicBezTo>
                <a:cubicBezTo>
                  <a:pt x="2995" y="1759"/>
                  <a:pt x="3025" y="1808"/>
                  <a:pt x="3070" y="1827"/>
                </a:cubicBezTo>
                <a:cubicBezTo>
                  <a:pt x="3075" y="1828"/>
                  <a:pt x="3081" y="1829"/>
                  <a:pt x="3086" y="1828"/>
                </a:cubicBezTo>
                <a:cubicBezTo>
                  <a:pt x="3097" y="1827"/>
                  <a:pt x="3107" y="1822"/>
                  <a:pt x="3115" y="1812"/>
                </a:cubicBezTo>
                <a:cubicBezTo>
                  <a:pt x="3120" y="1808"/>
                  <a:pt x="3124" y="1806"/>
                  <a:pt x="3128" y="1805"/>
                </a:cubicBezTo>
                <a:cubicBezTo>
                  <a:pt x="3148" y="1801"/>
                  <a:pt x="3169" y="1822"/>
                  <a:pt x="3192" y="1836"/>
                </a:cubicBezTo>
                <a:cubicBezTo>
                  <a:pt x="3197" y="1838"/>
                  <a:pt x="3201" y="1841"/>
                  <a:pt x="3206" y="1843"/>
                </a:cubicBezTo>
                <a:cubicBezTo>
                  <a:pt x="3212" y="1845"/>
                  <a:pt x="3218" y="1846"/>
                  <a:pt x="3223" y="1848"/>
                </a:cubicBezTo>
                <a:cubicBezTo>
                  <a:pt x="3253" y="1861"/>
                  <a:pt x="3266" y="1892"/>
                  <a:pt x="3275" y="1923"/>
                </a:cubicBezTo>
                <a:cubicBezTo>
                  <a:pt x="3279" y="1932"/>
                  <a:pt x="3292" y="1936"/>
                  <a:pt x="3301" y="1940"/>
                </a:cubicBezTo>
                <a:cubicBezTo>
                  <a:pt x="3307" y="1943"/>
                  <a:pt x="3314" y="1940"/>
                  <a:pt x="3320" y="1938"/>
                </a:cubicBezTo>
                <a:cubicBezTo>
                  <a:pt x="3365" y="1927"/>
                  <a:pt x="3413" y="1980"/>
                  <a:pt x="3456" y="1940"/>
                </a:cubicBezTo>
                <a:cubicBezTo>
                  <a:pt x="3456" y="1945"/>
                  <a:pt x="3460" y="1949"/>
                  <a:pt x="3460" y="1954"/>
                </a:cubicBezTo>
                <a:cubicBezTo>
                  <a:pt x="3482" y="1927"/>
                  <a:pt x="3490" y="1892"/>
                  <a:pt x="3500" y="1860"/>
                </a:cubicBezTo>
                <a:cubicBezTo>
                  <a:pt x="3501" y="1856"/>
                  <a:pt x="3503" y="1851"/>
                  <a:pt x="3504" y="1846"/>
                </a:cubicBezTo>
                <a:cubicBezTo>
                  <a:pt x="3510" y="1826"/>
                  <a:pt x="3515" y="1807"/>
                  <a:pt x="3524" y="1791"/>
                </a:cubicBezTo>
                <a:cubicBezTo>
                  <a:pt x="3528" y="1785"/>
                  <a:pt x="3532" y="1781"/>
                  <a:pt x="3537" y="1777"/>
                </a:cubicBezTo>
                <a:cubicBezTo>
                  <a:pt x="3539" y="1772"/>
                  <a:pt x="3542" y="1767"/>
                  <a:pt x="3544" y="1762"/>
                </a:cubicBezTo>
                <a:cubicBezTo>
                  <a:pt x="3557" y="1737"/>
                  <a:pt x="3568" y="1712"/>
                  <a:pt x="3584" y="1689"/>
                </a:cubicBezTo>
                <a:cubicBezTo>
                  <a:pt x="3587" y="1684"/>
                  <a:pt x="3590" y="1680"/>
                  <a:pt x="3594" y="1675"/>
                </a:cubicBezTo>
                <a:cubicBezTo>
                  <a:pt x="3628" y="1644"/>
                  <a:pt x="3680" y="1670"/>
                  <a:pt x="3706" y="1639"/>
                </a:cubicBezTo>
                <a:cubicBezTo>
                  <a:pt x="3745" y="1599"/>
                  <a:pt x="3663" y="1577"/>
                  <a:pt x="3641" y="1551"/>
                </a:cubicBezTo>
                <a:cubicBezTo>
                  <a:pt x="3637" y="1544"/>
                  <a:pt x="3636" y="1536"/>
                  <a:pt x="3638" y="1529"/>
                </a:cubicBezTo>
                <a:cubicBezTo>
                  <a:pt x="3640" y="1521"/>
                  <a:pt x="3645" y="1514"/>
                  <a:pt x="3653" y="1509"/>
                </a:cubicBezTo>
                <a:cubicBezTo>
                  <a:pt x="3672" y="1484"/>
                  <a:pt x="3706" y="1475"/>
                  <a:pt x="3736" y="1475"/>
                </a:cubicBezTo>
                <a:cubicBezTo>
                  <a:pt x="3736" y="1453"/>
                  <a:pt x="3723" y="1431"/>
                  <a:pt x="3700" y="1423"/>
                </a:cubicBezTo>
                <a:cubicBezTo>
                  <a:pt x="3694" y="1420"/>
                  <a:pt x="3689" y="1417"/>
                  <a:pt x="3683" y="1415"/>
                </a:cubicBezTo>
                <a:cubicBezTo>
                  <a:pt x="3657" y="1402"/>
                  <a:pt x="3631" y="1389"/>
                  <a:pt x="3616" y="1360"/>
                </a:cubicBezTo>
                <a:cubicBezTo>
                  <a:pt x="3613" y="1356"/>
                  <a:pt x="3612" y="1351"/>
                  <a:pt x="3612" y="1346"/>
                </a:cubicBezTo>
                <a:cubicBezTo>
                  <a:pt x="3611" y="1326"/>
                  <a:pt x="3628" y="1305"/>
                  <a:pt x="3628" y="1285"/>
                </a:cubicBezTo>
                <a:cubicBezTo>
                  <a:pt x="3628" y="1249"/>
                  <a:pt x="3564" y="1254"/>
                  <a:pt x="3546" y="1213"/>
                </a:cubicBezTo>
                <a:cubicBezTo>
                  <a:pt x="3544" y="1208"/>
                  <a:pt x="3543" y="1203"/>
                  <a:pt x="3541" y="1198"/>
                </a:cubicBezTo>
                <a:cubicBezTo>
                  <a:pt x="3539" y="1193"/>
                  <a:pt x="3538" y="1189"/>
                  <a:pt x="3535" y="1185"/>
                </a:cubicBezTo>
                <a:cubicBezTo>
                  <a:pt x="3533" y="1179"/>
                  <a:pt x="3530" y="1175"/>
                  <a:pt x="3527" y="1171"/>
                </a:cubicBezTo>
                <a:cubicBezTo>
                  <a:pt x="3490" y="1134"/>
                  <a:pt x="3465" y="1178"/>
                  <a:pt x="3444" y="1203"/>
                </a:cubicBezTo>
                <a:cubicBezTo>
                  <a:pt x="3441" y="1208"/>
                  <a:pt x="3437" y="1213"/>
                  <a:pt x="3433" y="1218"/>
                </a:cubicBezTo>
                <a:cubicBezTo>
                  <a:pt x="3429" y="1222"/>
                  <a:pt x="3425" y="1227"/>
                  <a:pt x="3420" y="1230"/>
                </a:cubicBezTo>
                <a:cubicBezTo>
                  <a:pt x="3416" y="1234"/>
                  <a:pt x="3412" y="1238"/>
                  <a:pt x="3408" y="1244"/>
                </a:cubicBezTo>
                <a:cubicBezTo>
                  <a:pt x="3405" y="1249"/>
                  <a:pt x="3402" y="1255"/>
                  <a:pt x="3400" y="1262"/>
                </a:cubicBezTo>
                <a:cubicBezTo>
                  <a:pt x="3399" y="1266"/>
                  <a:pt x="3396" y="1269"/>
                  <a:pt x="3391" y="1271"/>
                </a:cubicBezTo>
                <a:cubicBezTo>
                  <a:pt x="3387" y="1274"/>
                  <a:pt x="3382" y="1276"/>
                  <a:pt x="3377" y="1276"/>
                </a:cubicBezTo>
                <a:cubicBezTo>
                  <a:pt x="3366" y="1278"/>
                  <a:pt x="3357" y="1276"/>
                  <a:pt x="3357" y="1267"/>
                </a:cubicBezTo>
                <a:cubicBezTo>
                  <a:pt x="3357" y="1250"/>
                  <a:pt x="3354" y="1237"/>
                  <a:pt x="3348" y="1227"/>
                </a:cubicBezTo>
                <a:cubicBezTo>
                  <a:pt x="3346" y="1222"/>
                  <a:pt x="3342" y="1217"/>
                  <a:pt x="3339" y="1213"/>
                </a:cubicBezTo>
                <a:cubicBezTo>
                  <a:pt x="3331" y="1192"/>
                  <a:pt x="3352" y="1165"/>
                  <a:pt x="3340" y="1156"/>
                </a:cubicBezTo>
                <a:cubicBezTo>
                  <a:pt x="3305" y="1116"/>
                  <a:pt x="3245" y="1121"/>
                  <a:pt x="3212" y="1076"/>
                </a:cubicBezTo>
                <a:cubicBezTo>
                  <a:pt x="3209" y="1073"/>
                  <a:pt x="3207" y="1070"/>
                  <a:pt x="3204" y="1067"/>
                </a:cubicBezTo>
                <a:cubicBezTo>
                  <a:pt x="3200" y="1062"/>
                  <a:pt x="3196" y="1058"/>
                  <a:pt x="3192" y="1054"/>
                </a:cubicBezTo>
                <a:cubicBezTo>
                  <a:pt x="3156" y="1045"/>
                  <a:pt x="3129" y="1026"/>
                  <a:pt x="3116" y="1001"/>
                </a:cubicBezTo>
                <a:cubicBezTo>
                  <a:pt x="3114" y="996"/>
                  <a:pt x="3112" y="991"/>
                  <a:pt x="3110" y="985"/>
                </a:cubicBezTo>
                <a:cubicBezTo>
                  <a:pt x="3089" y="952"/>
                  <a:pt x="3141" y="930"/>
                  <a:pt x="3110" y="897"/>
                </a:cubicBezTo>
                <a:cubicBezTo>
                  <a:pt x="3106" y="894"/>
                  <a:pt x="3101" y="892"/>
                  <a:pt x="3097" y="890"/>
                </a:cubicBezTo>
                <a:cubicBezTo>
                  <a:pt x="3045" y="869"/>
                  <a:pt x="2975" y="903"/>
                  <a:pt x="2916" y="900"/>
                </a:cubicBezTo>
                <a:cubicBezTo>
                  <a:pt x="2912" y="901"/>
                  <a:pt x="2907" y="902"/>
                  <a:pt x="2903" y="903"/>
                </a:cubicBezTo>
                <a:cubicBezTo>
                  <a:pt x="2895" y="905"/>
                  <a:pt x="2886" y="906"/>
                  <a:pt x="2877" y="908"/>
                </a:cubicBezTo>
                <a:cubicBezTo>
                  <a:pt x="2872" y="908"/>
                  <a:pt x="2867" y="909"/>
                  <a:pt x="2861" y="909"/>
                </a:cubicBezTo>
                <a:cubicBezTo>
                  <a:pt x="2809" y="904"/>
                  <a:pt x="2770" y="895"/>
                  <a:pt x="2730" y="940"/>
                </a:cubicBezTo>
                <a:cubicBezTo>
                  <a:pt x="2725" y="942"/>
                  <a:pt x="2720" y="943"/>
                  <a:pt x="2715" y="943"/>
                </a:cubicBezTo>
                <a:cubicBezTo>
                  <a:pt x="2700" y="944"/>
                  <a:pt x="2685" y="939"/>
                  <a:pt x="2675" y="926"/>
                </a:cubicBezTo>
                <a:cubicBezTo>
                  <a:pt x="2654" y="899"/>
                  <a:pt x="2637" y="868"/>
                  <a:pt x="2596" y="876"/>
                </a:cubicBezTo>
                <a:cubicBezTo>
                  <a:pt x="2592" y="875"/>
                  <a:pt x="2588" y="873"/>
                  <a:pt x="2585" y="871"/>
                </a:cubicBezTo>
                <a:cubicBezTo>
                  <a:pt x="2581" y="868"/>
                  <a:pt x="2578" y="864"/>
                  <a:pt x="2576" y="859"/>
                </a:cubicBezTo>
                <a:cubicBezTo>
                  <a:pt x="2563" y="833"/>
                  <a:pt x="2611" y="815"/>
                  <a:pt x="2632" y="793"/>
                </a:cubicBezTo>
                <a:cubicBezTo>
                  <a:pt x="2625" y="806"/>
                  <a:pt x="2625" y="816"/>
                  <a:pt x="2629" y="823"/>
                </a:cubicBezTo>
                <a:cubicBezTo>
                  <a:pt x="2631" y="827"/>
                  <a:pt x="2634" y="830"/>
                  <a:pt x="2638" y="832"/>
                </a:cubicBezTo>
                <a:cubicBezTo>
                  <a:pt x="2652" y="839"/>
                  <a:pt x="2668" y="844"/>
                  <a:pt x="2683" y="846"/>
                </a:cubicBezTo>
                <a:cubicBezTo>
                  <a:pt x="2688" y="847"/>
                  <a:pt x="2693" y="847"/>
                  <a:pt x="2698" y="847"/>
                </a:cubicBezTo>
                <a:cubicBezTo>
                  <a:pt x="2734" y="853"/>
                  <a:pt x="2757" y="836"/>
                  <a:pt x="2777" y="814"/>
                </a:cubicBezTo>
                <a:cubicBezTo>
                  <a:pt x="2781" y="809"/>
                  <a:pt x="2785" y="805"/>
                  <a:pt x="2790" y="801"/>
                </a:cubicBezTo>
                <a:cubicBezTo>
                  <a:pt x="2839" y="766"/>
                  <a:pt x="2926" y="815"/>
                  <a:pt x="2913" y="717"/>
                </a:cubicBezTo>
                <a:cubicBezTo>
                  <a:pt x="2908" y="704"/>
                  <a:pt x="2930" y="704"/>
                  <a:pt x="2940" y="698"/>
                </a:cubicBezTo>
                <a:cubicBezTo>
                  <a:pt x="2944" y="697"/>
                  <a:pt x="2948" y="696"/>
                  <a:pt x="2952" y="696"/>
                </a:cubicBezTo>
                <a:cubicBezTo>
                  <a:pt x="2958" y="695"/>
                  <a:pt x="2964" y="694"/>
                  <a:pt x="2970" y="693"/>
                </a:cubicBezTo>
                <a:cubicBezTo>
                  <a:pt x="2976" y="693"/>
                  <a:pt x="2982" y="692"/>
                  <a:pt x="2988" y="691"/>
                </a:cubicBezTo>
                <a:cubicBezTo>
                  <a:pt x="3004" y="687"/>
                  <a:pt x="3022" y="695"/>
                  <a:pt x="3039" y="702"/>
                </a:cubicBezTo>
                <a:cubicBezTo>
                  <a:pt x="3045" y="704"/>
                  <a:pt x="3050" y="706"/>
                  <a:pt x="3056" y="707"/>
                </a:cubicBezTo>
                <a:cubicBezTo>
                  <a:pt x="3067" y="704"/>
                  <a:pt x="3080" y="702"/>
                  <a:pt x="3092" y="699"/>
                </a:cubicBezTo>
                <a:cubicBezTo>
                  <a:pt x="3098" y="698"/>
                  <a:pt x="3105" y="696"/>
                  <a:pt x="3111" y="695"/>
                </a:cubicBezTo>
                <a:cubicBezTo>
                  <a:pt x="3117" y="693"/>
                  <a:pt x="3123" y="691"/>
                  <a:pt x="3129" y="689"/>
                </a:cubicBezTo>
                <a:cubicBezTo>
                  <a:pt x="3136" y="687"/>
                  <a:pt x="3142" y="685"/>
                  <a:pt x="3149" y="682"/>
                </a:cubicBezTo>
                <a:cubicBezTo>
                  <a:pt x="3180" y="660"/>
                  <a:pt x="3245" y="673"/>
                  <a:pt x="3245" y="633"/>
                </a:cubicBezTo>
                <a:cubicBezTo>
                  <a:pt x="3249" y="593"/>
                  <a:pt x="3189" y="585"/>
                  <a:pt x="3155" y="563"/>
                </a:cubicBezTo>
                <a:cubicBezTo>
                  <a:pt x="3150" y="560"/>
                  <a:pt x="3145" y="556"/>
                  <a:pt x="3141" y="553"/>
                </a:cubicBezTo>
                <a:cubicBezTo>
                  <a:pt x="3133" y="545"/>
                  <a:pt x="3128" y="535"/>
                  <a:pt x="3126" y="521"/>
                </a:cubicBezTo>
                <a:cubicBezTo>
                  <a:pt x="3127" y="514"/>
                  <a:pt x="3126" y="507"/>
                  <a:pt x="3125" y="501"/>
                </a:cubicBezTo>
                <a:cubicBezTo>
                  <a:pt x="3116" y="449"/>
                  <a:pt x="3042" y="458"/>
                  <a:pt x="3008" y="431"/>
                </a:cubicBezTo>
                <a:cubicBezTo>
                  <a:pt x="3004" y="428"/>
                  <a:pt x="3000" y="425"/>
                  <a:pt x="2996" y="422"/>
                </a:cubicBezTo>
                <a:cubicBezTo>
                  <a:pt x="2985" y="414"/>
                  <a:pt x="2975" y="406"/>
                  <a:pt x="2967" y="397"/>
                </a:cubicBezTo>
                <a:cubicBezTo>
                  <a:pt x="2964" y="393"/>
                  <a:pt x="2961" y="389"/>
                  <a:pt x="2958" y="385"/>
                </a:cubicBezTo>
                <a:cubicBezTo>
                  <a:pt x="2943" y="376"/>
                  <a:pt x="2956" y="359"/>
                  <a:pt x="2964" y="350"/>
                </a:cubicBezTo>
                <a:cubicBezTo>
                  <a:pt x="2968" y="348"/>
                  <a:pt x="2972" y="347"/>
                  <a:pt x="2976" y="346"/>
                </a:cubicBezTo>
                <a:cubicBezTo>
                  <a:pt x="3029" y="359"/>
                  <a:pt x="3076" y="301"/>
                  <a:pt x="3069" y="247"/>
                </a:cubicBezTo>
                <a:cubicBezTo>
                  <a:pt x="3066" y="242"/>
                  <a:pt x="3063" y="238"/>
                  <a:pt x="3059" y="233"/>
                </a:cubicBezTo>
                <a:cubicBezTo>
                  <a:pt x="3042" y="217"/>
                  <a:pt x="3016" y="203"/>
                  <a:pt x="2991" y="204"/>
                </a:cubicBezTo>
                <a:cubicBezTo>
                  <a:pt x="2987" y="203"/>
                  <a:pt x="2983" y="204"/>
                  <a:pt x="2979" y="204"/>
                </a:cubicBezTo>
                <a:cubicBezTo>
                  <a:pt x="2970" y="204"/>
                  <a:pt x="2962" y="204"/>
                  <a:pt x="2955" y="205"/>
                </a:cubicBezTo>
                <a:cubicBezTo>
                  <a:pt x="2949" y="206"/>
                  <a:pt x="2944" y="209"/>
                  <a:pt x="2938" y="211"/>
                </a:cubicBezTo>
                <a:cubicBezTo>
                  <a:pt x="2922" y="219"/>
                  <a:pt x="2905" y="230"/>
                  <a:pt x="2889" y="233"/>
                </a:cubicBezTo>
                <a:cubicBezTo>
                  <a:pt x="2884" y="235"/>
                  <a:pt x="2879" y="235"/>
                  <a:pt x="2874" y="235"/>
                </a:cubicBezTo>
                <a:cubicBezTo>
                  <a:pt x="2865" y="235"/>
                  <a:pt x="2855" y="233"/>
                  <a:pt x="2845" y="227"/>
                </a:cubicBezTo>
                <a:cubicBezTo>
                  <a:pt x="2840" y="224"/>
                  <a:pt x="2836" y="220"/>
                  <a:pt x="2833" y="215"/>
                </a:cubicBezTo>
                <a:cubicBezTo>
                  <a:pt x="2830" y="210"/>
                  <a:pt x="2828" y="205"/>
                  <a:pt x="2826" y="199"/>
                </a:cubicBezTo>
                <a:cubicBezTo>
                  <a:pt x="2826" y="199"/>
                  <a:pt x="2830" y="198"/>
                  <a:pt x="2834" y="196"/>
                </a:cubicBezTo>
                <a:cubicBezTo>
                  <a:pt x="2838" y="195"/>
                  <a:pt x="2844" y="192"/>
                  <a:pt x="2848" y="190"/>
                </a:cubicBezTo>
                <a:cubicBezTo>
                  <a:pt x="2852" y="186"/>
                  <a:pt x="2855" y="182"/>
                  <a:pt x="2858" y="178"/>
                </a:cubicBezTo>
                <a:cubicBezTo>
                  <a:pt x="2862" y="174"/>
                  <a:pt x="2865" y="169"/>
                  <a:pt x="2868" y="165"/>
                </a:cubicBezTo>
                <a:cubicBezTo>
                  <a:pt x="2887" y="133"/>
                  <a:pt x="2913" y="119"/>
                  <a:pt x="2947" y="119"/>
                </a:cubicBezTo>
                <a:cubicBezTo>
                  <a:pt x="2977" y="119"/>
                  <a:pt x="2973" y="62"/>
                  <a:pt x="3014" y="57"/>
                </a:cubicBezTo>
                <a:cubicBezTo>
                  <a:pt x="3020" y="57"/>
                  <a:pt x="3026" y="58"/>
                  <a:pt x="3032" y="59"/>
                </a:cubicBezTo>
                <a:cubicBezTo>
                  <a:pt x="3059" y="72"/>
                  <a:pt x="3076" y="93"/>
                  <a:pt x="3093" y="116"/>
                </a:cubicBezTo>
                <a:cubicBezTo>
                  <a:pt x="3096" y="120"/>
                  <a:pt x="3099" y="125"/>
                  <a:pt x="3103" y="129"/>
                </a:cubicBezTo>
                <a:cubicBezTo>
                  <a:pt x="3106" y="135"/>
                  <a:pt x="3109" y="141"/>
                  <a:pt x="3112" y="146"/>
                </a:cubicBezTo>
                <a:cubicBezTo>
                  <a:pt x="3115" y="152"/>
                  <a:pt x="3118" y="158"/>
                  <a:pt x="3121" y="164"/>
                </a:cubicBezTo>
                <a:cubicBezTo>
                  <a:pt x="3126" y="173"/>
                  <a:pt x="3131" y="182"/>
                  <a:pt x="3137" y="190"/>
                </a:cubicBezTo>
                <a:cubicBezTo>
                  <a:pt x="3140" y="194"/>
                  <a:pt x="3143" y="198"/>
                  <a:pt x="3147" y="202"/>
                </a:cubicBezTo>
                <a:cubicBezTo>
                  <a:pt x="3184" y="239"/>
                  <a:pt x="3249" y="235"/>
                  <a:pt x="3271" y="288"/>
                </a:cubicBezTo>
                <a:cubicBezTo>
                  <a:pt x="3272" y="293"/>
                  <a:pt x="3272" y="298"/>
                  <a:pt x="3272" y="302"/>
                </a:cubicBezTo>
                <a:cubicBezTo>
                  <a:pt x="3252" y="327"/>
                  <a:pt x="3243" y="354"/>
                  <a:pt x="3245" y="378"/>
                </a:cubicBezTo>
                <a:cubicBezTo>
                  <a:pt x="3246" y="383"/>
                  <a:pt x="3246" y="387"/>
                  <a:pt x="3248" y="392"/>
                </a:cubicBezTo>
                <a:cubicBezTo>
                  <a:pt x="3245" y="474"/>
                  <a:pt x="3340" y="456"/>
                  <a:pt x="3389" y="482"/>
                </a:cubicBezTo>
                <a:cubicBezTo>
                  <a:pt x="3394" y="485"/>
                  <a:pt x="3399" y="487"/>
                  <a:pt x="3404" y="489"/>
                </a:cubicBezTo>
                <a:cubicBezTo>
                  <a:pt x="3452" y="514"/>
                  <a:pt x="3499" y="549"/>
                  <a:pt x="3545" y="576"/>
                </a:cubicBezTo>
                <a:cubicBezTo>
                  <a:pt x="3548" y="579"/>
                  <a:pt x="3551" y="582"/>
                  <a:pt x="3554" y="585"/>
                </a:cubicBezTo>
                <a:cubicBezTo>
                  <a:pt x="3562" y="595"/>
                  <a:pt x="3569" y="607"/>
                  <a:pt x="3574" y="620"/>
                </a:cubicBezTo>
                <a:cubicBezTo>
                  <a:pt x="3577" y="626"/>
                  <a:pt x="3578" y="633"/>
                  <a:pt x="3580" y="639"/>
                </a:cubicBezTo>
                <a:cubicBezTo>
                  <a:pt x="3584" y="686"/>
                  <a:pt x="3570" y="711"/>
                  <a:pt x="3547" y="726"/>
                </a:cubicBezTo>
                <a:cubicBezTo>
                  <a:pt x="3542" y="729"/>
                  <a:pt x="3537" y="731"/>
                  <a:pt x="3531" y="733"/>
                </a:cubicBezTo>
                <a:cubicBezTo>
                  <a:pt x="3478" y="749"/>
                  <a:pt x="3421" y="744"/>
                  <a:pt x="3371" y="751"/>
                </a:cubicBezTo>
                <a:cubicBezTo>
                  <a:pt x="3365" y="752"/>
                  <a:pt x="3358" y="754"/>
                  <a:pt x="3352" y="755"/>
                </a:cubicBezTo>
                <a:cubicBezTo>
                  <a:pt x="3346" y="757"/>
                  <a:pt x="3341" y="759"/>
                  <a:pt x="3335" y="762"/>
                </a:cubicBezTo>
                <a:cubicBezTo>
                  <a:pt x="3330" y="765"/>
                  <a:pt x="3325" y="768"/>
                  <a:pt x="3321" y="772"/>
                </a:cubicBezTo>
                <a:cubicBezTo>
                  <a:pt x="3314" y="778"/>
                  <a:pt x="3309" y="786"/>
                  <a:pt x="3306" y="795"/>
                </a:cubicBezTo>
                <a:cubicBezTo>
                  <a:pt x="3305" y="799"/>
                  <a:pt x="3303" y="804"/>
                  <a:pt x="3303" y="809"/>
                </a:cubicBezTo>
                <a:cubicBezTo>
                  <a:pt x="3304" y="813"/>
                  <a:pt x="3306" y="818"/>
                  <a:pt x="3307" y="823"/>
                </a:cubicBezTo>
                <a:cubicBezTo>
                  <a:pt x="3318" y="864"/>
                  <a:pt x="3249" y="881"/>
                  <a:pt x="3283" y="904"/>
                </a:cubicBezTo>
                <a:cubicBezTo>
                  <a:pt x="3331" y="935"/>
                  <a:pt x="3378" y="952"/>
                  <a:pt x="3434" y="953"/>
                </a:cubicBezTo>
                <a:cubicBezTo>
                  <a:pt x="3441" y="954"/>
                  <a:pt x="3447" y="954"/>
                  <a:pt x="3453" y="954"/>
                </a:cubicBezTo>
                <a:cubicBezTo>
                  <a:pt x="3471" y="955"/>
                  <a:pt x="3488" y="956"/>
                  <a:pt x="3503" y="957"/>
                </a:cubicBezTo>
                <a:cubicBezTo>
                  <a:pt x="3521" y="961"/>
                  <a:pt x="3568" y="957"/>
                  <a:pt x="3559" y="994"/>
                </a:cubicBezTo>
                <a:cubicBezTo>
                  <a:pt x="3557" y="998"/>
                  <a:pt x="3555" y="1002"/>
                  <a:pt x="3552" y="1006"/>
                </a:cubicBezTo>
                <a:cubicBezTo>
                  <a:pt x="3550" y="1010"/>
                  <a:pt x="3548" y="1014"/>
                  <a:pt x="3547" y="1019"/>
                </a:cubicBezTo>
                <a:cubicBezTo>
                  <a:pt x="3585" y="1032"/>
                  <a:pt x="3628" y="1019"/>
                  <a:pt x="3666" y="1020"/>
                </a:cubicBezTo>
                <a:cubicBezTo>
                  <a:pt x="3673" y="1020"/>
                  <a:pt x="3679" y="1020"/>
                  <a:pt x="3685" y="1020"/>
                </a:cubicBezTo>
                <a:cubicBezTo>
                  <a:pt x="3726" y="1022"/>
                  <a:pt x="3764" y="1035"/>
                  <a:pt x="3785" y="1074"/>
                </a:cubicBezTo>
                <a:cubicBezTo>
                  <a:pt x="3790" y="1084"/>
                  <a:pt x="3794" y="1095"/>
                  <a:pt x="3798" y="1107"/>
                </a:cubicBezTo>
                <a:cubicBezTo>
                  <a:pt x="3794" y="1134"/>
                  <a:pt x="3760" y="1149"/>
                  <a:pt x="3751" y="1165"/>
                </a:cubicBezTo>
                <a:cubicBezTo>
                  <a:pt x="3749" y="1169"/>
                  <a:pt x="3748" y="1173"/>
                  <a:pt x="3749" y="1177"/>
                </a:cubicBezTo>
                <a:cubicBezTo>
                  <a:pt x="3797" y="1231"/>
                  <a:pt x="3870" y="1192"/>
                  <a:pt x="3926" y="1227"/>
                </a:cubicBezTo>
                <a:cubicBezTo>
                  <a:pt x="3968" y="1254"/>
                  <a:pt x="3933" y="1292"/>
                  <a:pt x="3924" y="1327"/>
                </a:cubicBezTo>
                <a:cubicBezTo>
                  <a:pt x="3923" y="1332"/>
                  <a:pt x="3922" y="1337"/>
                  <a:pt x="3922" y="1342"/>
                </a:cubicBezTo>
                <a:cubicBezTo>
                  <a:pt x="3952" y="1360"/>
                  <a:pt x="3948" y="1395"/>
                  <a:pt x="3956" y="1426"/>
                </a:cubicBezTo>
                <a:cubicBezTo>
                  <a:pt x="3958" y="1431"/>
                  <a:pt x="3960" y="1434"/>
                  <a:pt x="3964" y="1437"/>
                </a:cubicBezTo>
                <a:cubicBezTo>
                  <a:pt x="3999" y="1449"/>
                  <a:pt x="4004" y="1484"/>
                  <a:pt x="4021" y="1511"/>
                </a:cubicBezTo>
                <a:cubicBezTo>
                  <a:pt x="4024" y="1516"/>
                  <a:pt x="4026" y="1521"/>
                  <a:pt x="4029" y="1526"/>
                </a:cubicBezTo>
                <a:cubicBezTo>
                  <a:pt x="4023" y="1547"/>
                  <a:pt x="4022" y="1565"/>
                  <a:pt x="4025" y="1580"/>
                </a:cubicBezTo>
                <a:cubicBezTo>
                  <a:pt x="4026" y="1586"/>
                  <a:pt x="4027" y="1591"/>
                  <a:pt x="4029" y="1596"/>
                </a:cubicBezTo>
                <a:cubicBezTo>
                  <a:pt x="4042" y="1621"/>
                  <a:pt x="4064" y="1652"/>
                  <a:pt x="4081" y="1675"/>
                </a:cubicBezTo>
                <a:cubicBezTo>
                  <a:pt x="4111" y="1710"/>
                  <a:pt x="4111" y="1768"/>
                  <a:pt x="4166" y="1780"/>
                </a:cubicBezTo>
                <a:cubicBezTo>
                  <a:pt x="4170" y="1783"/>
                  <a:pt x="4175" y="1786"/>
                  <a:pt x="4180" y="1789"/>
                </a:cubicBezTo>
                <a:cubicBezTo>
                  <a:pt x="4202" y="1805"/>
                  <a:pt x="4219" y="1825"/>
                  <a:pt x="4232" y="1854"/>
                </a:cubicBezTo>
                <a:cubicBezTo>
                  <a:pt x="4235" y="1858"/>
                  <a:pt x="4238" y="1863"/>
                  <a:pt x="4241" y="1867"/>
                </a:cubicBezTo>
                <a:cubicBezTo>
                  <a:pt x="4243" y="1870"/>
                  <a:pt x="4246" y="1873"/>
                  <a:pt x="4248" y="1876"/>
                </a:cubicBezTo>
                <a:cubicBezTo>
                  <a:pt x="4258" y="1905"/>
                  <a:pt x="4293" y="1905"/>
                  <a:pt x="4318" y="1918"/>
                </a:cubicBezTo>
                <a:cubicBezTo>
                  <a:pt x="4327" y="1923"/>
                  <a:pt x="4336" y="1932"/>
                  <a:pt x="4336" y="1940"/>
                </a:cubicBezTo>
                <a:cubicBezTo>
                  <a:pt x="4331" y="1971"/>
                  <a:pt x="4306" y="1994"/>
                  <a:pt x="4314" y="2028"/>
                </a:cubicBezTo>
                <a:cubicBezTo>
                  <a:pt x="4313" y="2033"/>
                  <a:pt x="4313" y="2039"/>
                  <a:pt x="4313" y="2044"/>
                </a:cubicBezTo>
                <a:cubicBezTo>
                  <a:pt x="4312" y="2065"/>
                  <a:pt x="4317" y="2086"/>
                  <a:pt x="4331" y="2106"/>
                </a:cubicBezTo>
                <a:cubicBezTo>
                  <a:pt x="4332" y="2107"/>
                  <a:pt x="4333" y="2108"/>
                  <a:pt x="4334" y="2109"/>
                </a:cubicBezTo>
                <a:cubicBezTo>
                  <a:pt x="4362" y="2127"/>
                  <a:pt x="4426" y="2131"/>
                  <a:pt x="4384" y="2175"/>
                </a:cubicBezTo>
                <a:cubicBezTo>
                  <a:pt x="4384" y="2176"/>
                  <a:pt x="4383" y="2178"/>
                  <a:pt x="4382" y="2179"/>
                </a:cubicBezTo>
                <a:moveTo>
                  <a:pt x="5201" y="2678"/>
                </a:moveTo>
                <a:cubicBezTo>
                  <a:pt x="5202" y="2700"/>
                  <a:pt x="5208" y="2718"/>
                  <a:pt x="5218" y="2732"/>
                </a:cubicBezTo>
                <a:cubicBezTo>
                  <a:pt x="5221" y="2737"/>
                  <a:pt x="5225" y="2741"/>
                  <a:pt x="5229" y="2745"/>
                </a:cubicBezTo>
                <a:cubicBezTo>
                  <a:pt x="5233" y="2749"/>
                  <a:pt x="5237" y="2753"/>
                  <a:pt x="5242" y="2757"/>
                </a:cubicBezTo>
                <a:cubicBezTo>
                  <a:pt x="5267" y="2782"/>
                  <a:pt x="5280" y="2818"/>
                  <a:pt x="5319" y="2827"/>
                </a:cubicBezTo>
                <a:cubicBezTo>
                  <a:pt x="5280" y="2840"/>
                  <a:pt x="5254" y="2804"/>
                  <a:pt x="5231" y="2784"/>
                </a:cubicBezTo>
                <a:cubicBezTo>
                  <a:pt x="5225" y="2781"/>
                  <a:pt x="5220" y="2779"/>
                  <a:pt x="5215" y="2776"/>
                </a:cubicBezTo>
                <a:cubicBezTo>
                  <a:pt x="5211" y="2773"/>
                  <a:pt x="5206" y="2769"/>
                  <a:pt x="5202" y="2766"/>
                </a:cubicBezTo>
                <a:cubicBezTo>
                  <a:pt x="5195" y="2758"/>
                  <a:pt x="5188" y="2749"/>
                  <a:pt x="5183" y="2738"/>
                </a:cubicBezTo>
                <a:cubicBezTo>
                  <a:pt x="5180" y="2733"/>
                  <a:pt x="5178" y="2728"/>
                  <a:pt x="5176" y="2722"/>
                </a:cubicBezTo>
                <a:cubicBezTo>
                  <a:pt x="5174" y="2718"/>
                  <a:pt x="5172" y="2714"/>
                  <a:pt x="5170" y="2710"/>
                </a:cubicBezTo>
                <a:cubicBezTo>
                  <a:pt x="5162" y="2689"/>
                  <a:pt x="5156" y="2665"/>
                  <a:pt x="5151" y="2641"/>
                </a:cubicBezTo>
                <a:cubicBezTo>
                  <a:pt x="5142" y="2618"/>
                  <a:pt x="5121" y="2610"/>
                  <a:pt x="5111" y="2587"/>
                </a:cubicBezTo>
                <a:cubicBezTo>
                  <a:pt x="5108" y="2583"/>
                  <a:pt x="5105" y="2579"/>
                  <a:pt x="5102" y="2576"/>
                </a:cubicBezTo>
                <a:cubicBezTo>
                  <a:pt x="5085" y="2558"/>
                  <a:pt x="5061" y="2543"/>
                  <a:pt x="5031" y="2531"/>
                </a:cubicBezTo>
                <a:cubicBezTo>
                  <a:pt x="5027" y="2527"/>
                  <a:pt x="5023" y="2522"/>
                  <a:pt x="5019" y="2518"/>
                </a:cubicBezTo>
                <a:cubicBezTo>
                  <a:pt x="5015" y="2513"/>
                  <a:pt x="5012" y="2508"/>
                  <a:pt x="5009" y="2503"/>
                </a:cubicBezTo>
                <a:cubicBezTo>
                  <a:pt x="4977" y="2455"/>
                  <a:pt x="4992" y="2404"/>
                  <a:pt x="4982" y="2355"/>
                </a:cubicBezTo>
                <a:cubicBezTo>
                  <a:pt x="4981" y="2349"/>
                  <a:pt x="4979" y="2344"/>
                  <a:pt x="4977" y="2339"/>
                </a:cubicBezTo>
                <a:cubicBezTo>
                  <a:pt x="4975" y="2334"/>
                  <a:pt x="4972" y="2328"/>
                  <a:pt x="4969" y="2323"/>
                </a:cubicBezTo>
                <a:cubicBezTo>
                  <a:pt x="4967" y="2317"/>
                  <a:pt x="4964" y="2312"/>
                  <a:pt x="4962" y="2306"/>
                </a:cubicBezTo>
                <a:cubicBezTo>
                  <a:pt x="4942" y="2273"/>
                  <a:pt x="4930" y="2242"/>
                  <a:pt x="4920" y="2207"/>
                </a:cubicBezTo>
                <a:cubicBezTo>
                  <a:pt x="4919" y="2202"/>
                  <a:pt x="4917" y="2197"/>
                  <a:pt x="4916" y="2192"/>
                </a:cubicBezTo>
                <a:cubicBezTo>
                  <a:pt x="4901" y="2166"/>
                  <a:pt x="4914" y="2131"/>
                  <a:pt x="4883" y="2109"/>
                </a:cubicBezTo>
                <a:cubicBezTo>
                  <a:pt x="4845" y="2078"/>
                  <a:pt x="4806" y="2109"/>
                  <a:pt x="4799" y="2147"/>
                </a:cubicBezTo>
                <a:cubicBezTo>
                  <a:pt x="4797" y="2152"/>
                  <a:pt x="4795" y="2157"/>
                  <a:pt x="4793" y="2162"/>
                </a:cubicBezTo>
                <a:cubicBezTo>
                  <a:pt x="4789" y="2173"/>
                  <a:pt x="4783" y="2184"/>
                  <a:pt x="4776" y="2194"/>
                </a:cubicBezTo>
                <a:cubicBezTo>
                  <a:pt x="4774" y="2197"/>
                  <a:pt x="4771" y="2200"/>
                  <a:pt x="4769" y="2202"/>
                </a:cubicBezTo>
                <a:cubicBezTo>
                  <a:pt x="4745" y="2228"/>
                  <a:pt x="4702" y="2206"/>
                  <a:pt x="4685" y="2180"/>
                </a:cubicBezTo>
                <a:cubicBezTo>
                  <a:pt x="4715" y="2175"/>
                  <a:pt x="4745" y="2166"/>
                  <a:pt x="4756" y="2134"/>
                </a:cubicBezTo>
                <a:cubicBezTo>
                  <a:pt x="4758" y="2129"/>
                  <a:pt x="4760" y="2124"/>
                  <a:pt x="4761" y="2119"/>
                </a:cubicBezTo>
                <a:cubicBezTo>
                  <a:pt x="4762" y="2088"/>
                  <a:pt x="4758" y="2045"/>
                  <a:pt x="4777" y="2028"/>
                </a:cubicBezTo>
                <a:cubicBezTo>
                  <a:pt x="4780" y="2025"/>
                  <a:pt x="4784" y="2023"/>
                  <a:pt x="4789" y="2021"/>
                </a:cubicBezTo>
                <a:cubicBezTo>
                  <a:pt x="4819" y="2019"/>
                  <a:pt x="4854" y="2016"/>
                  <a:pt x="4885" y="2021"/>
                </a:cubicBezTo>
                <a:cubicBezTo>
                  <a:pt x="4891" y="2022"/>
                  <a:pt x="4897" y="2023"/>
                  <a:pt x="4903" y="2025"/>
                </a:cubicBezTo>
                <a:cubicBezTo>
                  <a:pt x="4961" y="2033"/>
                  <a:pt x="4961" y="2100"/>
                  <a:pt x="4976" y="2148"/>
                </a:cubicBezTo>
                <a:cubicBezTo>
                  <a:pt x="4978" y="2154"/>
                  <a:pt x="4980" y="2160"/>
                  <a:pt x="4982" y="2166"/>
                </a:cubicBezTo>
                <a:cubicBezTo>
                  <a:pt x="5000" y="2214"/>
                  <a:pt x="5027" y="2258"/>
                  <a:pt x="5048" y="2303"/>
                </a:cubicBezTo>
                <a:cubicBezTo>
                  <a:pt x="5049" y="2308"/>
                  <a:pt x="5049" y="2312"/>
                  <a:pt x="5050" y="2317"/>
                </a:cubicBezTo>
                <a:cubicBezTo>
                  <a:pt x="5050" y="2322"/>
                  <a:pt x="5050" y="2326"/>
                  <a:pt x="5050" y="2331"/>
                </a:cubicBezTo>
                <a:cubicBezTo>
                  <a:pt x="5049" y="2389"/>
                  <a:pt x="5031" y="2451"/>
                  <a:pt x="5086" y="2481"/>
                </a:cubicBezTo>
                <a:cubicBezTo>
                  <a:pt x="5091" y="2484"/>
                  <a:pt x="5095" y="2486"/>
                  <a:pt x="5100" y="2489"/>
                </a:cubicBezTo>
                <a:cubicBezTo>
                  <a:pt x="5104" y="2491"/>
                  <a:pt x="5109" y="2493"/>
                  <a:pt x="5113" y="2496"/>
                </a:cubicBezTo>
                <a:cubicBezTo>
                  <a:pt x="5158" y="2503"/>
                  <a:pt x="5184" y="2533"/>
                  <a:pt x="5193" y="2570"/>
                </a:cubicBezTo>
                <a:cubicBezTo>
                  <a:pt x="5194" y="2575"/>
                  <a:pt x="5195" y="2580"/>
                  <a:pt x="5196" y="2586"/>
                </a:cubicBezTo>
                <a:cubicBezTo>
                  <a:pt x="5205" y="2609"/>
                  <a:pt x="5195" y="2632"/>
                  <a:pt x="5196" y="2654"/>
                </a:cubicBezTo>
                <a:cubicBezTo>
                  <a:pt x="5196" y="2659"/>
                  <a:pt x="5196" y="2663"/>
                  <a:pt x="5198" y="2668"/>
                </a:cubicBezTo>
                <a:cubicBezTo>
                  <a:pt x="5199" y="2671"/>
                  <a:pt x="5200" y="2675"/>
                  <a:pt x="5201" y="2678"/>
                </a:cubicBezTo>
                <a:moveTo>
                  <a:pt x="4" y="2907"/>
                </a:moveTo>
                <a:lnTo>
                  <a:pt x="6" y="2927"/>
                </a:lnTo>
                <a:lnTo>
                  <a:pt x="5236" y="2927"/>
                </a:lnTo>
                <a:cubicBezTo>
                  <a:pt x="5240" y="2927"/>
                  <a:pt x="5244" y="2927"/>
                  <a:pt x="5247" y="2927"/>
                </a:cubicBezTo>
                <a:cubicBezTo>
                  <a:pt x="5260" y="2928"/>
                  <a:pt x="5272" y="2928"/>
                  <a:pt x="5285" y="2928"/>
                </a:cubicBezTo>
                <a:cubicBezTo>
                  <a:pt x="5289" y="2928"/>
                  <a:pt x="5293" y="2928"/>
                  <a:pt x="5297" y="2928"/>
                </a:cubicBezTo>
                <a:cubicBezTo>
                  <a:pt x="5328" y="2929"/>
                  <a:pt x="5366" y="2937"/>
                  <a:pt x="5379" y="2924"/>
                </a:cubicBezTo>
                <a:cubicBezTo>
                  <a:pt x="5440" y="2840"/>
                  <a:pt x="5323" y="2800"/>
                  <a:pt x="5278" y="2742"/>
                </a:cubicBezTo>
                <a:cubicBezTo>
                  <a:pt x="5275" y="2738"/>
                  <a:pt x="5271" y="2734"/>
                  <a:pt x="5268" y="2729"/>
                </a:cubicBezTo>
                <a:cubicBezTo>
                  <a:pt x="5264" y="2725"/>
                  <a:pt x="5261" y="2720"/>
                  <a:pt x="5258" y="2716"/>
                </a:cubicBezTo>
                <a:cubicBezTo>
                  <a:pt x="5254" y="2712"/>
                  <a:pt x="5251" y="2708"/>
                  <a:pt x="5248" y="2704"/>
                </a:cubicBezTo>
                <a:cubicBezTo>
                  <a:pt x="5240" y="2691"/>
                  <a:pt x="5234" y="2676"/>
                  <a:pt x="5230" y="2659"/>
                </a:cubicBezTo>
                <a:cubicBezTo>
                  <a:pt x="5229" y="2654"/>
                  <a:pt x="5228" y="2648"/>
                  <a:pt x="5228" y="2642"/>
                </a:cubicBezTo>
                <a:cubicBezTo>
                  <a:pt x="5227" y="2637"/>
                  <a:pt x="5227" y="2633"/>
                  <a:pt x="5227" y="2628"/>
                </a:cubicBezTo>
                <a:cubicBezTo>
                  <a:pt x="5227" y="2623"/>
                  <a:pt x="5228" y="2617"/>
                  <a:pt x="5230" y="2612"/>
                </a:cubicBezTo>
                <a:cubicBezTo>
                  <a:pt x="5232" y="2605"/>
                  <a:pt x="5233" y="2599"/>
                  <a:pt x="5233" y="2593"/>
                </a:cubicBezTo>
                <a:cubicBezTo>
                  <a:pt x="5240" y="2530"/>
                  <a:pt x="5202" y="2480"/>
                  <a:pt x="5136" y="2473"/>
                </a:cubicBezTo>
                <a:cubicBezTo>
                  <a:pt x="5131" y="2471"/>
                  <a:pt x="5125" y="2469"/>
                  <a:pt x="5120" y="2467"/>
                </a:cubicBezTo>
                <a:cubicBezTo>
                  <a:pt x="5110" y="2462"/>
                  <a:pt x="5100" y="2457"/>
                  <a:pt x="5090" y="2450"/>
                </a:cubicBezTo>
                <a:cubicBezTo>
                  <a:pt x="5086" y="2441"/>
                  <a:pt x="5078" y="2432"/>
                  <a:pt x="5078" y="2423"/>
                </a:cubicBezTo>
                <a:cubicBezTo>
                  <a:pt x="5075" y="2392"/>
                  <a:pt x="5082" y="2361"/>
                  <a:pt x="5085" y="2331"/>
                </a:cubicBezTo>
                <a:cubicBezTo>
                  <a:pt x="5086" y="2320"/>
                  <a:pt x="5087" y="2310"/>
                  <a:pt x="5086" y="2300"/>
                </a:cubicBezTo>
                <a:cubicBezTo>
                  <a:pt x="5086" y="2295"/>
                  <a:pt x="5086" y="2290"/>
                  <a:pt x="5085" y="2285"/>
                </a:cubicBezTo>
                <a:cubicBezTo>
                  <a:pt x="5084" y="2281"/>
                  <a:pt x="5082" y="2276"/>
                  <a:pt x="5081" y="2272"/>
                </a:cubicBezTo>
                <a:cubicBezTo>
                  <a:pt x="5052" y="2228"/>
                  <a:pt x="5009" y="2193"/>
                  <a:pt x="5011" y="2134"/>
                </a:cubicBezTo>
                <a:cubicBezTo>
                  <a:pt x="5010" y="2128"/>
                  <a:pt x="5008" y="2122"/>
                  <a:pt x="5006" y="2116"/>
                </a:cubicBezTo>
                <a:cubicBezTo>
                  <a:pt x="5004" y="2105"/>
                  <a:pt x="5001" y="2095"/>
                  <a:pt x="4999" y="2085"/>
                </a:cubicBezTo>
                <a:cubicBezTo>
                  <a:pt x="4997" y="2074"/>
                  <a:pt x="4995" y="2064"/>
                  <a:pt x="4993" y="2053"/>
                </a:cubicBezTo>
                <a:cubicBezTo>
                  <a:pt x="5000" y="1967"/>
                  <a:pt x="4905" y="1958"/>
                  <a:pt x="4846" y="1973"/>
                </a:cubicBezTo>
                <a:cubicBezTo>
                  <a:pt x="4841" y="1974"/>
                  <a:pt x="4836" y="1975"/>
                  <a:pt x="4831" y="1976"/>
                </a:cubicBezTo>
                <a:cubicBezTo>
                  <a:pt x="4796" y="1979"/>
                  <a:pt x="4763" y="1960"/>
                  <a:pt x="4733" y="1976"/>
                </a:cubicBezTo>
                <a:cubicBezTo>
                  <a:pt x="4685" y="2002"/>
                  <a:pt x="4728" y="2060"/>
                  <a:pt x="4722" y="2106"/>
                </a:cubicBezTo>
                <a:cubicBezTo>
                  <a:pt x="4719" y="2110"/>
                  <a:pt x="4715" y="2113"/>
                  <a:pt x="4712" y="2116"/>
                </a:cubicBezTo>
                <a:cubicBezTo>
                  <a:pt x="4677" y="2143"/>
                  <a:pt x="4620" y="2137"/>
                  <a:pt x="4580" y="2116"/>
                </a:cubicBezTo>
                <a:cubicBezTo>
                  <a:pt x="4575" y="2114"/>
                  <a:pt x="4570" y="2112"/>
                  <a:pt x="4565" y="2110"/>
                </a:cubicBezTo>
                <a:cubicBezTo>
                  <a:pt x="4547" y="2104"/>
                  <a:pt x="4529" y="2101"/>
                  <a:pt x="4508" y="2105"/>
                </a:cubicBezTo>
                <a:cubicBezTo>
                  <a:pt x="4504" y="2106"/>
                  <a:pt x="4500" y="2107"/>
                  <a:pt x="4495" y="2109"/>
                </a:cubicBezTo>
                <a:cubicBezTo>
                  <a:pt x="4444" y="2113"/>
                  <a:pt x="4409" y="2078"/>
                  <a:pt x="4361" y="2069"/>
                </a:cubicBezTo>
                <a:cubicBezTo>
                  <a:pt x="4357" y="2067"/>
                  <a:pt x="4354" y="2062"/>
                  <a:pt x="4352" y="2058"/>
                </a:cubicBezTo>
                <a:cubicBezTo>
                  <a:pt x="4349" y="2051"/>
                  <a:pt x="4349" y="2038"/>
                  <a:pt x="4349" y="2029"/>
                </a:cubicBezTo>
                <a:cubicBezTo>
                  <a:pt x="4349" y="2027"/>
                  <a:pt x="4350" y="2025"/>
                  <a:pt x="4350" y="2023"/>
                </a:cubicBezTo>
                <a:cubicBezTo>
                  <a:pt x="4357" y="1980"/>
                  <a:pt x="4413" y="1963"/>
                  <a:pt x="4400" y="1914"/>
                </a:cubicBezTo>
                <a:cubicBezTo>
                  <a:pt x="4387" y="1874"/>
                  <a:pt x="4336" y="1865"/>
                  <a:pt x="4298" y="1855"/>
                </a:cubicBezTo>
                <a:cubicBezTo>
                  <a:pt x="4293" y="1852"/>
                  <a:pt x="4289" y="1849"/>
                  <a:pt x="4285" y="1846"/>
                </a:cubicBezTo>
                <a:cubicBezTo>
                  <a:pt x="4274" y="1836"/>
                  <a:pt x="4267" y="1824"/>
                  <a:pt x="4269" y="1807"/>
                </a:cubicBezTo>
                <a:cubicBezTo>
                  <a:pt x="4269" y="1806"/>
                  <a:pt x="4269" y="1805"/>
                  <a:pt x="4268" y="1804"/>
                </a:cubicBezTo>
                <a:cubicBezTo>
                  <a:pt x="4258" y="1760"/>
                  <a:pt x="4223" y="1740"/>
                  <a:pt x="4193" y="1717"/>
                </a:cubicBezTo>
                <a:cubicBezTo>
                  <a:pt x="4189" y="1713"/>
                  <a:pt x="4184" y="1710"/>
                  <a:pt x="4180" y="1706"/>
                </a:cubicBezTo>
                <a:cubicBezTo>
                  <a:pt x="4150" y="1683"/>
                  <a:pt x="4137" y="1648"/>
                  <a:pt x="4124" y="1613"/>
                </a:cubicBezTo>
                <a:cubicBezTo>
                  <a:pt x="4121" y="1607"/>
                  <a:pt x="4118" y="1601"/>
                  <a:pt x="4116" y="1595"/>
                </a:cubicBezTo>
                <a:cubicBezTo>
                  <a:pt x="4102" y="1566"/>
                  <a:pt x="4087" y="1539"/>
                  <a:pt x="4074" y="1512"/>
                </a:cubicBezTo>
                <a:cubicBezTo>
                  <a:pt x="4071" y="1506"/>
                  <a:pt x="4068" y="1501"/>
                  <a:pt x="4065" y="1496"/>
                </a:cubicBezTo>
                <a:cubicBezTo>
                  <a:pt x="4050" y="1470"/>
                  <a:pt x="4036" y="1443"/>
                  <a:pt x="4030" y="1412"/>
                </a:cubicBezTo>
                <a:cubicBezTo>
                  <a:pt x="4029" y="1406"/>
                  <a:pt x="4028" y="1400"/>
                  <a:pt x="4027" y="1394"/>
                </a:cubicBezTo>
                <a:cubicBezTo>
                  <a:pt x="4024" y="1369"/>
                  <a:pt x="4025" y="1343"/>
                  <a:pt x="4020" y="1321"/>
                </a:cubicBezTo>
                <a:cubicBezTo>
                  <a:pt x="4019" y="1320"/>
                  <a:pt x="4018" y="1319"/>
                  <a:pt x="4018" y="1317"/>
                </a:cubicBezTo>
                <a:cubicBezTo>
                  <a:pt x="4007" y="1295"/>
                  <a:pt x="3991" y="1281"/>
                  <a:pt x="4004" y="1245"/>
                </a:cubicBezTo>
                <a:cubicBezTo>
                  <a:pt x="4008" y="1236"/>
                  <a:pt x="3999" y="1223"/>
                  <a:pt x="3993" y="1213"/>
                </a:cubicBezTo>
                <a:cubicBezTo>
                  <a:pt x="3989" y="1204"/>
                  <a:pt x="3983" y="1196"/>
                  <a:pt x="3978" y="1188"/>
                </a:cubicBezTo>
                <a:cubicBezTo>
                  <a:pt x="3942" y="1132"/>
                  <a:pt x="3897" y="1077"/>
                  <a:pt x="3903" y="1005"/>
                </a:cubicBezTo>
                <a:cubicBezTo>
                  <a:pt x="3902" y="996"/>
                  <a:pt x="3901" y="987"/>
                  <a:pt x="3900" y="979"/>
                </a:cubicBezTo>
                <a:cubicBezTo>
                  <a:pt x="3895" y="944"/>
                  <a:pt x="3887" y="912"/>
                  <a:pt x="3866" y="883"/>
                </a:cubicBezTo>
                <a:cubicBezTo>
                  <a:pt x="3860" y="875"/>
                  <a:pt x="3853" y="867"/>
                  <a:pt x="3845" y="859"/>
                </a:cubicBezTo>
                <a:cubicBezTo>
                  <a:pt x="3839" y="854"/>
                  <a:pt x="3833" y="849"/>
                  <a:pt x="3827" y="845"/>
                </a:cubicBezTo>
                <a:cubicBezTo>
                  <a:pt x="3836" y="850"/>
                  <a:pt x="3844" y="850"/>
                  <a:pt x="3853" y="855"/>
                </a:cubicBezTo>
                <a:cubicBezTo>
                  <a:pt x="3846" y="853"/>
                  <a:pt x="3840" y="851"/>
                  <a:pt x="3833" y="849"/>
                </a:cubicBezTo>
                <a:cubicBezTo>
                  <a:pt x="3775" y="801"/>
                  <a:pt x="3689" y="771"/>
                  <a:pt x="3644" y="708"/>
                </a:cubicBezTo>
                <a:cubicBezTo>
                  <a:pt x="3640" y="703"/>
                  <a:pt x="3637" y="698"/>
                  <a:pt x="3634" y="693"/>
                </a:cubicBezTo>
                <a:cubicBezTo>
                  <a:pt x="3646" y="638"/>
                  <a:pt x="3637" y="585"/>
                  <a:pt x="3590" y="554"/>
                </a:cubicBezTo>
                <a:cubicBezTo>
                  <a:pt x="3586" y="551"/>
                  <a:pt x="3583" y="547"/>
                  <a:pt x="3579" y="543"/>
                </a:cubicBezTo>
                <a:cubicBezTo>
                  <a:pt x="3559" y="525"/>
                  <a:pt x="3538" y="507"/>
                  <a:pt x="3510" y="496"/>
                </a:cubicBezTo>
                <a:cubicBezTo>
                  <a:pt x="3507" y="494"/>
                  <a:pt x="3503" y="492"/>
                  <a:pt x="3499" y="490"/>
                </a:cubicBezTo>
                <a:cubicBezTo>
                  <a:pt x="3489" y="484"/>
                  <a:pt x="3479" y="478"/>
                  <a:pt x="3469" y="472"/>
                </a:cubicBezTo>
                <a:cubicBezTo>
                  <a:pt x="3465" y="469"/>
                  <a:pt x="3461" y="466"/>
                  <a:pt x="3457" y="464"/>
                </a:cubicBezTo>
                <a:cubicBezTo>
                  <a:pt x="3448" y="457"/>
                  <a:pt x="3437" y="451"/>
                  <a:pt x="3425" y="446"/>
                </a:cubicBezTo>
                <a:cubicBezTo>
                  <a:pt x="3421" y="444"/>
                  <a:pt x="3417" y="442"/>
                  <a:pt x="3413" y="441"/>
                </a:cubicBezTo>
                <a:cubicBezTo>
                  <a:pt x="3408" y="438"/>
                  <a:pt x="3403" y="436"/>
                  <a:pt x="3397" y="434"/>
                </a:cubicBezTo>
                <a:cubicBezTo>
                  <a:pt x="3392" y="432"/>
                  <a:pt x="3387" y="431"/>
                  <a:pt x="3381" y="429"/>
                </a:cubicBezTo>
                <a:cubicBezTo>
                  <a:pt x="3348" y="421"/>
                  <a:pt x="3275" y="425"/>
                  <a:pt x="3286" y="371"/>
                </a:cubicBezTo>
                <a:cubicBezTo>
                  <a:pt x="3288" y="366"/>
                  <a:pt x="3291" y="362"/>
                  <a:pt x="3296" y="359"/>
                </a:cubicBezTo>
                <a:cubicBezTo>
                  <a:pt x="3302" y="357"/>
                  <a:pt x="3308" y="356"/>
                  <a:pt x="3313" y="353"/>
                </a:cubicBezTo>
                <a:cubicBezTo>
                  <a:pt x="3346" y="336"/>
                  <a:pt x="3354" y="289"/>
                  <a:pt x="3331" y="266"/>
                </a:cubicBezTo>
                <a:cubicBezTo>
                  <a:pt x="3296" y="221"/>
                  <a:pt x="3236" y="226"/>
                  <a:pt x="3199" y="190"/>
                </a:cubicBezTo>
                <a:cubicBezTo>
                  <a:pt x="3195" y="187"/>
                  <a:pt x="3191" y="183"/>
                  <a:pt x="3187" y="179"/>
                </a:cubicBezTo>
                <a:cubicBezTo>
                  <a:pt x="3172" y="163"/>
                  <a:pt x="3159" y="145"/>
                  <a:pt x="3151" y="122"/>
                </a:cubicBezTo>
                <a:cubicBezTo>
                  <a:pt x="3148" y="116"/>
                  <a:pt x="3146" y="111"/>
                  <a:pt x="3144" y="105"/>
                </a:cubicBezTo>
                <a:cubicBezTo>
                  <a:pt x="3140" y="101"/>
                  <a:pt x="3137" y="97"/>
                  <a:pt x="3133" y="92"/>
                </a:cubicBezTo>
                <a:cubicBezTo>
                  <a:pt x="3109" y="67"/>
                  <a:pt x="3081" y="46"/>
                  <a:pt x="3049" y="29"/>
                </a:cubicBezTo>
                <a:cubicBezTo>
                  <a:pt x="3044" y="26"/>
                  <a:pt x="3040" y="23"/>
                  <a:pt x="3035" y="21"/>
                </a:cubicBezTo>
                <a:cubicBezTo>
                  <a:pt x="3030" y="18"/>
                  <a:pt x="3025" y="16"/>
                  <a:pt x="3020" y="14"/>
                </a:cubicBezTo>
                <a:cubicBezTo>
                  <a:pt x="2947" y="0"/>
                  <a:pt x="2887" y="66"/>
                  <a:pt x="2843" y="121"/>
                </a:cubicBezTo>
                <a:cubicBezTo>
                  <a:pt x="2839" y="125"/>
                  <a:pt x="2834" y="129"/>
                  <a:pt x="2828" y="132"/>
                </a:cubicBezTo>
                <a:cubicBezTo>
                  <a:pt x="2823" y="135"/>
                  <a:pt x="2817" y="137"/>
                  <a:pt x="2810" y="138"/>
                </a:cubicBezTo>
                <a:cubicBezTo>
                  <a:pt x="2805" y="139"/>
                  <a:pt x="2801" y="141"/>
                  <a:pt x="2797" y="143"/>
                </a:cubicBezTo>
                <a:cubicBezTo>
                  <a:pt x="2785" y="148"/>
                  <a:pt x="2774" y="159"/>
                  <a:pt x="2766" y="177"/>
                </a:cubicBezTo>
                <a:cubicBezTo>
                  <a:pt x="2763" y="182"/>
                  <a:pt x="2760" y="187"/>
                  <a:pt x="2757" y="193"/>
                </a:cubicBezTo>
                <a:cubicBezTo>
                  <a:pt x="2740" y="230"/>
                  <a:pt x="2731" y="281"/>
                  <a:pt x="2706" y="310"/>
                </a:cubicBezTo>
                <a:cubicBezTo>
                  <a:pt x="2702" y="315"/>
                  <a:pt x="2699" y="320"/>
                  <a:pt x="2695" y="326"/>
                </a:cubicBezTo>
                <a:cubicBezTo>
                  <a:pt x="2691" y="332"/>
                  <a:pt x="2687" y="338"/>
                  <a:pt x="2683" y="343"/>
                </a:cubicBezTo>
                <a:cubicBezTo>
                  <a:pt x="2662" y="372"/>
                  <a:pt x="2632" y="336"/>
                  <a:pt x="2606" y="359"/>
                </a:cubicBezTo>
                <a:cubicBezTo>
                  <a:pt x="2576" y="385"/>
                  <a:pt x="2580" y="456"/>
                  <a:pt x="2525" y="451"/>
                </a:cubicBezTo>
                <a:cubicBezTo>
                  <a:pt x="2521" y="451"/>
                  <a:pt x="2517" y="450"/>
                  <a:pt x="2514" y="450"/>
                </a:cubicBezTo>
                <a:cubicBezTo>
                  <a:pt x="2502" y="448"/>
                  <a:pt x="2492" y="446"/>
                  <a:pt x="2482" y="444"/>
                </a:cubicBezTo>
                <a:cubicBezTo>
                  <a:pt x="2476" y="443"/>
                  <a:pt x="2470" y="441"/>
                  <a:pt x="2464" y="439"/>
                </a:cubicBezTo>
                <a:cubicBezTo>
                  <a:pt x="2454" y="430"/>
                  <a:pt x="2444" y="422"/>
                  <a:pt x="2433" y="415"/>
                </a:cubicBezTo>
                <a:cubicBezTo>
                  <a:pt x="2427" y="411"/>
                  <a:pt x="2422" y="408"/>
                  <a:pt x="2417" y="404"/>
                </a:cubicBezTo>
                <a:cubicBezTo>
                  <a:pt x="2395" y="381"/>
                  <a:pt x="2417" y="336"/>
                  <a:pt x="2382" y="332"/>
                </a:cubicBezTo>
                <a:cubicBezTo>
                  <a:pt x="2335" y="332"/>
                  <a:pt x="2296" y="367"/>
                  <a:pt x="2248" y="376"/>
                </a:cubicBezTo>
                <a:cubicBezTo>
                  <a:pt x="2244" y="376"/>
                  <a:pt x="2240" y="376"/>
                  <a:pt x="2236" y="375"/>
                </a:cubicBezTo>
                <a:cubicBezTo>
                  <a:pt x="2223" y="372"/>
                  <a:pt x="2210" y="365"/>
                  <a:pt x="2198" y="359"/>
                </a:cubicBezTo>
                <a:cubicBezTo>
                  <a:pt x="2192" y="355"/>
                  <a:pt x="2186" y="351"/>
                  <a:pt x="2180" y="348"/>
                </a:cubicBezTo>
                <a:cubicBezTo>
                  <a:pt x="2174" y="345"/>
                  <a:pt x="2167" y="343"/>
                  <a:pt x="2160" y="343"/>
                </a:cubicBezTo>
                <a:cubicBezTo>
                  <a:pt x="2130" y="343"/>
                  <a:pt x="2113" y="376"/>
                  <a:pt x="2091" y="440"/>
                </a:cubicBezTo>
                <a:cubicBezTo>
                  <a:pt x="2083" y="466"/>
                  <a:pt x="2076" y="487"/>
                  <a:pt x="2070" y="504"/>
                </a:cubicBezTo>
                <a:cubicBezTo>
                  <a:pt x="2068" y="508"/>
                  <a:pt x="2067" y="512"/>
                  <a:pt x="2065" y="516"/>
                </a:cubicBezTo>
                <a:cubicBezTo>
                  <a:pt x="2054" y="558"/>
                  <a:pt x="2016" y="567"/>
                  <a:pt x="1998" y="602"/>
                </a:cubicBezTo>
                <a:cubicBezTo>
                  <a:pt x="1981" y="655"/>
                  <a:pt x="2011" y="731"/>
                  <a:pt x="1960" y="770"/>
                </a:cubicBezTo>
                <a:cubicBezTo>
                  <a:pt x="1956" y="772"/>
                  <a:pt x="1952" y="774"/>
                  <a:pt x="1948" y="776"/>
                </a:cubicBezTo>
                <a:cubicBezTo>
                  <a:pt x="1944" y="779"/>
                  <a:pt x="1941" y="781"/>
                  <a:pt x="1938" y="784"/>
                </a:cubicBezTo>
                <a:cubicBezTo>
                  <a:pt x="1933" y="790"/>
                  <a:pt x="1930" y="796"/>
                  <a:pt x="1927" y="803"/>
                </a:cubicBezTo>
                <a:cubicBezTo>
                  <a:pt x="1912" y="895"/>
                  <a:pt x="1886" y="983"/>
                  <a:pt x="1901" y="1078"/>
                </a:cubicBezTo>
                <a:cubicBezTo>
                  <a:pt x="1901" y="1088"/>
                  <a:pt x="1900" y="1099"/>
                  <a:pt x="1899" y="1110"/>
                </a:cubicBezTo>
                <a:cubicBezTo>
                  <a:pt x="1899" y="1115"/>
                  <a:pt x="1898" y="1121"/>
                  <a:pt x="1898" y="1126"/>
                </a:cubicBezTo>
                <a:cubicBezTo>
                  <a:pt x="1897" y="1132"/>
                  <a:pt x="1896" y="1137"/>
                  <a:pt x="1895" y="1143"/>
                </a:cubicBezTo>
                <a:cubicBezTo>
                  <a:pt x="1886" y="1174"/>
                  <a:pt x="1865" y="1200"/>
                  <a:pt x="1836" y="1201"/>
                </a:cubicBezTo>
                <a:cubicBezTo>
                  <a:pt x="1831" y="1202"/>
                  <a:pt x="1826" y="1202"/>
                  <a:pt x="1820" y="1201"/>
                </a:cubicBezTo>
                <a:cubicBezTo>
                  <a:pt x="1815" y="1202"/>
                  <a:pt x="1809" y="1202"/>
                  <a:pt x="1803" y="1202"/>
                </a:cubicBezTo>
                <a:cubicBezTo>
                  <a:pt x="1779" y="1202"/>
                  <a:pt x="1754" y="1198"/>
                  <a:pt x="1732" y="1196"/>
                </a:cubicBezTo>
                <a:cubicBezTo>
                  <a:pt x="1726" y="1195"/>
                  <a:pt x="1719" y="1194"/>
                  <a:pt x="1712" y="1193"/>
                </a:cubicBezTo>
                <a:cubicBezTo>
                  <a:pt x="1680" y="1189"/>
                  <a:pt x="1648" y="1189"/>
                  <a:pt x="1622" y="1209"/>
                </a:cubicBezTo>
                <a:cubicBezTo>
                  <a:pt x="1618" y="1213"/>
                  <a:pt x="1614" y="1216"/>
                  <a:pt x="1610" y="1220"/>
                </a:cubicBezTo>
                <a:cubicBezTo>
                  <a:pt x="1598" y="1232"/>
                  <a:pt x="1588" y="1247"/>
                  <a:pt x="1578" y="1264"/>
                </a:cubicBezTo>
                <a:cubicBezTo>
                  <a:pt x="1575" y="1268"/>
                  <a:pt x="1573" y="1273"/>
                  <a:pt x="1570" y="1277"/>
                </a:cubicBezTo>
                <a:cubicBezTo>
                  <a:pt x="1566" y="1301"/>
                  <a:pt x="1557" y="1328"/>
                  <a:pt x="1543" y="1351"/>
                </a:cubicBezTo>
                <a:cubicBezTo>
                  <a:pt x="1540" y="1355"/>
                  <a:pt x="1537" y="1360"/>
                  <a:pt x="1534" y="1364"/>
                </a:cubicBezTo>
                <a:cubicBezTo>
                  <a:pt x="1520" y="1395"/>
                  <a:pt x="1489" y="1418"/>
                  <a:pt x="1461" y="1436"/>
                </a:cubicBezTo>
                <a:cubicBezTo>
                  <a:pt x="1456" y="1439"/>
                  <a:pt x="1451" y="1443"/>
                  <a:pt x="1446" y="1446"/>
                </a:cubicBezTo>
                <a:cubicBezTo>
                  <a:pt x="1410" y="1472"/>
                  <a:pt x="1382" y="1499"/>
                  <a:pt x="1393" y="1556"/>
                </a:cubicBezTo>
                <a:cubicBezTo>
                  <a:pt x="1392" y="1561"/>
                  <a:pt x="1391" y="1566"/>
                  <a:pt x="1390" y="1571"/>
                </a:cubicBezTo>
                <a:cubicBezTo>
                  <a:pt x="1345" y="1634"/>
                  <a:pt x="1285" y="1707"/>
                  <a:pt x="1213" y="1734"/>
                </a:cubicBezTo>
                <a:cubicBezTo>
                  <a:pt x="1207" y="1736"/>
                  <a:pt x="1201" y="1738"/>
                  <a:pt x="1195" y="1740"/>
                </a:cubicBezTo>
                <a:cubicBezTo>
                  <a:pt x="1186" y="1742"/>
                  <a:pt x="1175" y="1745"/>
                  <a:pt x="1165" y="1746"/>
                </a:cubicBezTo>
                <a:cubicBezTo>
                  <a:pt x="1160" y="1747"/>
                  <a:pt x="1155" y="1748"/>
                  <a:pt x="1150" y="1748"/>
                </a:cubicBezTo>
                <a:cubicBezTo>
                  <a:pt x="1136" y="1754"/>
                  <a:pt x="1123" y="1750"/>
                  <a:pt x="1114" y="1741"/>
                </a:cubicBezTo>
                <a:cubicBezTo>
                  <a:pt x="1109" y="1738"/>
                  <a:pt x="1105" y="1734"/>
                  <a:pt x="1102" y="1729"/>
                </a:cubicBezTo>
                <a:cubicBezTo>
                  <a:pt x="1084" y="1613"/>
                  <a:pt x="998" y="1608"/>
                  <a:pt x="913" y="1656"/>
                </a:cubicBezTo>
                <a:cubicBezTo>
                  <a:pt x="907" y="1657"/>
                  <a:pt x="900" y="1657"/>
                  <a:pt x="894" y="1656"/>
                </a:cubicBezTo>
                <a:cubicBezTo>
                  <a:pt x="851" y="1650"/>
                  <a:pt x="820" y="1601"/>
                  <a:pt x="786" y="1617"/>
                </a:cubicBezTo>
                <a:cubicBezTo>
                  <a:pt x="772" y="1625"/>
                  <a:pt x="762" y="1636"/>
                  <a:pt x="754" y="1648"/>
                </a:cubicBezTo>
                <a:cubicBezTo>
                  <a:pt x="750" y="1655"/>
                  <a:pt x="747" y="1661"/>
                  <a:pt x="744" y="1668"/>
                </a:cubicBezTo>
                <a:cubicBezTo>
                  <a:pt x="742" y="1699"/>
                  <a:pt x="732" y="1721"/>
                  <a:pt x="718" y="1738"/>
                </a:cubicBezTo>
                <a:cubicBezTo>
                  <a:pt x="715" y="1741"/>
                  <a:pt x="711" y="1744"/>
                  <a:pt x="708" y="1747"/>
                </a:cubicBezTo>
                <a:cubicBezTo>
                  <a:pt x="704" y="1752"/>
                  <a:pt x="701" y="1757"/>
                  <a:pt x="698" y="1762"/>
                </a:cubicBezTo>
                <a:cubicBezTo>
                  <a:pt x="695" y="1767"/>
                  <a:pt x="692" y="1772"/>
                  <a:pt x="689" y="1777"/>
                </a:cubicBezTo>
                <a:cubicBezTo>
                  <a:pt x="688" y="1784"/>
                  <a:pt x="687" y="1789"/>
                  <a:pt x="684" y="1795"/>
                </a:cubicBezTo>
                <a:cubicBezTo>
                  <a:pt x="682" y="1800"/>
                  <a:pt x="679" y="1804"/>
                  <a:pt x="676" y="1808"/>
                </a:cubicBezTo>
                <a:cubicBezTo>
                  <a:pt x="660" y="1825"/>
                  <a:pt x="644" y="1843"/>
                  <a:pt x="634" y="1862"/>
                </a:cubicBezTo>
                <a:cubicBezTo>
                  <a:pt x="632" y="1867"/>
                  <a:pt x="630" y="1872"/>
                  <a:pt x="629" y="1877"/>
                </a:cubicBezTo>
                <a:cubicBezTo>
                  <a:pt x="631" y="1915"/>
                  <a:pt x="655" y="1949"/>
                  <a:pt x="651" y="1982"/>
                </a:cubicBezTo>
                <a:cubicBezTo>
                  <a:pt x="650" y="1988"/>
                  <a:pt x="648" y="1993"/>
                  <a:pt x="646" y="1999"/>
                </a:cubicBezTo>
                <a:cubicBezTo>
                  <a:pt x="631" y="2033"/>
                  <a:pt x="618" y="2065"/>
                  <a:pt x="599" y="2097"/>
                </a:cubicBezTo>
                <a:cubicBezTo>
                  <a:pt x="596" y="2102"/>
                  <a:pt x="594" y="2108"/>
                  <a:pt x="591" y="2113"/>
                </a:cubicBezTo>
                <a:cubicBezTo>
                  <a:pt x="577" y="2150"/>
                  <a:pt x="575" y="2192"/>
                  <a:pt x="582" y="2232"/>
                </a:cubicBezTo>
                <a:cubicBezTo>
                  <a:pt x="583" y="2237"/>
                  <a:pt x="584" y="2243"/>
                  <a:pt x="586" y="2249"/>
                </a:cubicBezTo>
                <a:cubicBezTo>
                  <a:pt x="601" y="2277"/>
                  <a:pt x="601" y="2304"/>
                  <a:pt x="581" y="2326"/>
                </a:cubicBezTo>
                <a:cubicBezTo>
                  <a:pt x="577" y="2330"/>
                  <a:pt x="574" y="2333"/>
                  <a:pt x="569" y="2336"/>
                </a:cubicBezTo>
                <a:cubicBezTo>
                  <a:pt x="543" y="2353"/>
                  <a:pt x="503" y="2360"/>
                  <a:pt x="471" y="2371"/>
                </a:cubicBezTo>
                <a:cubicBezTo>
                  <a:pt x="466" y="2372"/>
                  <a:pt x="461" y="2374"/>
                  <a:pt x="457" y="2376"/>
                </a:cubicBezTo>
                <a:cubicBezTo>
                  <a:pt x="442" y="2379"/>
                  <a:pt x="427" y="2382"/>
                  <a:pt x="413" y="2386"/>
                </a:cubicBezTo>
                <a:cubicBezTo>
                  <a:pt x="408" y="2387"/>
                  <a:pt x="403" y="2388"/>
                  <a:pt x="398" y="2390"/>
                </a:cubicBezTo>
                <a:cubicBezTo>
                  <a:pt x="379" y="2402"/>
                  <a:pt x="359" y="2412"/>
                  <a:pt x="339" y="2420"/>
                </a:cubicBezTo>
                <a:cubicBezTo>
                  <a:pt x="333" y="2422"/>
                  <a:pt x="328" y="2424"/>
                  <a:pt x="323" y="2426"/>
                </a:cubicBezTo>
                <a:cubicBezTo>
                  <a:pt x="282" y="2432"/>
                  <a:pt x="265" y="2477"/>
                  <a:pt x="260" y="2516"/>
                </a:cubicBezTo>
                <a:cubicBezTo>
                  <a:pt x="260" y="2543"/>
                  <a:pt x="221" y="2539"/>
                  <a:pt x="209" y="2560"/>
                </a:cubicBezTo>
                <a:cubicBezTo>
                  <a:pt x="205" y="2565"/>
                  <a:pt x="202" y="2570"/>
                  <a:pt x="199" y="2575"/>
                </a:cubicBezTo>
                <a:cubicBezTo>
                  <a:pt x="157" y="2672"/>
                  <a:pt x="118" y="2760"/>
                  <a:pt x="21" y="2809"/>
                </a:cubicBezTo>
                <a:cubicBezTo>
                  <a:pt x="18" y="2813"/>
                  <a:pt x="15" y="2817"/>
                  <a:pt x="12" y="2822"/>
                </a:cubicBezTo>
                <a:cubicBezTo>
                  <a:pt x="6" y="2832"/>
                  <a:pt x="3" y="2843"/>
                  <a:pt x="1" y="2856"/>
                </a:cubicBezTo>
                <a:cubicBezTo>
                  <a:pt x="0" y="2867"/>
                  <a:pt x="1" y="2878"/>
                  <a:pt x="2" y="2887"/>
                </a:cubicBezTo>
                <a:cubicBezTo>
                  <a:pt x="3" y="2896"/>
                  <a:pt x="3" y="2903"/>
                  <a:pt x="4" y="2907"/>
                </a:cubicBezTo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293DC3C-B748-4DC0-A39A-C334517AC565}"/>
              </a:ext>
            </a:extLst>
          </p:cNvPr>
          <p:cNvSpPr txBox="1"/>
          <p:nvPr/>
        </p:nvSpPr>
        <p:spPr>
          <a:xfrm>
            <a:off x="911240" y="1433564"/>
            <a:ext cx="35888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5400" dirty="0">
                <a:latin typeface="Meiryo UI" panose="020B0604030504040204" pitchFamily="50" charset="-128"/>
                <a:ea typeface="Meiryo UI" panose="020B0604030504040204" pitchFamily="50" charset="-128"/>
              </a:rPr>
              <a:t>动手操作</a:t>
            </a:r>
            <a:endParaRPr lang="en-US" altLang="ko-KR" sz="5400" dirty="0">
              <a:latin typeface="Meiryo UI" panose="020B0604030504040204" pitchFamily="50" charset="-128"/>
            </a:endParaRPr>
          </a:p>
        </p:txBody>
      </p:sp>
      <p:sp>
        <p:nvSpPr>
          <p:cNvPr id="24" name="Rectangle 45">
            <a:extLst>
              <a:ext uri="{FF2B5EF4-FFF2-40B4-BE49-F238E27FC236}">
                <a16:creationId xmlns:a16="http://schemas.microsoft.com/office/drawing/2014/main" id="{97AEA4D1-F28F-453F-BACC-E738CC344268}"/>
              </a:ext>
            </a:extLst>
          </p:cNvPr>
          <p:cNvSpPr/>
          <p:nvPr/>
        </p:nvSpPr>
        <p:spPr>
          <a:xfrm>
            <a:off x="911240" y="2364514"/>
            <a:ext cx="4896000" cy="82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  <a:latin typeface="Meiryo UI" panose="020B0604030504040204" pitchFamily="50" charset="-128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18E9DE6A-71DB-4292-90F7-90980BEFF8AF}"/>
              </a:ext>
            </a:extLst>
          </p:cNvPr>
          <p:cNvGrpSpPr/>
          <p:nvPr/>
        </p:nvGrpSpPr>
        <p:grpSpPr>
          <a:xfrm>
            <a:off x="8351521" y="470408"/>
            <a:ext cx="1384661" cy="1894106"/>
            <a:chOff x="963295" y="160338"/>
            <a:chExt cx="572137" cy="78263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968839F4-0A7F-4F5F-A127-407BA41BDD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325" y="160338"/>
              <a:ext cx="53975" cy="76200"/>
            </a:xfrm>
            <a:custGeom>
              <a:avLst/>
              <a:gdLst>
                <a:gd name="T0" fmla="*/ 0 w 70"/>
                <a:gd name="T1" fmla="*/ 41 h 100"/>
                <a:gd name="T2" fmla="*/ 9 w 70"/>
                <a:gd name="T3" fmla="*/ 13 h 100"/>
                <a:gd name="T4" fmla="*/ 35 w 70"/>
                <a:gd name="T5" fmla="*/ 1 h 100"/>
                <a:gd name="T6" fmla="*/ 61 w 70"/>
                <a:gd name="T7" fmla="*/ 13 h 100"/>
                <a:gd name="T8" fmla="*/ 70 w 70"/>
                <a:gd name="T9" fmla="*/ 41 h 100"/>
                <a:gd name="T10" fmla="*/ 70 w 70"/>
                <a:gd name="T11" fmla="*/ 90 h 100"/>
                <a:gd name="T12" fmla="*/ 70 w 70"/>
                <a:gd name="T13" fmla="*/ 100 h 100"/>
                <a:gd name="T14" fmla="*/ 58 w 70"/>
                <a:gd name="T15" fmla="*/ 100 h 100"/>
                <a:gd name="T16" fmla="*/ 11 w 70"/>
                <a:gd name="T17" fmla="*/ 100 h 100"/>
                <a:gd name="T18" fmla="*/ 0 w 70"/>
                <a:gd name="T19" fmla="*/ 100 h 100"/>
                <a:gd name="T20" fmla="*/ 0 w 70"/>
                <a:gd name="T21" fmla="*/ 90 h 100"/>
                <a:gd name="T22" fmla="*/ 0 w 70"/>
                <a:gd name="T23" fmla="*/ 41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0" h="100">
                  <a:moveTo>
                    <a:pt x="0" y="41"/>
                  </a:moveTo>
                  <a:cubicBezTo>
                    <a:pt x="0" y="30"/>
                    <a:pt x="3" y="21"/>
                    <a:pt x="9" y="13"/>
                  </a:cubicBezTo>
                  <a:cubicBezTo>
                    <a:pt x="15" y="4"/>
                    <a:pt x="25" y="1"/>
                    <a:pt x="35" y="1"/>
                  </a:cubicBezTo>
                  <a:cubicBezTo>
                    <a:pt x="46" y="0"/>
                    <a:pt x="55" y="4"/>
                    <a:pt x="61" y="13"/>
                  </a:cubicBezTo>
                  <a:cubicBezTo>
                    <a:pt x="67" y="21"/>
                    <a:pt x="70" y="30"/>
                    <a:pt x="70" y="41"/>
                  </a:cubicBezTo>
                  <a:lnTo>
                    <a:pt x="70" y="90"/>
                  </a:lnTo>
                  <a:lnTo>
                    <a:pt x="70" y="100"/>
                  </a:lnTo>
                  <a:lnTo>
                    <a:pt x="58" y="100"/>
                  </a:lnTo>
                  <a:lnTo>
                    <a:pt x="11" y="100"/>
                  </a:lnTo>
                  <a:lnTo>
                    <a:pt x="0" y="100"/>
                  </a:lnTo>
                  <a:lnTo>
                    <a:pt x="0" y="90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8527B325-A237-4AC0-AB59-F6BA0B5BED62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583" y="248851"/>
              <a:ext cx="557849" cy="172224"/>
            </a:xfrm>
            <a:custGeom>
              <a:avLst/>
              <a:gdLst>
                <a:gd name="T0" fmla="*/ 116 w 622"/>
                <a:gd name="T1" fmla="*/ 116 h 232"/>
                <a:gd name="T2" fmla="*/ 0 w 622"/>
                <a:gd name="T3" fmla="*/ 2 h 232"/>
                <a:gd name="T4" fmla="*/ 0 w 622"/>
                <a:gd name="T5" fmla="*/ 0 h 232"/>
                <a:gd name="T6" fmla="*/ 506 w 622"/>
                <a:gd name="T7" fmla="*/ 0 h 232"/>
                <a:gd name="T8" fmla="*/ 622 w 622"/>
                <a:gd name="T9" fmla="*/ 116 h 232"/>
                <a:gd name="T10" fmla="*/ 506 w 622"/>
                <a:gd name="T11" fmla="*/ 232 h 232"/>
                <a:gd name="T12" fmla="*/ 2 w 622"/>
                <a:gd name="T13" fmla="*/ 232 h 232"/>
                <a:gd name="T14" fmla="*/ 0 w 622"/>
                <a:gd name="T15" fmla="*/ 232 h 232"/>
                <a:gd name="T16" fmla="*/ 0 w 622"/>
                <a:gd name="T17" fmla="*/ 231 h 232"/>
                <a:gd name="T18" fmla="*/ 116 w 622"/>
                <a:gd name="T19" fmla="*/ 116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2" h="232">
                  <a:moveTo>
                    <a:pt x="116" y="116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506" y="0"/>
                  </a:lnTo>
                  <a:lnTo>
                    <a:pt x="622" y="116"/>
                  </a:lnTo>
                  <a:lnTo>
                    <a:pt x="506" y="232"/>
                  </a:lnTo>
                  <a:lnTo>
                    <a:pt x="2" y="232"/>
                  </a:lnTo>
                  <a:lnTo>
                    <a:pt x="0" y="232"/>
                  </a:lnTo>
                  <a:lnTo>
                    <a:pt x="0" y="231"/>
                  </a:lnTo>
                  <a:lnTo>
                    <a:pt x="116" y="11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1B5923A2-68BD-4C2C-91F8-65ED5BCD5893}"/>
                </a:ext>
              </a:extLst>
            </p:cNvPr>
            <p:cNvSpPr>
              <a:spLocks/>
            </p:cNvSpPr>
            <p:nvPr/>
          </p:nvSpPr>
          <p:spPr bwMode="auto">
            <a:xfrm>
              <a:off x="963295" y="528273"/>
              <a:ext cx="557849" cy="175356"/>
            </a:xfrm>
            <a:custGeom>
              <a:avLst/>
              <a:gdLst>
                <a:gd name="T0" fmla="*/ 507 w 623"/>
                <a:gd name="T1" fmla="*/ 117 h 233"/>
                <a:gd name="T2" fmla="*/ 623 w 623"/>
                <a:gd name="T3" fmla="*/ 231 h 233"/>
                <a:gd name="T4" fmla="*/ 623 w 623"/>
                <a:gd name="T5" fmla="*/ 233 h 233"/>
                <a:gd name="T6" fmla="*/ 117 w 623"/>
                <a:gd name="T7" fmla="*/ 233 h 233"/>
                <a:gd name="T8" fmla="*/ 0 w 623"/>
                <a:gd name="T9" fmla="*/ 117 h 233"/>
                <a:gd name="T10" fmla="*/ 117 w 623"/>
                <a:gd name="T11" fmla="*/ 0 h 233"/>
                <a:gd name="T12" fmla="*/ 621 w 623"/>
                <a:gd name="T13" fmla="*/ 0 h 233"/>
                <a:gd name="T14" fmla="*/ 623 w 623"/>
                <a:gd name="T15" fmla="*/ 0 h 233"/>
                <a:gd name="T16" fmla="*/ 623 w 623"/>
                <a:gd name="T17" fmla="*/ 2 h 233"/>
                <a:gd name="T18" fmla="*/ 507 w 623"/>
                <a:gd name="T19" fmla="*/ 117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3" h="233">
                  <a:moveTo>
                    <a:pt x="507" y="117"/>
                  </a:moveTo>
                  <a:lnTo>
                    <a:pt x="623" y="231"/>
                  </a:lnTo>
                  <a:lnTo>
                    <a:pt x="623" y="233"/>
                  </a:lnTo>
                  <a:lnTo>
                    <a:pt x="117" y="233"/>
                  </a:lnTo>
                  <a:lnTo>
                    <a:pt x="0" y="117"/>
                  </a:lnTo>
                  <a:lnTo>
                    <a:pt x="117" y="0"/>
                  </a:lnTo>
                  <a:lnTo>
                    <a:pt x="621" y="0"/>
                  </a:lnTo>
                  <a:lnTo>
                    <a:pt x="623" y="0"/>
                  </a:lnTo>
                  <a:lnTo>
                    <a:pt x="623" y="2"/>
                  </a:lnTo>
                  <a:lnTo>
                    <a:pt x="507" y="11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5FFF07C2-1904-4C4E-B101-ED41AA4E24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325" y="438151"/>
              <a:ext cx="53975" cy="77788"/>
            </a:xfrm>
            <a:custGeom>
              <a:avLst/>
              <a:gdLst>
                <a:gd name="T0" fmla="*/ 70 w 70"/>
                <a:gd name="T1" fmla="*/ 11 h 104"/>
                <a:gd name="T2" fmla="*/ 70 w 70"/>
                <a:gd name="T3" fmla="*/ 91 h 104"/>
                <a:gd name="T4" fmla="*/ 70 w 70"/>
                <a:gd name="T5" fmla="*/ 104 h 104"/>
                <a:gd name="T6" fmla="*/ 58 w 70"/>
                <a:gd name="T7" fmla="*/ 104 h 104"/>
                <a:gd name="T8" fmla="*/ 11 w 70"/>
                <a:gd name="T9" fmla="*/ 104 h 104"/>
                <a:gd name="T10" fmla="*/ 0 w 70"/>
                <a:gd name="T11" fmla="*/ 104 h 104"/>
                <a:gd name="T12" fmla="*/ 0 w 70"/>
                <a:gd name="T13" fmla="*/ 91 h 104"/>
                <a:gd name="T14" fmla="*/ 0 w 70"/>
                <a:gd name="T15" fmla="*/ 11 h 104"/>
                <a:gd name="T16" fmla="*/ 0 w 70"/>
                <a:gd name="T17" fmla="*/ 0 h 104"/>
                <a:gd name="T18" fmla="*/ 11 w 70"/>
                <a:gd name="T19" fmla="*/ 0 h 104"/>
                <a:gd name="T20" fmla="*/ 58 w 70"/>
                <a:gd name="T21" fmla="*/ 0 h 104"/>
                <a:gd name="T22" fmla="*/ 70 w 70"/>
                <a:gd name="T23" fmla="*/ 0 h 104"/>
                <a:gd name="T24" fmla="*/ 70 w 70"/>
                <a:gd name="T25" fmla="*/ 11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04">
                  <a:moveTo>
                    <a:pt x="70" y="11"/>
                  </a:moveTo>
                  <a:lnTo>
                    <a:pt x="70" y="91"/>
                  </a:lnTo>
                  <a:lnTo>
                    <a:pt x="70" y="104"/>
                  </a:lnTo>
                  <a:lnTo>
                    <a:pt x="58" y="104"/>
                  </a:lnTo>
                  <a:lnTo>
                    <a:pt x="11" y="104"/>
                  </a:lnTo>
                  <a:lnTo>
                    <a:pt x="0" y="104"/>
                  </a:lnTo>
                  <a:lnTo>
                    <a:pt x="0" y="9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11" y="0"/>
                  </a:lnTo>
                  <a:lnTo>
                    <a:pt x="58" y="0"/>
                  </a:lnTo>
                  <a:lnTo>
                    <a:pt x="70" y="0"/>
                  </a:lnTo>
                  <a:lnTo>
                    <a:pt x="70" y="11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0CB374B2-4034-4D90-9057-EE6431511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325" y="715963"/>
              <a:ext cx="53975" cy="227013"/>
            </a:xfrm>
            <a:custGeom>
              <a:avLst/>
              <a:gdLst>
                <a:gd name="T0" fmla="*/ 70 w 70"/>
                <a:gd name="T1" fmla="*/ 12 h 299"/>
                <a:gd name="T2" fmla="*/ 70 w 70"/>
                <a:gd name="T3" fmla="*/ 258 h 299"/>
                <a:gd name="T4" fmla="*/ 61 w 70"/>
                <a:gd name="T5" fmla="*/ 285 h 299"/>
                <a:gd name="T6" fmla="*/ 35 w 70"/>
                <a:gd name="T7" fmla="*/ 299 h 299"/>
                <a:gd name="T8" fmla="*/ 9 w 70"/>
                <a:gd name="T9" fmla="*/ 285 h 299"/>
                <a:gd name="T10" fmla="*/ 0 w 70"/>
                <a:gd name="T11" fmla="*/ 258 h 299"/>
                <a:gd name="T12" fmla="*/ 0 w 70"/>
                <a:gd name="T13" fmla="*/ 12 h 299"/>
                <a:gd name="T14" fmla="*/ 0 w 70"/>
                <a:gd name="T15" fmla="*/ 0 h 299"/>
                <a:gd name="T16" fmla="*/ 11 w 70"/>
                <a:gd name="T17" fmla="*/ 0 h 299"/>
                <a:gd name="T18" fmla="*/ 58 w 70"/>
                <a:gd name="T19" fmla="*/ 0 h 299"/>
                <a:gd name="T20" fmla="*/ 70 w 70"/>
                <a:gd name="T21" fmla="*/ 0 h 299"/>
                <a:gd name="T22" fmla="*/ 70 w 70"/>
                <a:gd name="T23" fmla="*/ 12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0" h="299">
                  <a:moveTo>
                    <a:pt x="70" y="12"/>
                  </a:moveTo>
                  <a:lnTo>
                    <a:pt x="70" y="258"/>
                  </a:lnTo>
                  <a:cubicBezTo>
                    <a:pt x="70" y="268"/>
                    <a:pt x="67" y="277"/>
                    <a:pt x="61" y="285"/>
                  </a:cubicBezTo>
                  <a:cubicBezTo>
                    <a:pt x="55" y="293"/>
                    <a:pt x="46" y="299"/>
                    <a:pt x="35" y="299"/>
                  </a:cubicBezTo>
                  <a:cubicBezTo>
                    <a:pt x="25" y="299"/>
                    <a:pt x="15" y="293"/>
                    <a:pt x="9" y="285"/>
                  </a:cubicBezTo>
                  <a:cubicBezTo>
                    <a:pt x="3" y="277"/>
                    <a:pt x="0" y="268"/>
                    <a:pt x="0" y="258"/>
                  </a:cubicBezTo>
                  <a:lnTo>
                    <a:pt x="0" y="12"/>
                  </a:lnTo>
                  <a:lnTo>
                    <a:pt x="0" y="0"/>
                  </a:lnTo>
                  <a:lnTo>
                    <a:pt x="11" y="0"/>
                  </a:lnTo>
                  <a:lnTo>
                    <a:pt x="58" y="0"/>
                  </a:lnTo>
                  <a:lnTo>
                    <a:pt x="70" y="0"/>
                  </a:lnTo>
                  <a:lnTo>
                    <a:pt x="70" y="1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27" name="자유형: 도형 52">
            <a:extLst>
              <a:ext uri="{FF2B5EF4-FFF2-40B4-BE49-F238E27FC236}">
                <a16:creationId xmlns:a16="http://schemas.microsoft.com/office/drawing/2014/main" id="{27DB491F-7404-40E3-811C-7E1033C459C9}"/>
              </a:ext>
            </a:extLst>
          </p:cNvPr>
          <p:cNvSpPr/>
          <p:nvPr/>
        </p:nvSpPr>
        <p:spPr>
          <a:xfrm rot="19998217">
            <a:off x="6985942" y="1828307"/>
            <a:ext cx="901948" cy="1638198"/>
          </a:xfrm>
          <a:custGeom>
            <a:avLst/>
            <a:gdLst>
              <a:gd name="connsiteX0" fmla="*/ 214219 w 1074535"/>
              <a:gd name="connsiteY0" fmla="*/ 1091637 h 1918453"/>
              <a:gd name="connsiteX1" fmla="*/ 235318 w 1074535"/>
              <a:gd name="connsiteY1" fmla="*/ 1098104 h 1918453"/>
              <a:gd name="connsiteX2" fmla="*/ 264814 w 1074535"/>
              <a:gd name="connsiteY2" fmla="*/ 1100973 h 1918453"/>
              <a:gd name="connsiteX3" fmla="*/ 328003 w 1074535"/>
              <a:gd name="connsiteY3" fmla="*/ 1100750 h 1918453"/>
              <a:gd name="connsiteX4" fmla="*/ 363240 w 1074535"/>
              <a:gd name="connsiteY4" fmla="*/ 1093506 h 1918453"/>
              <a:gd name="connsiteX5" fmla="*/ 373128 w 1074535"/>
              <a:gd name="connsiteY5" fmla="*/ 1800548 h 1918453"/>
              <a:gd name="connsiteX6" fmla="*/ 372697 w 1074535"/>
              <a:gd name="connsiteY6" fmla="*/ 1805518 h 1918453"/>
              <a:gd name="connsiteX7" fmla="*/ 373239 w 1074535"/>
              <a:gd name="connsiteY7" fmla="*/ 1844277 h 1918453"/>
              <a:gd name="connsiteX8" fmla="*/ 301116 w 1074535"/>
              <a:gd name="connsiteY8" fmla="*/ 1918446 h 1918453"/>
              <a:gd name="connsiteX9" fmla="*/ 226946 w 1074535"/>
              <a:gd name="connsiteY9" fmla="*/ 1846323 h 1918453"/>
              <a:gd name="connsiteX10" fmla="*/ 226574 w 1074535"/>
              <a:gd name="connsiteY10" fmla="*/ 1819736 h 1918453"/>
              <a:gd name="connsiteX11" fmla="*/ 225885 w 1074535"/>
              <a:gd name="connsiteY11" fmla="*/ 1817621 h 1918453"/>
              <a:gd name="connsiteX12" fmla="*/ 224163 w 1074535"/>
              <a:gd name="connsiteY12" fmla="*/ 1802631 h 1918453"/>
              <a:gd name="connsiteX13" fmla="*/ 883809 w 1074535"/>
              <a:gd name="connsiteY13" fmla="*/ 416500 h 1918453"/>
              <a:gd name="connsiteX14" fmla="*/ 957090 w 1074535"/>
              <a:gd name="connsiteY14" fmla="*/ 454060 h 1918453"/>
              <a:gd name="connsiteX15" fmla="*/ 957089 w 1074535"/>
              <a:gd name="connsiteY15" fmla="*/ 454060 h 1918453"/>
              <a:gd name="connsiteX16" fmla="*/ 951038 w 1074535"/>
              <a:gd name="connsiteY16" fmla="*/ 536184 h 1918453"/>
              <a:gd name="connsiteX17" fmla="*/ 944731 w 1074535"/>
              <a:gd name="connsiteY17" fmla="*/ 541616 h 1918453"/>
              <a:gd name="connsiteX18" fmla="*/ 1074535 w 1074535"/>
              <a:gd name="connsiteY18" fmla="*/ 1366500 h 1918453"/>
              <a:gd name="connsiteX19" fmla="*/ 1029371 w 1074535"/>
              <a:gd name="connsiteY19" fmla="*/ 1373606 h 1918453"/>
              <a:gd name="connsiteX20" fmla="*/ 902906 w 1074535"/>
              <a:gd name="connsiteY20" fmla="*/ 569935 h 1918453"/>
              <a:gd name="connsiteX21" fmla="*/ 661675 w 1074535"/>
              <a:gd name="connsiteY21" fmla="*/ 705442 h 1918453"/>
              <a:gd name="connsiteX22" fmla="*/ 653401 w 1074535"/>
              <a:gd name="connsiteY22" fmla="*/ 708573 h 1918453"/>
              <a:gd name="connsiteX23" fmla="*/ 653770 w 1074535"/>
              <a:gd name="connsiteY23" fmla="*/ 539006 h 1918453"/>
              <a:gd name="connsiteX24" fmla="*/ 855663 w 1074535"/>
              <a:gd name="connsiteY24" fmla="*/ 425597 h 1918453"/>
              <a:gd name="connsiteX25" fmla="*/ 883809 w 1074535"/>
              <a:gd name="connsiteY25" fmla="*/ 416500 h 1918453"/>
              <a:gd name="connsiteX26" fmla="*/ 29148 w 1074535"/>
              <a:gd name="connsiteY26" fmla="*/ 400981 h 1918453"/>
              <a:gd name="connsiteX27" fmla="*/ 125491 w 1074535"/>
              <a:gd name="connsiteY27" fmla="*/ 400981 h 1918453"/>
              <a:gd name="connsiteX28" fmla="*/ 149578 w 1074535"/>
              <a:gd name="connsiteY28" fmla="*/ 425068 h 1918453"/>
              <a:gd name="connsiteX29" fmla="*/ 149578 w 1074535"/>
              <a:gd name="connsiteY29" fmla="*/ 965515 h 1918453"/>
              <a:gd name="connsiteX30" fmla="*/ 125491 w 1074535"/>
              <a:gd name="connsiteY30" fmla="*/ 989602 h 1918453"/>
              <a:gd name="connsiteX31" fmla="*/ 29148 w 1074535"/>
              <a:gd name="connsiteY31" fmla="*/ 989602 h 1918453"/>
              <a:gd name="connsiteX32" fmla="*/ 5061 w 1074535"/>
              <a:gd name="connsiteY32" fmla="*/ 965515 h 1918453"/>
              <a:gd name="connsiteX33" fmla="*/ 5061 w 1074535"/>
              <a:gd name="connsiteY33" fmla="*/ 425068 h 1918453"/>
              <a:gd name="connsiteX34" fmla="*/ 29148 w 1074535"/>
              <a:gd name="connsiteY34" fmla="*/ 400981 h 1918453"/>
              <a:gd name="connsiteX35" fmla="*/ 193377 w 1074535"/>
              <a:gd name="connsiteY35" fmla="*/ 366766 h 1918453"/>
              <a:gd name="connsiteX36" fmla="*/ 363365 w 1074535"/>
              <a:gd name="connsiteY36" fmla="*/ 390446 h 1918453"/>
              <a:gd name="connsiteX37" fmla="*/ 374173 w 1074535"/>
              <a:gd name="connsiteY37" fmla="*/ 392126 h 1918453"/>
              <a:gd name="connsiteX38" fmla="*/ 376882 w 1074535"/>
              <a:gd name="connsiteY38" fmla="*/ 393125 h 1918453"/>
              <a:gd name="connsiteX39" fmla="*/ 377281 w 1074535"/>
              <a:gd name="connsiteY39" fmla="*/ 393272 h 1918453"/>
              <a:gd name="connsiteX40" fmla="*/ 401926 w 1074535"/>
              <a:gd name="connsiteY40" fmla="*/ 402363 h 1918453"/>
              <a:gd name="connsiteX41" fmla="*/ 437148 w 1074535"/>
              <a:gd name="connsiteY41" fmla="*/ 462107 h 1918453"/>
              <a:gd name="connsiteX42" fmla="*/ 437102 w 1074535"/>
              <a:gd name="connsiteY42" fmla="*/ 462973 h 1918453"/>
              <a:gd name="connsiteX43" fmla="*/ 438546 w 1074535"/>
              <a:gd name="connsiteY43" fmla="*/ 467567 h 1918453"/>
              <a:gd name="connsiteX44" fmla="*/ 440725 w 1074535"/>
              <a:gd name="connsiteY44" fmla="*/ 488448 h 1918453"/>
              <a:gd name="connsiteX45" fmla="*/ 440758 w 1074535"/>
              <a:gd name="connsiteY45" fmla="*/ 497890 h 1918453"/>
              <a:gd name="connsiteX46" fmla="*/ 444835 w 1074535"/>
              <a:gd name="connsiteY46" fmla="*/ 495669 h 1918453"/>
              <a:gd name="connsiteX47" fmla="*/ 586852 w 1074535"/>
              <a:gd name="connsiteY47" fmla="*/ 546135 h 1918453"/>
              <a:gd name="connsiteX48" fmla="*/ 586511 w 1074535"/>
              <a:gd name="connsiteY48" fmla="*/ 703318 h 1918453"/>
              <a:gd name="connsiteX49" fmla="*/ 579551 w 1074535"/>
              <a:gd name="connsiteY49" fmla="*/ 699391 h 1918453"/>
              <a:gd name="connsiteX50" fmla="*/ 576534 w 1074535"/>
              <a:gd name="connsiteY50" fmla="*/ 695889 h 1918453"/>
              <a:gd name="connsiteX51" fmla="*/ 554440 w 1074535"/>
              <a:gd name="connsiteY51" fmla="*/ 692725 h 1918453"/>
              <a:gd name="connsiteX52" fmla="*/ 441305 w 1074535"/>
              <a:gd name="connsiteY52" fmla="*/ 652522 h 1918453"/>
              <a:gd name="connsiteX53" fmla="*/ 442217 w 1074535"/>
              <a:gd name="connsiteY53" fmla="*/ 910615 h 1918453"/>
              <a:gd name="connsiteX54" fmla="*/ 716699 w 1074535"/>
              <a:gd name="connsiteY54" fmla="*/ 926527 h 1918453"/>
              <a:gd name="connsiteX55" fmla="*/ 745307 w 1074535"/>
              <a:gd name="connsiteY55" fmla="*/ 934049 h 1918453"/>
              <a:gd name="connsiteX56" fmla="*/ 747791 w 1074535"/>
              <a:gd name="connsiteY56" fmla="*/ 935941 h 1918453"/>
              <a:gd name="connsiteX57" fmla="*/ 749560 w 1074535"/>
              <a:gd name="connsiteY57" fmla="*/ 936081 h 1918453"/>
              <a:gd name="connsiteX58" fmla="*/ 802979 w 1074535"/>
              <a:gd name="connsiteY58" fmla="*/ 998747 h 1918453"/>
              <a:gd name="connsiteX59" fmla="*/ 843164 w 1074535"/>
              <a:gd name="connsiteY59" fmla="*/ 1399260 h 1918453"/>
              <a:gd name="connsiteX60" fmla="*/ 781299 w 1074535"/>
              <a:gd name="connsiteY60" fmla="*/ 1451340 h 1918453"/>
              <a:gd name="connsiteX61" fmla="*/ 703433 w 1074535"/>
              <a:gd name="connsiteY61" fmla="*/ 1401491 h 1918453"/>
              <a:gd name="connsiteX62" fmla="*/ 700590 w 1074535"/>
              <a:gd name="connsiteY62" fmla="*/ 1388463 h 1918453"/>
              <a:gd name="connsiteX63" fmla="*/ 700124 w 1074535"/>
              <a:gd name="connsiteY63" fmla="*/ 1388469 h 1918453"/>
              <a:gd name="connsiteX64" fmla="*/ 661854 w 1074535"/>
              <a:gd name="connsiteY64" fmla="*/ 1072578 h 1918453"/>
              <a:gd name="connsiteX65" fmla="*/ 341945 w 1074535"/>
              <a:gd name="connsiteY65" fmla="*/ 1054034 h 1918453"/>
              <a:gd name="connsiteX66" fmla="*/ 339071 w 1074535"/>
              <a:gd name="connsiteY66" fmla="*/ 1054624 h 1918453"/>
              <a:gd name="connsiteX67" fmla="*/ 294302 w 1074535"/>
              <a:gd name="connsiteY67" fmla="*/ 1054782 h 1918453"/>
              <a:gd name="connsiteX68" fmla="*/ 190282 w 1074535"/>
              <a:gd name="connsiteY68" fmla="*/ 951495 h 1918453"/>
              <a:gd name="connsiteX69" fmla="*/ 193377 w 1074535"/>
              <a:gd name="connsiteY69" fmla="*/ 366766 h 1918453"/>
              <a:gd name="connsiteX70" fmla="*/ 21662 w 1074535"/>
              <a:gd name="connsiteY70" fmla="*/ 245799 h 1918453"/>
              <a:gd name="connsiteX71" fmla="*/ 123521 w 1074535"/>
              <a:gd name="connsiteY71" fmla="*/ 245799 h 1918453"/>
              <a:gd name="connsiteX72" fmla="*/ 145183 w 1074535"/>
              <a:gd name="connsiteY72" fmla="*/ 267461 h 1918453"/>
              <a:gd name="connsiteX73" fmla="*/ 145183 w 1074535"/>
              <a:gd name="connsiteY73" fmla="*/ 354108 h 1918453"/>
              <a:gd name="connsiteX74" fmla="*/ 123521 w 1074535"/>
              <a:gd name="connsiteY74" fmla="*/ 375770 h 1918453"/>
              <a:gd name="connsiteX75" fmla="*/ 21662 w 1074535"/>
              <a:gd name="connsiteY75" fmla="*/ 375770 h 1918453"/>
              <a:gd name="connsiteX76" fmla="*/ 0 w 1074535"/>
              <a:gd name="connsiteY76" fmla="*/ 354108 h 1918453"/>
              <a:gd name="connsiteX77" fmla="*/ 0 w 1074535"/>
              <a:gd name="connsiteY77" fmla="*/ 267461 h 1918453"/>
              <a:gd name="connsiteX78" fmla="*/ 21662 w 1074535"/>
              <a:gd name="connsiteY78" fmla="*/ 245799 h 1918453"/>
              <a:gd name="connsiteX79" fmla="*/ 314247 w 1074535"/>
              <a:gd name="connsiteY79" fmla="*/ 3674 h 1918453"/>
              <a:gd name="connsiteX80" fmla="*/ 349632 w 1074535"/>
              <a:gd name="connsiteY80" fmla="*/ 0 h 1918453"/>
              <a:gd name="connsiteX81" fmla="*/ 521798 w 1074535"/>
              <a:gd name="connsiteY81" fmla="*/ 140102 h 1918453"/>
              <a:gd name="connsiteX82" fmla="*/ 385371 w 1074535"/>
              <a:gd name="connsiteY82" fmla="*/ 347654 h 1918453"/>
              <a:gd name="connsiteX83" fmla="*/ 177819 w 1074535"/>
              <a:gd name="connsiteY83" fmla="*/ 211226 h 1918453"/>
              <a:gd name="connsiteX84" fmla="*/ 314247 w 1074535"/>
              <a:gd name="connsiteY84" fmla="*/ 3674 h 1918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074535" h="1918453">
                <a:moveTo>
                  <a:pt x="214219" y="1091637"/>
                </a:moveTo>
                <a:lnTo>
                  <a:pt x="235318" y="1098104"/>
                </a:lnTo>
                <a:cubicBezTo>
                  <a:pt x="244849" y="1100020"/>
                  <a:pt x="254714" y="1101008"/>
                  <a:pt x="264814" y="1100973"/>
                </a:cubicBezTo>
                <a:lnTo>
                  <a:pt x="328003" y="1100750"/>
                </a:lnTo>
                <a:lnTo>
                  <a:pt x="363240" y="1093506"/>
                </a:lnTo>
                <a:cubicBezTo>
                  <a:pt x="366536" y="1329186"/>
                  <a:pt x="369832" y="1564867"/>
                  <a:pt x="373128" y="1800548"/>
                </a:cubicBezTo>
                <a:cubicBezTo>
                  <a:pt x="372984" y="1802205"/>
                  <a:pt x="372841" y="1803861"/>
                  <a:pt x="372697" y="1805518"/>
                </a:cubicBezTo>
                <a:lnTo>
                  <a:pt x="373239" y="1844277"/>
                </a:lnTo>
                <a:cubicBezTo>
                  <a:pt x="373804" y="1884675"/>
                  <a:pt x="341513" y="1917882"/>
                  <a:pt x="301116" y="1918446"/>
                </a:cubicBezTo>
                <a:cubicBezTo>
                  <a:pt x="260717" y="1919011"/>
                  <a:pt x="227512" y="1886721"/>
                  <a:pt x="226946" y="1846323"/>
                </a:cubicBezTo>
                <a:lnTo>
                  <a:pt x="226574" y="1819736"/>
                </a:lnTo>
                <a:lnTo>
                  <a:pt x="225885" y="1817621"/>
                </a:lnTo>
                <a:cubicBezTo>
                  <a:pt x="224826" y="1812786"/>
                  <a:pt x="224234" y="1807773"/>
                  <a:pt x="224163" y="1802631"/>
                </a:cubicBezTo>
                <a:close/>
                <a:moveTo>
                  <a:pt x="883809" y="416500"/>
                </a:moveTo>
                <a:cubicBezTo>
                  <a:pt x="912657" y="413265"/>
                  <a:pt x="941978" y="427160"/>
                  <a:pt x="957090" y="454060"/>
                </a:cubicBezTo>
                <a:cubicBezTo>
                  <a:pt x="957089" y="454060"/>
                  <a:pt x="957089" y="454060"/>
                  <a:pt x="957089" y="454060"/>
                </a:cubicBezTo>
                <a:cubicBezTo>
                  <a:pt x="972200" y="480962"/>
                  <a:pt x="968810" y="513231"/>
                  <a:pt x="951038" y="536184"/>
                </a:cubicBezTo>
                <a:lnTo>
                  <a:pt x="944731" y="541616"/>
                </a:lnTo>
                <a:lnTo>
                  <a:pt x="1074535" y="1366500"/>
                </a:lnTo>
                <a:lnTo>
                  <a:pt x="1029371" y="1373606"/>
                </a:lnTo>
                <a:lnTo>
                  <a:pt x="902906" y="569935"/>
                </a:lnTo>
                <a:lnTo>
                  <a:pt x="661675" y="705442"/>
                </a:lnTo>
                <a:lnTo>
                  <a:pt x="653401" y="708573"/>
                </a:lnTo>
                <a:lnTo>
                  <a:pt x="653770" y="539006"/>
                </a:lnTo>
                <a:cubicBezTo>
                  <a:pt x="721067" y="501203"/>
                  <a:pt x="788364" y="463400"/>
                  <a:pt x="855663" y="425597"/>
                </a:cubicBezTo>
                <a:cubicBezTo>
                  <a:pt x="864630" y="420560"/>
                  <a:pt x="874193" y="417578"/>
                  <a:pt x="883809" y="416500"/>
                </a:cubicBezTo>
                <a:close/>
                <a:moveTo>
                  <a:pt x="29148" y="400981"/>
                </a:moveTo>
                <a:lnTo>
                  <a:pt x="125491" y="400981"/>
                </a:lnTo>
                <a:cubicBezTo>
                  <a:pt x="138794" y="400981"/>
                  <a:pt x="149578" y="411765"/>
                  <a:pt x="149578" y="425068"/>
                </a:cubicBezTo>
                <a:lnTo>
                  <a:pt x="149578" y="965515"/>
                </a:lnTo>
                <a:cubicBezTo>
                  <a:pt x="149578" y="978818"/>
                  <a:pt x="138794" y="989602"/>
                  <a:pt x="125491" y="989602"/>
                </a:cubicBezTo>
                <a:lnTo>
                  <a:pt x="29148" y="989602"/>
                </a:lnTo>
                <a:cubicBezTo>
                  <a:pt x="15845" y="989602"/>
                  <a:pt x="5061" y="978818"/>
                  <a:pt x="5061" y="965515"/>
                </a:cubicBezTo>
                <a:lnTo>
                  <a:pt x="5061" y="425068"/>
                </a:lnTo>
                <a:cubicBezTo>
                  <a:pt x="5061" y="411765"/>
                  <a:pt x="15845" y="400981"/>
                  <a:pt x="29148" y="400981"/>
                </a:cubicBezTo>
                <a:close/>
                <a:moveTo>
                  <a:pt x="193377" y="366766"/>
                </a:moveTo>
                <a:cubicBezTo>
                  <a:pt x="225956" y="368211"/>
                  <a:pt x="333232" y="386219"/>
                  <a:pt x="363365" y="390446"/>
                </a:cubicBezTo>
                <a:lnTo>
                  <a:pt x="374173" y="392126"/>
                </a:lnTo>
                <a:lnTo>
                  <a:pt x="376882" y="393125"/>
                </a:lnTo>
                <a:lnTo>
                  <a:pt x="377281" y="393272"/>
                </a:lnTo>
                <a:lnTo>
                  <a:pt x="401926" y="402363"/>
                </a:lnTo>
                <a:cubicBezTo>
                  <a:pt x="422494" y="415097"/>
                  <a:pt x="435971" y="437387"/>
                  <a:pt x="437148" y="462107"/>
                </a:cubicBezTo>
                <a:cubicBezTo>
                  <a:pt x="437133" y="462396"/>
                  <a:pt x="437118" y="462684"/>
                  <a:pt x="437102" y="462973"/>
                </a:cubicBezTo>
                <a:lnTo>
                  <a:pt x="438546" y="467567"/>
                </a:lnTo>
                <a:cubicBezTo>
                  <a:pt x="439950" y="474309"/>
                  <a:pt x="440700" y="481293"/>
                  <a:pt x="440725" y="488448"/>
                </a:cubicBezTo>
                <a:lnTo>
                  <a:pt x="440758" y="497890"/>
                </a:lnTo>
                <a:lnTo>
                  <a:pt x="444835" y="495669"/>
                </a:lnTo>
                <a:lnTo>
                  <a:pt x="586852" y="546135"/>
                </a:lnTo>
                <a:lnTo>
                  <a:pt x="586511" y="703318"/>
                </a:lnTo>
                <a:lnTo>
                  <a:pt x="579551" y="699391"/>
                </a:lnTo>
                <a:lnTo>
                  <a:pt x="576534" y="695889"/>
                </a:lnTo>
                <a:lnTo>
                  <a:pt x="554440" y="692725"/>
                </a:lnTo>
                <a:lnTo>
                  <a:pt x="441305" y="652522"/>
                </a:lnTo>
                <a:lnTo>
                  <a:pt x="442217" y="910615"/>
                </a:lnTo>
                <a:lnTo>
                  <a:pt x="716699" y="926527"/>
                </a:lnTo>
                <a:cubicBezTo>
                  <a:pt x="726967" y="927122"/>
                  <a:pt x="736628" y="929769"/>
                  <a:pt x="745307" y="934049"/>
                </a:cubicBezTo>
                <a:lnTo>
                  <a:pt x="747791" y="935941"/>
                </a:lnTo>
                <a:lnTo>
                  <a:pt x="749560" y="936081"/>
                </a:lnTo>
                <a:cubicBezTo>
                  <a:pt x="777462" y="944092"/>
                  <a:pt x="799270" y="968116"/>
                  <a:pt x="802979" y="998747"/>
                </a:cubicBezTo>
                <a:lnTo>
                  <a:pt x="843164" y="1399260"/>
                </a:lnTo>
                <a:cubicBezTo>
                  <a:pt x="835128" y="1426612"/>
                  <a:pt x="811402" y="1447882"/>
                  <a:pt x="781299" y="1451340"/>
                </a:cubicBezTo>
                <a:cubicBezTo>
                  <a:pt x="746179" y="1455374"/>
                  <a:pt x="714015" y="1433829"/>
                  <a:pt x="703433" y="1401491"/>
                </a:cubicBezTo>
                <a:lnTo>
                  <a:pt x="700590" y="1388463"/>
                </a:lnTo>
                <a:lnTo>
                  <a:pt x="700124" y="1388469"/>
                </a:lnTo>
                <a:lnTo>
                  <a:pt x="661854" y="1072578"/>
                </a:lnTo>
                <a:lnTo>
                  <a:pt x="341945" y="1054034"/>
                </a:lnTo>
                <a:lnTo>
                  <a:pt x="339071" y="1054624"/>
                </a:lnTo>
                <a:lnTo>
                  <a:pt x="294302" y="1054782"/>
                </a:lnTo>
                <a:cubicBezTo>
                  <a:pt x="237055" y="1054985"/>
                  <a:pt x="190484" y="1008742"/>
                  <a:pt x="190282" y="951495"/>
                </a:cubicBezTo>
                <a:cubicBezTo>
                  <a:pt x="176632" y="832469"/>
                  <a:pt x="184916" y="491779"/>
                  <a:pt x="193377" y="366766"/>
                </a:cubicBezTo>
                <a:close/>
                <a:moveTo>
                  <a:pt x="21662" y="245799"/>
                </a:moveTo>
                <a:lnTo>
                  <a:pt x="123521" y="245799"/>
                </a:lnTo>
                <a:cubicBezTo>
                  <a:pt x="135485" y="245799"/>
                  <a:pt x="145183" y="255497"/>
                  <a:pt x="145183" y="267461"/>
                </a:cubicBezTo>
                <a:lnTo>
                  <a:pt x="145183" y="354108"/>
                </a:lnTo>
                <a:cubicBezTo>
                  <a:pt x="145183" y="366072"/>
                  <a:pt x="135485" y="375770"/>
                  <a:pt x="123521" y="375770"/>
                </a:cubicBezTo>
                <a:lnTo>
                  <a:pt x="21662" y="375770"/>
                </a:lnTo>
                <a:cubicBezTo>
                  <a:pt x="9698" y="375770"/>
                  <a:pt x="0" y="366072"/>
                  <a:pt x="0" y="354108"/>
                </a:cubicBezTo>
                <a:lnTo>
                  <a:pt x="0" y="267461"/>
                </a:lnTo>
                <a:cubicBezTo>
                  <a:pt x="0" y="255497"/>
                  <a:pt x="9698" y="245799"/>
                  <a:pt x="21662" y="245799"/>
                </a:cubicBezTo>
                <a:close/>
                <a:moveTo>
                  <a:pt x="314247" y="3674"/>
                </a:moveTo>
                <a:cubicBezTo>
                  <a:pt x="326119" y="1218"/>
                  <a:pt x="337961" y="25"/>
                  <a:pt x="349632" y="0"/>
                </a:cubicBezTo>
                <a:cubicBezTo>
                  <a:pt x="431319" y="-167"/>
                  <a:pt x="504614" y="56988"/>
                  <a:pt x="521798" y="140102"/>
                </a:cubicBezTo>
                <a:cubicBezTo>
                  <a:pt x="541439" y="235089"/>
                  <a:pt x="480358" y="328013"/>
                  <a:pt x="385371" y="347654"/>
                </a:cubicBezTo>
                <a:cubicBezTo>
                  <a:pt x="290384" y="367294"/>
                  <a:pt x="197460" y="306213"/>
                  <a:pt x="177819" y="211226"/>
                </a:cubicBezTo>
                <a:cubicBezTo>
                  <a:pt x="158178" y="116239"/>
                  <a:pt x="219259" y="23314"/>
                  <a:pt x="314247" y="367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766482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2753833" y="118485"/>
            <a:ext cx="9142892" cy="1171067"/>
          </a:xfrm>
        </p:spPr>
        <p:txBody>
          <a:bodyPr>
            <a:normAutofit/>
          </a:bodyPr>
          <a:lstStyle/>
          <a:p>
            <a:r>
              <a:rPr kumimoji="1"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让我们来看看事件对象的内容吧</a:t>
            </a:r>
            <a:r>
              <a:rPr kumimoji="1"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!</a:t>
            </a:r>
            <a:endParaRPr kumimoji="1" lang="ja-JP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576ADD08-0C80-47EB-926B-0C550BC733E4}"/>
              </a:ext>
            </a:extLst>
          </p:cNvPr>
          <p:cNvSpPr txBox="1">
            <a:spLocks/>
          </p:cNvSpPr>
          <p:nvPr/>
        </p:nvSpPr>
        <p:spPr>
          <a:xfrm>
            <a:off x="2753833" y="1443441"/>
            <a:ext cx="8442703" cy="3816640"/>
          </a:xfrm>
          <a:prstGeom prst="rect">
            <a:avLst/>
          </a:prstGeom>
        </p:spPr>
        <p:txBody>
          <a:bodyPr/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打开在</a:t>
            </a:r>
            <a:r>
              <a:rPr lang="ja-JP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动手操作⑤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中创建的“</a:t>
            </a:r>
            <a:r>
              <a:rPr lang="ja-JP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案件管理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”应用</a:t>
            </a:r>
            <a:endParaRPr lang="en-US" altLang="ja-JP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打开记录详情页面，然后单击编辑按钮</a:t>
            </a:r>
            <a:endParaRPr lang="en-US" altLang="ja-JP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在控制台里执行以下代码</a:t>
            </a:r>
            <a:br>
              <a:rPr lang="en-US" altLang="ja-JP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br>
              <a:rPr lang="en-US" altLang="ja-JP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br>
              <a:rPr lang="en-US" altLang="ja-JP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br>
              <a:rPr lang="en-US" altLang="ja-JP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br>
              <a:rPr lang="en-US" altLang="ja-JP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en-US" altLang="ja-JP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endParaRPr lang="en-US" altLang="ja-JP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尝试更改“</a:t>
            </a:r>
            <a:r>
              <a:rPr lang="ja-JP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提案プラン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”下拉菜单的值</a:t>
            </a:r>
            <a:endParaRPr lang="ja-JP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角丸四角形 13"/>
          <p:cNvSpPr/>
          <p:nvPr/>
        </p:nvSpPr>
        <p:spPr>
          <a:xfrm>
            <a:off x="97277" y="80597"/>
            <a:ext cx="2276272" cy="454424"/>
          </a:xfrm>
          <a:prstGeom prst="roundRect">
            <a:avLst/>
          </a:prstGeom>
          <a:solidFill>
            <a:srgbClr val="F8931D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动手操作⑥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07FCE3B-B275-421F-A2ED-47D883686CF4}"/>
              </a:ext>
            </a:extLst>
          </p:cNvPr>
          <p:cNvSpPr txBox="1"/>
          <p:nvPr/>
        </p:nvSpPr>
        <p:spPr>
          <a:xfrm>
            <a:off x="2966938" y="2998657"/>
            <a:ext cx="8923506" cy="190821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82880" tIns="182880" rIns="0" bIns="182880" rtlCol="0">
            <a:spAutoFit/>
          </a:bodyPr>
          <a:lstStyle/>
          <a:p>
            <a:r>
              <a:rPr lang="ja-JP" altLang="en-US" sz="20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function</a:t>
            </a:r>
            <a:r>
              <a:rPr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 </a:t>
            </a:r>
            <a:r>
              <a:rPr lang="ja-JP" altLang="en-US" sz="2000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show</a:t>
            </a:r>
            <a:r>
              <a:rPr lang="en-US" altLang="ja-JP" sz="2000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M</a:t>
            </a:r>
            <a:r>
              <a:rPr lang="ja-JP" altLang="en-US" sz="2000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essage</a:t>
            </a:r>
            <a:r>
              <a:rPr lang="ja-JP" altLang="en-US" sz="20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(</a:t>
            </a:r>
            <a:r>
              <a:rPr lang="en-US" altLang="ja-JP" sz="20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event</a:t>
            </a:r>
            <a:r>
              <a:rPr lang="ja-JP" altLang="en-US" sz="20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) {</a:t>
            </a:r>
          </a:p>
          <a:p>
            <a:r>
              <a:rPr lang="ja-JP" altLang="en-US" sz="20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	</a:t>
            </a:r>
            <a:r>
              <a:rPr lang="en-US" altLang="ja-JP" sz="20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console.log</a:t>
            </a:r>
            <a:r>
              <a:rPr lang="ja-JP" altLang="en-US" sz="20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(</a:t>
            </a:r>
            <a:r>
              <a:rPr lang="en-US" altLang="ja-JP" sz="20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event</a:t>
            </a:r>
            <a:r>
              <a:rPr lang="ja-JP" altLang="en-US" sz="20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)</a:t>
            </a:r>
            <a:r>
              <a:rPr lang="en-US" altLang="ja-JP" sz="20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;</a:t>
            </a:r>
            <a:endParaRPr lang="ja-JP" altLang="en-US" sz="20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Consolas" panose="020B0609020204030204" pitchFamily="49" charset="0"/>
            </a:endParaRPr>
          </a:p>
          <a:p>
            <a:r>
              <a:rPr lang="ja-JP" altLang="en-US" sz="20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}</a:t>
            </a:r>
            <a:endParaRPr kumimoji="1" lang="en-US" altLang="ja-JP" sz="20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Consolas" panose="020B0609020204030204" pitchFamily="49" charset="0"/>
            </a:endParaRPr>
          </a:p>
          <a:p>
            <a:endParaRPr kumimoji="1" lang="en-US" altLang="ja-JP" sz="2000" dirty="0">
              <a:solidFill>
                <a:srgbClr val="FFC000"/>
              </a:solidFill>
              <a:latin typeface="Meiryo UI" panose="020B0604030504040204" pitchFamily="50" charset="-128"/>
              <a:ea typeface="Meiryo UI" panose="020B0604030504040204" pitchFamily="50" charset="-128"/>
              <a:cs typeface="Consolas" panose="020B0609020204030204" pitchFamily="49" charset="0"/>
            </a:endParaRPr>
          </a:p>
          <a:p>
            <a:r>
              <a:rPr kumimoji="1" lang="en-US" altLang="ja-JP" sz="2000" dirty="0" err="1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kintone.events.on</a:t>
            </a:r>
            <a:r>
              <a:rPr kumimoji="1" lang="en-US" altLang="ja-JP" sz="2000" dirty="0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(</a:t>
            </a:r>
            <a:r>
              <a:rPr kumimoji="1" lang="en-US" altLang="ja-JP" sz="20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‘</a:t>
            </a:r>
            <a:r>
              <a:rPr kumimoji="1" lang="en-US" altLang="ja-JP" sz="2000" dirty="0" err="1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app.record.</a:t>
            </a:r>
            <a:r>
              <a:rPr kumimoji="1" lang="en-US" altLang="ja-JP" sz="2000" b="1" dirty="0" err="1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edit.change</a:t>
            </a:r>
            <a:r>
              <a:rPr kumimoji="1" lang="en-US" altLang="ja-JP" sz="2000" b="1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.</a:t>
            </a:r>
            <a:r>
              <a:rPr kumimoji="1" lang="ja-JP" altLang="en-US" sz="2000" b="1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提案プラン</a:t>
            </a:r>
            <a:r>
              <a:rPr kumimoji="1" lang="en-US" altLang="ja-JP" sz="2000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', </a:t>
            </a:r>
            <a:r>
              <a:rPr kumimoji="1" lang="en-US" altLang="ja-JP" sz="2000" dirty="0" err="1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showMessage</a:t>
            </a:r>
            <a:r>
              <a:rPr kumimoji="1" lang="en-US" altLang="ja-JP" sz="2000" dirty="0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)</a:t>
            </a:r>
            <a:r>
              <a:rPr kumimoji="1" lang="en-US" altLang="ja-JP" sz="20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7316366" y="3784583"/>
            <a:ext cx="1817646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别忘了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替换</a:t>
            </a:r>
            <a:endParaRPr kumimoji="1" lang="ja-JP" altLang="en-US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9" name="カギ線コネクタ 18"/>
          <p:cNvCxnSpPr>
            <a:stCxn id="5" idx="2"/>
            <a:endCxn id="18" idx="1"/>
          </p:cNvCxnSpPr>
          <p:nvPr/>
        </p:nvCxnSpPr>
        <p:spPr>
          <a:xfrm rot="16200000" flipH="1">
            <a:off x="6581873" y="3234756"/>
            <a:ext cx="70366" cy="1398620"/>
          </a:xfrm>
          <a:prstGeom prst="bentConnector2">
            <a:avLst/>
          </a:prstGeom>
          <a:ln w="38100">
            <a:solidFill>
              <a:schemeClr val="bg1">
                <a:lumMod val="75000"/>
              </a:schemeClr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カギ線コネクタ 7"/>
          <p:cNvCxnSpPr>
            <a:stCxn id="7" idx="0"/>
            <a:endCxn id="18" idx="0"/>
          </p:cNvCxnSpPr>
          <p:nvPr/>
        </p:nvCxnSpPr>
        <p:spPr>
          <a:xfrm rot="16200000" flipH="1">
            <a:off x="7098886" y="2658281"/>
            <a:ext cx="461729" cy="1790875"/>
          </a:xfrm>
          <a:prstGeom prst="bentConnector3">
            <a:avLst>
              <a:gd name="adj1" fmla="val -49510"/>
            </a:avLst>
          </a:prstGeom>
          <a:ln w="38100">
            <a:solidFill>
              <a:schemeClr val="bg1">
                <a:lumMod val="75000"/>
              </a:schemeClr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/>
          <p:cNvSpPr/>
          <p:nvPr/>
        </p:nvSpPr>
        <p:spPr>
          <a:xfrm>
            <a:off x="5611802" y="3670283"/>
            <a:ext cx="611888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正方形/長方形 6"/>
          <p:cNvSpPr/>
          <p:nvPr/>
        </p:nvSpPr>
        <p:spPr>
          <a:xfrm>
            <a:off x="6126201" y="3322854"/>
            <a:ext cx="616226" cy="2981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453508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98" b="17901"/>
          <a:stretch/>
        </p:blipFill>
        <p:spPr>
          <a:xfrm>
            <a:off x="4375685" y="709731"/>
            <a:ext cx="4872433" cy="43892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6" name="角丸四角形 5"/>
          <p:cNvSpPr/>
          <p:nvPr/>
        </p:nvSpPr>
        <p:spPr>
          <a:xfrm>
            <a:off x="97277" y="80597"/>
            <a:ext cx="2276272" cy="629522"/>
          </a:xfrm>
          <a:prstGeom prst="roundRect">
            <a:avLst/>
          </a:prstGeom>
          <a:solidFill>
            <a:srgbClr val="F8931D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动手操作⑥</a:t>
            </a:r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结果</a:t>
            </a: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1734123" y="5406392"/>
            <a:ext cx="71994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每次更改下拉菜单的值时，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log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都会输出到控制台。</a:t>
            </a:r>
          </a:p>
          <a:p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log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输出事件对象，且包含记录信息。</a:t>
            </a:r>
            <a:endParaRPr kumimoji="1" lang="ja-JP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フレーム 13">
            <a:extLst>
              <a:ext uri="{FF2B5EF4-FFF2-40B4-BE49-F238E27FC236}">
                <a16:creationId xmlns:a16="http://schemas.microsoft.com/office/drawing/2014/main" id="{E91CF40D-E922-47D7-8DC4-61B0E925D581}"/>
              </a:ext>
            </a:extLst>
          </p:cNvPr>
          <p:cNvSpPr/>
          <p:nvPr/>
        </p:nvSpPr>
        <p:spPr>
          <a:xfrm>
            <a:off x="4319694" y="3753785"/>
            <a:ext cx="4953752" cy="1397011"/>
          </a:xfrm>
          <a:prstGeom prst="frame">
            <a:avLst>
              <a:gd name="adj1" fmla="val 241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67550A2-8982-4955-9227-E4675E8B5511}"/>
              </a:ext>
            </a:extLst>
          </p:cNvPr>
          <p:cNvSpPr txBox="1"/>
          <p:nvPr/>
        </p:nvSpPr>
        <p:spPr>
          <a:xfrm>
            <a:off x="8138763" y="2876807"/>
            <a:ext cx="37997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事件对象的内容显示为代码执行的结果</a:t>
            </a:r>
            <a:endParaRPr kumimoji="1" lang="ja-JP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0CA1FE30-F115-40F4-A408-37F28E7BD0F3}"/>
              </a:ext>
            </a:extLst>
          </p:cNvPr>
          <p:cNvCxnSpPr>
            <a:stCxn id="15" idx="2"/>
            <a:endCxn id="14" idx="3"/>
          </p:cNvCxnSpPr>
          <p:nvPr/>
        </p:nvCxnSpPr>
        <p:spPr>
          <a:xfrm flipH="1">
            <a:off x="9273446" y="3523138"/>
            <a:ext cx="765182" cy="9291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AF8F115F-673D-4F89-9374-CA68A1D5E68F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3436866" y="2676585"/>
            <a:ext cx="954120" cy="76088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9B9AD09-3D07-46C7-952D-5D5C814C538E}"/>
              </a:ext>
            </a:extLst>
          </p:cNvPr>
          <p:cNvSpPr txBox="1"/>
          <p:nvPr/>
        </p:nvSpPr>
        <p:spPr>
          <a:xfrm>
            <a:off x="2597249" y="2307253"/>
            <a:ext cx="1679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后代码</a:t>
            </a:r>
            <a:endParaRPr kumimoji="1" lang="ja-JP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32491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2753833" y="118485"/>
            <a:ext cx="9142892" cy="1171067"/>
          </a:xfrm>
        </p:spPr>
        <p:txBody>
          <a:bodyPr>
            <a:normAutofit/>
          </a:bodyPr>
          <a:lstStyle/>
          <a:p>
            <a:r>
              <a:rPr kumimoji="1"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利用事件对象使某些字段不可编辑！</a:t>
            </a:r>
            <a:endParaRPr kumimoji="1" lang="ja-JP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576ADD08-0C80-47EB-926B-0C550BC733E4}"/>
              </a:ext>
            </a:extLst>
          </p:cNvPr>
          <p:cNvSpPr txBox="1">
            <a:spLocks/>
          </p:cNvSpPr>
          <p:nvPr/>
        </p:nvSpPr>
        <p:spPr>
          <a:xfrm>
            <a:off x="2753833" y="1482353"/>
            <a:ext cx="8442703" cy="3816640"/>
          </a:xfrm>
          <a:prstGeom prst="rect">
            <a:avLst/>
          </a:prstGeom>
        </p:spPr>
        <p:txBody>
          <a:bodyPr/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打开在</a:t>
            </a:r>
            <a:r>
              <a:rPr lang="ja-JP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动手操作⑤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中创建的“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顧客管理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”应用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打开记录详情页面，然后单击编辑按钮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在控制台里执行以下代码</a:t>
            </a:r>
            <a:b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</a:br>
            <a:b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</a:br>
            <a:b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</a:br>
            <a:b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</a:br>
            <a:b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</a:br>
            <a:b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</a:br>
            <a:b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</a:b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14350" indent="-514350">
              <a:buFont typeface="+mj-lt"/>
              <a:buAutoNum type="arabicPeriod"/>
            </a:pP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尝试更改“</a:t>
            </a:r>
            <a:r>
              <a:rPr lang="ja-JP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提案プラン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”下拉菜单的值</a:t>
            </a:r>
            <a:endParaRPr lang="ja-JP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buFont typeface="+mj-lt"/>
              <a:buAutoNum type="arabicPeriod"/>
            </a:pPr>
            <a:endParaRPr lang="ja-JP" alt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角丸四角形 13"/>
          <p:cNvSpPr/>
          <p:nvPr/>
        </p:nvSpPr>
        <p:spPr>
          <a:xfrm>
            <a:off x="97277" y="80597"/>
            <a:ext cx="2276272" cy="454424"/>
          </a:xfrm>
          <a:prstGeom prst="roundRect">
            <a:avLst/>
          </a:prstGeom>
          <a:solidFill>
            <a:srgbClr val="F8931D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动手操作⑦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07FCE3B-B275-421F-A2ED-47D883686CF4}"/>
              </a:ext>
            </a:extLst>
          </p:cNvPr>
          <p:cNvSpPr txBox="1"/>
          <p:nvPr/>
        </p:nvSpPr>
        <p:spPr>
          <a:xfrm>
            <a:off x="3540186" y="2998570"/>
            <a:ext cx="8074640" cy="203132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82880" tIns="182880" rIns="182880" bIns="182880" rtlCol="0">
            <a:spAutoFit/>
          </a:bodyPr>
          <a:lstStyle/>
          <a:p>
            <a:r>
              <a:rPr lang="ja-JP" altLang="en-US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function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 </a:t>
            </a:r>
            <a:r>
              <a:rPr lang="ja-JP" altLang="en-US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show</a:t>
            </a:r>
            <a:r>
              <a:rPr lang="en-US" altLang="ja-JP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M</a:t>
            </a:r>
            <a:r>
              <a:rPr lang="ja-JP" altLang="en-US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essage</a:t>
            </a:r>
            <a:r>
              <a:rPr lang="ja-JP" altLang="en-US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(</a:t>
            </a:r>
            <a:r>
              <a:rPr lang="en-US" altLang="ja-JP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event</a:t>
            </a:r>
            <a:r>
              <a:rPr lang="ja-JP" altLang="en-US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) {</a:t>
            </a:r>
          </a:p>
          <a:p>
            <a:r>
              <a:rPr lang="en-US" altLang="ja-JP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	</a:t>
            </a:r>
            <a:r>
              <a:rPr lang="en-US" altLang="ja-JP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event.record</a:t>
            </a:r>
            <a:r>
              <a:rPr lang="en-US" altLang="ja-JP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.</a:t>
            </a:r>
            <a:r>
              <a:rPr lang="ja-JP" altLang="en-US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提案プラン</a:t>
            </a:r>
            <a:r>
              <a:rPr lang="en-US" altLang="ja-JP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.disabled</a:t>
            </a:r>
            <a:r>
              <a:rPr lang="ja-JP" altLang="en-US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 </a:t>
            </a:r>
            <a:r>
              <a:rPr lang="en-US" altLang="ja-JP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=</a:t>
            </a:r>
            <a:r>
              <a:rPr lang="ja-JP" altLang="en-US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 </a:t>
            </a:r>
            <a:r>
              <a:rPr lang="en-US" altLang="ja-JP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true;</a:t>
            </a:r>
            <a:br>
              <a:rPr lang="en-US" altLang="ja-JP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</a:br>
            <a:r>
              <a:rPr lang="en-US" altLang="ja-JP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	return event;</a:t>
            </a:r>
            <a:endParaRPr lang="ja-JP" altLang="en-US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Consolas" panose="020B0609020204030204" pitchFamily="49" charset="0"/>
            </a:endParaRPr>
          </a:p>
          <a:p>
            <a:r>
              <a:rPr lang="ja-JP" altLang="en-US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}</a:t>
            </a:r>
          </a:p>
          <a:p>
            <a:endParaRPr kumimoji="1" lang="en-US" altLang="ja-JP" dirty="0">
              <a:solidFill>
                <a:srgbClr val="FFC000"/>
              </a:solidFill>
              <a:latin typeface="Meiryo UI" panose="020B0604030504040204" pitchFamily="50" charset="-128"/>
              <a:ea typeface="Meiryo UI" panose="020B0604030504040204" pitchFamily="50" charset="-128"/>
              <a:cs typeface="Consolas" panose="020B0609020204030204" pitchFamily="49" charset="0"/>
            </a:endParaRPr>
          </a:p>
          <a:p>
            <a:r>
              <a:rPr kumimoji="1" lang="en-US" altLang="ja-JP" dirty="0" err="1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kintone.events.on</a:t>
            </a:r>
            <a:r>
              <a:rPr kumimoji="1" lang="en-US" altLang="ja-JP" dirty="0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(</a:t>
            </a:r>
            <a:r>
              <a:rPr kumimoji="1" lang="en-US" altLang="ja-JP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'</a:t>
            </a:r>
            <a:r>
              <a:rPr kumimoji="1" lang="en-US" altLang="ja-JP" dirty="0" err="1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app.record.edit.change</a:t>
            </a:r>
            <a:r>
              <a:rPr kumimoji="1" lang="en-US" altLang="ja-JP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.</a:t>
            </a:r>
            <a:r>
              <a:rPr kumimoji="1" lang="ja-JP" altLang="en-US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提案プラン</a:t>
            </a:r>
            <a:r>
              <a:rPr kumimoji="1" lang="en-US" altLang="ja-JP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'</a:t>
            </a:r>
            <a:r>
              <a:rPr kumimoji="1" lang="en-US" altLang="ja-JP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,</a:t>
            </a:r>
            <a:r>
              <a:rPr kumimoji="1" lang="en-US" altLang="ja-JP" dirty="0">
                <a:solidFill>
                  <a:srgbClr val="00B05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 </a:t>
            </a:r>
            <a:r>
              <a:rPr kumimoji="1" lang="en-US" altLang="ja-JP" dirty="0" err="1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showMessage</a:t>
            </a:r>
            <a:r>
              <a:rPr kumimoji="1" lang="en-US" altLang="ja-JP" dirty="0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)</a:t>
            </a:r>
            <a:r>
              <a:rPr kumimoji="1" lang="en-US" altLang="ja-JP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93197513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327"/>
          <a:stretch/>
        </p:blipFill>
        <p:spPr>
          <a:xfrm>
            <a:off x="3375403" y="1959056"/>
            <a:ext cx="6620799" cy="206731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6" name="角丸四角形 5"/>
          <p:cNvSpPr/>
          <p:nvPr/>
        </p:nvSpPr>
        <p:spPr>
          <a:xfrm>
            <a:off x="97277" y="80597"/>
            <a:ext cx="2276272" cy="629522"/>
          </a:xfrm>
          <a:prstGeom prst="roundRect">
            <a:avLst/>
          </a:prstGeom>
          <a:solidFill>
            <a:srgbClr val="F8931D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动手操作⑦</a:t>
            </a:r>
            <a:endParaRPr kumimoji="1"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zh-CN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结果</a:t>
            </a:r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D69FA49B-741A-42CD-81C6-8A7F2913A828}"/>
              </a:ext>
            </a:extLst>
          </p:cNvPr>
          <p:cNvSpPr txBox="1">
            <a:spLocks/>
          </p:cNvSpPr>
          <p:nvPr/>
        </p:nvSpPr>
        <p:spPr>
          <a:xfrm>
            <a:off x="2889740" y="4365327"/>
            <a:ext cx="8754269" cy="14809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“提案プラン”字段不可编辑。</a:t>
            </a:r>
            <a:endParaRPr lang="en-US" altLang="ja-JP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ja-JP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将事件对象中此</a:t>
            </a:r>
            <a:r>
              <a:rPr lang="ja-JP" altLang="en-US" sz="25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字段的</a:t>
            </a:r>
            <a:r>
              <a:rPr lang="en-US" altLang="ja-JP" sz="25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disabled</a:t>
            </a:r>
            <a:r>
              <a:rPr lang="ja-JP" altLang="en-US" sz="25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属性设置为</a:t>
            </a:r>
            <a:r>
              <a:rPr lang="en-US" altLang="ja-JP" sz="25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ja-JP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，并在函数末尾</a:t>
            </a:r>
            <a:r>
              <a:rPr lang="en-US" altLang="ja-JP" sz="25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return</a:t>
            </a:r>
            <a:r>
              <a:rPr lang="ja-JP" altLang="en-US" sz="25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事件对象</a:t>
            </a:r>
            <a:r>
              <a:rPr lang="ja-JP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，就能设置此字段不可编辑。</a:t>
            </a:r>
          </a:p>
        </p:txBody>
      </p:sp>
      <p:sp>
        <p:nvSpPr>
          <p:cNvPr id="20" name="フレーム 19"/>
          <p:cNvSpPr/>
          <p:nvPr/>
        </p:nvSpPr>
        <p:spPr>
          <a:xfrm>
            <a:off x="3462601" y="2832158"/>
            <a:ext cx="1723371" cy="837453"/>
          </a:xfrm>
          <a:prstGeom prst="frame">
            <a:avLst>
              <a:gd name="adj1" fmla="val 241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2142866" y="255227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不可编辑</a:t>
            </a:r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E06AE588-29AB-429E-B395-E01E0ABBD926}"/>
              </a:ext>
            </a:extLst>
          </p:cNvPr>
          <p:cNvCxnSpPr>
            <a:stCxn id="21" idx="2"/>
            <a:endCxn id="20" idx="1"/>
          </p:cNvCxnSpPr>
          <p:nvPr/>
        </p:nvCxnSpPr>
        <p:spPr>
          <a:xfrm>
            <a:off x="2696864" y="2921611"/>
            <a:ext cx="765737" cy="3292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04033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A0229356-EDB8-4640-9261-6371F6F84F1F}"/>
              </a:ext>
            </a:extLst>
          </p:cNvPr>
          <p:cNvSpPr/>
          <p:nvPr/>
        </p:nvSpPr>
        <p:spPr>
          <a:xfrm>
            <a:off x="444137" y="2647406"/>
            <a:ext cx="8819905" cy="4214949"/>
          </a:xfrm>
          <a:custGeom>
            <a:avLst/>
            <a:gdLst>
              <a:gd name="connsiteX0" fmla="*/ 0 w 9413966"/>
              <a:gd name="connsiteY0" fmla="*/ 2856412 h 4319452"/>
              <a:gd name="connsiteX1" fmla="*/ 1933303 w 9413966"/>
              <a:gd name="connsiteY1" fmla="*/ 1419498 h 4319452"/>
              <a:gd name="connsiteX2" fmla="*/ 3082835 w 9413966"/>
              <a:gd name="connsiteY2" fmla="*/ 2246812 h 4319452"/>
              <a:gd name="connsiteX3" fmla="*/ 5538652 w 9413966"/>
              <a:gd name="connsiteY3" fmla="*/ 0 h 4319452"/>
              <a:gd name="connsiteX4" fmla="*/ 6653349 w 9413966"/>
              <a:gd name="connsiteY4" fmla="*/ 1341120 h 4319452"/>
              <a:gd name="connsiteX5" fmla="*/ 6810103 w 9413966"/>
              <a:gd name="connsiteY5" fmla="*/ 1314995 h 4319452"/>
              <a:gd name="connsiteX6" fmla="*/ 6836229 w 9413966"/>
              <a:gd name="connsiteY6" fmla="*/ 1306286 h 4319452"/>
              <a:gd name="connsiteX7" fmla="*/ 6871063 w 9413966"/>
              <a:gd name="connsiteY7" fmla="*/ 1288869 h 4319452"/>
              <a:gd name="connsiteX8" fmla="*/ 7733212 w 9413966"/>
              <a:gd name="connsiteY8" fmla="*/ 670560 h 4319452"/>
              <a:gd name="connsiteX9" fmla="*/ 9413966 w 9413966"/>
              <a:gd name="connsiteY9" fmla="*/ 4319452 h 4319452"/>
              <a:gd name="connsiteX10" fmla="*/ 17418 w 9413966"/>
              <a:gd name="connsiteY10" fmla="*/ 4310743 h 4319452"/>
              <a:gd name="connsiteX11" fmla="*/ 0 w 9413966"/>
              <a:gd name="connsiteY11" fmla="*/ 2856412 h 4319452"/>
              <a:gd name="connsiteX0" fmla="*/ 0 w 9396548"/>
              <a:gd name="connsiteY0" fmla="*/ 4310743 h 4319452"/>
              <a:gd name="connsiteX1" fmla="*/ 1915885 w 9396548"/>
              <a:gd name="connsiteY1" fmla="*/ 1419498 h 4319452"/>
              <a:gd name="connsiteX2" fmla="*/ 3065417 w 9396548"/>
              <a:gd name="connsiteY2" fmla="*/ 2246812 h 4319452"/>
              <a:gd name="connsiteX3" fmla="*/ 5521234 w 9396548"/>
              <a:gd name="connsiteY3" fmla="*/ 0 h 4319452"/>
              <a:gd name="connsiteX4" fmla="*/ 6635931 w 9396548"/>
              <a:gd name="connsiteY4" fmla="*/ 1341120 h 4319452"/>
              <a:gd name="connsiteX5" fmla="*/ 6792685 w 9396548"/>
              <a:gd name="connsiteY5" fmla="*/ 1314995 h 4319452"/>
              <a:gd name="connsiteX6" fmla="*/ 6818811 w 9396548"/>
              <a:gd name="connsiteY6" fmla="*/ 1306286 h 4319452"/>
              <a:gd name="connsiteX7" fmla="*/ 6853645 w 9396548"/>
              <a:gd name="connsiteY7" fmla="*/ 1288869 h 4319452"/>
              <a:gd name="connsiteX8" fmla="*/ 7715794 w 9396548"/>
              <a:gd name="connsiteY8" fmla="*/ 670560 h 4319452"/>
              <a:gd name="connsiteX9" fmla="*/ 9396548 w 9396548"/>
              <a:gd name="connsiteY9" fmla="*/ 4319452 h 4319452"/>
              <a:gd name="connsiteX10" fmla="*/ 0 w 9396548"/>
              <a:gd name="connsiteY10" fmla="*/ 4310743 h 4319452"/>
              <a:gd name="connsiteX0" fmla="*/ 0 w 9396548"/>
              <a:gd name="connsiteY0" fmla="*/ 4310743 h 4319452"/>
              <a:gd name="connsiteX1" fmla="*/ 2368731 w 9396548"/>
              <a:gd name="connsiteY1" fmla="*/ 1611086 h 4319452"/>
              <a:gd name="connsiteX2" fmla="*/ 3065417 w 9396548"/>
              <a:gd name="connsiteY2" fmla="*/ 2246812 h 4319452"/>
              <a:gd name="connsiteX3" fmla="*/ 5521234 w 9396548"/>
              <a:gd name="connsiteY3" fmla="*/ 0 h 4319452"/>
              <a:gd name="connsiteX4" fmla="*/ 6635931 w 9396548"/>
              <a:gd name="connsiteY4" fmla="*/ 1341120 h 4319452"/>
              <a:gd name="connsiteX5" fmla="*/ 6792685 w 9396548"/>
              <a:gd name="connsiteY5" fmla="*/ 1314995 h 4319452"/>
              <a:gd name="connsiteX6" fmla="*/ 6818811 w 9396548"/>
              <a:gd name="connsiteY6" fmla="*/ 1306286 h 4319452"/>
              <a:gd name="connsiteX7" fmla="*/ 6853645 w 9396548"/>
              <a:gd name="connsiteY7" fmla="*/ 1288869 h 4319452"/>
              <a:gd name="connsiteX8" fmla="*/ 7715794 w 9396548"/>
              <a:gd name="connsiteY8" fmla="*/ 670560 h 4319452"/>
              <a:gd name="connsiteX9" fmla="*/ 9396548 w 9396548"/>
              <a:gd name="connsiteY9" fmla="*/ 4319452 h 4319452"/>
              <a:gd name="connsiteX10" fmla="*/ 0 w 9396548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629989 w 8961120"/>
              <a:gd name="connsiteY2" fmla="*/ 2246812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6418217 w 8961120"/>
              <a:gd name="connsiteY7" fmla="*/ 1288869 h 4319452"/>
              <a:gd name="connsiteX8" fmla="*/ 7280366 w 8961120"/>
              <a:gd name="connsiteY8" fmla="*/ 670560 h 4319452"/>
              <a:gd name="connsiteX9" fmla="*/ 8961120 w 8961120"/>
              <a:gd name="connsiteY9" fmla="*/ 4319452 h 4319452"/>
              <a:gd name="connsiteX10" fmla="*/ 0 w 8961120"/>
              <a:gd name="connsiteY10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6383383 w 8961120"/>
              <a:gd name="connsiteY6" fmla="*/ 1306286 h 4319452"/>
              <a:gd name="connsiteX7" fmla="*/ 7280366 w 8961120"/>
              <a:gd name="connsiteY7" fmla="*/ 670560 h 4319452"/>
              <a:gd name="connsiteX8" fmla="*/ 8961120 w 8961120"/>
              <a:gd name="connsiteY8" fmla="*/ 4319452 h 4319452"/>
              <a:gd name="connsiteX9" fmla="*/ 0 w 8961120"/>
              <a:gd name="connsiteY9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6357257 w 8961120"/>
              <a:gd name="connsiteY5" fmla="*/ 1314995 h 4319452"/>
              <a:gd name="connsiteX6" fmla="*/ 7280366 w 8961120"/>
              <a:gd name="connsiteY6" fmla="*/ 670560 h 4319452"/>
              <a:gd name="connsiteX7" fmla="*/ 8961120 w 8961120"/>
              <a:gd name="connsiteY7" fmla="*/ 4319452 h 4319452"/>
              <a:gd name="connsiteX8" fmla="*/ 0 w 8961120"/>
              <a:gd name="connsiteY8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61120"/>
              <a:gd name="connsiteY0" fmla="*/ 4310743 h 4319452"/>
              <a:gd name="connsiteX1" fmla="*/ 1933303 w 8961120"/>
              <a:gd name="connsiteY1" fmla="*/ 1611086 h 4319452"/>
              <a:gd name="connsiteX2" fmla="*/ 2725784 w 8961120"/>
              <a:gd name="connsiteY2" fmla="*/ 2360023 h 4319452"/>
              <a:gd name="connsiteX3" fmla="*/ 5085806 w 8961120"/>
              <a:gd name="connsiteY3" fmla="*/ 0 h 4319452"/>
              <a:gd name="connsiteX4" fmla="*/ 6200503 w 8961120"/>
              <a:gd name="connsiteY4" fmla="*/ 1341120 h 4319452"/>
              <a:gd name="connsiteX5" fmla="*/ 7280366 w 8961120"/>
              <a:gd name="connsiteY5" fmla="*/ 670560 h 4319452"/>
              <a:gd name="connsiteX6" fmla="*/ 8961120 w 8961120"/>
              <a:gd name="connsiteY6" fmla="*/ 4319452 h 4319452"/>
              <a:gd name="connsiteX7" fmla="*/ 0 w 8961120"/>
              <a:gd name="connsiteY7" fmla="*/ 4310743 h 4319452"/>
              <a:gd name="connsiteX0" fmla="*/ 0 w 8978537"/>
              <a:gd name="connsiteY0" fmla="*/ 4310743 h 4310744"/>
              <a:gd name="connsiteX1" fmla="*/ 1933303 w 8978537"/>
              <a:gd name="connsiteY1" fmla="*/ 1611086 h 4310744"/>
              <a:gd name="connsiteX2" fmla="*/ 2725784 w 8978537"/>
              <a:gd name="connsiteY2" fmla="*/ 2360023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310743 h 4310744"/>
              <a:gd name="connsiteX1" fmla="*/ 1853517 w 8978537"/>
              <a:gd name="connsiteY1" fmla="*/ 1672046 h 4310744"/>
              <a:gd name="connsiteX2" fmla="*/ 2725784 w 8978537"/>
              <a:gd name="connsiteY2" fmla="*/ 2360023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310743 h 4310744"/>
              <a:gd name="connsiteX1" fmla="*/ 1853517 w 8978537"/>
              <a:gd name="connsiteY1" fmla="*/ 1672046 h 4310744"/>
              <a:gd name="connsiteX2" fmla="*/ 3257696 w 8978537"/>
              <a:gd name="connsiteY2" fmla="*/ 2360023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310743 h 4310744"/>
              <a:gd name="connsiteX1" fmla="*/ 1853517 w 8978537"/>
              <a:gd name="connsiteY1" fmla="*/ 1672046 h 4310744"/>
              <a:gd name="connsiteX2" fmla="*/ 3080392 w 8978537"/>
              <a:gd name="connsiteY2" fmla="*/ 2386149 h 4310744"/>
              <a:gd name="connsiteX3" fmla="*/ 5085806 w 8978537"/>
              <a:gd name="connsiteY3" fmla="*/ 0 h 4310744"/>
              <a:gd name="connsiteX4" fmla="*/ 6200503 w 8978537"/>
              <a:gd name="connsiteY4" fmla="*/ 1341120 h 4310744"/>
              <a:gd name="connsiteX5" fmla="*/ 7280366 w 8978537"/>
              <a:gd name="connsiteY5" fmla="*/ 670560 h 4310744"/>
              <a:gd name="connsiteX6" fmla="*/ 8978537 w 8978537"/>
              <a:gd name="connsiteY6" fmla="*/ 4310744 h 4310744"/>
              <a:gd name="connsiteX7" fmla="*/ 0 w 8978537"/>
              <a:gd name="connsiteY7" fmla="*/ 4310743 h 4310744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280366 w 8978537"/>
              <a:gd name="connsiteY5" fmla="*/ 574765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  <a:gd name="connsiteX0" fmla="*/ 0 w 8978537"/>
              <a:gd name="connsiteY0" fmla="*/ 4214948 h 4214949"/>
              <a:gd name="connsiteX1" fmla="*/ 1853517 w 8978537"/>
              <a:gd name="connsiteY1" fmla="*/ 1576251 h 4214949"/>
              <a:gd name="connsiteX2" fmla="*/ 3080392 w 8978537"/>
              <a:gd name="connsiteY2" fmla="*/ 2290354 h 4214949"/>
              <a:gd name="connsiteX3" fmla="*/ 5023750 w 8978537"/>
              <a:gd name="connsiteY3" fmla="*/ 0 h 4214949"/>
              <a:gd name="connsiteX4" fmla="*/ 6200503 w 8978537"/>
              <a:gd name="connsiteY4" fmla="*/ 1245325 h 4214949"/>
              <a:gd name="connsiteX5" fmla="*/ 7306962 w 8978537"/>
              <a:gd name="connsiteY5" fmla="*/ 792480 h 4214949"/>
              <a:gd name="connsiteX6" fmla="*/ 8978537 w 8978537"/>
              <a:gd name="connsiteY6" fmla="*/ 4214949 h 4214949"/>
              <a:gd name="connsiteX7" fmla="*/ 0 w 8978537"/>
              <a:gd name="connsiteY7" fmla="*/ 4214948 h 4214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78537" h="4214949">
                <a:moveTo>
                  <a:pt x="0" y="4214948"/>
                </a:moveTo>
                <a:cubicBezTo>
                  <a:pt x="644434" y="3315062"/>
                  <a:pt x="1540008" y="1561737"/>
                  <a:pt x="1853517" y="1576251"/>
                </a:cubicBezTo>
                <a:cubicBezTo>
                  <a:pt x="2164123" y="1570446"/>
                  <a:pt x="2639157" y="2313576"/>
                  <a:pt x="3080392" y="2290354"/>
                </a:cubicBezTo>
                <a:cubicBezTo>
                  <a:pt x="3684186" y="2278743"/>
                  <a:pt x="4409367" y="29027"/>
                  <a:pt x="5023750" y="0"/>
                </a:cubicBezTo>
                <a:cubicBezTo>
                  <a:pt x="5680414" y="11612"/>
                  <a:pt x="5889897" y="1233713"/>
                  <a:pt x="6200503" y="1245325"/>
                </a:cubicBezTo>
                <a:cubicBezTo>
                  <a:pt x="6496595" y="1226456"/>
                  <a:pt x="7003613" y="156754"/>
                  <a:pt x="7306962" y="792480"/>
                </a:cubicBezTo>
                <a:lnTo>
                  <a:pt x="8978537" y="4214949"/>
                </a:lnTo>
                <a:lnTo>
                  <a:pt x="0" y="4214948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eiryo UI" panose="020B0604030504040204" pitchFamily="50" charset="-128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187785C-5587-42DC-AD55-4A23CC5AFF16}"/>
              </a:ext>
            </a:extLst>
          </p:cNvPr>
          <p:cNvGrpSpPr/>
          <p:nvPr/>
        </p:nvGrpSpPr>
        <p:grpSpPr>
          <a:xfrm>
            <a:off x="2458935" y="5848616"/>
            <a:ext cx="1267879" cy="1009384"/>
            <a:chOff x="3774175" y="5561362"/>
            <a:chExt cx="1820125" cy="1449038"/>
          </a:xfrm>
          <a:solidFill>
            <a:schemeClr val="accent1">
              <a:lumMod val="50000"/>
              <a:alpha val="50000"/>
            </a:schemeClr>
          </a:solidFill>
        </p:grpSpPr>
        <p:sp>
          <p:nvSpPr>
            <p:cNvPr id="16" name="Freeform 44">
              <a:extLst>
                <a:ext uri="{FF2B5EF4-FFF2-40B4-BE49-F238E27FC236}">
                  <a16:creationId xmlns:a16="http://schemas.microsoft.com/office/drawing/2014/main" id="{BE9D842C-317C-4EE0-82C1-A43279DD1E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47489" y="5561362"/>
              <a:ext cx="1146811" cy="1449038"/>
            </a:xfrm>
            <a:custGeom>
              <a:avLst/>
              <a:gdLst>
                <a:gd name="T0" fmla="*/ 289 w 578"/>
                <a:gd name="T1" fmla="*/ 265 h 733"/>
                <a:gd name="T2" fmla="*/ 290 w 578"/>
                <a:gd name="T3" fmla="*/ 265 h 733"/>
                <a:gd name="T4" fmla="*/ 288 w 578"/>
                <a:gd name="T5" fmla="*/ 265 h 733"/>
                <a:gd name="T6" fmla="*/ 289 w 578"/>
                <a:gd name="T7" fmla="*/ 265 h 733"/>
                <a:gd name="T8" fmla="*/ 578 w 578"/>
                <a:gd name="T9" fmla="*/ 733 h 733"/>
                <a:gd name="T10" fmla="*/ 425 w 578"/>
                <a:gd name="T11" fmla="*/ 548 h 733"/>
                <a:gd name="T12" fmla="*/ 524 w 578"/>
                <a:gd name="T13" fmla="*/ 548 h 733"/>
                <a:gd name="T14" fmla="*/ 397 w 578"/>
                <a:gd name="T15" fmla="*/ 395 h 733"/>
                <a:gd name="T16" fmla="*/ 479 w 578"/>
                <a:gd name="T17" fmla="*/ 395 h 733"/>
                <a:gd name="T18" fmla="*/ 381 w 578"/>
                <a:gd name="T19" fmla="*/ 265 h 733"/>
                <a:gd name="T20" fmla="*/ 458 w 578"/>
                <a:gd name="T21" fmla="*/ 265 h 733"/>
                <a:gd name="T22" fmla="*/ 354 w 578"/>
                <a:gd name="T23" fmla="*/ 151 h 733"/>
                <a:gd name="T24" fmla="*/ 427 w 578"/>
                <a:gd name="T25" fmla="*/ 151 h 733"/>
                <a:gd name="T26" fmla="*/ 289 w 578"/>
                <a:gd name="T27" fmla="*/ 0 h 733"/>
                <a:gd name="T28" fmla="*/ 151 w 578"/>
                <a:gd name="T29" fmla="*/ 151 h 733"/>
                <a:gd name="T30" fmla="*/ 224 w 578"/>
                <a:gd name="T31" fmla="*/ 151 h 733"/>
                <a:gd name="T32" fmla="*/ 119 w 578"/>
                <a:gd name="T33" fmla="*/ 265 h 733"/>
                <a:gd name="T34" fmla="*/ 197 w 578"/>
                <a:gd name="T35" fmla="*/ 265 h 733"/>
                <a:gd name="T36" fmla="*/ 99 w 578"/>
                <a:gd name="T37" fmla="*/ 395 h 733"/>
                <a:gd name="T38" fmla="*/ 181 w 578"/>
                <a:gd name="T39" fmla="*/ 395 h 733"/>
                <a:gd name="T40" fmla="*/ 54 w 578"/>
                <a:gd name="T41" fmla="*/ 548 h 733"/>
                <a:gd name="T42" fmla="*/ 153 w 578"/>
                <a:gd name="T43" fmla="*/ 548 h 733"/>
                <a:gd name="T44" fmla="*/ 0 w 578"/>
                <a:gd name="T45" fmla="*/ 733 h 733"/>
                <a:gd name="T46" fmla="*/ 578 w 578"/>
                <a:gd name="T47" fmla="*/ 733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78" h="733">
                  <a:moveTo>
                    <a:pt x="289" y="265"/>
                  </a:moveTo>
                  <a:lnTo>
                    <a:pt x="290" y="265"/>
                  </a:lnTo>
                  <a:lnTo>
                    <a:pt x="288" y="265"/>
                  </a:lnTo>
                  <a:lnTo>
                    <a:pt x="289" y="265"/>
                  </a:lnTo>
                  <a:close/>
                  <a:moveTo>
                    <a:pt x="578" y="733"/>
                  </a:moveTo>
                  <a:lnTo>
                    <a:pt x="425" y="548"/>
                  </a:lnTo>
                  <a:lnTo>
                    <a:pt x="524" y="548"/>
                  </a:lnTo>
                  <a:lnTo>
                    <a:pt x="397" y="395"/>
                  </a:lnTo>
                  <a:lnTo>
                    <a:pt x="479" y="395"/>
                  </a:lnTo>
                  <a:lnTo>
                    <a:pt x="381" y="265"/>
                  </a:lnTo>
                  <a:lnTo>
                    <a:pt x="458" y="265"/>
                  </a:lnTo>
                  <a:lnTo>
                    <a:pt x="354" y="151"/>
                  </a:lnTo>
                  <a:lnTo>
                    <a:pt x="427" y="151"/>
                  </a:lnTo>
                  <a:lnTo>
                    <a:pt x="289" y="0"/>
                  </a:lnTo>
                  <a:lnTo>
                    <a:pt x="151" y="151"/>
                  </a:lnTo>
                  <a:lnTo>
                    <a:pt x="224" y="151"/>
                  </a:lnTo>
                  <a:lnTo>
                    <a:pt x="119" y="265"/>
                  </a:lnTo>
                  <a:lnTo>
                    <a:pt x="197" y="265"/>
                  </a:lnTo>
                  <a:lnTo>
                    <a:pt x="99" y="395"/>
                  </a:lnTo>
                  <a:lnTo>
                    <a:pt x="181" y="395"/>
                  </a:lnTo>
                  <a:lnTo>
                    <a:pt x="54" y="548"/>
                  </a:lnTo>
                  <a:lnTo>
                    <a:pt x="153" y="548"/>
                  </a:lnTo>
                  <a:lnTo>
                    <a:pt x="0" y="733"/>
                  </a:lnTo>
                  <a:lnTo>
                    <a:pt x="578" y="733"/>
                  </a:ln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7" name="Freeform 50">
              <a:extLst>
                <a:ext uri="{FF2B5EF4-FFF2-40B4-BE49-F238E27FC236}">
                  <a16:creationId xmlns:a16="http://schemas.microsoft.com/office/drawing/2014/main" id="{A918F3E8-EE9F-4AD2-9BA6-7522714521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4175" y="6097554"/>
              <a:ext cx="878339" cy="912846"/>
            </a:xfrm>
            <a:custGeom>
              <a:avLst/>
              <a:gdLst>
                <a:gd name="T0" fmla="*/ 0 w 584"/>
                <a:gd name="T1" fmla="*/ 608 h 608"/>
                <a:gd name="T2" fmla="*/ 151 w 584"/>
                <a:gd name="T3" fmla="*/ 408 h 608"/>
                <a:gd name="T4" fmla="*/ 31 w 584"/>
                <a:gd name="T5" fmla="*/ 408 h 608"/>
                <a:gd name="T6" fmla="*/ 192 w 584"/>
                <a:gd name="T7" fmla="*/ 232 h 608"/>
                <a:gd name="T8" fmla="*/ 80 w 584"/>
                <a:gd name="T9" fmla="*/ 232 h 608"/>
                <a:gd name="T10" fmla="*/ 292 w 584"/>
                <a:gd name="T11" fmla="*/ 0 h 608"/>
                <a:gd name="T12" fmla="*/ 503 w 584"/>
                <a:gd name="T13" fmla="*/ 232 h 608"/>
                <a:gd name="T14" fmla="*/ 391 w 584"/>
                <a:gd name="T15" fmla="*/ 232 h 608"/>
                <a:gd name="T16" fmla="*/ 552 w 584"/>
                <a:gd name="T17" fmla="*/ 408 h 608"/>
                <a:gd name="T18" fmla="*/ 433 w 584"/>
                <a:gd name="T19" fmla="*/ 408 h 608"/>
                <a:gd name="T20" fmla="*/ 584 w 584"/>
                <a:gd name="T21" fmla="*/ 608 h 608"/>
                <a:gd name="T22" fmla="*/ 0 w 584"/>
                <a:gd name="T23" fmla="*/ 608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4" h="608">
                  <a:moveTo>
                    <a:pt x="0" y="608"/>
                  </a:moveTo>
                  <a:lnTo>
                    <a:pt x="151" y="408"/>
                  </a:lnTo>
                  <a:lnTo>
                    <a:pt x="31" y="408"/>
                  </a:lnTo>
                  <a:lnTo>
                    <a:pt x="192" y="232"/>
                  </a:lnTo>
                  <a:lnTo>
                    <a:pt x="80" y="232"/>
                  </a:lnTo>
                  <a:lnTo>
                    <a:pt x="292" y="0"/>
                  </a:lnTo>
                  <a:lnTo>
                    <a:pt x="503" y="232"/>
                  </a:lnTo>
                  <a:lnTo>
                    <a:pt x="391" y="232"/>
                  </a:lnTo>
                  <a:lnTo>
                    <a:pt x="552" y="408"/>
                  </a:lnTo>
                  <a:lnTo>
                    <a:pt x="433" y="408"/>
                  </a:lnTo>
                  <a:lnTo>
                    <a:pt x="584" y="608"/>
                  </a:lnTo>
                  <a:lnTo>
                    <a:pt x="0" y="608"/>
                  </a:ln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14" name="Freeform 44">
            <a:extLst>
              <a:ext uri="{FF2B5EF4-FFF2-40B4-BE49-F238E27FC236}">
                <a16:creationId xmlns:a16="http://schemas.microsoft.com/office/drawing/2014/main" id="{401C5368-6114-4E58-A240-DDA0E441CFFB}"/>
              </a:ext>
            </a:extLst>
          </p:cNvPr>
          <p:cNvSpPr>
            <a:spLocks noEditPoints="1"/>
          </p:cNvSpPr>
          <p:nvPr/>
        </p:nvSpPr>
        <p:spPr bwMode="auto">
          <a:xfrm>
            <a:off x="4295089" y="5408962"/>
            <a:ext cx="1146811" cy="1449038"/>
          </a:xfrm>
          <a:custGeom>
            <a:avLst/>
            <a:gdLst>
              <a:gd name="T0" fmla="*/ 289 w 578"/>
              <a:gd name="T1" fmla="*/ 265 h 733"/>
              <a:gd name="T2" fmla="*/ 290 w 578"/>
              <a:gd name="T3" fmla="*/ 265 h 733"/>
              <a:gd name="T4" fmla="*/ 288 w 578"/>
              <a:gd name="T5" fmla="*/ 265 h 733"/>
              <a:gd name="T6" fmla="*/ 289 w 578"/>
              <a:gd name="T7" fmla="*/ 265 h 733"/>
              <a:gd name="T8" fmla="*/ 578 w 578"/>
              <a:gd name="T9" fmla="*/ 733 h 733"/>
              <a:gd name="T10" fmla="*/ 425 w 578"/>
              <a:gd name="T11" fmla="*/ 548 h 733"/>
              <a:gd name="T12" fmla="*/ 524 w 578"/>
              <a:gd name="T13" fmla="*/ 548 h 733"/>
              <a:gd name="T14" fmla="*/ 397 w 578"/>
              <a:gd name="T15" fmla="*/ 395 h 733"/>
              <a:gd name="T16" fmla="*/ 479 w 578"/>
              <a:gd name="T17" fmla="*/ 395 h 733"/>
              <a:gd name="T18" fmla="*/ 381 w 578"/>
              <a:gd name="T19" fmla="*/ 265 h 733"/>
              <a:gd name="T20" fmla="*/ 458 w 578"/>
              <a:gd name="T21" fmla="*/ 265 h 733"/>
              <a:gd name="T22" fmla="*/ 354 w 578"/>
              <a:gd name="T23" fmla="*/ 151 h 733"/>
              <a:gd name="T24" fmla="*/ 427 w 578"/>
              <a:gd name="T25" fmla="*/ 151 h 733"/>
              <a:gd name="T26" fmla="*/ 289 w 578"/>
              <a:gd name="T27" fmla="*/ 0 h 733"/>
              <a:gd name="T28" fmla="*/ 151 w 578"/>
              <a:gd name="T29" fmla="*/ 151 h 733"/>
              <a:gd name="T30" fmla="*/ 224 w 578"/>
              <a:gd name="T31" fmla="*/ 151 h 733"/>
              <a:gd name="T32" fmla="*/ 119 w 578"/>
              <a:gd name="T33" fmla="*/ 265 h 733"/>
              <a:gd name="T34" fmla="*/ 197 w 578"/>
              <a:gd name="T35" fmla="*/ 265 h 733"/>
              <a:gd name="T36" fmla="*/ 99 w 578"/>
              <a:gd name="T37" fmla="*/ 395 h 733"/>
              <a:gd name="T38" fmla="*/ 181 w 578"/>
              <a:gd name="T39" fmla="*/ 395 h 733"/>
              <a:gd name="T40" fmla="*/ 54 w 578"/>
              <a:gd name="T41" fmla="*/ 548 h 733"/>
              <a:gd name="T42" fmla="*/ 153 w 578"/>
              <a:gd name="T43" fmla="*/ 548 h 733"/>
              <a:gd name="T44" fmla="*/ 0 w 578"/>
              <a:gd name="T45" fmla="*/ 733 h 733"/>
              <a:gd name="T46" fmla="*/ 578 w 578"/>
              <a:gd name="T47" fmla="*/ 733 h 7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578" h="733">
                <a:moveTo>
                  <a:pt x="289" y="265"/>
                </a:moveTo>
                <a:lnTo>
                  <a:pt x="290" y="265"/>
                </a:lnTo>
                <a:lnTo>
                  <a:pt x="288" y="265"/>
                </a:lnTo>
                <a:lnTo>
                  <a:pt x="289" y="265"/>
                </a:lnTo>
                <a:close/>
                <a:moveTo>
                  <a:pt x="578" y="733"/>
                </a:moveTo>
                <a:lnTo>
                  <a:pt x="425" y="548"/>
                </a:lnTo>
                <a:lnTo>
                  <a:pt x="524" y="548"/>
                </a:lnTo>
                <a:lnTo>
                  <a:pt x="397" y="395"/>
                </a:lnTo>
                <a:lnTo>
                  <a:pt x="479" y="395"/>
                </a:lnTo>
                <a:lnTo>
                  <a:pt x="381" y="265"/>
                </a:lnTo>
                <a:lnTo>
                  <a:pt x="458" y="265"/>
                </a:lnTo>
                <a:lnTo>
                  <a:pt x="354" y="151"/>
                </a:lnTo>
                <a:lnTo>
                  <a:pt x="427" y="151"/>
                </a:lnTo>
                <a:lnTo>
                  <a:pt x="289" y="0"/>
                </a:lnTo>
                <a:lnTo>
                  <a:pt x="151" y="151"/>
                </a:lnTo>
                <a:lnTo>
                  <a:pt x="224" y="151"/>
                </a:lnTo>
                <a:lnTo>
                  <a:pt x="119" y="265"/>
                </a:lnTo>
                <a:lnTo>
                  <a:pt x="197" y="265"/>
                </a:lnTo>
                <a:lnTo>
                  <a:pt x="99" y="395"/>
                </a:lnTo>
                <a:lnTo>
                  <a:pt x="181" y="395"/>
                </a:lnTo>
                <a:lnTo>
                  <a:pt x="54" y="548"/>
                </a:lnTo>
                <a:lnTo>
                  <a:pt x="153" y="548"/>
                </a:lnTo>
                <a:lnTo>
                  <a:pt x="0" y="733"/>
                </a:lnTo>
                <a:lnTo>
                  <a:pt x="578" y="73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15" name="Freeform 50">
            <a:extLst>
              <a:ext uri="{FF2B5EF4-FFF2-40B4-BE49-F238E27FC236}">
                <a16:creationId xmlns:a16="http://schemas.microsoft.com/office/drawing/2014/main" id="{95BC1C8B-3C05-49DD-8A7D-622C5DDC68B6}"/>
              </a:ext>
            </a:extLst>
          </p:cNvPr>
          <p:cNvSpPr>
            <a:spLocks/>
          </p:cNvSpPr>
          <p:nvPr/>
        </p:nvSpPr>
        <p:spPr bwMode="auto">
          <a:xfrm>
            <a:off x="3621775" y="5945154"/>
            <a:ext cx="878339" cy="912846"/>
          </a:xfrm>
          <a:custGeom>
            <a:avLst/>
            <a:gdLst>
              <a:gd name="T0" fmla="*/ 0 w 584"/>
              <a:gd name="T1" fmla="*/ 608 h 608"/>
              <a:gd name="T2" fmla="*/ 151 w 584"/>
              <a:gd name="T3" fmla="*/ 408 h 608"/>
              <a:gd name="T4" fmla="*/ 31 w 584"/>
              <a:gd name="T5" fmla="*/ 408 h 608"/>
              <a:gd name="T6" fmla="*/ 192 w 584"/>
              <a:gd name="T7" fmla="*/ 232 h 608"/>
              <a:gd name="T8" fmla="*/ 80 w 584"/>
              <a:gd name="T9" fmla="*/ 232 h 608"/>
              <a:gd name="T10" fmla="*/ 292 w 584"/>
              <a:gd name="T11" fmla="*/ 0 h 608"/>
              <a:gd name="T12" fmla="*/ 503 w 584"/>
              <a:gd name="T13" fmla="*/ 232 h 608"/>
              <a:gd name="T14" fmla="*/ 391 w 584"/>
              <a:gd name="T15" fmla="*/ 232 h 608"/>
              <a:gd name="T16" fmla="*/ 552 w 584"/>
              <a:gd name="T17" fmla="*/ 408 h 608"/>
              <a:gd name="T18" fmla="*/ 433 w 584"/>
              <a:gd name="T19" fmla="*/ 408 h 608"/>
              <a:gd name="T20" fmla="*/ 584 w 584"/>
              <a:gd name="T21" fmla="*/ 608 h 608"/>
              <a:gd name="T22" fmla="*/ 0 w 584"/>
              <a:gd name="T23" fmla="*/ 608 h 6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584" h="608">
                <a:moveTo>
                  <a:pt x="0" y="608"/>
                </a:moveTo>
                <a:lnTo>
                  <a:pt x="151" y="408"/>
                </a:lnTo>
                <a:lnTo>
                  <a:pt x="31" y="408"/>
                </a:lnTo>
                <a:lnTo>
                  <a:pt x="192" y="232"/>
                </a:lnTo>
                <a:lnTo>
                  <a:pt x="80" y="232"/>
                </a:lnTo>
                <a:lnTo>
                  <a:pt x="292" y="0"/>
                </a:lnTo>
                <a:lnTo>
                  <a:pt x="503" y="232"/>
                </a:lnTo>
                <a:lnTo>
                  <a:pt x="391" y="232"/>
                </a:lnTo>
                <a:lnTo>
                  <a:pt x="552" y="408"/>
                </a:lnTo>
                <a:lnTo>
                  <a:pt x="433" y="408"/>
                </a:lnTo>
                <a:lnTo>
                  <a:pt x="584" y="608"/>
                </a:lnTo>
                <a:lnTo>
                  <a:pt x="0" y="6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33F337D-9B9E-40D8-BE92-07224B838D3D}"/>
              </a:ext>
            </a:extLst>
          </p:cNvPr>
          <p:cNvSpPr>
            <a:spLocks noEditPoints="1"/>
          </p:cNvSpPr>
          <p:nvPr/>
        </p:nvSpPr>
        <p:spPr bwMode="auto">
          <a:xfrm>
            <a:off x="5068389" y="2290905"/>
            <a:ext cx="7185638" cy="4567096"/>
          </a:xfrm>
          <a:custGeom>
            <a:avLst/>
            <a:gdLst>
              <a:gd name="T0" fmla="*/ 1621 w 5440"/>
              <a:gd name="T1" fmla="*/ 1505 h 2937"/>
              <a:gd name="T2" fmla="*/ 1438 w 5440"/>
              <a:gd name="T3" fmla="*/ 1830 h 2937"/>
              <a:gd name="T4" fmla="*/ 1596 w 5440"/>
              <a:gd name="T5" fmla="*/ 1908 h 2937"/>
              <a:gd name="T6" fmla="*/ 1888 w 5440"/>
              <a:gd name="T7" fmla="*/ 1886 h 2937"/>
              <a:gd name="T8" fmla="*/ 1683 w 5440"/>
              <a:gd name="T9" fmla="*/ 1967 h 2937"/>
              <a:gd name="T10" fmla="*/ 1190 w 5440"/>
              <a:gd name="T11" fmla="*/ 2015 h 2937"/>
              <a:gd name="T12" fmla="*/ 886 w 5440"/>
              <a:gd name="T13" fmla="*/ 2016 h 2937"/>
              <a:gd name="T14" fmla="*/ 601 w 5440"/>
              <a:gd name="T15" fmla="*/ 2525 h 2937"/>
              <a:gd name="T16" fmla="*/ 423 w 5440"/>
              <a:gd name="T17" fmla="*/ 2440 h 2937"/>
              <a:gd name="T18" fmla="*/ 701 w 5440"/>
              <a:gd name="T19" fmla="*/ 1862 h 2937"/>
              <a:gd name="T20" fmla="*/ 874 w 5440"/>
              <a:gd name="T21" fmla="*/ 1692 h 2937"/>
              <a:gd name="T22" fmla="*/ 1389 w 5440"/>
              <a:gd name="T23" fmla="*/ 1704 h 2937"/>
              <a:gd name="T24" fmla="*/ 1696 w 5440"/>
              <a:gd name="T25" fmla="*/ 1266 h 2937"/>
              <a:gd name="T26" fmla="*/ 4310 w 5440"/>
              <a:gd name="T27" fmla="*/ 2203 h 2937"/>
              <a:gd name="T28" fmla="*/ 4186 w 5440"/>
              <a:gd name="T29" fmla="*/ 2059 h 2937"/>
              <a:gd name="T30" fmla="*/ 3828 w 5440"/>
              <a:gd name="T31" fmla="*/ 1701 h 2937"/>
              <a:gd name="T32" fmla="*/ 3542 w 5440"/>
              <a:gd name="T33" fmla="*/ 1946 h 2937"/>
              <a:gd name="T34" fmla="*/ 3508 w 5440"/>
              <a:gd name="T35" fmla="*/ 2308 h 2937"/>
              <a:gd name="T36" fmla="*/ 3508 w 5440"/>
              <a:gd name="T37" fmla="*/ 2787 h 2937"/>
              <a:gd name="T38" fmla="*/ 3432 w 5440"/>
              <a:gd name="T39" fmla="*/ 2401 h 2937"/>
              <a:gd name="T40" fmla="*/ 3084 w 5440"/>
              <a:gd name="T41" fmla="*/ 1897 h 2937"/>
              <a:gd name="T42" fmla="*/ 2687 w 5440"/>
              <a:gd name="T43" fmla="*/ 1827 h 2937"/>
              <a:gd name="T44" fmla="*/ 3192 w 5440"/>
              <a:gd name="T45" fmla="*/ 1836 h 2937"/>
              <a:gd name="T46" fmla="*/ 3537 w 5440"/>
              <a:gd name="T47" fmla="*/ 1777 h 2937"/>
              <a:gd name="T48" fmla="*/ 3616 w 5440"/>
              <a:gd name="T49" fmla="*/ 1360 h 2937"/>
              <a:gd name="T50" fmla="*/ 3400 w 5440"/>
              <a:gd name="T51" fmla="*/ 1262 h 2937"/>
              <a:gd name="T52" fmla="*/ 3110 w 5440"/>
              <a:gd name="T53" fmla="*/ 985 h 2937"/>
              <a:gd name="T54" fmla="*/ 2585 w 5440"/>
              <a:gd name="T55" fmla="*/ 871 h 2937"/>
              <a:gd name="T56" fmla="*/ 2952 w 5440"/>
              <a:gd name="T57" fmla="*/ 696 h 2937"/>
              <a:gd name="T58" fmla="*/ 3141 w 5440"/>
              <a:gd name="T59" fmla="*/ 553 h 2937"/>
              <a:gd name="T60" fmla="*/ 2991 w 5440"/>
              <a:gd name="T61" fmla="*/ 204 h 2937"/>
              <a:gd name="T62" fmla="*/ 2858 w 5440"/>
              <a:gd name="T63" fmla="*/ 178 h 2937"/>
              <a:gd name="T64" fmla="*/ 3271 w 5440"/>
              <a:gd name="T65" fmla="*/ 288 h 2937"/>
              <a:gd name="T66" fmla="*/ 3531 w 5440"/>
              <a:gd name="T67" fmla="*/ 733 h 2937"/>
              <a:gd name="T68" fmla="*/ 3503 w 5440"/>
              <a:gd name="T69" fmla="*/ 957 h 2937"/>
              <a:gd name="T70" fmla="*/ 3924 w 5440"/>
              <a:gd name="T71" fmla="*/ 1327 h 2937"/>
              <a:gd name="T72" fmla="*/ 4232 w 5440"/>
              <a:gd name="T73" fmla="*/ 1854 h 2937"/>
              <a:gd name="T74" fmla="*/ 5201 w 5440"/>
              <a:gd name="T75" fmla="*/ 2678 h 2937"/>
              <a:gd name="T76" fmla="*/ 5151 w 5440"/>
              <a:gd name="T77" fmla="*/ 2641 h 2937"/>
              <a:gd name="T78" fmla="*/ 4916 w 5440"/>
              <a:gd name="T79" fmla="*/ 2192 h 2937"/>
              <a:gd name="T80" fmla="*/ 4885 w 5440"/>
              <a:gd name="T81" fmla="*/ 2021 h 2937"/>
              <a:gd name="T82" fmla="*/ 5196 w 5440"/>
              <a:gd name="T83" fmla="*/ 2586 h 2937"/>
              <a:gd name="T84" fmla="*/ 5278 w 5440"/>
              <a:gd name="T85" fmla="*/ 2742 h 2937"/>
              <a:gd name="T86" fmla="*/ 5090 w 5440"/>
              <a:gd name="T87" fmla="*/ 2450 h 2937"/>
              <a:gd name="T88" fmla="*/ 4831 w 5440"/>
              <a:gd name="T89" fmla="*/ 1976 h 2937"/>
              <a:gd name="T90" fmla="*/ 4350 w 5440"/>
              <a:gd name="T91" fmla="*/ 2023 h 2937"/>
              <a:gd name="T92" fmla="*/ 4065 w 5440"/>
              <a:gd name="T93" fmla="*/ 1496 h 2937"/>
              <a:gd name="T94" fmla="*/ 3845 w 5440"/>
              <a:gd name="T95" fmla="*/ 859 h 2937"/>
              <a:gd name="T96" fmla="*/ 3457 w 5440"/>
              <a:gd name="T97" fmla="*/ 464 h 2937"/>
              <a:gd name="T98" fmla="*/ 3151 w 5440"/>
              <a:gd name="T99" fmla="*/ 122 h 2937"/>
              <a:gd name="T100" fmla="*/ 2757 w 5440"/>
              <a:gd name="T101" fmla="*/ 193 h 2937"/>
              <a:gd name="T102" fmla="*/ 2382 w 5440"/>
              <a:gd name="T103" fmla="*/ 332 h 2937"/>
              <a:gd name="T104" fmla="*/ 1948 w 5440"/>
              <a:gd name="T105" fmla="*/ 776 h 2937"/>
              <a:gd name="T106" fmla="*/ 1712 w 5440"/>
              <a:gd name="T107" fmla="*/ 1193 h 2937"/>
              <a:gd name="T108" fmla="*/ 1213 w 5440"/>
              <a:gd name="T109" fmla="*/ 1734 h 2937"/>
              <a:gd name="T110" fmla="*/ 718 w 5440"/>
              <a:gd name="T111" fmla="*/ 1738 h 2937"/>
              <a:gd name="T112" fmla="*/ 591 w 5440"/>
              <a:gd name="T113" fmla="*/ 2113 h 2937"/>
              <a:gd name="T114" fmla="*/ 260 w 5440"/>
              <a:gd name="T115" fmla="*/ 2516 h 29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5440" h="2937">
                <a:moveTo>
                  <a:pt x="1918" y="1227"/>
                </a:moveTo>
                <a:cubicBezTo>
                  <a:pt x="1912" y="1262"/>
                  <a:pt x="1878" y="1276"/>
                  <a:pt x="1849" y="1280"/>
                </a:cubicBezTo>
                <a:cubicBezTo>
                  <a:pt x="1844" y="1280"/>
                  <a:pt x="1840" y="1281"/>
                  <a:pt x="1835" y="1281"/>
                </a:cubicBezTo>
                <a:cubicBezTo>
                  <a:pt x="1831" y="1282"/>
                  <a:pt x="1826" y="1282"/>
                  <a:pt x="1822" y="1283"/>
                </a:cubicBezTo>
                <a:cubicBezTo>
                  <a:pt x="1816" y="1284"/>
                  <a:pt x="1811" y="1284"/>
                  <a:pt x="1805" y="1285"/>
                </a:cubicBezTo>
                <a:cubicBezTo>
                  <a:pt x="1767" y="1289"/>
                  <a:pt x="1728" y="1300"/>
                  <a:pt x="1691" y="1315"/>
                </a:cubicBezTo>
                <a:cubicBezTo>
                  <a:pt x="1687" y="1317"/>
                  <a:pt x="1684" y="1321"/>
                  <a:pt x="1681" y="1325"/>
                </a:cubicBezTo>
                <a:cubicBezTo>
                  <a:pt x="1662" y="1367"/>
                  <a:pt x="1681" y="1421"/>
                  <a:pt x="1664" y="1457"/>
                </a:cubicBezTo>
                <a:cubicBezTo>
                  <a:pt x="1662" y="1461"/>
                  <a:pt x="1660" y="1465"/>
                  <a:pt x="1657" y="1469"/>
                </a:cubicBezTo>
                <a:cubicBezTo>
                  <a:pt x="1649" y="1477"/>
                  <a:pt x="1641" y="1485"/>
                  <a:pt x="1633" y="1493"/>
                </a:cubicBezTo>
                <a:cubicBezTo>
                  <a:pt x="1629" y="1497"/>
                  <a:pt x="1625" y="1501"/>
                  <a:pt x="1621" y="1505"/>
                </a:cubicBezTo>
                <a:cubicBezTo>
                  <a:pt x="1615" y="1515"/>
                  <a:pt x="1611" y="1526"/>
                  <a:pt x="1607" y="1537"/>
                </a:cubicBezTo>
                <a:cubicBezTo>
                  <a:pt x="1604" y="1543"/>
                  <a:pt x="1602" y="1548"/>
                  <a:pt x="1601" y="1554"/>
                </a:cubicBezTo>
                <a:cubicBezTo>
                  <a:pt x="1589" y="1582"/>
                  <a:pt x="1576" y="1608"/>
                  <a:pt x="1567" y="1635"/>
                </a:cubicBezTo>
                <a:cubicBezTo>
                  <a:pt x="1565" y="1638"/>
                  <a:pt x="1563" y="1643"/>
                  <a:pt x="1562" y="1647"/>
                </a:cubicBezTo>
                <a:cubicBezTo>
                  <a:pt x="1560" y="1652"/>
                  <a:pt x="1559" y="1657"/>
                  <a:pt x="1558" y="1663"/>
                </a:cubicBezTo>
                <a:cubicBezTo>
                  <a:pt x="1551" y="1702"/>
                  <a:pt x="1523" y="1724"/>
                  <a:pt x="1493" y="1744"/>
                </a:cubicBezTo>
                <a:cubicBezTo>
                  <a:pt x="1488" y="1748"/>
                  <a:pt x="1484" y="1751"/>
                  <a:pt x="1479" y="1755"/>
                </a:cubicBezTo>
                <a:cubicBezTo>
                  <a:pt x="1467" y="1761"/>
                  <a:pt x="1465" y="1772"/>
                  <a:pt x="1465" y="1784"/>
                </a:cubicBezTo>
                <a:cubicBezTo>
                  <a:pt x="1465" y="1788"/>
                  <a:pt x="1465" y="1792"/>
                  <a:pt x="1465" y="1795"/>
                </a:cubicBezTo>
                <a:cubicBezTo>
                  <a:pt x="1465" y="1802"/>
                  <a:pt x="1464" y="1807"/>
                  <a:pt x="1462" y="1812"/>
                </a:cubicBezTo>
                <a:cubicBezTo>
                  <a:pt x="1455" y="1816"/>
                  <a:pt x="1446" y="1825"/>
                  <a:pt x="1438" y="1830"/>
                </a:cubicBezTo>
                <a:cubicBezTo>
                  <a:pt x="1433" y="1832"/>
                  <a:pt x="1428" y="1833"/>
                  <a:pt x="1423" y="1834"/>
                </a:cubicBezTo>
                <a:cubicBezTo>
                  <a:pt x="1419" y="1835"/>
                  <a:pt x="1415" y="1836"/>
                  <a:pt x="1410" y="1838"/>
                </a:cubicBezTo>
                <a:cubicBezTo>
                  <a:pt x="1406" y="1839"/>
                  <a:pt x="1401" y="1840"/>
                  <a:pt x="1397" y="1842"/>
                </a:cubicBezTo>
                <a:cubicBezTo>
                  <a:pt x="1389" y="1843"/>
                  <a:pt x="1382" y="1847"/>
                  <a:pt x="1376" y="1852"/>
                </a:cubicBezTo>
                <a:cubicBezTo>
                  <a:pt x="1373" y="1855"/>
                  <a:pt x="1371" y="1857"/>
                  <a:pt x="1368" y="1860"/>
                </a:cubicBezTo>
                <a:cubicBezTo>
                  <a:pt x="1343" y="1878"/>
                  <a:pt x="1351" y="1914"/>
                  <a:pt x="1369" y="1936"/>
                </a:cubicBezTo>
                <a:cubicBezTo>
                  <a:pt x="1390" y="1954"/>
                  <a:pt x="1407" y="1927"/>
                  <a:pt x="1423" y="1927"/>
                </a:cubicBezTo>
                <a:cubicBezTo>
                  <a:pt x="1428" y="1925"/>
                  <a:pt x="1433" y="1924"/>
                  <a:pt x="1439" y="1923"/>
                </a:cubicBezTo>
                <a:cubicBezTo>
                  <a:pt x="1466" y="1916"/>
                  <a:pt x="1494" y="1916"/>
                  <a:pt x="1524" y="1919"/>
                </a:cubicBezTo>
                <a:cubicBezTo>
                  <a:pt x="1529" y="1919"/>
                  <a:pt x="1534" y="1918"/>
                  <a:pt x="1539" y="1917"/>
                </a:cubicBezTo>
                <a:cubicBezTo>
                  <a:pt x="1558" y="1915"/>
                  <a:pt x="1577" y="1911"/>
                  <a:pt x="1596" y="1908"/>
                </a:cubicBezTo>
                <a:cubicBezTo>
                  <a:pt x="1601" y="1908"/>
                  <a:pt x="1607" y="1908"/>
                  <a:pt x="1612" y="1908"/>
                </a:cubicBezTo>
                <a:cubicBezTo>
                  <a:pt x="1661" y="1909"/>
                  <a:pt x="1705" y="1937"/>
                  <a:pt x="1756" y="1941"/>
                </a:cubicBezTo>
                <a:cubicBezTo>
                  <a:pt x="1762" y="1942"/>
                  <a:pt x="1767" y="1942"/>
                  <a:pt x="1773" y="1942"/>
                </a:cubicBezTo>
                <a:cubicBezTo>
                  <a:pt x="1801" y="1940"/>
                  <a:pt x="1827" y="1929"/>
                  <a:pt x="1849" y="1900"/>
                </a:cubicBezTo>
                <a:cubicBezTo>
                  <a:pt x="1873" y="1869"/>
                  <a:pt x="1894" y="1833"/>
                  <a:pt x="1921" y="1805"/>
                </a:cubicBezTo>
                <a:cubicBezTo>
                  <a:pt x="1924" y="1802"/>
                  <a:pt x="1927" y="1800"/>
                  <a:pt x="1930" y="1797"/>
                </a:cubicBezTo>
                <a:cubicBezTo>
                  <a:pt x="1934" y="1790"/>
                  <a:pt x="1938" y="1781"/>
                  <a:pt x="1938" y="1772"/>
                </a:cubicBezTo>
                <a:cubicBezTo>
                  <a:pt x="1938" y="1776"/>
                  <a:pt x="1938" y="1781"/>
                  <a:pt x="1937" y="1785"/>
                </a:cubicBezTo>
                <a:cubicBezTo>
                  <a:pt x="1933" y="1796"/>
                  <a:pt x="1929" y="1807"/>
                  <a:pt x="1925" y="1818"/>
                </a:cubicBezTo>
                <a:cubicBezTo>
                  <a:pt x="1924" y="1822"/>
                  <a:pt x="1923" y="1825"/>
                  <a:pt x="1922" y="1829"/>
                </a:cubicBezTo>
                <a:cubicBezTo>
                  <a:pt x="1912" y="1852"/>
                  <a:pt x="1895" y="1865"/>
                  <a:pt x="1888" y="1886"/>
                </a:cubicBezTo>
                <a:cubicBezTo>
                  <a:pt x="1886" y="1890"/>
                  <a:pt x="1884" y="1895"/>
                  <a:pt x="1882" y="1899"/>
                </a:cubicBezTo>
                <a:cubicBezTo>
                  <a:pt x="1880" y="1904"/>
                  <a:pt x="1878" y="1908"/>
                  <a:pt x="1876" y="1911"/>
                </a:cubicBezTo>
                <a:cubicBezTo>
                  <a:pt x="1874" y="1914"/>
                  <a:pt x="1871" y="1916"/>
                  <a:pt x="1869" y="1919"/>
                </a:cubicBezTo>
                <a:cubicBezTo>
                  <a:pt x="1856" y="1932"/>
                  <a:pt x="1847" y="1940"/>
                  <a:pt x="1834" y="1953"/>
                </a:cubicBezTo>
                <a:cubicBezTo>
                  <a:pt x="1830" y="1955"/>
                  <a:pt x="1827" y="1956"/>
                  <a:pt x="1823" y="1958"/>
                </a:cubicBezTo>
                <a:cubicBezTo>
                  <a:pt x="1820" y="1959"/>
                  <a:pt x="1816" y="1960"/>
                  <a:pt x="1811" y="1960"/>
                </a:cubicBezTo>
                <a:cubicBezTo>
                  <a:pt x="1805" y="1960"/>
                  <a:pt x="1798" y="1961"/>
                  <a:pt x="1791" y="1963"/>
                </a:cubicBezTo>
                <a:cubicBezTo>
                  <a:pt x="1785" y="1962"/>
                  <a:pt x="1779" y="1961"/>
                  <a:pt x="1773" y="1960"/>
                </a:cubicBezTo>
                <a:cubicBezTo>
                  <a:pt x="1740" y="1958"/>
                  <a:pt x="1709" y="1958"/>
                  <a:pt x="1675" y="1963"/>
                </a:cubicBezTo>
                <a:cubicBezTo>
                  <a:pt x="1683" y="1971"/>
                  <a:pt x="1696" y="1963"/>
                  <a:pt x="1705" y="1963"/>
                </a:cubicBezTo>
                <a:cubicBezTo>
                  <a:pt x="1696" y="1963"/>
                  <a:pt x="1688" y="1963"/>
                  <a:pt x="1683" y="1967"/>
                </a:cubicBezTo>
                <a:cubicBezTo>
                  <a:pt x="1680" y="1972"/>
                  <a:pt x="1676" y="1977"/>
                  <a:pt x="1672" y="1981"/>
                </a:cubicBezTo>
                <a:cubicBezTo>
                  <a:pt x="1668" y="1986"/>
                  <a:pt x="1664" y="1989"/>
                  <a:pt x="1659" y="1993"/>
                </a:cubicBezTo>
                <a:cubicBezTo>
                  <a:pt x="1649" y="2002"/>
                  <a:pt x="1640" y="2007"/>
                  <a:pt x="1627" y="2007"/>
                </a:cubicBezTo>
                <a:cubicBezTo>
                  <a:pt x="1599" y="2002"/>
                  <a:pt x="1572" y="1999"/>
                  <a:pt x="1547" y="2003"/>
                </a:cubicBezTo>
                <a:cubicBezTo>
                  <a:pt x="1542" y="2003"/>
                  <a:pt x="1537" y="2004"/>
                  <a:pt x="1532" y="2006"/>
                </a:cubicBezTo>
                <a:cubicBezTo>
                  <a:pt x="1476" y="2007"/>
                  <a:pt x="1446" y="2065"/>
                  <a:pt x="1404" y="2084"/>
                </a:cubicBezTo>
                <a:cubicBezTo>
                  <a:pt x="1399" y="2086"/>
                  <a:pt x="1394" y="2086"/>
                  <a:pt x="1389" y="2087"/>
                </a:cubicBezTo>
                <a:cubicBezTo>
                  <a:pt x="1382" y="2087"/>
                  <a:pt x="1375" y="2087"/>
                  <a:pt x="1369" y="2085"/>
                </a:cubicBezTo>
                <a:cubicBezTo>
                  <a:pt x="1363" y="2083"/>
                  <a:pt x="1357" y="2079"/>
                  <a:pt x="1351" y="2073"/>
                </a:cubicBezTo>
                <a:cubicBezTo>
                  <a:pt x="1317" y="2038"/>
                  <a:pt x="1274" y="2033"/>
                  <a:pt x="1226" y="2042"/>
                </a:cubicBezTo>
                <a:cubicBezTo>
                  <a:pt x="1209" y="2042"/>
                  <a:pt x="1205" y="2025"/>
                  <a:pt x="1190" y="2015"/>
                </a:cubicBezTo>
                <a:cubicBezTo>
                  <a:pt x="1186" y="2012"/>
                  <a:pt x="1182" y="2009"/>
                  <a:pt x="1178" y="2006"/>
                </a:cubicBezTo>
                <a:cubicBezTo>
                  <a:pt x="1157" y="1991"/>
                  <a:pt x="1134" y="1981"/>
                  <a:pt x="1110" y="1967"/>
                </a:cubicBezTo>
                <a:cubicBezTo>
                  <a:pt x="1097" y="1958"/>
                  <a:pt x="1093" y="1949"/>
                  <a:pt x="1090" y="1936"/>
                </a:cubicBezTo>
                <a:cubicBezTo>
                  <a:pt x="1087" y="1931"/>
                  <a:pt x="1084" y="1925"/>
                  <a:pt x="1080" y="1919"/>
                </a:cubicBezTo>
                <a:cubicBezTo>
                  <a:pt x="1077" y="1914"/>
                  <a:pt x="1073" y="1909"/>
                  <a:pt x="1069" y="1904"/>
                </a:cubicBezTo>
                <a:cubicBezTo>
                  <a:pt x="1066" y="1902"/>
                  <a:pt x="1062" y="1901"/>
                  <a:pt x="1058" y="1901"/>
                </a:cubicBezTo>
                <a:cubicBezTo>
                  <a:pt x="1047" y="1901"/>
                  <a:pt x="1035" y="1902"/>
                  <a:pt x="1024" y="1903"/>
                </a:cubicBezTo>
                <a:cubicBezTo>
                  <a:pt x="1018" y="1904"/>
                  <a:pt x="1013" y="1904"/>
                  <a:pt x="1007" y="1904"/>
                </a:cubicBezTo>
                <a:cubicBezTo>
                  <a:pt x="976" y="1901"/>
                  <a:pt x="937" y="1870"/>
                  <a:pt x="920" y="1909"/>
                </a:cubicBezTo>
                <a:cubicBezTo>
                  <a:pt x="917" y="1913"/>
                  <a:pt x="915" y="1918"/>
                  <a:pt x="913" y="1924"/>
                </a:cubicBezTo>
                <a:cubicBezTo>
                  <a:pt x="903" y="1952"/>
                  <a:pt x="902" y="1988"/>
                  <a:pt x="886" y="2016"/>
                </a:cubicBezTo>
                <a:cubicBezTo>
                  <a:pt x="877" y="2025"/>
                  <a:pt x="868" y="2029"/>
                  <a:pt x="861" y="2034"/>
                </a:cubicBezTo>
                <a:cubicBezTo>
                  <a:pt x="857" y="2037"/>
                  <a:pt x="853" y="2040"/>
                  <a:pt x="850" y="2044"/>
                </a:cubicBezTo>
                <a:cubicBezTo>
                  <a:pt x="846" y="2047"/>
                  <a:pt x="844" y="2051"/>
                  <a:pt x="842" y="2056"/>
                </a:cubicBezTo>
                <a:cubicBezTo>
                  <a:pt x="830" y="2109"/>
                  <a:pt x="860" y="2162"/>
                  <a:pt x="889" y="2206"/>
                </a:cubicBezTo>
                <a:cubicBezTo>
                  <a:pt x="892" y="2212"/>
                  <a:pt x="895" y="2218"/>
                  <a:pt x="896" y="2223"/>
                </a:cubicBezTo>
                <a:cubicBezTo>
                  <a:pt x="907" y="2274"/>
                  <a:pt x="851" y="2321"/>
                  <a:pt x="811" y="2354"/>
                </a:cubicBezTo>
                <a:cubicBezTo>
                  <a:pt x="807" y="2358"/>
                  <a:pt x="804" y="2363"/>
                  <a:pt x="801" y="2368"/>
                </a:cubicBezTo>
                <a:cubicBezTo>
                  <a:pt x="798" y="2372"/>
                  <a:pt x="795" y="2377"/>
                  <a:pt x="791" y="2379"/>
                </a:cubicBezTo>
                <a:cubicBezTo>
                  <a:pt x="709" y="2388"/>
                  <a:pt x="679" y="2463"/>
                  <a:pt x="630" y="2516"/>
                </a:cubicBezTo>
                <a:cubicBezTo>
                  <a:pt x="626" y="2518"/>
                  <a:pt x="621" y="2521"/>
                  <a:pt x="616" y="2522"/>
                </a:cubicBezTo>
                <a:cubicBezTo>
                  <a:pt x="611" y="2524"/>
                  <a:pt x="606" y="2525"/>
                  <a:pt x="601" y="2525"/>
                </a:cubicBezTo>
                <a:cubicBezTo>
                  <a:pt x="554" y="2525"/>
                  <a:pt x="493" y="2552"/>
                  <a:pt x="457" y="2508"/>
                </a:cubicBezTo>
                <a:cubicBezTo>
                  <a:pt x="454" y="2506"/>
                  <a:pt x="451" y="2503"/>
                  <a:pt x="447" y="2501"/>
                </a:cubicBezTo>
                <a:cubicBezTo>
                  <a:pt x="437" y="2493"/>
                  <a:pt x="427" y="2485"/>
                  <a:pt x="416" y="2479"/>
                </a:cubicBezTo>
                <a:cubicBezTo>
                  <a:pt x="410" y="2476"/>
                  <a:pt x="405" y="2473"/>
                  <a:pt x="399" y="2471"/>
                </a:cubicBezTo>
                <a:cubicBezTo>
                  <a:pt x="392" y="2465"/>
                  <a:pt x="384" y="2463"/>
                  <a:pt x="376" y="2463"/>
                </a:cubicBezTo>
                <a:cubicBezTo>
                  <a:pt x="372" y="2462"/>
                  <a:pt x="368" y="2463"/>
                  <a:pt x="364" y="2463"/>
                </a:cubicBezTo>
                <a:cubicBezTo>
                  <a:pt x="360" y="2463"/>
                  <a:pt x="356" y="2464"/>
                  <a:pt x="352" y="2464"/>
                </a:cubicBezTo>
                <a:cubicBezTo>
                  <a:pt x="355" y="2460"/>
                  <a:pt x="360" y="2458"/>
                  <a:pt x="364" y="2455"/>
                </a:cubicBezTo>
                <a:cubicBezTo>
                  <a:pt x="369" y="2453"/>
                  <a:pt x="374" y="2452"/>
                  <a:pt x="379" y="2451"/>
                </a:cubicBezTo>
                <a:cubicBezTo>
                  <a:pt x="389" y="2448"/>
                  <a:pt x="398" y="2446"/>
                  <a:pt x="407" y="2441"/>
                </a:cubicBezTo>
                <a:cubicBezTo>
                  <a:pt x="412" y="2441"/>
                  <a:pt x="418" y="2441"/>
                  <a:pt x="423" y="2440"/>
                </a:cubicBezTo>
                <a:cubicBezTo>
                  <a:pt x="450" y="2440"/>
                  <a:pt x="478" y="2443"/>
                  <a:pt x="505" y="2440"/>
                </a:cubicBezTo>
                <a:cubicBezTo>
                  <a:pt x="511" y="2439"/>
                  <a:pt x="516" y="2438"/>
                  <a:pt x="522" y="2437"/>
                </a:cubicBezTo>
                <a:cubicBezTo>
                  <a:pt x="555" y="2428"/>
                  <a:pt x="584" y="2413"/>
                  <a:pt x="609" y="2390"/>
                </a:cubicBezTo>
                <a:cubicBezTo>
                  <a:pt x="613" y="2385"/>
                  <a:pt x="618" y="2381"/>
                  <a:pt x="622" y="2376"/>
                </a:cubicBezTo>
                <a:cubicBezTo>
                  <a:pt x="670" y="2335"/>
                  <a:pt x="692" y="2264"/>
                  <a:pt x="639" y="2218"/>
                </a:cubicBezTo>
                <a:cubicBezTo>
                  <a:pt x="636" y="2212"/>
                  <a:pt x="634" y="2206"/>
                  <a:pt x="632" y="2200"/>
                </a:cubicBezTo>
                <a:cubicBezTo>
                  <a:pt x="623" y="2170"/>
                  <a:pt x="628" y="2137"/>
                  <a:pt x="644" y="2110"/>
                </a:cubicBezTo>
                <a:cubicBezTo>
                  <a:pt x="647" y="2106"/>
                  <a:pt x="650" y="2101"/>
                  <a:pt x="653" y="2096"/>
                </a:cubicBezTo>
                <a:cubicBezTo>
                  <a:pt x="673" y="2068"/>
                  <a:pt x="688" y="2038"/>
                  <a:pt x="696" y="1998"/>
                </a:cubicBezTo>
                <a:cubicBezTo>
                  <a:pt x="696" y="1993"/>
                  <a:pt x="697" y="1987"/>
                  <a:pt x="697" y="1981"/>
                </a:cubicBezTo>
                <a:cubicBezTo>
                  <a:pt x="698" y="1942"/>
                  <a:pt x="693" y="1900"/>
                  <a:pt x="701" y="1862"/>
                </a:cubicBezTo>
                <a:cubicBezTo>
                  <a:pt x="703" y="1857"/>
                  <a:pt x="705" y="1852"/>
                  <a:pt x="706" y="1847"/>
                </a:cubicBezTo>
                <a:cubicBezTo>
                  <a:pt x="707" y="1842"/>
                  <a:pt x="708" y="1836"/>
                  <a:pt x="709" y="1831"/>
                </a:cubicBezTo>
                <a:cubicBezTo>
                  <a:pt x="710" y="1826"/>
                  <a:pt x="711" y="1821"/>
                  <a:pt x="713" y="1816"/>
                </a:cubicBezTo>
                <a:cubicBezTo>
                  <a:pt x="717" y="1808"/>
                  <a:pt x="726" y="1803"/>
                  <a:pt x="733" y="1797"/>
                </a:cubicBezTo>
                <a:cubicBezTo>
                  <a:pt x="738" y="1794"/>
                  <a:pt x="742" y="1792"/>
                  <a:pt x="747" y="1789"/>
                </a:cubicBezTo>
                <a:cubicBezTo>
                  <a:pt x="751" y="1786"/>
                  <a:pt x="754" y="1783"/>
                  <a:pt x="756" y="1781"/>
                </a:cubicBezTo>
                <a:cubicBezTo>
                  <a:pt x="769" y="1759"/>
                  <a:pt x="773" y="1732"/>
                  <a:pt x="792" y="1716"/>
                </a:cubicBezTo>
                <a:cubicBezTo>
                  <a:pt x="796" y="1712"/>
                  <a:pt x="801" y="1709"/>
                  <a:pt x="805" y="1705"/>
                </a:cubicBezTo>
                <a:cubicBezTo>
                  <a:pt x="809" y="1701"/>
                  <a:pt x="813" y="1697"/>
                  <a:pt x="817" y="1692"/>
                </a:cubicBezTo>
                <a:cubicBezTo>
                  <a:pt x="821" y="1689"/>
                  <a:pt x="826" y="1688"/>
                  <a:pt x="831" y="1687"/>
                </a:cubicBezTo>
                <a:cubicBezTo>
                  <a:pt x="844" y="1685"/>
                  <a:pt x="859" y="1689"/>
                  <a:pt x="874" y="1692"/>
                </a:cubicBezTo>
                <a:cubicBezTo>
                  <a:pt x="880" y="1693"/>
                  <a:pt x="885" y="1694"/>
                  <a:pt x="890" y="1694"/>
                </a:cubicBezTo>
                <a:cubicBezTo>
                  <a:pt x="933" y="1688"/>
                  <a:pt x="980" y="1679"/>
                  <a:pt x="1024" y="1701"/>
                </a:cubicBezTo>
                <a:cubicBezTo>
                  <a:pt x="1054" y="1719"/>
                  <a:pt x="1028" y="1759"/>
                  <a:pt x="1040" y="1784"/>
                </a:cubicBezTo>
                <a:cubicBezTo>
                  <a:pt x="1042" y="1788"/>
                  <a:pt x="1045" y="1791"/>
                  <a:pt x="1049" y="1794"/>
                </a:cubicBezTo>
                <a:cubicBezTo>
                  <a:pt x="1056" y="1799"/>
                  <a:pt x="1067" y="1802"/>
                  <a:pt x="1082" y="1801"/>
                </a:cubicBezTo>
                <a:cubicBezTo>
                  <a:pt x="1087" y="1801"/>
                  <a:pt x="1092" y="1802"/>
                  <a:pt x="1096" y="1802"/>
                </a:cubicBezTo>
                <a:cubicBezTo>
                  <a:pt x="1125" y="1801"/>
                  <a:pt x="1153" y="1799"/>
                  <a:pt x="1181" y="1799"/>
                </a:cubicBezTo>
                <a:cubicBezTo>
                  <a:pt x="1185" y="1799"/>
                  <a:pt x="1190" y="1800"/>
                  <a:pt x="1195" y="1799"/>
                </a:cubicBezTo>
                <a:cubicBezTo>
                  <a:pt x="1226" y="1799"/>
                  <a:pt x="1257" y="1784"/>
                  <a:pt x="1289" y="1776"/>
                </a:cubicBezTo>
                <a:cubicBezTo>
                  <a:pt x="1295" y="1773"/>
                  <a:pt x="1301" y="1770"/>
                  <a:pt x="1307" y="1767"/>
                </a:cubicBezTo>
                <a:cubicBezTo>
                  <a:pt x="1338" y="1751"/>
                  <a:pt x="1366" y="1730"/>
                  <a:pt x="1389" y="1704"/>
                </a:cubicBezTo>
                <a:cubicBezTo>
                  <a:pt x="1392" y="1701"/>
                  <a:pt x="1395" y="1697"/>
                  <a:pt x="1398" y="1693"/>
                </a:cubicBezTo>
                <a:cubicBezTo>
                  <a:pt x="1416" y="1670"/>
                  <a:pt x="1433" y="1648"/>
                  <a:pt x="1438" y="1621"/>
                </a:cubicBezTo>
                <a:cubicBezTo>
                  <a:pt x="1440" y="1616"/>
                  <a:pt x="1441" y="1611"/>
                  <a:pt x="1443" y="1606"/>
                </a:cubicBezTo>
                <a:cubicBezTo>
                  <a:pt x="1456" y="1564"/>
                  <a:pt x="1469" y="1524"/>
                  <a:pt x="1510" y="1505"/>
                </a:cubicBezTo>
                <a:cubicBezTo>
                  <a:pt x="1514" y="1502"/>
                  <a:pt x="1518" y="1498"/>
                  <a:pt x="1521" y="1495"/>
                </a:cubicBezTo>
                <a:cubicBezTo>
                  <a:pt x="1532" y="1484"/>
                  <a:pt x="1542" y="1472"/>
                  <a:pt x="1551" y="1457"/>
                </a:cubicBezTo>
                <a:cubicBezTo>
                  <a:pt x="1553" y="1454"/>
                  <a:pt x="1556" y="1450"/>
                  <a:pt x="1558" y="1446"/>
                </a:cubicBezTo>
                <a:cubicBezTo>
                  <a:pt x="1593" y="1409"/>
                  <a:pt x="1610" y="1373"/>
                  <a:pt x="1621" y="1320"/>
                </a:cubicBezTo>
                <a:cubicBezTo>
                  <a:pt x="1623" y="1315"/>
                  <a:pt x="1626" y="1310"/>
                  <a:pt x="1630" y="1305"/>
                </a:cubicBezTo>
                <a:cubicBezTo>
                  <a:pt x="1643" y="1287"/>
                  <a:pt x="1661" y="1275"/>
                  <a:pt x="1682" y="1269"/>
                </a:cubicBezTo>
                <a:cubicBezTo>
                  <a:pt x="1686" y="1268"/>
                  <a:pt x="1691" y="1267"/>
                  <a:pt x="1696" y="1266"/>
                </a:cubicBezTo>
                <a:cubicBezTo>
                  <a:pt x="1724" y="1260"/>
                  <a:pt x="1752" y="1260"/>
                  <a:pt x="1780" y="1261"/>
                </a:cubicBezTo>
                <a:cubicBezTo>
                  <a:pt x="1786" y="1261"/>
                  <a:pt x="1791" y="1261"/>
                  <a:pt x="1797" y="1261"/>
                </a:cubicBezTo>
                <a:cubicBezTo>
                  <a:pt x="1807" y="1263"/>
                  <a:pt x="1817" y="1263"/>
                  <a:pt x="1827" y="1262"/>
                </a:cubicBezTo>
                <a:cubicBezTo>
                  <a:pt x="1832" y="1261"/>
                  <a:pt x="1837" y="1260"/>
                  <a:pt x="1842" y="1259"/>
                </a:cubicBezTo>
                <a:cubicBezTo>
                  <a:pt x="1869" y="1249"/>
                  <a:pt x="1890" y="1240"/>
                  <a:pt x="1916" y="1230"/>
                </a:cubicBezTo>
                <a:cubicBezTo>
                  <a:pt x="1917" y="1229"/>
                  <a:pt x="1918" y="1228"/>
                  <a:pt x="1918" y="1227"/>
                </a:cubicBezTo>
                <a:moveTo>
                  <a:pt x="4382" y="2179"/>
                </a:moveTo>
                <a:cubicBezTo>
                  <a:pt x="4370" y="2189"/>
                  <a:pt x="4375" y="2206"/>
                  <a:pt x="4376" y="2219"/>
                </a:cubicBezTo>
                <a:cubicBezTo>
                  <a:pt x="4378" y="2224"/>
                  <a:pt x="4380" y="2228"/>
                  <a:pt x="4383" y="2233"/>
                </a:cubicBezTo>
                <a:cubicBezTo>
                  <a:pt x="4422" y="2277"/>
                  <a:pt x="4482" y="2259"/>
                  <a:pt x="4534" y="2277"/>
                </a:cubicBezTo>
                <a:cubicBezTo>
                  <a:pt x="4452" y="2304"/>
                  <a:pt x="4357" y="2277"/>
                  <a:pt x="4310" y="2203"/>
                </a:cubicBezTo>
                <a:cubicBezTo>
                  <a:pt x="4307" y="2200"/>
                  <a:pt x="4305" y="2196"/>
                  <a:pt x="4302" y="2192"/>
                </a:cubicBezTo>
                <a:cubicBezTo>
                  <a:pt x="4290" y="2173"/>
                  <a:pt x="4275" y="2153"/>
                  <a:pt x="4255" y="2144"/>
                </a:cubicBezTo>
                <a:cubicBezTo>
                  <a:pt x="4253" y="2143"/>
                  <a:pt x="4252" y="2142"/>
                  <a:pt x="4250" y="2141"/>
                </a:cubicBezTo>
                <a:cubicBezTo>
                  <a:pt x="4237" y="2135"/>
                  <a:pt x="4222" y="2132"/>
                  <a:pt x="4210" y="2123"/>
                </a:cubicBezTo>
                <a:cubicBezTo>
                  <a:pt x="4209" y="2122"/>
                  <a:pt x="4207" y="2121"/>
                  <a:pt x="4206" y="2121"/>
                </a:cubicBezTo>
                <a:cubicBezTo>
                  <a:pt x="4204" y="2119"/>
                  <a:pt x="4202" y="2117"/>
                  <a:pt x="4200" y="2116"/>
                </a:cubicBezTo>
                <a:cubicBezTo>
                  <a:pt x="4196" y="2113"/>
                  <a:pt x="4193" y="2109"/>
                  <a:pt x="4190" y="2106"/>
                </a:cubicBezTo>
                <a:cubicBezTo>
                  <a:pt x="4189" y="2105"/>
                  <a:pt x="4189" y="2104"/>
                  <a:pt x="4188" y="2103"/>
                </a:cubicBezTo>
                <a:cubicBezTo>
                  <a:pt x="4184" y="2096"/>
                  <a:pt x="4181" y="2089"/>
                  <a:pt x="4180" y="2082"/>
                </a:cubicBezTo>
                <a:cubicBezTo>
                  <a:pt x="4180" y="2078"/>
                  <a:pt x="4179" y="2074"/>
                  <a:pt x="4179" y="2071"/>
                </a:cubicBezTo>
                <a:cubicBezTo>
                  <a:pt x="4181" y="2067"/>
                  <a:pt x="4184" y="2063"/>
                  <a:pt x="4186" y="2059"/>
                </a:cubicBezTo>
                <a:cubicBezTo>
                  <a:pt x="4237" y="2025"/>
                  <a:pt x="4202" y="1976"/>
                  <a:pt x="4193" y="1927"/>
                </a:cubicBezTo>
                <a:cubicBezTo>
                  <a:pt x="4189" y="1905"/>
                  <a:pt x="4159" y="1909"/>
                  <a:pt x="4142" y="1896"/>
                </a:cubicBezTo>
                <a:cubicBezTo>
                  <a:pt x="4137" y="1892"/>
                  <a:pt x="4133" y="1888"/>
                  <a:pt x="4129" y="1883"/>
                </a:cubicBezTo>
                <a:cubicBezTo>
                  <a:pt x="4126" y="1879"/>
                  <a:pt x="4123" y="1874"/>
                  <a:pt x="4120" y="1869"/>
                </a:cubicBezTo>
                <a:cubicBezTo>
                  <a:pt x="4105" y="1847"/>
                  <a:pt x="4090" y="1825"/>
                  <a:pt x="4075" y="1803"/>
                </a:cubicBezTo>
                <a:cubicBezTo>
                  <a:pt x="4072" y="1799"/>
                  <a:pt x="4069" y="1794"/>
                  <a:pt x="4066" y="1790"/>
                </a:cubicBezTo>
                <a:cubicBezTo>
                  <a:pt x="4042" y="1745"/>
                  <a:pt x="4008" y="1723"/>
                  <a:pt x="3960" y="1719"/>
                </a:cubicBezTo>
                <a:cubicBezTo>
                  <a:pt x="3955" y="1718"/>
                  <a:pt x="3951" y="1718"/>
                  <a:pt x="3946" y="1717"/>
                </a:cubicBezTo>
                <a:cubicBezTo>
                  <a:pt x="3930" y="1714"/>
                  <a:pt x="3917" y="1706"/>
                  <a:pt x="3902" y="1708"/>
                </a:cubicBezTo>
                <a:cubicBezTo>
                  <a:pt x="3897" y="1707"/>
                  <a:pt x="3892" y="1706"/>
                  <a:pt x="3887" y="1706"/>
                </a:cubicBezTo>
                <a:cubicBezTo>
                  <a:pt x="3867" y="1703"/>
                  <a:pt x="3848" y="1701"/>
                  <a:pt x="3828" y="1701"/>
                </a:cubicBezTo>
                <a:cubicBezTo>
                  <a:pt x="3822" y="1700"/>
                  <a:pt x="3817" y="1700"/>
                  <a:pt x="3811" y="1700"/>
                </a:cubicBezTo>
                <a:cubicBezTo>
                  <a:pt x="3771" y="1701"/>
                  <a:pt x="3732" y="1710"/>
                  <a:pt x="3701" y="1735"/>
                </a:cubicBezTo>
                <a:cubicBezTo>
                  <a:pt x="3697" y="1738"/>
                  <a:pt x="3693" y="1742"/>
                  <a:pt x="3689" y="1745"/>
                </a:cubicBezTo>
                <a:cubicBezTo>
                  <a:pt x="3685" y="1749"/>
                  <a:pt x="3680" y="1754"/>
                  <a:pt x="3676" y="1759"/>
                </a:cubicBezTo>
                <a:cubicBezTo>
                  <a:pt x="3659" y="1794"/>
                  <a:pt x="3624" y="1812"/>
                  <a:pt x="3603" y="1843"/>
                </a:cubicBezTo>
                <a:cubicBezTo>
                  <a:pt x="3592" y="1856"/>
                  <a:pt x="3592" y="1873"/>
                  <a:pt x="3592" y="1889"/>
                </a:cubicBezTo>
                <a:cubicBezTo>
                  <a:pt x="3592" y="1895"/>
                  <a:pt x="3592" y="1900"/>
                  <a:pt x="3591" y="1905"/>
                </a:cubicBezTo>
                <a:cubicBezTo>
                  <a:pt x="3590" y="1914"/>
                  <a:pt x="3585" y="1923"/>
                  <a:pt x="3581" y="1927"/>
                </a:cubicBezTo>
                <a:cubicBezTo>
                  <a:pt x="3577" y="1930"/>
                  <a:pt x="3572" y="1933"/>
                  <a:pt x="3568" y="1935"/>
                </a:cubicBezTo>
                <a:cubicBezTo>
                  <a:pt x="3564" y="1936"/>
                  <a:pt x="3560" y="1937"/>
                  <a:pt x="3557" y="1938"/>
                </a:cubicBezTo>
                <a:cubicBezTo>
                  <a:pt x="3552" y="1941"/>
                  <a:pt x="3547" y="1943"/>
                  <a:pt x="3542" y="1946"/>
                </a:cubicBezTo>
                <a:cubicBezTo>
                  <a:pt x="3537" y="1948"/>
                  <a:pt x="3533" y="1950"/>
                  <a:pt x="3528" y="1952"/>
                </a:cubicBezTo>
                <a:cubicBezTo>
                  <a:pt x="3503" y="1958"/>
                  <a:pt x="3490" y="1985"/>
                  <a:pt x="3495" y="2011"/>
                </a:cubicBezTo>
                <a:cubicBezTo>
                  <a:pt x="3496" y="2017"/>
                  <a:pt x="3499" y="2023"/>
                  <a:pt x="3502" y="2028"/>
                </a:cubicBezTo>
                <a:cubicBezTo>
                  <a:pt x="3519" y="2053"/>
                  <a:pt x="3553" y="2071"/>
                  <a:pt x="3539" y="2103"/>
                </a:cubicBezTo>
                <a:cubicBezTo>
                  <a:pt x="3538" y="2108"/>
                  <a:pt x="3537" y="2112"/>
                  <a:pt x="3536" y="2117"/>
                </a:cubicBezTo>
                <a:cubicBezTo>
                  <a:pt x="3533" y="2123"/>
                  <a:pt x="3531" y="2129"/>
                  <a:pt x="3529" y="2135"/>
                </a:cubicBezTo>
                <a:cubicBezTo>
                  <a:pt x="3523" y="2139"/>
                  <a:pt x="3518" y="2143"/>
                  <a:pt x="3513" y="2148"/>
                </a:cubicBezTo>
                <a:cubicBezTo>
                  <a:pt x="3508" y="2152"/>
                  <a:pt x="3503" y="2156"/>
                  <a:pt x="3499" y="2161"/>
                </a:cubicBezTo>
                <a:cubicBezTo>
                  <a:pt x="3480" y="2192"/>
                  <a:pt x="3468" y="2232"/>
                  <a:pt x="3477" y="2264"/>
                </a:cubicBezTo>
                <a:cubicBezTo>
                  <a:pt x="3479" y="2269"/>
                  <a:pt x="3481" y="2275"/>
                  <a:pt x="3484" y="2279"/>
                </a:cubicBezTo>
                <a:cubicBezTo>
                  <a:pt x="3486" y="2295"/>
                  <a:pt x="3508" y="2295"/>
                  <a:pt x="3508" y="2308"/>
                </a:cubicBezTo>
                <a:cubicBezTo>
                  <a:pt x="3508" y="2344"/>
                  <a:pt x="3512" y="2375"/>
                  <a:pt x="3524" y="2412"/>
                </a:cubicBezTo>
                <a:cubicBezTo>
                  <a:pt x="3526" y="2418"/>
                  <a:pt x="3527" y="2424"/>
                  <a:pt x="3529" y="2429"/>
                </a:cubicBezTo>
                <a:cubicBezTo>
                  <a:pt x="3530" y="2435"/>
                  <a:pt x="3532" y="2441"/>
                  <a:pt x="3533" y="2447"/>
                </a:cubicBezTo>
                <a:cubicBezTo>
                  <a:pt x="3534" y="2452"/>
                  <a:pt x="3535" y="2458"/>
                  <a:pt x="3536" y="2464"/>
                </a:cubicBezTo>
                <a:cubicBezTo>
                  <a:pt x="3538" y="2499"/>
                  <a:pt x="3542" y="2534"/>
                  <a:pt x="3529" y="2570"/>
                </a:cubicBezTo>
                <a:cubicBezTo>
                  <a:pt x="3527" y="2575"/>
                  <a:pt x="3524" y="2579"/>
                  <a:pt x="3521" y="2584"/>
                </a:cubicBezTo>
                <a:cubicBezTo>
                  <a:pt x="3504" y="2606"/>
                  <a:pt x="3476" y="2621"/>
                  <a:pt x="3492" y="2656"/>
                </a:cubicBezTo>
                <a:cubicBezTo>
                  <a:pt x="3494" y="2660"/>
                  <a:pt x="3496" y="2663"/>
                  <a:pt x="3499" y="2667"/>
                </a:cubicBezTo>
                <a:cubicBezTo>
                  <a:pt x="3506" y="2678"/>
                  <a:pt x="3516" y="2688"/>
                  <a:pt x="3519" y="2701"/>
                </a:cubicBezTo>
                <a:cubicBezTo>
                  <a:pt x="3520" y="2708"/>
                  <a:pt x="3521" y="2715"/>
                  <a:pt x="3520" y="2722"/>
                </a:cubicBezTo>
                <a:cubicBezTo>
                  <a:pt x="3520" y="2743"/>
                  <a:pt x="3516" y="2765"/>
                  <a:pt x="3508" y="2787"/>
                </a:cubicBezTo>
                <a:cubicBezTo>
                  <a:pt x="3497" y="2764"/>
                  <a:pt x="3486" y="2741"/>
                  <a:pt x="3474" y="2719"/>
                </a:cubicBezTo>
                <a:cubicBezTo>
                  <a:pt x="3472" y="2714"/>
                  <a:pt x="3470" y="2710"/>
                  <a:pt x="3467" y="2706"/>
                </a:cubicBezTo>
                <a:cubicBezTo>
                  <a:pt x="3459" y="2693"/>
                  <a:pt x="3449" y="2681"/>
                  <a:pt x="3440" y="2668"/>
                </a:cubicBezTo>
                <a:cubicBezTo>
                  <a:pt x="3437" y="2664"/>
                  <a:pt x="3434" y="2660"/>
                  <a:pt x="3431" y="2656"/>
                </a:cubicBezTo>
                <a:cubicBezTo>
                  <a:pt x="3427" y="2652"/>
                  <a:pt x="3423" y="2647"/>
                  <a:pt x="3420" y="2642"/>
                </a:cubicBezTo>
                <a:cubicBezTo>
                  <a:pt x="3416" y="2637"/>
                  <a:pt x="3414" y="2632"/>
                  <a:pt x="3412" y="2627"/>
                </a:cubicBezTo>
                <a:cubicBezTo>
                  <a:pt x="3410" y="2623"/>
                  <a:pt x="3407" y="2617"/>
                  <a:pt x="3405" y="2612"/>
                </a:cubicBezTo>
                <a:cubicBezTo>
                  <a:pt x="3403" y="2606"/>
                  <a:pt x="3402" y="2601"/>
                  <a:pt x="3404" y="2596"/>
                </a:cubicBezTo>
                <a:cubicBezTo>
                  <a:pt x="3452" y="2556"/>
                  <a:pt x="3499" y="2499"/>
                  <a:pt x="3439" y="2446"/>
                </a:cubicBezTo>
                <a:cubicBezTo>
                  <a:pt x="3434" y="2437"/>
                  <a:pt x="3434" y="2423"/>
                  <a:pt x="3433" y="2414"/>
                </a:cubicBezTo>
                <a:cubicBezTo>
                  <a:pt x="3433" y="2409"/>
                  <a:pt x="3433" y="2405"/>
                  <a:pt x="3432" y="2401"/>
                </a:cubicBezTo>
                <a:cubicBezTo>
                  <a:pt x="3431" y="2398"/>
                  <a:pt x="3429" y="2395"/>
                  <a:pt x="3426" y="2392"/>
                </a:cubicBezTo>
                <a:cubicBezTo>
                  <a:pt x="3383" y="2357"/>
                  <a:pt x="3340" y="2273"/>
                  <a:pt x="3381" y="2227"/>
                </a:cubicBezTo>
                <a:cubicBezTo>
                  <a:pt x="3384" y="2222"/>
                  <a:pt x="3387" y="2217"/>
                  <a:pt x="3389" y="2213"/>
                </a:cubicBezTo>
                <a:cubicBezTo>
                  <a:pt x="3414" y="2160"/>
                  <a:pt x="3376" y="2087"/>
                  <a:pt x="3334" y="2037"/>
                </a:cubicBezTo>
                <a:cubicBezTo>
                  <a:pt x="3329" y="2033"/>
                  <a:pt x="3324" y="2029"/>
                  <a:pt x="3319" y="2025"/>
                </a:cubicBezTo>
                <a:cubicBezTo>
                  <a:pt x="3292" y="2004"/>
                  <a:pt x="3259" y="1989"/>
                  <a:pt x="3231" y="1981"/>
                </a:cubicBezTo>
                <a:cubicBezTo>
                  <a:pt x="3226" y="1980"/>
                  <a:pt x="3221" y="1979"/>
                  <a:pt x="3217" y="1978"/>
                </a:cubicBezTo>
                <a:cubicBezTo>
                  <a:pt x="3194" y="1973"/>
                  <a:pt x="3170" y="1968"/>
                  <a:pt x="3151" y="1956"/>
                </a:cubicBezTo>
                <a:cubicBezTo>
                  <a:pt x="3148" y="1952"/>
                  <a:pt x="3146" y="1949"/>
                  <a:pt x="3143" y="1946"/>
                </a:cubicBezTo>
                <a:cubicBezTo>
                  <a:pt x="3129" y="1930"/>
                  <a:pt x="3114" y="1916"/>
                  <a:pt x="3099" y="1905"/>
                </a:cubicBezTo>
                <a:cubicBezTo>
                  <a:pt x="3094" y="1902"/>
                  <a:pt x="3089" y="1899"/>
                  <a:pt x="3084" y="1897"/>
                </a:cubicBezTo>
                <a:cubicBezTo>
                  <a:pt x="3025" y="1847"/>
                  <a:pt x="2973" y="1874"/>
                  <a:pt x="2928" y="1928"/>
                </a:cubicBezTo>
                <a:cubicBezTo>
                  <a:pt x="2925" y="1930"/>
                  <a:pt x="2921" y="1933"/>
                  <a:pt x="2918" y="1935"/>
                </a:cubicBezTo>
                <a:cubicBezTo>
                  <a:pt x="2912" y="1940"/>
                  <a:pt x="2907" y="1946"/>
                  <a:pt x="2901" y="1953"/>
                </a:cubicBezTo>
                <a:cubicBezTo>
                  <a:pt x="2896" y="1953"/>
                  <a:pt x="2890" y="1953"/>
                  <a:pt x="2885" y="1953"/>
                </a:cubicBezTo>
                <a:cubicBezTo>
                  <a:pt x="2864" y="1951"/>
                  <a:pt x="2844" y="1943"/>
                  <a:pt x="2825" y="1924"/>
                </a:cubicBezTo>
                <a:cubicBezTo>
                  <a:pt x="2821" y="1921"/>
                  <a:pt x="2816" y="1917"/>
                  <a:pt x="2811" y="1913"/>
                </a:cubicBezTo>
                <a:cubicBezTo>
                  <a:pt x="2802" y="1906"/>
                  <a:pt x="2793" y="1898"/>
                  <a:pt x="2785" y="1891"/>
                </a:cubicBezTo>
                <a:cubicBezTo>
                  <a:pt x="2779" y="1889"/>
                  <a:pt x="2774" y="1887"/>
                  <a:pt x="2767" y="1886"/>
                </a:cubicBezTo>
                <a:cubicBezTo>
                  <a:pt x="2763" y="1884"/>
                  <a:pt x="2758" y="1882"/>
                  <a:pt x="2754" y="1879"/>
                </a:cubicBezTo>
                <a:cubicBezTo>
                  <a:pt x="2736" y="1869"/>
                  <a:pt x="2720" y="1854"/>
                  <a:pt x="2704" y="1834"/>
                </a:cubicBezTo>
                <a:cubicBezTo>
                  <a:pt x="2698" y="1832"/>
                  <a:pt x="2692" y="1830"/>
                  <a:pt x="2687" y="1827"/>
                </a:cubicBezTo>
                <a:cubicBezTo>
                  <a:pt x="2647" y="1809"/>
                  <a:pt x="2610" y="1786"/>
                  <a:pt x="2576" y="1756"/>
                </a:cubicBezTo>
                <a:cubicBezTo>
                  <a:pt x="2619" y="1771"/>
                  <a:pt x="2665" y="1794"/>
                  <a:pt x="2710" y="1801"/>
                </a:cubicBezTo>
                <a:cubicBezTo>
                  <a:pt x="2714" y="1802"/>
                  <a:pt x="2719" y="1802"/>
                  <a:pt x="2724" y="1803"/>
                </a:cubicBezTo>
                <a:cubicBezTo>
                  <a:pt x="2777" y="1807"/>
                  <a:pt x="2828" y="1843"/>
                  <a:pt x="2878" y="1844"/>
                </a:cubicBezTo>
                <a:cubicBezTo>
                  <a:pt x="2884" y="1844"/>
                  <a:pt x="2890" y="1844"/>
                  <a:pt x="2895" y="1843"/>
                </a:cubicBezTo>
                <a:cubicBezTo>
                  <a:pt x="2917" y="1812"/>
                  <a:pt x="2887" y="1754"/>
                  <a:pt x="2943" y="1754"/>
                </a:cubicBezTo>
                <a:cubicBezTo>
                  <a:pt x="2995" y="1759"/>
                  <a:pt x="3025" y="1808"/>
                  <a:pt x="3070" y="1827"/>
                </a:cubicBezTo>
                <a:cubicBezTo>
                  <a:pt x="3075" y="1828"/>
                  <a:pt x="3081" y="1829"/>
                  <a:pt x="3086" y="1828"/>
                </a:cubicBezTo>
                <a:cubicBezTo>
                  <a:pt x="3097" y="1827"/>
                  <a:pt x="3107" y="1822"/>
                  <a:pt x="3115" y="1812"/>
                </a:cubicBezTo>
                <a:cubicBezTo>
                  <a:pt x="3120" y="1808"/>
                  <a:pt x="3124" y="1806"/>
                  <a:pt x="3128" y="1805"/>
                </a:cubicBezTo>
                <a:cubicBezTo>
                  <a:pt x="3148" y="1801"/>
                  <a:pt x="3169" y="1822"/>
                  <a:pt x="3192" y="1836"/>
                </a:cubicBezTo>
                <a:cubicBezTo>
                  <a:pt x="3197" y="1838"/>
                  <a:pt x="3201" y="1841"/>
                  <a:pt x="3206" y="1843"/>
                </a:cubicBezTo>
                <a:cubicBezTo>
                  <a:pt x="3212" y="1845"/>
                  <a:pt x="3218" y="1846"/>
                  <a:pt x="3223" y="1848"/>
                </a:cubicBezTo>
                <a:cubicBezTo>
                  <a:pt x="3253" y="1861"/>
                  <a:pt x="3266" y="1892"/>
                  <a:pt x="3275" y="1923"/>
                </a:cubicBezTo>
                <a:cubicBezTo>
                  <a:pt x="3279" y="1932"/>
                  <a:pt x="3292" y="1936"/>
                  <a:pt x="3301" y="1940"/>
                </a:cubicBezTo>
                <a:cubicBezTo>
                  <a:pt x="3307" y="1943"/>
                  <a:pt x="3314" y="1940"/>
                  <a:pt x="3320" y="1938"/>
                </a:cubicBezTo>
                <a:cubicBezTo>
                  <a:pt x="3365" y="1927"/>
                  <a:pt x="3413" y="1980"/>
                  <a:pt x="3456" y="1940"/>
                </a:cubicBezTo>
                <a:cubicBezTo>
                  <a:pt x="3456" y="1945"/>
                  <a:pt x="3460" y="1949"/>
                  <a:pt x="3460" y="1954"/>
                </a:cubicBezTo>
                <a:cubicBezTo>
                  <a:pt x="3482" y="1927"/>
                  <a:pt x="3490" y="1892"/>
                  <a:pt x="3500" y="1860"/>
                </a:cubicBezTo>
                <a:cubicBezTo>
                  <a:pt x="3501" y="1856"/>
                  <a:pt x="3503" y="1851"/>
                  <a:pt x="3504" y="1846"/>
                </a:cubicBezTo>
                <a:cubicBezTo>
                  <a:pt x="3510" y="1826"/>
                  <a:pt x="3515" y="1807"/>
                  <a:pt x="3524" y="1791"/>
                </a:cubicBezTo>
                <a:cubicBezTo>
                  <a:pt x="3528" y="1785"/>
                  <a:pt x="3532" y="1781"/>
                  <a:pt x="3537" y="1777"/>
                </a:cubicBezTo>
                <a:cubicBezTo>
                  <a:pt x="3539" y="1772"/>
                  <a:pt x="3542" y="1767"/>
                  <a:pt x="3544" y="1762"/>
                </a:cubicBezTo>
                <a:cubicBezTo>
                  <a:pt x="3557" y="1737"/>
                  <a:pt x="3568" y="1712"/>
                  <a:pt x="3584" y="1689"/>
                </a:cubicBezTo>
                <a:cubicBezTo>
                  <a:pt x="3587" y="1684"/>
                  <a:pt x="3590" y="1680"/>
                  <a:pt x="3594" y="1675"/>
                </a:cubicBezTo>
                <a:cubicBezTo>
                  <a:pt x="3628" y="1644"/>
                  <a:pt x="3680" y="1670"/>
                  <a:pt x="3706" y="1639"/>
                </a:cubicBezTo>
                <a:cubicBezTo>
                  <a:pt x="3745" y="1599"/>
                  <a:pt x="3663" y="1577"/>
                  <a:pt x="3641" y="1551"/>
                </a:cubicBezTo>
                <a:cubicBezTo>
                  <a:pt x="3637" y="1544"/>
                  <a:pt x="3636" y="1536"/>
                  <a:pt x="3638" y="1529"/>
                </a:cubicBezTo>
                <a:cubicBezTo>
                  <a:pt x="3640" y="1521"/>
                  <a:pt x="3645" y="1514"/>
                  <a:pt x="3653" y="1509"/>
                </a:cubicBezTo>
                <a:cubicBezTo>
                  <a:pt x="3672" y="1484"/>
                  <a:pt x="3706" y="1475"/>
                  <a:pt x="3736" y="1475"/>
                </a:cubicBezTo>
                <a:cubicBezTo>
                  <a:pt x="3736" y="1453"/>
                  <a:pt x="3723" y="1431"/>
                  <a:pt x="3700" y="1423"/>
                </a:cubicBezTo>
                <a:cubicBezTo>
                  <a:pt x="3694" y="1420"/>
                  <a:pt x="3689" y="1417"/>
                  <a:pt x="3683" y="1415"/>
                </a:cubicBezTo>
                <a:cubicBezTo>
                  <a:pt x="3657" y="1402"/>
                  <a:pt x="3631" y="1389"/>
                  <a:pt x="3616" y="1360"/>
                </a:cubicBezTo>
                <a:cubicBezTo>
                  <a:pt x="3613" y="1356"/>
                  <a:pt x="3612" y="1351"/>
                  <a:pt x="3612" y="1346"/>
                </a:cubicBezTo>
                <a:cubicBezTo>
                  <a:pt x="3611" y="1326"/>
                  <a:pt x="3628" y="1305"/>
                  <a:pt x="3628" y="1285"/>
                </a:cubicBezTo>
                <a:cubicBezTo>
                  <a:pt x="3628" y="1249"/>
                  <a:pt x="3564" y="1254"/>
                  <a:pt x="3546" y="1213"/>
                </a:cubicBezTo>
                <a:cubicBezTo>
                  <a:pt x="3544" y="1208"/>
                  <a:pt x="3543" y="1203"/>
                  <a:pt x="3541" y="1198"/>
                </a:cubicBezTo>
                <a:cubicBezTo>
                  <a:pt x="3539" y="1193"/>
                  <a:pt x="3538" y="1189"/>
                  <a:pt x="3535" y="1185"/>
                </a:cubicBezTo>
                <a:cubicBezTo>
                  <a:pt x="3533" y="1179"/>
                  <a:pt x="3530" y="1175"/>
                  <a:pt x="3527" y="1171"/>
                </a:cubicBezTo>
                <a:cubicBezTo>
                  <a:pt x="3490" y="1134"/>
                  <a:pt x="3465" y="1178"/>
                  <a:pt x="3444" y="1203"/>
                </a:cubicBezTo>
                <a:cubicBezTo>
                  <a:pt x="3441" y="1208"/>
                  <a:pt x="3437" y="1213"/>
                  <a:pt x="3433" y="1218"/>
                </a:cubicBezTo>
                <a:cubicBezTo>
                  <a:pt x="3429" y="1222"/>
                  <a:pt x="3425" y="1227"/>
                  <a:pt x="3420" y="1230"/>
                </a:cubicBezTo>
                <a:cubicBezTo>
                  <a:pt x="3416" y="1234"/>
                  <a:pt x="3412" y="1238"/>
                  <a:pt x="3408" y="1244"/>
                </a:cubicBezTo>
                <a:cubicBezTo>
                  <a:pt x="3405" y="1249"/>
                  <a:pt x="3402" y="1255"/>
                  <a:pt x="3400" y="1262"/>
                </a:cubicBezTo>
                <a:cubicBezTo>
                  <a:pt x="3399" y="1266"/>
                  <a:pt x="3396" y="1269"/>
                  <a:pt x="3391" y="1271"/>
                </a:cubicBezTo>
                <a:cubicBezTo>
                  <a:pt x="3387" y="1274"/>
                  <a:pt x="3382" y="1276"/>
                  <a:pt x="3377" y="1276"/>
                </a:cubicBezTo>
                <a:cubicBezTo>
                  <a:pt x="3366" y="1278"/>
                  <a:pt x="3357" y="1276"/>
                  <a:pt x="3357" y="1267"/>
                </a:cubicBezTo>
                <a:cubicBezTo>
                  <a:pt x="3357" y="1250"/>
                  <a:pt x="3354" y="1237"/>
                  <a:pt x="3348" y="1227"/>
                </a:cubicBezTo>
                <a:cubicBezTo>
                  <a:pt x="3346" y="1222"/>
                  <a:pt x="3342" y="1217"/>
                  <a:pt x="3339" y="1213"/>
                </a:cubicBezTo>
                <a:cubicBezTo>
                  <a:pt x="3331" y="1192"/>
                  <a:pt x="3352" y="1165"/>
                  <a:pt x="3340" y="1156"/>
                </a:cubicBezTo>
                <a:cubicBezTo>
                  <a:pt x="3305" y="1116"/>
                  <a:pt x="3245" y="1121"/>
                  <a:pt x="3212" y="1076"/>
                </a:cubicBezTo>
                <a:cubicBezTo>
                  <a:pt x="3209" y="1073"/>
                  <a:pt x="3207" y="1070"/>
                  <a:pt x="3204" y="1067"/>
                </a:cubicBezTo>
                <a:cubicBezTo>
                  <a:pt x="3200" y="1062"/>
                  <a:pt x="3196" y="1058"/>
                  <a:pt x="3192" y="1054"/>
                </a:cubicBezTo>
                <a:cubicBezTo>
                  <a:pt x="3156" y="1045"/>
                  <a:pt x="3129" y="1026"/>
                  <a:pt x="3116" y="1001"/>
                </a:cubicBezTo>
                <a:cubicBezTo>
                  <a:pt x="3114" y="996"/>
                  <a:pt x="3112" y="991"/>
                  <a:pt x="3110" y="985"/>
                </a:cubicBezTo>
                <a:cubicBezTo>
                  <a:pt x="3089" y="952"/>
                  <a:pt x="3141" y="930"/>
                  <a:pt x="3110" y="897"/>
                </a:cubicBezTo>
                <a:cubicBezTo>
                  <a:pt x="3106" y="894"/>
                  <a:pt x="3101" y="892"/>
                  <a:pt x="3097" y="890"/>
                </a:cubicBezTo>
                <a:cubicBezTo>
                  <a:pt x="3045" y="869"/>
                  <a:pt x="2975" y="903"/>
                  <a:pt x="2916" y="900"/>
                </a:cubicBezTo>
                <a:cubicBezTo>
                  <a:pt x="2912" y="901"/>
                  <a:pt x="2907" y="902"/>
                  <a:pt x="2903" y="903"/>
                </a:cubicBezTo>
                <a:cubicBezTo>
                  <a:pt x="2895" y="905"/>
                  <a:pt x="2886" y="906"/>
                  <a:pt x="2877" y="908"/>
                </a:cubicBezTo>
                <a:cubicBezTo>
                  <a:pt x="2872" y="908"/>
                  <a:pt x="2867" y="909"/>
                  <a:pt x="2861" y="909"/>
                </a:cubicBezTo>
                <a:cubicBezTo>
                  <a:pt x="2809" y="904"/>
                  <a:pt x="2770" y="895"/>
                  <a:pt x="2730" y="940"/>
                </a:cubicBezTo>
                <a:cubicBezTo>
                  <a:pt x="2725" y="942"/>
                  <a:pt x="2720" y="943"/>
                  <a:pt x="2715" y="943"/>
                </a:cubicBezTo>
                <a:cubicBezTo>
                  <a:pt x="2700" y="944"/>
                  <a:pt x="2685" y="939"/>
                  <a:pt x="2675" y="926"/>
                </a:cubicBezTo>
                <a:cubicBezTo>
                  <a:pt x="2654" y="899"/>
                  <a:pt x="2637" y="868"/>
                  <a:pt x="2596" y="876"/>
                </a:cubicBezTo>
                <a:cubicBezTo>
                  <a:pt x="2592" y="875"/>
                  <a:pt x="2588" y="873"/>
                  <a:pt x="2585" y="871"/>
                </a:cubicBezTo>
                <a:cubicBezTo>
                  <a:pt x="2581" y="868"/>
                  <a:pt x="2578" y="864"/>
                  <a:pt x="2576" y="859"/>
                </a:cubicBezTo>
                <a:cubicBezTo>
                  <a:pt x="2563" y="833"/>
                  <a:pt x="2611" y="815"/>
                  <a:pt x="2632" y="793"/>
                </a:cubicBezTo>
                <a:cubicBezTo>
                  <a:pt x="2625" y="806"/>
                  <a:pt x="2625" y="816"/>
                  <a:pt x="2629" y="823"/>
                </a:cubicBezTo>
                <a:cubicBezTo>
                  <a:pt x="2631" y="827"/>
                  <a:pt x="2634" y="830"/>
                  <a:pt x="2638" y="832"/>
                </a:cubicBezTo>
                <a:cubicBezTo>
                  <a:pt x="2652" y="839"/>
                  <a:pt x="2668" y="844"/>
                  <a:pt x="2683" y="846"/>
                </a:cubicBezTo>
                <a:cubicBezTo>
                  <a:pt x="2688" y="847"/>
                  <a:pt x="2693" y="847"/>
                  <a:pt x="2698" y="847"/>
                </a:cubicBezTo>
                <a:cubicBezTo>
                  <a:pt x="2734" y="853"/>
                  <a:pt x="2757" y="836"/>
                  <a:pt x="2777" y="814"/>
                </a:cubicBezTo>
                <a:cubicBezTo>
                  <a:pt x="2781" y="809"/>
                  <a:pt x="2785" y="805"/>
                  <a:pt x="2790" y="801"/>
                </a:cubicBezTo>
                <a:cubicBezTo>
                  <a:pt x="2839" y="766"/>
                  <a:pt x="2926" y="815"/>
                  <a:pt x="2913" y="717"/>
                </a:cubicBezTo>
                <a:cubicBezTo>
                  <a:pt x="2908" y="704"/>
                  <a:pt x="2930" y="704"/>
                  <a:pt x="2940" y="698"/>
                </a:cubicBezTo>
                <a:cubicBezTo>
                  <a:pt x="2944" y="697"/>
                  <a:pt x="2948" y="696"/>
                  <a:pt x="2952" y="696"/>
                </a:cubicBezTo>
                <a:cubicBezTo>
                  <a:pt x="2958" y="695"/>
                  <a:pt x="2964" y="694"/>
                  <a:pt x="2970" y="693"/>
                </a:cubicBezTo>
                <a:cubicBezTo>
                  <a:pt x="2976" y="693"/>
                  <a:pt x="2982" y="692"/>
                  <a:pt x="2988" y="691"/>
                </a:cubicBezTo>
                <a:cubicBezTo>
                  <a:pt x="3004" y="687"/>
                  <a:pt x="3022" y="695"/>
                  <a:pt x="3039" y="702"/>
                </a:cubicBezTo>
                <a:cubicBezTo>
                  <a:pt x="3045" y="704"/>
                  <a:pt x="3050" y="706"/>
                  <a:pt x="3056" y="707"/>
                </a:cubicBezTo>
                <a:cubicBezTo>
                  <a:pt x="3067" y="704"/>
                  <a:pt x="3080" y="702"/>
                  <a:pt x="3092" y="699"/>
                </a:cubicBezTo>
                <a:cubicBezTo>
                  <a:pt x="3098" y="698"/>
                  <a:pt x="3105" y="696"/>
                  <a:pt x="3111" y="695"/>
                </a:cubicBezTo>
                <a:cubicBezTo>
                  <a:pt x="3117" y="693"/>
                  <a:pt x="3123" y="691"/>
                  <a:pt x="3129" y="689"/>
                </a:cubicBezTo>
                <a:cubicBezTo>
                  <a:pt x="3136" y="687"/>
                  <a:pt x="3142" y="685"/>
                  <a:pt x="3149" y="682"/>
                </a:cubicBezTo>
                <a:cubicBezTo>
                  <a:pt x="3180" y="660"/>
                  <a:pt x="3245" y="673"/>
                  <a:pt x="3245" y="633"/>
                </a:cubicBezTo>
                <a:cubicBezTo>
                  <a:pt x="3249" y="593"/>
                  <a:pt x="3189" y="585"/>
                  <a:pt x="3155" y="563"/>
                </a:cubicBezTo>
                <a:cubicBezTo>
                  <a:pt x="3150" y="560"/>
                  <a:pt x="3145" y="556"/>
                  <a:pt x="3141" y="553"/>
                </a:cubicBezTo>
                <a:cubicBezTo>
                  <a:pt x="3133" y="545"/>
                  <a:pt x="3128" y="535"/>
                  <a:pt x="3126" y="521"/>
                </a:cubicBezTo>
                <a:cubicBezTo>
                  <a:pt x="3127" y="514"/>
                  <a:pt x="3126" y="507"/>
                  <a:pt x="3125" y="501"/>
                </a:cubicBezTo>
                <a:cubicBezTo>
                  <a:pt x="3116" y="449"/>
                  <a:pt x="3042" y="458"/>
                  <a:pt x="3008" y="431"/>
                </a:cubicBezTo>
                <a:cubicBezTo>
                  <a:pt x="3004" y="428"/>
                  <a:pt x="3000" y="425"/>
                  <a:pt x="2996" y="422"/>
                </a:cubicBezTo>
                <a:cubicBezTo>
                  <a:pt x="2985" y="414"/>
                  <a:pt x="2975" y="406"/>
                  <a:pt x="2967" y="397"/>
                </a:cubicBezTo>
                <a:cubicBezTo>
                  <a:pt x="2964" y="393"/>
                  <a:pt x="2961" y="389"/>
                  <a:pt x="2958" y="385"/>
                </a:cubicBezTo>
                <a:cubicBezTo>
                  <a:pt x="2943" y="376"/>
                  <a:pt x="2956" y="359"/>
                  <a:pt x="2964" y="350"/>
                </a:cubicBezTo>
                <a:cubicBezTo>
                  <a:pt x="2968" y="348"/>
                  <a:pt x="2972" y="347"/>
                  <a:pt x="2976" y="346"/>
                </a:cubicBezTo>
                <a:cubicBezTo>
                  <a:pt x="3029" y="359"/>
                  <a:pt x="3076" y="301"/>
                  <a:pt x="3069" y="247"/>
                </a:cubicBezTo>
                <a:cubicBezTo>
                  <a:pt x="3066" y="242"/>
                  <a:pt x="3063" y="238"/>
                  <a:pt x="3059" y="233"/>
                </a:cubicBezTo>
                <a:cubicBezTo>
                  <a:pt x="3042" y="217"/>
                  <a:pt x="3016" y="203"/>
                  <a:pt x="2991" y="204"/>
                </a:cubicBezTo>
                <a:cubicBezTo>
                  <a:pt x="2987" y="203"/>
                  <a:pt x="2983" y="204"/>
                  <a:pt x="2979" y="204"/>
                </a:cubicBezTo>
                <a:cubicBezTo>
                  <a:pt x="2970" y="204"/>
                  <a:pt x="2962" y="204"/>
                  <a:pt x="2955" y="205"/>
                </a:cubicBezTo>
                <a:cubicBezTo>
                  <a:pt x="2949" y="206"/>
                  <a:pt x="2944" y="209"/>
                  <a:pt x="2938" y="211"/>
                </a:cubicBezTo>
                <a:cubicBezTo>
                  <a:pt x="2922" y="219"/>
                  <a:pt x="2905" y="230"/>
                  <a:pt x="2889" y="233"/>
                </a:cubicBezTo>
                <a:cubicBezTo>
                  <a:pt x="2884" y="235"/>
                  <a:pt x="2879" y="235"/>
                  <a:pt x="2874" y="235"/>
                </a:cubicBezTo>
                <a:cubicBezTo>
                  <a:pt x="2865" y="235"/>
                  <a:pt x="2855" y="233"/>
                  <a:pt x="2845" y="227"/>
                </a:cubicBezTo>
                <a:cubicBezTo>
                  <a:pt x="2840" y="224"/>
                  <a:pt x="2836" y="220"/>
                  <a:pt x="2833" y="215"/>
                </a:cubicBezTo>
                <a:cubicBezTo>
                  <a:pt x="2830" y="210"/>
                  <a:pt x="2828" y="205"/>
                  <a:pt x="2826" y="199"/>
                </a:cubicBezTo>
                <a:cubicBezTo>
                  <a:pt x="2826" y="199"/>
                  <a:pt x="2830" y="198"/>
                  <a:pt x="2834" y="196"/>
                </a:cubicBezTo>
                <a:cubicBezTo>
                  <a:pt x="2838" y="195"/>
                  <a:pt x="2844" y="192"/>
                  <a:pt x="2848" y="190"/>
                </a:cubicBezTo>
                <a:cubicBezTo>
                  <a:pt x="2852" y="186"/>
                  <a:pt x="2855" y="182"/>
                  <a:pt x="2858" y="178"/>
                </a:cubicBezTo>
                <a:cubicBezTo>
                  <a:pt x="2862" y="174"/>
                  <a:pt x="2865" y="169"/>
                  <a:pt x="2868" y="165"/>
                </a:cubicBezTo>
                <a:cubicBezTo>
                  <a:pt x="2887" y="133"/>
                  <a:pt x="2913" y="119"/>
                  <a:pt x="2947" y="119"/>
                </a:cubicBezTo>
                <a:cubicBezTo>
                  <a:pt x="2977" y="119"/>
                  <a:pt x="2973" y="62"/>
                  <a:pt x="3014" y="57"/>
                </a:cubicBezTo>
                <a:cubicBezTo>
                  <a:pt x="3020" y="57"/>
                  <a:pt x="3026" y="58"/>
                  <a:pt x="3032" y="59"/>
                </a:cubicBezTo>
                <a:cubicBezTo>
                  <a:pt x="3059" y="72"/>
                  <a:pt x="3076" y="93"/>
                  <a:pt x="3093" y="116"/>
                </a:cubicBezTo>
                <a:cubicBezTo>
                  <a:pt x="3096" y="120"/>
                  <a:pt x="3099" y="125"/>
                  <a:pt x="3103" y="129"/>
                </a:cubicBezTo>
                <a:cubicBezTo>
                  <a:pt x="3106" y="135"/>
                  <a:pt x="3109" y="141"/>
                  <a:pt x="3112" y="146"/>
                </a:cubicBezTo>
                <a:cubicBezTo>
                  <a:pt x="3115" y="152"/>
                  <a:pt x="3118" y="158"/>
                  <a:pt x="3121" y="164"/>
                </a:cubicBezTo>
                <a:cubicBezTo>
                  <a:pt x="3126" y="173"/>
                  <a:pt x="3131" y="182"/>
                  <a:pt x="3137" y="190"/>
                </a:cubicBezTo>
                <a:cubicBezTo>
                  <a:pt x="3140" y="194"/>
                  <a:pt x="3143" y="198"/>
                  <a:pt x="3147" y="202"/>
                </a:cubicBezTo>
                <a:cubicBezTo>
                  <a:pt x="3184" y="239"/>
                  <a:pt x="3249" y="235"/>
                  <a:pt x="3271" y="288"/>
                </a:cubicBezTo>
                <a:cubicBezTo>
                  <a:pt x="3272" y="293"/>
                  <a:pt x="3272" y="298"/>
                  <a:pt x="3272" y="302"/>
                </a:cubicBezTo>
                <a:cubicBezTo>
                  <a:pt x="3252" y="327"/>
                  <a:pt x="3243" y="354"/>
                  <a:pt x="3245" y="378"/>
                </a:cubicBezTo>
                <a:cubicBezTo>
                  <a:pt x="3246" y="383"/>
                  <a:pt x="3246" y="387"/>
                  <a:pt x="3248" y="392"/>
                </a:cubicBezTo>
                <a:cubicBezTo>
                  <a:pt x="3245" y="474"/>
                  <a:pt x="3340" y="456"/>
                  <a:pt x="3389" y="482"/>
                </a:cubicBezTo>
                <a:cubicBezTo>
                  <a:pt x="3394" y="485"/>
                  <a:pt x="3399" y="487"/>
                  <a:pt x="3404" y="489"/>
                </a:cubicBezTo>
                <a:cubicBezTo>
                  <a:pt x="3452" y="514"/>
                  <a:pt x="3499" y="549"/>
                  <a:pt x="3545" y="576"/>
                </a:cubicBezTo>
                <a:cubicBezTo>
                  <a:pt x="3548" y="579"/>
                  <a:pt x="3551" y="582"/>
                  <a:pt x="3554" y="585"/>
                </a:cubicBezTo>
                <a:cubicBezTo>
                  <a:pt x="3562" y="595"/>
                  <a:pt x="3569" y="607"/>
                  <a:pt x="3574" y="620"/>
                </a:cubicBezTo>
                <a:cubicBezTo>
                  <a:pt x="3577" y="626"/>
                  <a:pt x="3578" y="633"/>
                  <a:pt x="3580" y="639"/>
                </a:cubicBezTo>
                <a:cubicBezTo>
                  <a:pt x="3584" y="686"/>
                  <a:pt x="3570" y="711"/>
                  <a:pt x="3547" y="726"/>
                </a:cubicBezTo>
                <a:cubicBezTo>
                  <a:pt x="3542" y="729"/>
                  <a:pt x="3537" y="731"/>
                  <a:pt x="3531" y="733"/>
                </a:cubicBezTo>
                <a:cubicBezTo>
                  <a:pt x="3478" y="749"/>
                  <a:pt x="3421" y="744"/>
                  <a:pt x="3371" y="751"/>
                </a:cubicBezTo>
                <a:cubicBezTo>
                  <a:pt x="3365" y="752"/>
                  <a:pt x="3358" y="754"/>
                  <a:pt x="3352" y="755"/>
                </a:cubicBezTo>
                <a:cubicBezTo>
                  <a:pt x="3346" y="757"/>
                  <a:pt x="3341" y="759"/>
                  <a:pt x="3335" y="762"/>
                </a:cubicBezTo>
                <a:cubicBezTo>
                  <a:pt x="3330" y="765"/>
                  <a:pt x="3325" y="768"/>
                  <a:pt x="3321" y="772"/>
                </a:cubicBezTo>
                <a:cubicBezTo>
                  <a:pt x="3314" y="778"/>
                  <a:pt x="3309" y="786"/>
                  <a:pt x="3306" y="795"/>
                </a:cubicBezTo>
                <a:cubicBezTo>
                  <a:pt x="3305" y="799"/>
                  <a:pt x="3303" y="804"/>
                  <a:pt x="3303" y="809"/>
                </a:cubicBezTo>
                <a:cubicBezTo>
                  <a:pt x="3304" y="813"/>
                  <a:pt x="3306" y="818"/>
                  <a:pt x="3307" y="823"/>
                </a:cubicBezTo>
                <a:cubicBezTo>
                  <a:pt x="3318" y="864"/>
                  <a:pt x="3249" y="881"/>
                  <a:pt x="3283" y="904"/>
                </a:cubicBezTo>
                <a:cubicBezTo>
                  <a:pt x="3331" y="935"/>
                  <a:pt x="3378" y="952"/>
                  <a:pt x="3434" y="953"/>
                </a:cubicBezTo>
                <a:cubicBezTo>
                  <a:pt x="3441" y="954"/>
                  <a:pt x="3447" y="954"/>
                  <a:pt x="3453" y="954"/>
                </a:cubicBezTo>
                <a:cubicBezTo>
                  <a:pt x="3471" y="955"/>
                  <a:pt x="3488" y="956"/>
                  <a:pt x="3503" y="957"/>
                </a:cubicBezTo>
                <a:cubicBezTo>
                  <a:pt x="3521" y="961"/>
                  <a:pt x="3568" y="957"/>
                  <a:pt x="3559" y="994"/>
                </a:cubicBezTo>
                <a:cubicBezTo>
                  <a:pt x="3557" y="998"/>
                  <a:pt x="3555" y="1002"/>
                  <a:pt x="3552" y="1006"/>
                </a:cubicBezTo>
                <a:cubicBezTo>
                  <a:pt x="3550" y="1010"/>
                  <a:pt x="3548" y="1014"/>
                  <a:pt x="3547" y="1019"/>
                </a:cubicBezTo>
                <a:cubicBezTo>
                  <a:pt x="3585" y="1032"/>
                  <a:pt x="3628" y="1019"/>
                  <a:pt x="3666" y="1020"/>
                </a:cubicBezTo>
                <a:cubicBezTo>
                  <a:pt x="3673" y="1020"/>
                  <a:pt x="3679" y="1020"/>
                  <a:pt x="3685" y="1020"/>
                </a:cubicBezTo>
                <a:cubicBezTo>
                  <a:pt x="3726" y="1022"/>
                  <a:pt x="3764" y="1035"/>
                  <a:pt x="3785" y="1074"/>
                </a:cubicBezTo>
                <a:cubicBezTo>
                  <a:pt x="3790" y="1084"/>
                  <a:pt x="3794" y="1095"/>
                  <a:pt x="3798" y="1107"/>
                </a:cubicBezTo>
                <a:cubicBezTo>
                  <a:pt x="3794" y="1134"/>
                  <a:pt x="3760" y="1149"/>
                  <a:pt x="3751" y="1165"/>
                </a:cubicBezTo>
                <a:cubicBezTo>
                  <a:pt x="3749" y="1169"/>
                  <a:pt x="3748" y="1173"/>
                  <a:pt x="3749" y="1177"/>
                </a:cubicBezTo>
                <a:cubicBezTo>
                  <a:pt x="3797" y="1231"/>
                  <a:pt x="3870" y="1192"/>
                  <a:pt x="3926" y="1227"/>
                </a:cubicBezTo>
                <a:cubicBezTo>
                  <a:pt x="3968" y="1254"/>
                  <a:pt x="3933" y="1292"/>
                  <a:pt x="3924" y="1327"/>
                </a:cubicBezTo>
                <a:cubicBezTo>
                  <a:pt x="3923" y="1332"/>
                  <a:pt x="3922" y="1337"/>
                  <a:pt x="3922" y="1342"/>
                </a:cubicBezTo>
                <a:cubicBezTo>
                  <a:pt x="3952" y="1360"/>
                  <a:pt x="3948" y="1395"/>
                  <a:pt x="3956" y="1426"/>
                </a:cubicBezTo>
                <a:cubicBezTo>
                  <a:pt x="3958" y="1431"/>
                  <a:pt x="3960" y="1434"/>
                  <a:pt x="3964" y="1437"/>
                </a:cubicBezTo>
                <a:cubicBezTo>
                  <a:pt x="3999" y="1449"/>
                  <a:pt x="4004" y="1484"/>
                  <a:pt x="4021" y="1511"/>
                </a:cubicBezTo>
                <a:cubicBezTo>
                  <a:pt x="4024" y="1516"/>
                  <a:pt x="4026" y="1521"/>
                  <a:pt x="4029" y="1526"/>
                </a:cubicBezTo>
                <a:cubicBezTo>
                  <a:pt x="4023" y="1547"/>
                  <a:pt x="4022" y="1565"/>
                  <a:pt x="4025" y="1580"/>
                </a:cubicBezTo>
                <a:cubicBezTo>
                  <a:pt x="4026" y="1586"/>
                  <a:pt x="4027" y="1591"/>
                  <a:pt x="4029" y="1596"/>
                </a:cubicBezTo>
                <a:cubicBezTo>
                  <a:pt x="4042" y="1621"/>
                  <a:pt x="4064" y="1652"/>
                  <a:pt x="4081" y="1675"/>
                </a:cubicBezTo>
                <a:cubicBezTo>
                  <a:pt x="4111" y="1710"/>
                  <a:pt x="4111" y="1768"/>
                  <a:pt x="4166" y="1780"/>
                </a:cubicBezTo>
                <a:cubicBezTo>
                  <a:pt x="4170" y="1783"/>
                  <a:pt x="4175" y="1786"/>
                  <a:pt x="4180" y="1789"/>
                </a:cubicBezTo>
                <a:cubicBezTo>
                  <a:pt x="4202" y="1805"/>
                  <a:pt x="4219" y="1825"/>
                  <a:pt x="4232" y="1854"/>
                </a:cubicBezTo>
                <a:cubicBezTo>
                  <a:pt x="4235" y="1858"/>
                  <a:pt x="4238" y="1863"/>
                  <a:pt x="4241" y="1867"/>
                </a:cubicBezTo>
                <a:cubicBezTo>
                  <a:pt x="4243" y="1870"/>
                  <a:pt x="4246" y="1873"/>
                  <a:pt x="4248" y="1876"/>
                </a:cubicBezTo>
                <a:cubicBezTo>
                  <a:pt x="4258" y="1905"/>
                  <a:pt x="4293" y="1905"/>
                  <a:pt x="4318" y="1918"/>
                </a:cubicBezTo>
                <a:cubicBezTo>
                  <a:pt x="4327" y="1923"/>
                  <a:pt x="4336" y="1932"/>
                  <a:pt x="4336" y="1940"/>
                </a:cubicBezTo>
                <a:cubicBezTo>
                  <a:pt x="4331" y="1971"/>
                  <a:pt x="4306" y="1994"/>
                  <a:pt x="4314" y="2028"/>
                </a:cubicBezTo>
                <a:cubicBezTo>
                  <a:pt x="4313" y="2033"/>
                  <a:pt x="4313" y="2039"/>
                  <a:pt x="4313" y="2044"/>
                </a:cubicBezTo>
                <a:cubicBezTo>
                  <a:pt x="4312" y="2065"/>
                  <a:pt x="4317" y="2086"/>
                  <a:pt x="4331" y="2106"/>
                </a:cubicBezTo>
                <a:cubicBezTo>
                  <a:pt x="4332" y="2107"/>
                  <a:pt x="4333" y="2108"/>
                  <a:pt x="4334" y="2109"/>
                </a:cubicBezTo>
                <a:cubicBezTo>
                  <a:pt x="4362" y="2127"/>
                  <a:pt x="4426" y="2131"/>
                  <a:pt x="4384" y="2175"/>
                </a:cubicBezTo>
                <a:cubicBezTo>
                  <a:pt x="4384" y="2176"/>
                  <a:pt x="4383" y="2178"/>
                  <a:pt x="4382" y="2179"/>
                </a:cubicBezTo>
                <a:moveTo>
                  <a:pt x="5201" y="2678"/>
                </a:moveTo>
                <a:cubicBezTo>
                  <a:pt x="5202" y="2700"/>
                  <a:pt x="5208" y="2718"/>
                  <a:pt x="5218" y="2732"/>
                </a:cubicBezTo>
                <a:cubicBezTo>
                  <a:pt x="5221" y="2737"/>
                  <a:pt x="5225" y="2741"/>
                  <a:pt x="5229" y="2745"/>
                </a:cubicBezTo>
                <a:cubicBezTo>
                  <a:pt x="5233" y="2749"/>
                  <a:pt x="5237" y="2753"/>
                  <a:pt x="5242" y="2757"/>
                </a:cubicBezTo>
                <a:cubicBezTo>
                  <a:pt x="5267" y="2782"/>
                  <a:pt x="5280" y="2818"/>
                  <a:pt x="5319" y="2827"/>
                </a:cubicBezTo>
                <a:cubicBezTo>
                  <a:pt x="5280" y="2840"/>
                  <a:pt x="5254" y="2804"/>
                  <a:pt x="5231" y="2784"/>
                </a:cubicBezTo>
                <a:cubicBezTo>
                  <a:pt x="5225" y="2781"/>
                  <a:pt x="5220" y="2779"/>
                  <a:pt x="5215" y="2776"/>
                </a:cubicBezTo>
                <a:cubicBezTo>
                  <a:pt x="5211" y="2773"/>
                  <a:pt x="5206" y="2769"/>
                  <a:pt x="5202" y="2766"/>
                </a:cubicBezTo>
                <a:cubicBezTo>
                  <a:pt x="5195" y="2758"/>
                  <a:pt x="5188" y="2749"/>
                  <a:pt x="5183" y="2738"/>
                </a:cubicBezTo>
                <a:cubicBezTo>
                  <a:pt x="5180" y="2733"/>
                  <a:pt x="5178" y="2728"/>
                  <a:pt x="5176" y="2722"/>
                </a:cubicBezTo>
                <a:cubicBezTo>
                  <a:pt x="5174" y="2718"/>
                  <a:pt x="5172" y="2714"/>
                  <a:pt x="5170" y="2710"/>
                </a:cubicBezTo>
                <a:cubicBezTo>
                  <a:pt x="5162" y="2689"/>
                  <a:pt x="5156" y="2665"/>
                  <a:pt x="5151" y="2641"/>
                </a:cubicBezTo>
                <a:cubicBezTo>
                  <a:pt x="5142" y="2618"/>
                  <a:pt x="5121" y="2610"/>
                  <a:pt x="5111" y="2587"/>
                </a:cubicBezTo>
                <a:cubicBezTo>
                  <a:pt x="5108" y="2583"/>
                  <a:pt x="5105" y="2579"/>
                  <a:pt x="5102" y="2576"/>
                </a:cubicBezTo>
                <a:cubicBezTo>
                  <a:pt x="5085" y="2558"/>
                  <a:pt x="5061" y="2543"/>
                  <a:pt x="5031" y="2531"/>
                </a:cubicBezTo>
                <a:cubicBezTo>
                  <a:pt x="5027" y="2527"/>
                  <a:pt x="5023" y="2522"/>
                  <a:pt x="5019" y="2518"/>
                </a:cubicBezTo>
                <a:cubicBezTo>
                  <a:pt x="5015" y="2513"/>
                  <a:pt x="5012" y="2508"/>
                  <a:pt x="5009" y="2503"/>
                </a:cubicBezTo>
                <a:cubicBezTo>
                  <a:pt x="4977" y="2455"/>
                  <a:pt x="4992" y="2404"/>
                  <a:pt x="4982" y="2355"/>
                </a:cubicBezTo>
                <a:cubicBezTo>
                  <a:pt x="4981" y="2349"/>
                  <a:pt x="4979" y="2344"/>
                  <a:pt x="4977" y="2339"/>
                </a:cubicBezTo>
                <a:cubicBezTo>
                  <a:pt x="4975" y="2334"/>
                  <a:pt x="4972" y="2328"/>
                  <a:pt x="4969" y="2323"/>
                </a:cubicBezTo>
                <a:cubicBezTo>
                  <a:pt x="4967" y="2317"/>
                  <a:pt x="4964" y="2312"/>
                  <a:pt x="4962" y="2306"/>
                </a:cubicBezTo>
                <a:cubicBezTo>
                  <a:pt x="4942" y="2273"/>
                  <a:pt x="4930" y="2242"/>
                  <a:pt x="4920" y="2207"/>
                </a:cubicBezTo>
                <a:cubicBezTo>
                  <a:pt x="4919" y="2202"/>
                  <a:pt x="4917" y="2197"/>
                  <a:pt x="4916" y="2192"/>
                </a:cubicBezTo>
                <a:cubicBezTo>
                  <a:pt x="4901" y="2166"/>
                  <a:pt x="4914" y="2131"/>
                  <a:pt x="4883" y="2109"/>
                </a:cubicBezTo>
                <a:cubicBezTo>
                  <a:pt x="4845" y="2078"/>
                  <a:pt x="4806" y="2109"/>
                  <a:pt x="4799" y="2147"/>
                </a:cubicBezTo>
                <a:cubicBezTo>
                  <a:pt x="4797" y="2152"/>
                  <a:pt x="4795" y="2157"/>
                  <a:pt x="4793" y="2162"/>
                </a:cubicBezTo>
                <a:cubicBezTo>
                  <a:pt x="4789" y="2173"/>
                  <a:pt x="4783" y="2184"/>
                  <a:pt x="4776" y="2194"/>
                </a:cubicBezTo>
                <a:cubicBezTo>
                  <a:pt x="4774" y="2197"/>
                  <a:pt x="4771" y="2200"/>
                  <a:pt x="4769" y="2202"/>
                </a:cubicBezTo>
                <a:cubicBezTo>
                  <a:pt x="4745" y="2228"/>
                  <a:pt x="4702" y="2206"/>
                  <a:pt x="4685" y="2180"/>
                </a:cubicBezTo>
                <a:cubicBezTo>
                  <a:pt x="4715" y="2175"/>
                  <a:pt x="4745" y="2166"/>
                  <a:pt x="4756" y="2134"/>
                </a:cubicBezTo>
                <a:cubicBezTo>
                  <a:pt x="4758" y="2129"/>
                  <a:pt x="4760" y="2124"/>
                  <a:pt x="4761" y="2119"/>
                </a:cubicBezTo>
                <a:cubicBezTo>
                  <a:pt x="4762" y="2088"/>
                  <a:pt x="4758" y="2045"/>
                  <a:pt x="4777" y="2028"/>
                </a:cubicBezTo>
                <a:cubicBezTo>
                  <a:pt x="4780" y="2025"/>
                  <a:pt x="4784" y="2023"/>
                  <a:pt x="4789" y="2021"/>
                </a:cubicBezTo>
                <a:cubicBezTo>
                  <a:pt x="4819" y="2019"/>
                  <a:pt x="4854" y="2016"/>
                  <a:pt x="4885" y="2021"/>
                </a:cubicBezTo>
                <a:cubicBezTo>
                  <a:pt x="4891" y="2022"/>
                  <a:pt x="4897" y="2023"/>
                  <a:pt x="4903" y="2025"/>
                </a:cubicBezTo>
                <a:cubicBezTo>
                  <a:pt x="4961" y="2033"/>
                  <a:pt x="4961" y="2100"/>
                  <a:pt x="4976" y="2148"/>
                </a:cubicBezTo>
                <a:cubicBezTo>
                  <a:pt x="4978" y="2154"/>
                  <a:pt x="4980" y="2160"/>
                  <a:pt x="4982" y="2166"/>
                </a:cubicBezTo>
                <a:cubicBezTo>
                  <a:pt x="5000" y="2214"/>
                  <a:pt x="5027" y="2258"/>
                  <a:pt x="5048" y="2303"/>
                </a:cubicBezTo>
                <a:cubicBezTo>
                  <a:pt x="5049" y="2308"/>
                  <a:pt x="5049" y="2312"/>
                  <a:pt x="5050" y="2317"/>
                </a:cubicBezTo>
                <a:cubicBezTo>
                  <a:pt x="5050" y="2322"/>
                  <a:pt x="5050" y="2326"/>
                  <a:pt x="5050" y="2331"/>
                </a:cubicBezTo>
                <a:cubicBezTo>
                  <a:pt x="5049" y="2389"/>
                  <a:pt x="5031" y="2451"/>
                  <a:pt x="5086" y="2481"/>
                </a:cubicBezTo>
                <a:cubicBezTo>
                  <a:pt x="5091" y="2484"/>
                  <a:pt x="5095" y="2486"/>
                  <a:pt x="5100" y="2489"/>
                </a:cubicBezTo>
                <a:cubicBezTo>
                  <a:pt x="5104" y="2491"/>
                  <a:pt x="5109" y="2493"/>
                  <a:pt x="5113" y="2496"/>
                </a:cubicBezTo>
                <a:cubicBezTo>
                  <a:pt x="5158" y="2503"/>
                  <a:pt x="5184" y="2533"/>
                  <a:pt x="5193" y="2570"/>
                </a:cubicBezTo>
                <a:cubicBezTo>
                  <a:pt x="5194" y="2575"/>
                  <a:pt x="5195" y="2580"/>
                  <a:pt x="5196" y="2586"/>
                </a:cubicBezTo>
                <a:cubicBezTo>
                  <a:pt x="5205" y="2609"/>
                  <a:pt x="5195" y="2632"/>
                  <a:pt x="5196" y="2654"/>
                </a:cubicBezTo>
                <a:cubicBezTo>
                  <a:pt x="5196" y="2659"/>
                  <a:pt x="5196" y="2663"/>
                  <a:pt x="5198" y="2668"/>
                </a:cubicBezTo>
                <a:cubicBezTo>
                  <a:pt x="5199" y="2671"/>
                  <a:pt x="5200" y="2675"/>
                  <a:pt x="5201" y="2678"/>
                </a:cubicBezTo>
                <a:moveTo>
                  <a:pt x="4" y="2907"/>
                </a:moveTo>
                <a:lnTo>
                  <a:pt x="6" y="2927"/>
                </a:lnTo>
                <a:lnTo>
                  <a:pt x="5236" y="2927"/>
                </a:lnTo>
                <a:cubicBezTo>
                  <a:pt x="5240" y="2927"/>
                  <a:pt x="5244" y="2927"/>
                  <a:pt x="5247" y="2927"/>
                </a:cubicBezTo>
                <a:cubicBezTo>
                  <a:pt x="5260" y="2928"/>
                  <a:pt x="5272" y="2928"/>
                  <a:pt x="5285" y="2928"/>
                </a:cubicBezTo>
                <a:cubicBezTo>
                  <a:pt x="5289" y="2928"/>
                  <a:pt x="5293" y="2928"/>
                  <a:pt x="5297" y="2928"/>
                </a:cubicBezTo>
                <a:cubicBezTo>
                  <a:pt x="5328" y="2929"/>
                  <a:pt x="5366" y="2937"/>
                  <a:pt x="5379" y="2924"/>
                </a:cubicBezTo>
                <a:cubicBezTo>
                  <a:pt x="5440" y="2840"/>
                  <a:pt x="5323" y="2800"/>
                  <a:pt x="5278" y="2742"/>
                </a:cubicBezTo>
                <a:cubicBezTo>
                  <a:pt x="5275" y="2738"/>
                  <a:pt x="5271" y="2734"/>
                  <a:pt x="5268" y="2729"/>
                </a:cubicBezTo>
                <a:cubicBezTo>
                  <a:pt x="5264" y="2725"/>
                  <a:pt x="5261" y="2720"/>
                  <a:pt x="5258" y="2716"/>
                </a:cubicBezTo>
                <a:cubicBezTo>
                  <a:pt x="5254" y="2712"/>
                  <a:pt x="5251" y="2708"/>
                  <a:pt x="5248" y="2704"/>
                </a:cubicBezTo>
                <a:cubicBezTo>
                  <a:pt x="5240" y="2691"/>
                  <a:pt x="5234" y="2676"/>
                  <a:pt x="5230" y="2659"/>
                </a:cubicBezTo>
                <a:cubicBezTo>
                  <a:pt x="5229" y="2654"/>
                  <a:pt x="5228" y="2648"/>
                  <a:pt x="5228" y="2642"/>
                </a:cubicBezTo>
                <a:cubicBezTo>
                  <a:pt x="5227" y="2637"/>
                  <a:pt x="5227" y="2633"/>
                  <a:pt x="5227" y="2628"/>
                </a:cubicBezTo>
                <a:cubicBezTo>
                  <a:pt x="5227" y="2623"/>
                  <a:pt x="5228" y="2617"/>
                  <a:pt x="5230" y="2612"/>
                </a:cubicBezTo>
                <a:cubicBezTo>
                  <a:pt x="5232" y="2605"/>
                  <a:pt x="5233" y="2599"/>
                  <a:pt x="5233" y="2593"/>
                </a:cubicBezTo>
                <a:cubicBezTo>
                  <a:pt x="5240" y="2530"/>
                  <a:pt x="5202" y="2480"/>
                  <a:pt x="5136" y="2473"/>
                </a:cubicBezTo>
                <a:cubicBezTo>
                  <a:pt x="5131" y="2471"/>
                  <a:pt x="5125" y="2469"/>
                  <a:pt x="5120" y="2467"/>
                </a:cubicBezTo>
                <a:cubicBezTo>
                  <a:pt x="5110" y="2462"/>
                  <a:pt x="5100" y="2457"/>
                  <a:pt x="5090" y="2450"/>
                </a:cubicBezTo>
                <a:cubicBezTo>
                  <a:pt x="5086" y="2441"/>
                  <a:pt x="5078" y="2432"/>
                  <a:pt x="5078" y="2423"/>
                </a:cubicBezTo>
                <a:cubicBezTo>
                  <a:pt x="5075" y="2392"/>
                  <a:pt x="5082" y="2361"/>
                  <a:pt x="5085" y="2331"/>
                </a:cubicBezTo>
                <a:cubicBezTo>
                  <a:pt x="5086" y="2320"/>
                  <a:pt x="5087" y="2310"/>
                  <a:pt x="5086" y="2300"/>
                </a:cubicBezTo>
                <a:cubicBezTo>
                  <a:pt x="5086" y="2295"/>
                  <a:pt x="5086" y="2290"/>
                  <a:pt x="5085" y="2285"/>
                </a:cubicBezTo>
                <a:cubicBezTo>
                  <a:pt x="5084" y="2281"/>
                  <a:pt x="5082" y="2276"/>
                  <a:pt x="5081" y="2272"/>
                </a:cubicBezTo>
                <a:cubicBezTo>
                  <a:pt x="5052" y="2228"/>
                  <a:pt x="5009" y="2193"/>
                  <a:pt x="5011" y="2134"/>
                </a:cubicBezTo>
                <a:cubicBezTo>
                  <a:pt x="5010" y="2128"/>
                  <a:pt x="5008" y="2122"/>
                  <a:pt x="5006" y="2116"/>
                </a:cubicBezTo>
                <a:cubicBezTo>
                  <a:pt x="5004" y="2105"/>
                  <a:pt x="5001" y="2095"/>
                  <a:pt x="4999" y="2085"/>
                </a:cubicBezTo>
                <a:cubicBezTo>
                  <a:pt x="4997" y="2074"/>
                  <a:pt x="4995" y="2064"/>
                  <a:pt x="4993" y="2053"/>
                </a:cubicBezTo>
                <a:cubicBezTo>
                  <a:pt x="5000" y="1967"/>
                  <a:pt x="4905" y="1958"/>
                  <a:pt x="4846" y="1973"/>
                </a:cubicBezTo>
                <a:cubicBezTo>
                  <a:pt x="4841" y="1974"/>
                  <a:pt x="4836" y="1975"/>
                  <a:pt x="4831" y="1976"/>
                </a:cubicBezTo>
                <a:cubicBezTo>
                  <a:pt x="4796" y="1979"/>
                  <a:pt x="4763" y="1960"/>
                  <a:pt x="4733" y="1976"/>
                </a:cubicBezTo>
                <a:cubicBezTo>
                  <a:pt x="4685" y="2002"/>
                  <a:pt x="4728" y="2060"/>
                  <a:pt x="4722" y="2106"/>
                </a:cubicBezTo>
                <a:cubicBezTo>
                  <a:pt x="4719" y="2110"/>
                  <a:pt x="4715" y="2113"/>
                  <a:pt x="4712" y="2116"/>
                </a:cubicBezTo>
                <a:cubicBezTo>
                  <a:pt x="4677" y="2143"/>
                  <a:pt x="4620" y="2137"/>
                  <a:pt x="4580" y="2116"/>
                </a:cubicBezTo>
                <a:cubicBezTo>
                  <a:pt x="4575" y="2114"/>
                  <a:pt x="4570" y="2112"/>
                  <a:pt x="4565" y="2110"/>
                </a:cubicBezTo>
                <a:cubicBezTo>
                  <a:pt x="4547" y="2104"/>
                  <a:pt x="4529" y="2101"/>
                  <a:pt x="4508" y="2105"/>
                </a:cubicBezTo>
                <a:cubicBezTo>
                  <a:pt x="4504" y="2106"/>
                  <a:pt x="4500" y="2107"/>
                  <a:pt x="4495" y="2109"/>
                </a:cubicBezTo>
                <a:cubicBezTo>
                  <a:pt x="4444" y="2113"/>
                  <a:pt x="4409" y="2078"/>
                  <a:pt x="4361" y="2069"/>
                </a:cubicBezTo>
                <a:cubicBezTo>
                  <a:pt x="4357" y="2067"/>
                  <a:pt x="4354" y="2062"/>
                  <a:pt x="4352" y="2058"/>
                </a:cubicBezTo>
                <a:cubicBezTo>
                  <a:pt x="4349" y="2051"/>
                  <a:pt x="4349" y="2038"/>
                  <a:pt x="4349" y="2029"/>
                </a:cubicBezTo>
                <a:cubicBezTo>
                  <a:pt x="4349" y="2027"/>
                  <a:pt x="4350" y="2025"/>
                  <a:pt x="4350" y="2023"/>
                </a:cubicBezTo>
                <a:cubicBezTo>
                  <a:pt x="4357" y="1980"/>
                  <a:pt x="4413" y="1963"/>
                  <a:pt x="4400" y="1914"/>
                </a:cubicBezTo>
                <a:cubicBezTo>
                  <a:pt x="4387" y="1874"/>
                  <a:pt x="4336" y="1865"/>
                  <a:pt x="4298" y="1855"/>
                </a:cubicBezTo>
                <a:cubicBezTo>
                  <a:pt x="4293" y="1852"/>
                  <a:pt x="4289" y="1849"/>
                  <a:pt x="4285" y="1846"/>
                </a:cubicBezTo>
                <a:cubicBezTo>
                  <a:pt x="4274" y="1836"/>
                  <a:pt x="4267" y="1824"/>
                  <a:pt x="4269" y="1807"/>
                </a:cubicBezTo>
                <a:cubicBezTo>
                  <a:pt x="4269" y="1806"/>
                  <a:pt x="4269" y="1805"/>
                  <a:pt x="4268" y="1804"/>
                </a:cubicBezTo>
                <a:cubicBezTo>
                  <a:pt x="4258" y="1760"/>
                  <a:pt x="4223" y="1740"/>
                  <a:pt x="4193" y="1717"/>
                </a:cubicBezTo>
                <a:cubicBezTo>
                  <a:pt x="4189" y="1713"/>
                  <a:pt x="4184" y="1710"/>
                  <a:pt x="4180" y="1706"/>
                </a:cubicBezTo>
                <a:cubicBezTo>
                  <a:pt x="4150" y="1683"/>
                  <a:pt x="4137" y="1648"/>
                  <a:pt x="4124" y="1613"/>
                </a:cubicBezTo>
                <a:cubicBezTo>
                  <a:pt x="4121" y="1607"/>
                  <a:pt x="4118" y="1601"/>
                  <a:pt x="4116" y="1595"/>
                </a:cubicBezTo>
                <a:cubicBezTo>
                  <a:pt x="4102" y="1566"/>
                  <a:pt x="4087" y="1539"/>
                  <a:pt x="4074" y="1512"/>
                </a:cubicBezTo>
                <a:cubicBezTo>
                  <a:pt x="4071" y="1506"/>
                  <a:pt x="4068" y="1501"/>
                  <a:pt x="4065" y="1496"/>
                </a:cubicBezTo>
                <a:cubicBezTo>
                  <a:pt x="4050" y="1470"/>
                  <a:pt x="4036" y="1443"/>
                  <a:pt x="4030" y="1412"/>
                </a:cubicBezTo>
                <a:cubicBezTo>
                  <a:pt x="4029" y="1406"/>
                  <a:pt x="4028" y="1400"/>
                  <a:pt x="4027" y="1394"/>
                </a:cubicBezTo>
                <a:cubicBezTo>
                  <a:pt x="4024" y="1369"/>
                  <a:pt x="4025" y="1343"/>
                  <a:pt x="4020" y="1321"/>
                </a:cubicBezTo>
                <a:cubicBezTo>
                  <a:pt x="4019" y="1320"/>
                  <a:pt x="4018" y="1319"/>
                  <a:pt x="4018" y="1317"/>
                </a:cubicBezTo>
                <a:cubicBezTo>
                  <a:pt x="4007" y="1295"/>
                  <a:pt x="3991" y="1281"/>
                  <a:pt x="4004" y="1245"/>
                </a:cubicBezTo>
                <a:cubicBezTo>
                  <a:pt x="4008" y="1236"/>
                  <a:pt x="3999" y="1223"/>
                  <a:pt x="3993" y="1213"/>
                </a:cubicBezTo>
                <a:cubicBezTo>
                  <a:pt x="3989" y="1204"/>
                  <a:pt x="3983" y="1196"/>
                  <a:pt x="3978" y="1188"/>
                </a:cubicBezTo>
                <a:cubicBezTo>
                  <a:pt x="3942" y="1132"/>
                  <a:pt x="3897" y="1077"/>
                  <a:pt x="3903" y="1005"/>
                </a:cubicBezTo>
                <a:cubicBezTo>
                  <a:pt x="3902" y="996"/>
                  <a:pt x="3901" y="987"/>
                  <a:pt x="3900" y="979"/>
                </a:cubicBezTo>
                <a:cubicBezTo>
                  <a:pt x="3895" y="944"/>
                  <a:pt x="3887" y="912"/>
                  <a:pt x="3866" y="883"/>
                </a:cubicBezTo>
                <a:cubicBezTo>
                  <a:pt x="3860" y="875"/>
                  <a:pt x="3853" y="867"/>
                  <a:pt x="3845" y="859"/>
                </a:cubicBezTo>
                <a:cubicBezTo>
                  <a:pt x="3839" y="854"/>
                  <a:pt x="3833" y="849"/>
                  <a:pt x="3827" y="845"/>
                </a:cubicBezTo>
                <a:cubicBezTo>
                  <a:pt x="3836" y="850"/>
                  <a:pt x="3844" y="850"/>
                  <a:pt x="3853" y="855"/>
                </a:cubicBezTo>
                <a:cubicBezTo>
                  <a:pt x="3846" y="853"/>
                  <a:pt x="3840" y="851"/>
                  <a:pt x="3833" y="849"/>
                </a:cubicBezTo>
                <a:cubicBezTo>
                  <a:pt x="3775" y="801"/>
                  <a:pt x="3689" y="771"/>
                  <a:pt x="3644" y="708"/>
                </a:cubicBezTo>
                <a:cubicBezTo>
                  <a:pt x="3640" y="703"/>
                  <a:pt x="3637" y="698"/>
                  <a:pt x="3634" y="693"/>
                </a:cubicBezTo>
                <a:cubicBezTo>
                  <a:pt x="3646" y="638"/>
                  <a:pt x="3637" y="585"/>
                  <a:pt x="3590" y="554"/>
                </a:cubicBezTo>
                <a:cubicBezTo>
                  <a:pt x="3586" y="551"/>
                  <a:pt x="3583" y="547"/>
                  <a:pt x="3579" y="543"/>
                </a:cubicBezTo>
                <a:cubicBezTo>
                  <a:pt x="3559" y="525"/>
                  <a:pt x="3538" y="507"/>
                  <a:pt x="3510" y="496"/>
                </a:cubicBezTo>
                <a:cubicBezTo>
                  <a:pt x="3507" y="494"/>
                  <a:pt x="3503" y="492"/>
                  <a:pt x="3499" y="490"/>
                </a:cubicBezTo>
                <a:cubicBezTo>
                  <a:pt x="3489" y="484"/>
                  <a:pt x="3479" y="478"/>
                  <a:pt x="3469" y="472"/>
                </a:cubicBezTo>
                <a:cubicBezTo>
                  <a:pt x="3465" y="469"/>
                  <a:pt x="3461" y="466"/>
                  <a:pt x="3457" y="464"/>
                </a:cubicBezTo>
                <a:cubicBezTo>
                  <a:pt x="3448" y="457"/>
                  <a:pt x="3437" y="451"/>
                  <a:pt x="3425" y="446"/>
                </a:cubicBezTo>
                <a:cubicBezTo>
                  <a:pt x="3421" y="444"/>
                  <a:pt x="3417" y="442"/>
                  <a:pt x="3413" y="441"/>
                </a:cubicBezTo>
                <a:cubicBezTo>
                  <a:pt x="3408" y="438"/>
                  <a:pt x="3403" y="436"/>
                  <a:pt x="3397" y="434"/>
                </a:cubicBezTo>
                <a:cubicBezTo>
                  <a:pt x="3392" y="432"/>
                  <a:pt x="3387" y="431"/>
                  <a:pt x="3381" y="429"/>
                </a:cubicBezTo>
                <a:cubicBezTo>
                  <a:pt x="3348" y="421"/>
                  <a:pt x="3275" y="425"/>
                  <a:pt x="3286" y="371"/>
                </a:cubicBezTo>
                <a:cubicBezTo>
                  <a:pt x="3288" y="366"/>
                  <a:pt x="3291" y="362"/>
                  <a:pt x="3296" y="359"/>
                </a:cubicBezTo>
                <a:cubicBezTo>
                  <a:pt x="3302" y="357"/>
                  <a:pt x="3308" y="356"/>
                  <a:pt x="3313" y="353"/>
                </a:cubicBezTo>
                <a:cubicBezTo>
                  <a:pt x="3346" y="336"/>
                  <a:pt x="3354" y="289"/>
                  <a:pt x="3331" y="266"/>
                </a:cubicBezTo>
                <a:cubicBezTo>
                  <a:pt x="3296" y="221"/>
                  <a:pt x="3236" y="226"/>
                  <a:pt x="3199" y="190"/>
                </a:cubicBezTo>
                <a:cubicBezTo>
                  <a:pt x="3195" y="187"/>
                  <a:pt x="3191" y="183"/>
                  <a:pt x="3187" y="179"/>
                </a:cubicBezTo>
                <a:cubicBezTo>
                  <a:pt x="3172" y="163"/>
                  <a:pt x="3159" y="145"/>
                  <a:pt x="3151" y="122"/>
                </a:cubicBezTo>
                <a:cubicBezTo>
                  <a:pt x="3148" y="116"/>
                  <a:pt x="3146" y="111"/>
                  <a:pt x="3144" y="105"/>
                </a:cubicBezTo>
                <a:cubicBezTo>
                  <a:pt x="3140" y="101"/>
                  <a:pt x="3137" y="97"/>
                  <a:pt x="3133" y="92"/>
                </a:cubicBezTo>
                <a:cubicBezTo>
                  <a:pt x="3109" y="67"/>
                  <a:pt x="3081" y="46"/>
                  <a:pt x="3049" y="29"/>
                </a:cubicBezTo>
                <a:cubicBezTo>
                  <a:pt x="3044" y="26"/>
                  <a:pt x="3040" y="23"/>
                  <a:pt x="3035" y="21"/>
                </a:cubicBezTo>
                <a:cubicBezTo>
                  <a:pt x="3030" y="18"/>
                  <a:pt x="3025" y="16"/>
                  <a:pt x="3020" y="14"/>
                </a:cubicBezTo>
                <a:cubicBezTo>
                  <a:pt x="2947" y="0"/>
                  <a:pt x="2887" y="66"/>
                  <a:pt x="2843" y="121"/>
                </a:cubicBezTo>
                <a:cubicBezTo>
                  <a:pt x="2839" y="125"/>
                  <a:pt x="2834" y="129"/>
                  <a:pt x="2828" y="132"/>
                </a:cubicBezTo>
                <a:cubicBezTo>
                  <a:pt x="2823" y="135"/>
                  <a:pt x="2817" y="137"/>
                  <a:pt x="2810" y="138"/>
                </a:cubicBezTo>
                <a:cubicBezTo>
                  <a:pt x="2805" y="139"/>
                  <a:pt x="2801" y="141"/>
                  <a:pt x="2797" y="143"/>
                </a:cubicBezTo>
                <a:cubicBezTo>
                  <a:pt x="2785" y="148"/>
                  <a:pt x="2774" y="159"/>
                  <a:pt x="2766" y="177"/>
                </a:cubicBezTo>
                <a:cubicBezTo>
                  <a:pt x="2763" y="182"/>
                  <a:pt x="2760" y="187"/>
                  <a:pt x="2757" y="193"/>
                </a:cubicBezTo>
                <a:cubicBezTo>
                  <a:pt x="2740" y="230"/>
                  <a:pt x="2731" y="281"/>
                  <a:pt x="2706" y="310"/>
                </a:cubicBezTo>
                <a:cubicBezTo>
                  <a:pt x="2702" y="315"/>
                  <a:pt x="2699" y="320"/>
                  <a:pt x="2695" y="326"/>
                </a:cubicBezTo>
                <a:cubicBezTo>
                  <a:pt x="2691" y="332"/>
                  <a:pt x="2687" y="338"/>
                  <a:pt x="2683" y="343"/>
                </a:cubicBezTo>
                <a:cubicBezTo>
                  <a:pt x="2662" y="372"/>
                  <a:pt x="2632" y="336"/>
                  <a:pt x="2606" y="359"/>
                </a:cubicBezTo>
                <a:cubicBezTo>
                  <a:pt x="2576" y="385"/>
                  <a:pt x="2580" y="456"/>
                  <a:pt x="2525" y="451"/>
                </a:cubicBezTo>
                <a:cubicBezTo>
                  <a:pt x="2521" y="451"/>
                  <a:pt x="2517" y="450"/>
                  <a:pt x="2514" y="450"/>
                </a:cubicBezTo>
                <a:cubicBezTo>
                  <a:pt x="2502" y="448"/>
                  <a:pt x="2492" y="446"/>
                  <a:pt x="2482" y="444"/>
                </a:cubicBezTo>
                <a:cubicBezTo>
                  <a:pt x="2476" y="443"/>
                  <a:pt x="2470" y="441"/>
                  <a:pt x="2464" y="439"/>
                </a:cubicBezTo>
                <a:cubicBezTo>
                  <a:pt x="2454" y="430"/>
                  <a:pt x="2444" y="422"/>
                  <a:pt x="2433" y="415"/>
                </a:cubicBezTo>
                <a:cubicBezTo>
                  <a:pt x="2427" y="411"/>
                  <a:pt x="2422" y="408"/>
                  <a:pt x="2417" y="404"/>
                </a:cubicBezTo>
                <a:cubicBezTo>
                  <a:pt x="2395" y="381"/>
                  <a:pt x="2417" y="336"/>
                  <a:pt x="2382" y="332"/>
                </a:cubicBezTo>
                <a:cubicBezTo>
                  <a:pt x="2335" y="332"/>
                  <a:pt x="2296" y="367"/>
                  <a:pt x="2248" y="376"/>
                </a:cubicBezTo>
                <a:cubicBezTo>
                  <a:pt x="2244" y="376"/>
                  <a:pt x="2240" y="376"/>
                  <a:pt x="2236" y="375"/>
                </a:cubicBezTo>
                <a:cubicBezTo>
                  <a:pt x="2223" y="372"/>
                  <a:pt x="2210" y="365"/>
                  <a:pt x="2198" y="359"/>
                </a:cubicBezTo>
                <a:cubicBezTo>
                  <a:pt x="2192" y="355"/>
                  <a:pt x="2186" y="351"/>
                  <a:pt x="2180" y="348"/>
                </a:cubicBezTo>
                <a:cubicBezTo>
                  <a:pt x="2174" y="345"/>
                  <a:pt x="2167" y="343"/>
                  <a:pt x="2160" y="343"/>
                </a:cubicBezTo>
                <a:cubicBezTo>
                  <a:pt x="2130" y="343"/>
                  <a:pt x="2113" y="376"/>
                  <a:pt x="2091" y="440"/>
                </a:cubicBezTo>
                <a:cubicBezTo>
                  <a:pt x="2083" y="466"/>
                  <a:pt x="2076" y="487"/>
                  <a:pt x="2070" y="504"/>
                </a:cubicBezTo>
                <a:cubicBezTo>
                  <a:pt x="2068" y="508"/>
                  <a:pt x="2067" y="512"/>
                  <a:pt x="2065" y="516"/>
                </a:cubicBezTo>
                <a:cubicBezTo>
                  <a:pt x="2054" y="558"/>
                  <a:pt x="2016" y="567"/>
                  <a:pt x="1998" y="602"/>
                </a:cubicBezTo>
                <a:cubicBezTo>
                  <a:pt x="1981" y="655"/>
                  <a:pt x="2011" y="731"/>
                  <a:pt x="1960" y="770"/>
                </a:cubicBezTo>
                <a:cubicBezTo>
                  <a:pt x="1956" y="772"/>
                  <a:pt x="1952" y="774"/>
                  <a:pt x="1948" y="776"/>
                </a:cubicBezTo>
                <a:cubicBezTo>
                  <a:pt x="1944" y="779"/>
                  <a:pt x="1941" y="781"/>
                  <a:pt x="1938" y="784"/>
                </a:cubicBezTo>
                <a:cubicBezTo>
                  <a:pt x="1933" y="790"/>
                  <a:pt x="1930" y="796"/>
                  <a:pt x="1927" y="803"/>
                </a:cubicBezTo>
                <a:cubicBezTo>
                  <a:pt x="1912" y="895"/>
                  <a:pt x="1886" y="983"/>
                  <a:pt x="1901" y="1078"/>
                </a:cubicBezTo>
                <a:cubicBezTo>
                  <a:pt x="1901" y="1088"/>
                  <a:pt x="1900" y="1099"/>
                  <a:pt x="1899" y="1110"/>
                </a:cubicBezTo>
                <a:cubicBezTo>
                  <a:pt x="1899" y="1115"/>
                  <a:pt x="1898" y="1121"/>
                  <a:pt x="1898" y="1126"/>
                </a:cubicBezTo>
                <a:cubicBezTo>
                  <a:pt x="1897" y="1132"/>
                  <a:pt x="1896" y="1137"/>
                  <a:pt x="1895" y="1143"/>
                </a:cubicBezTo>
                <a:cubicBezTo>
                  <a:pt x="1886" y="1174"/>
                  <a:pt x="1865" y="1200"/>
                  <a:pt x="1836" y="1201"/>
                </a:cubicBezTo>
                <a:cubicBezTo>
                  <a:pt x="1831" y="1202"/>
                  <a:pt x="1826" y="1202"/>
                  <a:pt x="1820" y="1201"/>
                </a:cubicBezTo>
                <a:cubicBezTo>
                  <a:pt x="1815" y="1202"/>
                  <a:pt x="1809" y="1202"/>
                  <a:pt x="1803" y="1202"/>
                </a:cubicBezTo>
                <a:cubicBezTo>
                  <a:pt x="1779" y="1202"/>
                  <a:pt x="1754" y="1198"/>
                  <a:pt x="1732" y="1196"/>
                </a:cubicBezTo>
                <a:cubicBezTo>
                  <a:pt x="1726" y="1195"/>
                  <a:pt x="1719" y="1194"/>
                  <a:pt x="1712" y="1193"/>
                </a:cubicBezTo>
                <a:cubicBezTo>
                  <a:pt x="1680" y="1189"/>
                  <a:pt x="1648" y="1189"/>
                  <a:pt x="1622" y="1209"/>
                </a:cubicBezTo>
                <a:cubicBezTo>
                  <a:pt x="1618" y="1213"/>
                  <a:pt x="1614" y="1216"/>
                  <a:pt x="1610" y="1220"/>
                </a:cubicBezTo>
                <a:cubicBezTo>
                  <a:pt x="1598" y="1232"/>
                  <a:pt x="1588" y="1247"/>
                  <a:pt x="1578" y="1264"/>
                </a:cubicBezTo>
                <a:cubicBezTo>
                  <a:pt x="1575" y="1268"/>
                  <a:pt x="1573" y="1273"/>
                  <a:pt x="1570" y="1277"/>
                </a:cubicBezTo>
                <a:cubicBezTo>
                  <a:pt x="1566" y="1301"/>
                  <a:pt x="1557" y="1328"/>
                  <a:pt x="1543" y="1351"/>
                </a:cubicBezTo>
                <a:cubicBezTo>
                  <a:pt x="1540" y="1355"/>
                  <a:pt x="1537" y="1360"/>
                  <a:pt x="1534" y="1364"/>
                </a:cubicBezTo>
                <a:cubicBezTo>
                  <a:pt x="1520" y="1395"/>
                  <a:pt x="1489" y="1418"/>
                  <a:pt x="1461" y="1436"/>
                </a:cubicBezTo>
                <a:cubicBezTo>
                  <a:pt x="1456" y="1439"/>
                  <a:pt x="1451" y="1443"/>
                  <a:pt x="1446" y="1446"/>
                </a:cubicBezTo>
                <a:cubicBezTo>
                  <a:pt x="1410" y="1472"/>
                  <a:pt x="1382" y="1499"/>
                  <a:pt x="1393" y="1556"/>
                </a:cubicBezTo>
                <a:cubicBezTo>
                  <a:pt x="1392" y="1561"/>
                  <a:pt x="1391" y="1566"/>
                  <a:pt x="1390" y="1571"/>
                </a:cubicBezTo>
                <a:cubicBezTo>
                  <a:pt x="1345" y="1634"/>
                  <a:pt x="1285" y="1707"/>
                  <a:pt x="1213" y="1734"/>
                </a:cubicBezTo>
                <a:cubicBezTo>
                  <a:pt x="1207" y="1736"/>
                  <a:pt x="1201" y="1738"/>
                  <a:pt x="1195" y="1740"/>
                </a:cubicBezTo>
                <a:cubicBezTo>
                  <a:pt x="1186" y="1742"/>
                  <a:pt x="1175" y="1745"/>
                  <a:pt x="1165" y="1746"/>
                </a:cubicBezTo>
                <a:cubicBezTo>
                  <a:pt x="1160" y="1747"/>
                  <a:pt x="1155" y="1748"/>
                  <a:pt x="1150" y="1748"/>
                </a:cubicBezTo>
                <a:cubicBezTo>
                  <a:pt x="1136" y="1754"/>
                  <a:pt x="1123" y="1750"/>
                  <a:pt x="1114" y="1741"/>
                </a:cubicBezTo>
                <a:cubicBezTo>
                  <a:pt x="1109" y="1738"/>
                  <a:pt x="1105" y="1734"/>
                  <a:pt x="1102" y="1729"/>
                </a:cubicBezTo>
                <a:cubicBezTo>
                  <a:pt x="1084" y="1613"/>
                  <a:pt x="998" y="1608"/>
                  <a:pt x="913" y="1656"/>
                </a:cubicBezTo>
                <a:cubicBezTo>
                  <a:pt x="907" y="1657"/>
                  <a:pt x="900" y="1657"/>
                  <a:pt x="894" y="1656"/>
                </a:cubicBezTo>
                <a:cubicBezTo>
                  <a:pt x="851" y="1650"/>
                  <a:pt x="820" y="1601"/>
                  <a:pt x="786" y="1617"/>
                </a:cubicBezTo>
                <a:cubicBezTo>
                  <a:pt x="772" y="1625"/>
                  <a:pt x="762" y="1636"/>
                  <a:pt x="754" y="1648"/>
                </a:cubicBezTo>
                <a:cubicBezTo>
                  <a:pt x="750" y="1655"/>
                  <a:pt x="747" y="1661"/>
                  <a:pt x="744" y="1668"/>
                </a:cubicBezTo>
                <a:cubicBezTo>
                  <a:pt x="742" y="1699"/>
                  <a:pt x="732" y="1721"/>
                  <a:pt x="718" y="1738"/>
                </a:cubicBezTo>
                <a:cubicBezTo>
                  <a:pt x="715" y="1741"/>
                  <a:pt x="711" y="1744"/>
                  <a:pt x="708" y="1747"/>
                </a:cubicBezTo>
                <a:cubicBezTo>
                  <a:pt x="704" y="1752"/>
                  <a:pt x="701" y="1757"/>
                  <a:pt x="698" y="1762"/>
                </a:cubicBezTo>
                <a:cubicBezTo>
                  <a:pt x="695" y="1767"/>
                  <a:pt x="692" y="1772"/>
                  <a:pt x="689" y="1777"/>
                </a:cubicBezTo>
                <a:cubicBezTo>
                  <a:pt x="688" y="1784"/>
                  <a:pt x="687" y="1789"/>
                  <a:pt x="684" y="1795"/>
                </a:cubicBezTo>
                <a:cubicBezTo>
                  <a:pt x="682" y="1800"/>
                  <a:pt x="679" y="1804"/>
                  <a:pt x="676" y="1808"/>
                </a:cubicBezTo>
                <a:cubicBezTo>
                  <a:pt x="660" y="1825"/>
                  <a:pt x="644" y="1843"/>
                  <a:pt x="634" y="1862"/>
                </a:cubicBezTo>
                <a:cubicBezTo>
                  <a:pt x="632" y="1867"/>
                  <a:pt x="630" y="1872"/>
                  <a:pt x="629" y="1877"/>
                </a:cubicBezTo>
                <a:cubicBezTo>
                  <a:pt x="631" y="1915"/>
                  <a:pt x="655" y="1949"/>
                  <a:pt x="651" y="1982"/>
                </a:cubicBezTo>
                <a:cubicBezTo>
                  <a:pt x="650" y="1988"/>
                  <a:pt x="648" y="1993"/>
                  <a:pt x="646" y="1999"/>
                </a:cubicBezTo>
                <a:cubicBezTo>
                  <a:pt x="631" y="2033"/>
                  <a:pt x="618" y="2065"/>
                  <a:pt x="599" y="2097"/>
                </a:cubicBezTo>
                <a:cubicBezTo>
                  <a:pt x="596" y="2102"/>
                  <a:pt x="594" y="2108"/>
                  <a:pt x="591" y="2113"/>
                </a:cubicBezTo>
                <a:cubicBezTo>
                  <a:pt x="577" y="2150"/>
                  <a:pt x="575" y="2192"/>
                  <a:pt x="582" y="2232"/>
                </a:cubicBezTo>
                <a:cubicBezTo>
                  <a:pt x="583" y="2237"/>
                  <a:pt x="584" y="2243"/>
                  <a:pt x="586" y="2249"/>
                </a:cubicBezTo>
                <a:cubicBezTo>
                  <a:pt x="601" y="2277"/>
                  <a:pt x="601" y="2304"/>
                  <a:pt x="581" y="2326"/>
                </a:cubicBezTo>
                <a:cubicBezTo>
                  <a:pt x="577" y="2330"/>
                  <a:pt x="574" y="2333"/>
                  <a:pt x="569" y="2336"/>
                </a:cubicBezTo>
                <a:cubicBezTo>
                  <a:pt x="543" y="2353"/>
                  <a:pt x="503" y="2360"/>
                  <a:pt x="471" y="2371"/>
                </a:cubicBezTo>
                <a:cubicBezTo>
                  <a:pt x="466" y="2372"/>
                  <a:pt x="461" y="2374"/>
                  <a:pt x="457" y="2376"/>
                </a:cubicBezTo>
                <a:cubicBezTo>
                  <a:pt x="442" y="2379"/>
                  <a:pt x="427" y="2382"/>
                  <a:pt x="413" y="2386"/>
                </a:cubicBezTo>
                <a:cubicBezTo>
                  <a:pt x="408" y="2387"/>
                  <a:pt x="403" y="2388"/>
                  <a:pt x="398" y="2390"/>
                </a:cubicBezTo>
                <a:cubicBezTo>
                  <a:pt x="379" y="2402"/>
                  <a:pt x="359" y="2412"/>
                  <a:pt x="339" y="2420"/>
                </a:cubicBezTo>
                <a:cubicBezTo>
                  <a:pt x="333" y="2422"/>
                  <a:pt x="328" y="2424"/>
                  <a:pt x="323" y="2426"/>
                </a:cubicBezTo>
                <a:cubicBezTo>
                  <a:pt x="282" y="2432"/>
                  <a:pt x="265" y="2477"/>
                  <a:pt x="260" y="2516"/>
                </a:cubicBezTo>
                <a:cubicBezTo>
                  <a:pt x="260" y="2543"/>
                  <a:pt x="221" y="2539"/>
                  <a:pt x="209" y="2560"/>
                </a:cubicBezTo>
                <a:cubicBezTo>
                  <a:pt x="205" y="2565"/>
                  <a:pt x="202" y="2570"/>
                  <a:pt x="199" y="2575"/>
                </a:cubicBezTo>
                <a:cubicBezTo>
                  <a:pt x="157" y="2672"/>
                  <a:pt x="118" y="2760"/>
                  <a:pt x="21" y="2809"/>
                </a:cubicBezTo>
                <a:cubicBezTo>
                  <a:pt x="18" y="2813"/>
                  <a:pt x="15" y="2817"/>
                  <a:pt x="12" y="2822"/>
                </a:cubicBezTo>
                <a:cubicBezTo>
                  <a:pt x="6" y="2832"/>
                  <a:pt x="3" y="2843"/>
                  <a:pt x="1" y="2856"/>
                </a:cubicBezTo>
                <a:cubicBezTo>
                  <a:pt x="0" y="2867"/>
                  <a:pt x="1" y="2878"/>
                  <a:pt x="2" y="2887"/>
                </a:cubicBezTo>
                <a:cubicBezTo>
                  <a:pt x="3" y="2896"/>
                  <a:pt x="3" y="2903"/>
                  <a:pt x="4" y="2907"/>
                </a:cubicBezTo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293DC3C-B748-4DC0-A39A-C334517AC565}"/>
              </a:ext>
            </a:extLst>
          </p:cNvPr>
          <p:cNvSpPr txBox="1"/>
          <p:nvPr/>
        </p:nvSpPr>
        <p:spPr>
          <a:xfrm>
            <a:off x="911240" y="1532954"/>
            <a:ext cx="4896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大家都学会了吗？</a:t>
            </a:r>
            <a:endParaRPr lang="en-US" altLang="ko-KR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Rectangle 45">
            <a:extLst>
              <a:ext uri="{FF2B5EF4-FFF2-40B4-BE49-F238E27FC236}">
                <a16:creationId xmlns:a16="http://schemas.microsoft.com/office/drawing/2014/main" id="{97AEA4D1-F28F-453F-BACC-E738CC344268}"/>
              </a:ext>
            </a:extLst>
          </p:cNvPr>
          <p:cNvSpPr/>
          <p:nvPr/>
        </p:nvSpPr>
        <p:spPr>
          <a:xfrm>
            <a:off x="911240" y="2364514"/>
            <a:ext cx="4896000" cy="82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  <a:latin typeface="Meiryo UI" panose="020B0604030504040204" pitchFamily="50" charset="-128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18E9DE6A-71DB-4292-90F7-90980BEFF8AF}"/>
              </a:ext>
            </a:extLst>
          </p:cNvPr>
          <p:cNvGrpSpPr/>
          <p:nvPr/>
        </p:nvGrpSpPr>
        <p:grpSpPr>
          <a:xfrm>
            <a:off x="8351521" y="470408"/>
            <a:ext cx="1384661" cy="1894106"/>
            <a:chOff x="963295" y="160338"/>
            <a:chExt cx="572137" cy="78263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968839F4-0A7F-4F5F-A127-407BA41BDD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325" y="160338"/>
              <a:ext cx="53975" cy="76200"/>
            </a:xfrm>
            <a:custGeom>
              <a:avLst/>
              <a:gdLst>
                <a:gd name="T0" fmla="*/ 0 w 70"/>
                <a:gd name="T1" fmla="*/ 41 h 100"/>
                <a:gd name="T2" fmla="*/ 9 w 70"/>
                <a:gd name="T3" fmla="*/ 13 h 100"/>
                <a:gd name="T4" fmla="*/ 35 w 70"/>
                <a:gd name="T5" fmla="*/ 1 h 100"/>
                <a:gd name="T6" fmla="*/ 61 w 70"/>
                <a:gd name="T7" fmla="*/ 13 h 100"/>
                <a:gd name="T8" fmla="*/ 70 w 70"/>
                <a:gd name="T9" fmla="*/ 41 h 100"/>
                <a:gd name="T10" fmla="*/ 70 w 70"/>
                <a:gd name="T11" fmla="*/ 90 h 100"/>
                <a:gd name="T12" fmla="*/ 70 w 70"/>
                <a:gd name="T13" fmla="*/ 100 h 100"/>
                <a:gd name="T14" fmla="*/ 58 w 70"/>
                <a:gd name="T15" fmla="*/ 100 h 100"/>
                <a:gd name="T16" fmla="*/ 11 w 70"/>
                <a:gd name="T17" fmla="*/ 100 h 100"/>
                <a:gd name="T18" fmla="*/ 0 w 70"/>
                <a:gd name="T19" fmla="*/ 100 h 100"/>
                <a:gd name="T20" fmla="*/ 0 w 70"/>
                <a:gd name="T21" fmla="*/ 90 h 100"/>
                <a:gd name="T22" fmla="*/ 0 w 70"/>
                <a:gd name="T23" fmla="*/ 41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0" h="100">
                  <a:moveTo>
                    <a:pt x="0" y="41"/>
                  </a:moveTo>
                  <a:cubicBezTo>
                    <a:pt x="0" y="30"/>
                    <a:pt x="3" y="21"/>
                    <a:pt x="9" y="13"/>
                  </a:cubicBezTo>
                  <a:cubicBezTo>
                    <a:pt x="15" y="4"/>
                    <a:pt x="25" y="1"/>
                    <a:pt x="35" y="1"/>
                  </a:cubicBezTo>
                  <a:cubicBezTo>
                    <a:pt x="46" y="0"/>
                    <a:pt x="55" y="4"/>
                    <a:pt x="61" y="13"/>
                  </a:cubicBezTo>
                  <a:cubicBezTo>
                    <a:pt x="67" y="21"/>
                    <a:pt x="70" y="30"/>
                    <a:pt x="70" y="41"/>
                  </a:cubicBezTo>
                  <a:lnTo>
                    <a:pt x="70" y="90"/>
                  </a:lnTo>
                  <a:lnTo>
                    <a:pt x="70" y="100"/>
                  </a:lnTo>
                  <a:lnTo>
                    <a:pt x="58" y="100"/>
                  </a:lnTo>
                  <a:lnTo>
                    <a:pt x="11" y="100"/>
                  </a:lnTo>
                  <a:lnTo>
                    <a:pt x="0" y="100"/>
                  </a:lnTo>
                  <a:lnTo>
                    <a:pt x="0" y="90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8527B325-A237-4AC0-AB59-F6BA0B5BED62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583" y="248851"/>
              <a:ext cx="557849" cy="172224"/>
            </a:xfrm>
            <a:custGeom>
              <a:avLst/>
              <a:gdLst>
                <a:gd name="T0" fmla="*/ 116 w 622"/>
                <a:gd name="T1" fmla="*/ 116 h 232"/>
                <a:gd name="T2" fmla="*/ 0 w 622"/>
                <a:gd name="T3" fmla="*/ 2 h 232"/>
                <a:gd name="T4" fmla="*/ 0 w 622"/>
                <a:gd name="T5" fmla="*/ 0 h 232"/>
                <a:gd name="T6" fmla="*/ 506 w 622"/>
                <a:gd name="T7" fmla="*/ 0 h 232"/>
                <a:gd name="T8" fmla="*/ 622 w 622"/>
                <a:gd name="T9" fmla="*/ 116 h 232"/>
                <a:gd name="T10" fmla="*/ 506 w 622"/>
                <a:gd name="T11" fmla="*/ 232 h 232"/>
                <a:gd name="T12" fmla="*/ 2 w 622"/>
                <a:gd name="T13" fmla="*/ 232 h 232"/>
                <a:gd name="T14" fmla="*/ 0 w 622"/>
                <a:gd name="T15" fmla="*/ 232 h 232"/>
                <a:gd name="T16" fmla="*/ 0 w 622"/>
                <a:gd name="T17" fmla="*/ 231 h 232"/>
                <a:gd name="T18" fmla="*/ 116 w 622"/>
                <a:gd name="T19" fmla="*/ 116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2" h="232">
                  <a:moveTo>
                    <a:pt x="116" y="116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506" y="0"/>
                  </a:lnTo>
                  <a:lnTo>
                    <a:pt x="622" y="116"/>
                  </a:lnTo>
                  <a:lnTo>
                    <a:pt x="506" y="232"/>
                  </a:lnTo>
                  <a:lnTo>
                    <a:pt x="2" y="232"/>
                  </a:lnTo>
                  <a:lnTo>
                    <a:pt x="0" y="232"/>
                  </a:lnTo>
                  <a:lnTo>
                    <a:pt x="0" y="231"/>
                  </a:lnTo>
                  <a:lnTo>
                    <a:pt x="116" y="11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1B5923A2-68BD-4C2C-91F8-65ED5BCD5893}"/>
                </a:ext>
              </a:extLst>
            </p:cNvPr>
            <p:cNvSpPr>
              <a:spLocks/>
            </p:cNvSpPr>
            <p:nvPr/>
          </p:nvSpPr>
          <p:spPr bwMode="auto">
            <a:xfrm>
              <a:off x="963295" y="528273"/>
              <a:ext cx="557849" cy="175356"/>
            </a:xfrm>
            <a:custGeom>
              <a:avLst/>
              <a:gdLst>
                <a:gd name="T0" fmla="*/ 507 w 623"/>
                <a:gd name="T1" fmla="*/ 117 h 233"/>
                <a:gd name="T2" fmla="*/ 623 w 623"/>
                <a:gd name="T3" fmla="*/ 231 h 233"/>
                <a:gd name="T4" fmla="*/ 623 w 623"/>
                <a:gd name="T5" fmla="*/ 233 h 233"/>
                <a:gd name="T6" fmla="*/ 117 w 623"/>
                <a:gd name="T7" fmla="*/ 233 h 233"/>
                <a:gd name="T8" fmla="*/ 0 w 623"/>
                <a:gd name="T9" fmla="*/ 117 h 233"/>
                <a:gd name="T10" fmla="*/ 117 w 623"/>
                <a:gd name="T11" fmla="*/ 0 h 233"/>
                <a:gd name="T12" fmla="*/ 621 w 623"/>
                <a:gd name="T13" fmla="*/ 0 h 233"/>
                <a:gd name="T14" fmla="*/ 623 w 623"/>
                <a:gd name="T15" fmla="*/ 0 h 233"/>
                <a:gd name="T16" fmla="*/ 623 w 623"/>
                <a:gd name="T17" fmla="*/ 2 h 233"/>
                <a:gd name="T18" fmla="*/ 507 w 623"/>
                <a:gd name="T19" fmla="*/ 117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3" h="233">
                  <a:moveTo>
                    <a:pt x="507" y="117"/>
                  </a:moveTo>
                  <a:lnTo>
                    <a:pt x="623" y="231"/>
                  </a:lnTo>
                  <a:lnTo>
                    <a:pt x="623" y="233"/>
                  </a:lnTo>
                  <a:lnTo>
                    <a:pt x="117" y="233"/>
                  </a:lnTo>
                  <a:lnTo>
                    <a:pt x="0" y="117"/>
                  </a:lnTo>
                  <a:lnTo>
                    <a:pt x="117" y="0"/>
                  </a:lnTo>
                  <a:lnTo>
                    <a:pt x="621" y="0"/>
                  </a:lnTo>
                  <a:lnTo>
                    <a:pt x="623" y="0"/>
                  </a:lnTo>
                  <a:lnTo>
                    <a:pt x="623" y="2"/>
                  </a:lnTo>
                  <a:lnTo>
                    <a:pt x="507" y="11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5FFF07C2-1904-4C4E-B101-ED41AA4E24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325" y="438151"/>
              <a:ext cx="53975" cy="77788"/>
            </a:xfrm>
            <a:custGeom>
              <a:avLst/>
              <a:gdLst>
                <a:gd name="T0" fmla="*/ 70 w 70"/>
                <a:gd name="T1" fmla="*/ 11 h 104"/>
                <a:gd name="T2" fmla="*/ 70 w 70"/>
                <a:gd name="T3" fmla="*/ 91 h 104"/>
                <a:gd name="T4" fmla="*/ 70 w 70"/>
                <a:gd name="T5" fmla="*/ 104 h 104"/>
                <a:gd name="T6" fmla="*/ 58 w 70"/>
                <a:gd name="T7" fmla="*/ 104 h 104"/>
                <a:gd name="T8" fmla="*/ 11 w 70"/>
                <a:gd name="T9" fmla="*/ 104 h 104"/>
                <a:gd name="T10" fmla="*/ 0 w 70"/>
                <a:gd name="T11" fmla="*/ 104 h 104"/>
                <a:gd name="T12" fmla="*/ 0 w 70"/>
                <a:gd name="T13" fmla="*/ 91 h 104"/>
                <a:gd name="T14" fmla="*/ 0 w 70"/>
                <a:gd name="T15" fmla="*/ 11 h 104"/>
                <a:gd name="T16" fmla="*/ 0 w 70"/>
                <a:gd name="T17" fmla="*/ 0 h 104"/>
                <a:gd name="T18" fmla="*/ 11 w 70"/>
                <a:gd name="T19" fmla="*/ 0 h 104"/>
                <a:gd name="T20" fmla="*/ 58 w 70"/>
                <a:gd name="T21" fmla="*/ 0 h 104"/>
                <a:gd name="T22" fmla="*/ 70 w 70"/>
                <a:gd name="T23" fmla="*/ 0 h 104"/>
                <a:gd name="T24" fmla="*/ 70 w 70"/>
                <a:gd name="T25" fmla="*/ 11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" h="104">
                  <a:moveTo>
                    <a:pt x="70" y="11"/>
                  </a:moveTo>
                  <a:lnTo>
                    <a:pt x="70" y="91"/>
                  </a:lnTo>
                  <a:lnTo>
                    <a:pt x="70" y="104"/>
                  </a:lnTo>
                  <a:lnTo>
                    <a:pt x="58" y="104"/>
                  </a:lnTo>
                  <a:lnTo>
                    <a:pt x="11" y="104"/>
                  </a:lnTo>
                  <a:lnTo>
                    <a:pt x="0" y="104"/>
                  </a:lnTo>
                  <a:lnTo>
                    <a:pt x="0" y="9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11" y="0"/>
                  </a:lnTo>
                  <a:lnTo>
                    <a:pt x="58" y="0"/>
                  </a:lnTo>
                  <a:lnTo>
                    <a:pt x="70" y="0"/>
                  </a:lnTo>
                  <a:lnTo>
                    <a:pt x="70" y="11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0CB374B2-4034-4D90-9057-EE6431511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325" y="715963"/>
              <a:ext cx="53975" cy="227013"/>
            </a:xfrm>
            <a:custGeom>
              <a:avLst/>
              <a:gdLst>
                <a:gd name="T0" fmla="*/ 70 w 70"/>
                <a:gd name="T1" fmla="*/ 12 h 299"/>
                <a:gd name="T2" fmla="*/ 70 w 70"/>
                <a:gd name="T3" fmla="*/ 258 h 299"/>
                <a:gd name="T4" fmla="*/ 61 w 70"/>
                <a:gd name="T5" fmla="*/ 285 h 299"/>
                <a:gd name="T6" fmla="*/ 35 w 70"/>
                <a:gd name="T7" fmla="*/ 299 h 299"/>
                <a:gd name="T8" fmla="*/ 9 w 70"/>
                <a:gd name="T9" fmla="*/ 285 h 299"/>
                <a:gd name="T10" fmla="*/ 0 w 70"/>
                <a:gd name="T11" fmla="*/ 258 h 299"/>
                <a:gd name="T12" fmla="*/ 0 w 70"/>
                <a:gd name="T13" fmla="*/ 12 h 299"/>
                <a:gd name="T14" fmla="*/ 0 w 70"/>
                <a:gd name="T15" fmla="*/ 0 h 299"/>
                <a:gd name="T16" fmla="*/ 11 w 70"/>
                <a:gd name="T17" fmla="*/ 0 h 299"/>
                <a:gd name="T18" fmla="*/ 58 w 70"/>
                <a:gd name="T19" fmla="*/ 0 h 299"/>
                <a:gd name="T20" fmla="*/ 70 w 70"/>
                <a:gd name="T21" fmla="*/ 0 h 299"/>
                <a:gd name="T22" fmla="*/ 70 w 70"/>
                <a:gd name="T23" fmla="*/ 12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0" h="299">
                  <a:moveTo>
                    <a:pt x="70" y="12"/>
                  </a:moveTo>
                  <a:lnTo>
                    <a:pt x="70" y="258"/>
                  </a:lnTo>
                  <a:cubicBezTo>
                    <a:pt x="70" y="268"/>
                    <a:pt x="67" y="277"/>
                    <a:pt x="61" y="285"/>
                  </a:cubicBezTo>
                  <a:cubicBezTo>
                    <a:pt x="55" y="293"/>
                    <a:pt x="46" y="299"/>
                    <a:pt x="35" y="299"/>
                  </a:cubicBezTo>
                  <a:cubicBezTo>
                    <a:pt x="25" y="299"/>
                    <a:pt x="15" y="293"/>
                    <a:pt x="9" y="285"/>
                  </a:cubicBezTo>
                  <a:cubicBezTo>
                    <a:pt x="3" y="277"/>
                    <a:pt x="0" y="268"/>
                    <a:pt x="0" y="258"/>
                  </a:cubicBezTo>
                  <a:lnTo>
                    <a:pt x="0" y="12"/>
                  </a:lnTo>
                  <a:lnTo>
                    <a:pt x="0" y="0"/>
                  </a:lnTo>
                  <a:lnTo>
                    <a:pt x="11" y="0"/>
                  </a:lnTo>
                  <a:lnTo>
                    <a:pt x="58" y="0"/>
                  </a:lnTo>
                  <a:lnTo>
                    <a:pt x="70" y="0"/>
                  </a:lnTo>
                  <a:lnTo>
                    <a:pt x="70" y="1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Meiryo UI" panose="020B0604030504040204" pitchFamily="50" charset="-128"/>
              </a:endParaRPr>
            </a:p>
          </p:txBody>
        </p:sp>
      </p:grpSp>
      <p:sp>
        <p:nvSpPr>
          <p:cNvPr id="27" name="자유형: 도형 52">
            <a:extLst>
              <a:ext uri="{FF2B5EF4-FFF2-40B4-BE49-F238E27FC236}">
                <a16:creationId xmlns:a16="http://schemas.microsoft.com/office/drawing/2014/main" id="{27DB491F-7404-40E3-811C-7E1033C459C9}"/>
              </a:ext>
            </a:extLst>
          </p:cNvPr>
          <p:cNvSpPr/>
          <p:nvPr/>
        </p:nvSpPr>
        <p:spPr>
          <a:xfrm rot="382209">
            <a:off x="8098637" y="1205450"/>
            <a:ext cx="901948" cy="1638198"/>
          </a:xfrm>
          <a:custGeom>
            <a:avLst/>
            <a:gdLst>
              <a:gd name="connsiteX0" fmla="*/ 214219 w 1074535"/>
              <a:gd name="connsiteY0" fmla="*/ 1091637 h 1918453"/>
              <a:gd name="connsiteX1" fmla="*/ 235318 w 1074535"/>
              <a:gd name="connsiteY1" fmla="*/ 1098104 h 1918453"/>
              <a:gd name="connsiteX2" fmla="*/ 264814 w 1074535"/>
              <a:gd name="connsiteY2" fmla="*/ 1100973 h 1918453"/>
              <a:gd name="connsiteX3" fmla="*/ 328003 w 1074535"/>
              <a:gd name="connsiteY3" fmla="*/ 1100750 h 1918453"/>
              <a:gd name="connsiteX4" fmla="*/ 363240 w 1074535"/>
              <a:gd name="connsiteY4" fmla="*/ 1093506 h 1918453"/>
              <a:gd name="connsiteX5" fmla="*/ 373128 w 1074535"/>
              <a:gd name="connsiteY5" fmla="*/ 1800548 h 1918453"/>
              <a:gd name="connsiteX6" fmla="*/ 372697 w 1074535"/>
              <a:gd name="connsiteY6" fmla="*/ 1805518 h 1918453"/>
              <a:gd name="connsiteX7" fmla="*/ 373239 w 1074535"/>
              <a:gd name="connsiteY7" fmla="*/ 1844277 h 1918453"/>
              <a:gd name="connsiteX8" fmla="*/ 301116 w 1074535"/>
              <a:gd name="connsiteY8" fmla="*/ 1918446 h 1918453"/>
              <a:gd name="connsiteX9" fmla="*/ 226946 w 1074535"/>
              <a:gd name="connsiteY9" fmla="*/ 1846323 h 1918453"/>
              <a:gd name="connsiteX10" fmla="*/ 226574 w 1074535"/>
              <a:gd name="connsiteY10" fmla="*/ 1819736 h 1918453"/>
              <a:gd name="connsiteX11" fmla="*/ 225885 w 1074535"/>
              <a:gd name="connsiteY11" fmla="*/ 1817621 h 1918453"/>
              <a:gd name="connsiteX12" fmla="*/ 224163 w 1074535"/>
              <a:gd name="connsiteY12" fmla="*/ 1802631 h 1918453"/>
              <a:gd name="connsiteX13" fmla="*/ 883809 w 1074535"/>
              <a:gd name="connsiteY13" fmla="*/ 416500 h 1918453"/>
              <a:gd name="connsiteX14" fmla="*/ 957090 w 1074535"/>
              <a:gd name="connsiteY14" fmla="*/ 454060 h 1918453"/>
              <a:gd name="connsiteX15" fmla="*/ 957089 w 1074535"/>
              <a:gd name="connsiteY15" fmla="*/ 454060 h 1918453"/>
              <a:gd name="connsiteX16" fmla="*/ 951038 w 1074535"/>
              <a:gd name="connsiteY16" fmla="*/ 536184 h 1918453"/>
              <a:gd name="connsiteX17" fmla="*/ 944731 w 1074535"/>
              <a:gd name="connsiteY17" fmla="*/ 541616 h 1918453"/>
              <a:gd name="connsiteX18" fmla="*/ 1074535 w 1074535"/>
              <a:gd name="connsiteY18" fmla="*/ 1366500 h 1918453"/>
              <a:gd name="connsiteX19" fmla="*/ 1029371 w 1074535"/>
              <a:gd name="connsiteY19" fmla="*/ 1373606 h 1918453"/>
              <a:gd name="connsiteX20" fmla="*/ 902906 w 1074535"/>
              <a:gd name="connsiteY20" fmla="*/ 569935 h 1918453"/>
              <a:gd name="connsiteX21" fmla="*/ 661675 w 1074535"/>
              <a:gd name="connsiteY21" fmla="*/ 705442 h 1918453"/>
              <a:gd name="connsiteX22" fmla="*/ 653401 w 1074535"/>
              <a:gd name="connsiteY22" fmla="*/ 708573 h 1918453"/>
              <a:gd name="connsiteX23" fmla="*/ 653770 w 1074535"/>
              <a:gd name="connsiteY23" fmla="*/ 539006 h 1918453"/>
              <a:gd name="connsiteX24" fmla="*/ 855663 w 1074535"/>
              <a:gd name="connsiteY24" fmla="*/ 425597 h 1918453"/>
              <a:gd name="connsiteX25" fmla="*/ 883809 w 1074535"/>
              <a:gd name="connsiteY25" fmla="*/ 416500 h 1918453"/>
              <a:gd name="connsiteX26" fmla="*/ 29148 w 1074535"/>
              <a:gd name="connsiteY26" fmla="*/ 400981 h 1918453"/>
              <a:gd name="connsiteX27" fmla="*/ 125491 w 1074535"/>
              <a:gd name="connsiteY27" fmla="*/ 400981 h 1918453"/>
              <a:gd name="connsiteX28" fmla="*/ 149578 w 1074535"/>
              <a:gd name="connsiteY28" fmla="*/ 425068 h 1918453"/>
              <a:gd name="connsiteX29" fmla="*/ 149578 w 1074535"/>
              <a:gd name="connsiteY29" fmla="*/ 965515 h 1918453"/>
              <a:gd name="connsiteX30" fmla="*/ 125491 w 1074535"/>
              <a:gd name="connsiteY30" fmla="*/ 989602 h 1918453"/>
              <a:gd name="connsiteX31" fmla="*/ 29148 w 1074535"/>
              <a:gd name="connsiteY31" fmla="*/ 989602 h 1918453"/>
              <a:gd name="connsiteX32" fmla="*/ 5061 w 1074535"/>
              <a:gd name="connsiteY32" fmla="*/ 965515 h 1918453"/>
              <a:gd name="connsiteX33" fmla="*/ 5061 w 1074535"/>
              <a:gd name="connsiteY33" fmla="*/ 425068 h 1918453"/>
              <a:gd name="connsiteX34" fmla="*/ 29148 w 1074535"/>
              <a:gd name="connsiteY34" fmla="*/ 400981 h 1918453"/>
              <a:gd name="connsiteX35" fmla="*/ 193377 w 1074535"/>
              <a:gd name="connsiteY35" fmla="*/ 366766 h 1918453"/>
              <a:gd name="connsiteX36" fmla="*/ 363365 w 1074535"/>
              <a:gd name="connsiteY36" fmla="*/ 390446 h 1918453"/>
              <a:gd name="connsiteX37" fmla="*/ 374173 w 1074535"/>
              <a:gd name="connsiteY37" fmla="*/ 392126 h 1918453"/>
              <a:gd name="connsiteX38" fmla="*/ 376882 w 1074535"/>
              <a:gd name="connsiteY38" fmla="*/ 393125 h 1918453"/>
              <a:gd name="connsiteX39" fmla="*/ 377281 w 1074535"/>
              <a:gd name="connsiteY39" fmla="*/ 393272 h 1918453"/>
              <a:gd name="connsiteX40" fmla="*/ 401926 w 1074535"/>
              <a:gd name="connsiteY40" fmla="*/ 402363 h 1918453"/>
              <a:gd name="connsiteX41" fmla="*/ 437148 w 1074535"/>
              <a:gd name="connsiteY41" fmla="*/ 462107 h 1918453"/>
              <a:gd name="connsiteX42" fmla="*/ 437102 w 1074535"/>
              <a:gd name="connsiteY42" fmla="*/ 462973 h 1918453"/>
              <a:gd name="connsiteX43" fmla="*/ 438546 w 1074535"/>
              <a:gd name="connsiteY43" fmla="*/ 467567 h 1918453"/>
              <a:gd name="connsiteX44" fmla="*/ 440725 w 1074535"/>
              <a:gd name="connsiteY44" fmla="*/ 488448 h 1918453"/>
              <a:gd name="connsiteX45" fmla="*/ 440758 w 1074535"/>
              <a:gd name="connsiteY45" fmla="*/ 497890 h 1918453"/>
              <a:gd name="connsiteX46" fmla="*/ 444835 w 1074535"/>
              <a:gd name="connsiteY46" fmla="*/ 495669 h 1918453"/>
              <a:gd name="connsiteX47" fmla="*/ 586852 w 1074535"/>
              <a:gd name="connsiteY47" fmla="*/ 546135 h 1918453"/>
              <a:gd name="connsiteX48" fmla="*/ 586511 w 1074535"/>
              <a:gd name="connsiteY48" fmla="*/ 703318 h 1918453"/>
              <a:gd name="connsiteX49" fmla="*/ 579551 w 1074535"/>
              <a:gd name="connsiteY49" fmla="*/ 699391 h 1918453"/>
              <a:gd name="connsiteX50" fmla="*/ 576534 w 1074535"/>
              <a:gd name="connsiteY50" fmla="*/ 695889 h 1918453"/>
              <a:gd name="connsiteX51" fmla="*/ 554440 w 1074535"/>
              <a:gd name="connsiteY51" fmla="*/ 692725 h 1918453"/>
              <a:gd name="connsiteX52" fmla="*/ 441305 w 1074535"/>
              <a:gd name="connsiteY52" fmla="*/ 652522 h 1918453"/>
              <a:gd name="connsiteX53" fmla="*/ 442217 w 1074535"/>
              <a:gd name="connsiteY53" fmla="*/ 910615 h 1918453"/>
              <a:gd name="connsiteX54" fmla="*/ 716699 w 1074535"/>
              <a:gd name="connsiteY54" fmla="*/ 926527 h 1918453"/>
              <a:gd name="connsiteX55" fmla="*/ 745307 w 1074535"/>
              <a:gd name="connsiteY55" fmla="*/ 934049 h 1918453"/>
              <a:gd name="connsiteX56" fmla="*/ 747791 w 1074535"/>
              <a:gd name="connsiteY56" fmla="*/ 935941 h 1918453"/>
              <a:gd name="connsiteX57" fmla="*/ 749560 w 1074535"/>
              <a:gd name="connsiteY57" fmla="*/ 936081 h 1918453"/>
              <a:gd name="connsiteX58" fmla="*/ 802979 w 1074535"/>
              <a:gd name="connsiteY58" fmla="*/ 998747 h 1918453"/>
              <a:gd name="connsiteX59" fmla="*/ 843164 w 1074535"/>
              <a:gd name="connsiteY59" fmla="*/ 1399260 h 1918453"/>
              <a:gd name="connsiteX60" fmla="*/ 781299 w 1074535"/>
              <a:gd name="connsiteY60" fmla="*/ 1451340 h 1918453"/>
              <a:gd name="connsiteX61" fmla="*/ 703433 w 1074535"/>
              <a:gd name="connsiteY61" fmla="*/ 1401491 h 1918453"/>
              <a:gd name="connsiteX62" fmla="*/ 700590 w 1074535"/>
              <a:gd name="connsiteY62" fmla="*/ 1388463 h 1918453"/>
              <a:gd name="connsiteX63" fmla="*/ 700124 w 1074535"/>
              <a:gd name="connsiteY63" fmla="*/ 1388469 h 1918453"/>
              <a:gd name="connsiteX64" fmla="*/ 661854 w 1074535"/>
              <a:gd name="connsiteY64" fmla="*/ 1072578 h 1918453"/>
              <a:gd name="connsiteX65" fmla="*/ 341945 w 1074535"/>
              <a:gd name="connsiteY65" fmla="*/ 1054034 h 1918453"/>
              <a:gd name="connsiteX66" fmla="*/ 339071 w 1074535"/>
              <a:gd name="connsiteY66" fmla="*/ 1054624 h 1918453"/>
              <a:gd name="connsiteX67" fmla="*/ 294302 w 1074535"/>
              <a:gd name="connsiteY67" fmla="*/ 1054782 h 1918453"/>
              <a:gd name="connsiteX68" fmla="*/ 190282 w 1074535"/>
              <a:gd name="connsiteY68" fmla="*/ 951495 h 1918453"/>
              <a:gd name="connsiteX69" fmla="*/ 193377 w 1074535"/>
              <a:gd name="connsiteY69" fmla="*/ 366766 h 1918453"/>
              <a:gd name="connsiteX70" fmla="*/ 21662 w 1074535"/>
              <a:gd name="connsiteY70" fmla="*/ 245799 h 1918453"/>
              <a:gd name="connsiteX71" fmla="*/ 123521 w 1074535"/>
              <a:gd name="connsiteY71" fmla="*/ 245799 h 1918453"/>
              <a:gd name="connsiteX72" fmla="*/ 145183 w 1074535"/>
              <a:gd name="connsiteY72" fmla="*/ 267461 h 1918453"/>
              <a:gd name="connsiteX73" fmla="*/ 145183 w 1074535"/>
              <a:gd name="connsiteY73" fmla="*/ 354108 h 1918453"/>
              <a:gd name="connsiteX74" fmla="*/ 123521 w 1074535"/>
              <a:gd name="connsiteY74" fmla="*/ 375770 h 1918453"/>
              <a:gd name="connsiteX75" fmla="*/ 21662 w 1074535"/>
              <a:gd name="connsiteY75" fmla="*/ 375770 h 1918453"/>
              <a:gd name="connsiteX76" fmla="*/ 0 w 1074535"/>
              <a:gd name="connsiteY76" fmla="*/ 354108 h 1918453"/>
              <a:gd name="connsiteX77" fmla="*/ 0 w 1074535"/>
              <a:gd name="connsiteY77" fmla="*/ 267461 h 1918453"/>
              <a:gd name="connsiteX78" fmla="*/ 21662 w 1074535"/>
              <a:gd name="connsiteY78" fmla="*/ 245799 h 1918453"/>
              <a:gd name="connsiteX79" fmla="*/ 314247 w 1074535"/>
              <a:gd name="connsiteY79" fmla="*/ 3674 h 1918453"/>
              <a:gd name="connsiteX80" fmla="*/ 349632 w 1074535"/>
              <a:gd name="connsiteY80" fmla="*/ 0 h 1918453"/>
              <a:gd name="connsiteX81" fmla="*/ 521798 w 1074535"/>
              <a:gd name="connsiteY81" fmla="*/ 140102 h 1918453"/>
              <a:gd name="connsiteX82" fmla="*/ 385371 w 1074535"/>
              <a:gd name="connsiteY82" fmla="*/ 347654 h 1918453"/>
              <a:gd name="connsiteX83" fmla="*/ 177819 w 1074535"/>
              <a:gd name="connsiteY83" fmla="*/ 211226 h 1918453"/>
              <a:gd name="connsiteX84" fmla="*/ 314247 w 1074535"/>
              <a:gd name="connsiteY84" fmla="*/ 3674 h 1918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074535" h="1918453">
                <a:moveTo>
                  <a:pt x="214219" y="1091637"/>
                </a:moveTo>
                <a:lnTo>
                  <a:pt x="235318" y="1098104"/>
                </a:lnTo>
                <a:cubicBezTo>
                  <a:pt x="244849" y="1100020"/>
                  <a:pt x="254714" y="1101008"/>
                  <a:pt x="264814" y="1100973"/>
                </a:cubicBezTo>
                <a:lnTo>
                  <a:pt x="328003" y="1100750"/>
                </a:lnTo>
                <a:lnTo>
                  <a:pt x="363240" y="1093506"/>
                </a:lnTo>
                <a:cubicBezTo>
                  <a:pt x="366536" y="1329186"/>
                  <a:pt x="369832" y="1564867"/>
                  <a:pt x="373128" y="1800548"/>
                </a:cubicBezTo>
                <a:cubicBezTo>
                  <a:pt x="372984" y="1802205"/>
                  <a:pt x="372841" y="1803861"/>
                  <a:pt x="372697" y="1805518"/>
                </a:cubicBezTo>
                <a:lnTo>
                  <a:pt x="373239" y="1844277"/>
                </a:lnTo>
                <a:cubicBezTo>
                  <a:pt x="373804" y="1884675"/>
                  <a:pt x="341513" y="1917882"/>
                  <a:pt x="301116" y="1918446"/>
                </a:cubicBezTo>
                <a:cubicBezTo>
                  <a:pt x="260717" y="1919011"/>
                  <a:pt x="227512" y="1886721"/>
                  <a:pt x="226946" y="1846323"/>
                </a:cubicBezTo>
                <a:lnTo>
                  <a:pt x="226574" y="1819736"/>
                </a:lnTo>
                <a:lnTo>
                  <a:pt x="225885" y="1817621"/>
                </a:lnTo>
                <a:cubicBezTo>
                  <a:pt x="224826" y="1812786"/>
                  <a:pt x="224234" y="1807773"/>
                  <a:pt x="224163" y="1802631"/>
                </a:cubicBezTo>
                <a:close/>
                <a:moveTo>
                  <a:pt x="883809" y="416500"/>
                </a:moveTo>
                <a:cubicBezTo>
                  <a:pt x="912657" y="413265"/>
                  <a:pt x="941978" y="427160"/>
                  <a:pt x="957090" y="454060"/>
                </a:cubicBezTo>
                <a:cubicBezTo>
                  <a:pt x="957089" y="454060"/>
                  <a:pt x="957089" y="454060"/>
                  <a:pt x="957089" y="454060"/>
                </a:cubicBezTo>
                <a:cubicBezTo>
                  <a:pt x="972200" y="480962"/>
                  <a:pt x="968810" y="513231"/>
                  <a:pt x="951038" y="536184"/>
                </a:cubicBezTo>
                <a:lnTo>
                  <a:pt x="944731" y="541616"/>
                </a:lnTo>
                <a:lnTo>
                  <a:pt x="1074535" y="1366500"/>
                </a:lnTo>
                <a:lnTo>
                  <a:pt x="1029371" y="1373606"/>
                </a:lnTo>
                <a:lnTo>
                  <a:pt x="902906" y="569935"/>
                </a:lnTo>
                <a:lnTo>
                  <a:pt x="661675" y="705442"/>
                </a:lnTo>
                <a:lnTo>
                  <a:pt x="653401" y="708573"/>
                </a:lnTo>
                <a:lnTo>
                  <a:pt x="653770" y="539006"/>
                </a:lnTo>
                <a:cubicBezTo>
                  <a:pt x="721067" y="501203"/>
                  <a:pt x="788364" y="463400"/>
                  <a:pt x="855663" y="425597"/>
                </a:cubicBezTo>
                <a:cubicBezTo>
                  <a:pt x="864630" y="420560"/>
                  <a:pt x="874193" y="417578"/>
                  <a:pt x="883809" y="416500"/>
                </a:cubicBezTo>
                <a:close/>
                <a:moveTo>
                  <a:pt x="29148" y="400981"/>
                </a:moveTo>
                <a:lnTo>
                  <a:pt x="125491" y="400981"/>
                </a:lnTo>
                <a:cubicBezTo>
                  <a:pt x="138794" y="400981"/>
                  <a:pt x="149578" y="411765"/>
                  <a:pt x="149578" y="425068"/>
                </a:cubicBezTo>
                <a:lnTo>
                  <a:pt x="149578" y="965515"/>
                </a:lnTo>
                <a:cubicBezTo>
                  <a:pt x="149578" y="978818"/>
                  <a:pt x="138794" y="989602"/>
                  <a:pt x="125491" y="989602"/>
                </a:cubicBezTo>
                <a:lnTo>
                  <a:pt x="29148" y="989602"/>
                </a:lnTo>
                <a:cubicBezTo>
                  <a:pt x="15845" y="989602"/>
                  <a:pt x="5061" y="978818"/>
                  <a:pt x="5061" y="965515"/>
                </a:cubicBezTo>
                <a:lnTo>
                  <a:pt x="5061" y="425068"/>
                </a:lnTo>
                <a:cubicBezTo>
                  <a:pt x="5061" y="411765"/>
                  <a:pt x="15845" y="400981"/>
                  <a:pt x="29148" y="400981"/>
                </a:cubicBezTo>
                <a:close/>
                <a:moveTo>
                  <a:pt x="193377" y="366766"/>
                </a:moveTo>
                <a:cubicBezTo>
                  <a:pt x="225956" y="368211"/>
                  <a:pt x="333232" y="386219"/>
                  <a:pt x="363365" y="390446"/>
                </a:cubicBezTo>
                <a:lnTo>
                  <a:pt x="374173" y="392126"/>
                </a:lnTo>
                <a:lnTo>
                  <a:pt x="376882" y="393125"/>
                </a:lnTo>
                <a:lnTo>
                  <a:pt x="377281" y="393272"/>
                </a:lnTo>
                <a:lnTo>
                  <a:pt x="401926" y="402363"/>
                </a:lnTo>
                <a:cubicBezTo>
                  <a:pt x="422494" y="415097"/>
                  <a:pt x="435971" y="437387"/>
                  <a:pt x="437148" y="462107"/>
                </a:cubicBezTo>
                <a:cubicBezTo>
                  <a:pt x="437133" y="462396"/>
                  <a:pt x="437118" y="462684"/>
                  <a:pt x="437102" y="462973"/>
                </a:cubicBezTo>
                <a:lnTo>
                  <a:pt x="438546" y="467567"/>
                </a:lnTo>
                <a:cubicBezTo>
                  <a:pt x="439950" y="474309"/>
                  <a:pt x="440700" y="481293"/>
                  <a:pt x="440725" y="488448"/>
                </a:cubicBezTo>
                <a:lnTo>
                  <a:pt x="440758" y="497890"/>
                </a:lnTo>
                <a:lnTo>
                  <a:pt x="444835" y="495669"/>
                </a:lnTo>
                <a:lnTo>
                  <a:pt x="586852" y="546135"/>
                </a:lnTo>
                <a:lnTo>
                  <a:pt x="586511" y="703318"/>
                </a:lnTo>
                <a:lnTo>
                  <a:pt x="579551" y="699391"/>
                </a:lnTo>
                <a:lnTo>
                  <a:pt x="576534" y="695889"/>
                </a:lnTo>
                <a:lnTo>
                  <a:pt x="554440" y="692725"/>
                </a:lnTo>
                <a:lnTo>
                  <a:pt x="441305" y="652522"/>
                </a:lnTo>
                <a:lnTo>
                  <a:pt x="442217" y="910615"/>
                </a:lnTo>
                <a:lnTo>
                  <a:pt x="716699" y="926527"/>
                </a:lnTo>
                <a:cubicBezTo>
                  <a:pt x="726967" y="927122"/>
                  <a:pt x="736628" y="929769"/>
                  <a:pt x="745307" y="934049"/>
                </a:cubicBezTo>
                <a:lnTo>
                  <a:pt x="747791" y="935941"/>
                </a:lnTo>
                <a:lnTo>
                  <a:pt x="749560" y="936081"/>
                </a:lnTo>
                <a:cubicBezTo>
                  <a:pt x="777462" y="944092"/>
                  <a:pt x="799270" y="968116"/>
                  <a:pt x="802979" y="998747"/>
                </a:cubicBezTo>
                <a:lnTo>
                  <a:pt x="843164" y="1399260"/>
                </a:lnTo>
                <a:cubicBezTo>
                  <a:pt x="835128" y="1426612"/>
                  <a:pt x="811402" y="1447882"/>
                  <a:pt x="781299" y="1451340"/>
                </a:cubicBezTo>
                <a:cubicBezTo>
                  <a:pt x="746179" y="1455374"/>
                  <a:pt x="714015" y="1433829"/>
                  <a:pt x="703433" y="1401491"/>
                </a:cubicBezTo>
                <a:lnTo>
                  <a:pt x="700590" y="1388463"/>
                </a:lnTo>
                <a:lnTo>
                  <a:pt x="700124" y="1388469"/>
                </a:lnTo>
                <a:lnTo>
                  <a:pt x="661854" y="1072578"/>
                </a:lnTo>
                <a:lnTo>
                  <a:pt x="341945" y="1054034"/>
                </a:lnTo>
                <a:lnTo>
                  <a:pt x="339071" y="1054624"/>
                </a:lnTo>
                <a:lnTo>
                  <a:pt x="294302" y="1054782"/>
                </a:lnTo>
                <a:cubicBezTo>
                  <a:pt x="237055" y="1054985"/>
                  <a:pt x="190484" y="1008742"/>
                  <a:pt x="190282" y="951495"/>
                </a:cubicBezTo>
                <a:cubicBezTo>
                  <a:pt x="176632" y="832469"/>
                  <a:pt x="184916" y="491779"/>
                  <a:pt x="193377" y="366766"/>
                </a:cubicBezTo>
                <a:close/>
                <a:moveTo>
                  <a:pt x="21662" y="245799"/>
                </a:moveTo>
                <a:lnTo>
                  <a:pt x="123521" y="245799"/>
                </a:lnTo>
                <a:cubicBezTo>
                  <a:pt x="135485" y="245799"/>
                  <a:pt x="145183" y="255497"/>
                  <a:pt x="145183" y="267461"/>
                </a:cubicBezTo>
                <a:lnTo>
                  <a:pt x="145183" y="354108"/>
                </a:lnTo>
                <a:cubicBezTo>
                  <a:pt x="145183" y="366072"/>
                  <a:pt x="135485" y="375770"/>
                  <a:pt x="123521" y="375770"/>
                </a:cubicBezTo>
                <a:lnTo>
                  <a:pt x="21662" y="375770"/>
                </a:lnTo>
                <a:cubicBezTo>
                  <a:pt x="9698" y="375770"/>
                  <a:pt x="0" y="366072"/>
                  <a:pt x="0" y="354108"/>
                </a:cubicBezTo>
                <a:lnTo>
                  <a:pt x="0" y="267461"/>
                </a:lnTo>
                <a:cubicBezTo>
                  <a:pt x="0" y="255497"/>
                  <a:pt x="9698" y="245799"/>
                  <a:pt x="21662" y="245799"/>
                </a:cubicBezTo>
                <a:close/>
                <a:moveTo>
                  <a:pt x="314247" y="3674"/>
                </a:moveTo>
                <a:cubicBezTo>
                  <a:pt x="326119" y="1218"/>
                  <a:pt x="337961" y="25"/>
                  <a:pt x="349632" y="0"/>
                </a:cubicBezTo>
                <a:cubicBezTo>
                  <a:pt x="431319" y="-167"/>
                  <a:pt x="504614" y="56988"/>
                  <a:pt x="521798" y="140102"/>
                </a:cubicBezTo>
                <a:cubicBezTo>
                  <a:pt x="541439" y="235089"/>
                  <a:pt x="480358" y="328013"/>
                  <a:pt x="385371" y="347654"/>
                </a:cubicBezTo>
                <a:cubicBezTo>
                  <a:pt x="290384" y="367294"/>
                  <a:pt x="197460" y="306213"/>
                  <a:pt x="177819" y="211226"/>
                </a:cubicBezTo>
                <a:cubicBezTo>
                  <a:pt x="158178" y="116239"/>
                  <a:pt x="219259" y="23314"/>
                  <a:pt x="314247" y="367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4725091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5145932" y="2886075"/>
            <a:ext cx="7046068" cy="677416"/>
          </a:xfrm>
        </p:spPr>
        <p:txBody>
          <a:bodyPr/>
          <a:lstStyle/>
          <a:p>
            <a:r>
              <a:rPr lang="ja-JP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迈向下一步</a:t>
            </a:r>
          </a:p>
        </p:txBody>
      </p:sp>
    </p:spTree>
    <p:extLst>
      <p:ext uri="{BB962C8B-B14F-4D97-AF65-F5344CB8AC3E}">
        <p14:creationId xmlns:p14="http://schemas.microsoft.com/office/powerpoint/2010/main" val="324870990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23528" y="287255"/>
            <a:ext cx="11573197" cy="1007540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再一次</a:t>
            </a:r>
            <a:r>
              <a:rPr lang="ja-JP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kintone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自定义之路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EEFC038-3220-4B9B-A74A-A9B476E3F300}"/>
              </a:ext>
            </a:extLst>
          </p:cNvPr>
          <p:cNvSpPr/>
          <p:nvPr/>
        </p:nvSpPr>
        <p:spPr>
          <a:xfrm>
            <a:off x="933973" y="3926457"/>
            <a:ext cx="2581200" cy="19849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Meiryo UI" panose="020B0604030504040204" pitchFamily="50" charset="-128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23CD34F-20CE-4F9F-ADE4-D449EA3EDE31}"/>
              </a:ext>
            </a:extLst>
          </p:cNvPr>
          <p:cNvSpPr/>
          <p:nvPr/>
        </p:nvSpPr>
        <p:spPr>
          <a:xfrm>
            <a:off x="3510677" y="3476437"/>
            <a:ext cx="2581200" cy="19849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Meiryo UI" panose="020B0604030504040204" pitchFamily="50" charset="-128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B5620EF-F69C-4442-A840-33265C23A231}"/>
              </a:ext>
            </a:extLst>
          </p:cNvPr>
          <p:cNvSpPr/>
          <p:nvPr/>
        </p:nvSpPr>
        <p:spPr>
          <a:xfrm>
            <a:off x="6087380" y="3018740"/>
            <a:ext cx="2581200" cy="198499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Meiryo UI" panose="020B0604030504040204" pitchFamily="50" charset="-128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B6B5270-55BA-4D98-890C-6056ACF88274}"/>
              </a:ext>
            </a:extLst>
          </p:cNvPr>
          <p:cNvSpPr/>
          <p:nvPr/>
        </p:nvSpPr>
        <p:spPr>
          <a:xfrm>
            <a:off x="8664084" y="2533650"/>
            <a:ext cx="2581200" cy="198499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Meiryo UI" panose="020B0604030504040204" pitchFamily="50" charset="-128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93569B6-29AC-4963-9315-5EA021AC31C6}"/>
              </a:ext>
            </a:extLst>
          </p:cNvPr>
          <p:cNvSpPr/>
          <p:nvPr/>
        </p:nvSpPr>
        <p:spPr>
          <a:xfrm>
            <a:off x="933854" y="5438433"/>
            <a:ext cx="2581319" cy="715338"/>
          </a:xfrm>
          <a:custGeom>
            <a:avLst/>
            <a:gdLst/>
            <a:ahLst/>
            <a:cxnLst/>
            <a:rect l="l" t="t" r="r" b="b"/>
            <a:pathLst>
              <a:path w="1512168" h="656456">
                <a:moveTo>
                  <a:pt x="0" y="0"/>
                </a:moveTo>
                <a:lnTo>
                  <a:pt x="1512168" y="0"/>
                </a:lnTo>
                <a:lnTo>
                  <a:pt x="1512168" y="440432"/>
                </a:lnTo>
                <a:lnTo>
                  <a:pt x="881378" y="440432"/>
                </a:lnTo>
                <a:lnTo>
                  <a:pt x="756084" y="656456"/>
                </a:lnTo>
                <a:lnTo>
                  <a:pt x="630790" y="440432"/>
                </a:lnTo>
                <a:lnTo>
                  <a:pt x="0" y="440432"/>
                </a:lnTo>
                <a:close/>
              </a:path>
            </a:pathLst>
          </a:custGeom>
          <a:solidFill>
            <a:srgbClr val="6B47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18C709E-B443-4EF9-9A6F-38268BFE6911}"/>
              </a:ext>
            </a:extLst>
          </p:cNvPr>
          <p:cNvSpPr/>
          <p:nvPr/>
        </p:nvSpPr>
        <p:spPr>
          <a:xfrm>
            <a:off x="3510558" y="4982099"/>
            <a:ext cx="2581319" cy="715257"/>
          </a:xfrm>
          <a:custGeom>
            <a:avLst/>
            <a:gdLst/>
            <a:ahLst/>
            <a:cxnLst/>
            <a:rect l="l" t="t" r="r" b="b"/>
            <a:pathLst>
              <a:path w="1512168" h="656456">
                <a:moveTo>
                  <a:pt x="0" y="0"/>
                </a:moveTo>
                <a:lnTo>
                  <a:pt x="1512168" y="0"/>
                </a:lnTo>
                <a:lnTo>
                  <a:pt x="1512168" y="440432"/>
                </a:lnTo>
                <a:lnTo>
                  <a:pt x="881378" y="440432"/>
                </a:lnTo>
                <a:lnTo>
                  <a:pt x="756084" y="656456"/>
                </a:lnTo>
                <a:lnTo>
                  <a:pt x="630790" y="440432"/>
                </a:lnTo>
                <a:lnTo>
                  <a:pt x="0" y="440432"/>
                </a:lnTo>
                <a:close/>
              </a:path>
            </a:pathLst>
          </a:custGeom>
          <a:solidFill>
            <a:srgbClr val="6B47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910668B3-D242-4DC4-91DD-34669E2808EF}"/>
              </a:ext>
            </a:extLst>
          </p:cNvPr>
          <p:cNvSpPr/>
          <p:nvPr/>
        </p:nvSpPr>
        <p:spPr>
          <a:xfrm>
            <a:off x="6087261" y="4524403"/>
            <a:ext cx="2581319" cy="715338"/>
          </a:xfrm>
          <a:custGeom>
            <a:avLst/>
            <a:gdLst/>
            <a:ahLst/>
            <a:cxnLst/>
            <a:rect l="l" t="t" r="r" b="b"/>
            <a:pathLst>
              <a:path w="1512168" h="656456">
                <a:moveTo>
                  <a:pt x="0" y="0"/>
                </a:moveTo>
                <a:lnTo>
                  <a:pt x="1512168" y="0"/>
                </a:lnTo>
                <a:lnTo>
                  <a:pt x="1512168" y="440432"/>
                </a:lnTo>
                <a:lnTo>
                  <a:pt x="881378" y="440432"/>
                </a:lnTo>
                <a:lnTo>
                  <a:pt x="756084" y="656456"/>
                </a:lnTo>
                <a:lnTo>
                  <a:pt x="630790" y="440432"/>
                </a:lnTo>
                <a:lnTo>
                  <a:pt x="0" y="440432"/>
                </a:lnTo>
                <a:close/>
              </a:path>
            </a:pathLst>
          </a:custGeom>
          <a:solidFill>
            <a:srgbClr val="6B47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142EC2B6-BEDF-4C29-8D68-10C4750E2FD2}"/>
              </a:ext>
            </a:extLst>
          </p:cNvPr>
          <p:cNvSpPr/>
          <p:nvPr/>
        </p:nvSpPr>
        <p:spPr>
          <a:xfrm>
            <a:off x="8663965" y="4051948"/>
            <a:ext cx="2581319" cy="715338"/>
          </a:xfrm>
          <a:custGeom>
            <a:avLst/>
            <a:gdLst/>
            <a:ahLst/>
            <a:cxnLst/>
            <a:rect l="l" t="t" r="r" b="b"/>
            <a:pathLst>
              <a:path w="1512168" h="656456">
                <a:moveTo>
                  <a:pt x="0" y="0"/>
                </a:moveTo>
                <a:lnTo>
                  <a:pt x="1512168" y="0"/>
                </a:lnTo>
                <a:lnTo>
                  <a:pt x="1512168" y="440432"/>
                </a:lnTo>
                <a:lnTo>
                  <a:pt x="881378" y="440432"/>
                </a:lnTo>
                <a:lnTo>
                  <a:pt x="756084" y="656456"/>
                </a:lnTo>
                <a:lnTo>
                  <a:pt x="630790" y="440432"/>
                </a:lnTo>
                <a:lnTo>
                  <a:pt x="0" y="440432"/>
                </a:lnTo>
                <a:close/>
              </a:path>
            </a:pathLst>
          </a:custGeom>
          <a:solidFill>
            <a:srgbClr val="6B47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7BF3B0-347D-4715-B33E-E2D3A4F3E355}"/>
              </a:ext>
            </a:extLst>
          </p:cNvPr>
          <p:cNvSpPr txBox="1"/>
          <p:nvPr/>
        </p:nvSpPr>
        <p:spPr>
          <a:xfrm>
            <a:off x="1467535" y="5534241"/>
            <a:ext cx="15094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>
                <a:solidFill>
                  <a:schemeClr val="bg1"/>
                </a:solidFill>
                <a:latin typeface="Meiryo UI" panose="020B0604030504040204" pitchFamily="50" charset="-128"/>
                <a:cs typeface="Calibri" pitchFamily="34" charset="0"/>
              </a:rPr>
              <a:t>Start with...</a:t>
            </a:r>
            <a:endParaRPr lang="ko-KR" altLang="en-US" sz="1400" b="1" dirty="0">
              <a:solidFill>
                <a:schemeClr val="bg1"/>
              </a:solidFill>
              <a:latin typeface="Meiryo UI" panose="020B0604030504040204" pitchFamily="50" charset="-128"/>
              <a:cs typeface="Calibri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9F769C-9CEB-4C0D-8598-FC9F20FEE6B6}"/>
              </a:ext>
            </a:extLst>
          </p:cNvPr>
          <p:cNvSpPr txBox="1"/>
          <p:nvPr/>
        </p:nvSpPr>
        <p:spPr>
          <a:xfrm>
            <a:off x="4048734" y="5057277"/>
            <a:ext cx="15094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>
                <a:solidFill>
                  <a:schemeClr val="bg1"/>
                </a:solidFill>
                <a:latin typeface="Meiryo UI" panose="020B0604030504040204" pitchFamily="50" charset="-128"/>
                <a:cs typeface="Calibri" pitchFamily="34" charset="0"/>
              </a:rPr>
              <a:t>Step 1</a:t>
            </a:r>
            <a:endParaRPr lang="ko-KR" altLang="en-US" sz="1400" b="1" dirty="0">
              <a:solidFill>
                <a:schemeClr val="bg1"/>
              </a:solidFill>
              <a:latin typeface="Meiryo UI" panose="020B0604030504040204" pitchFamily="50" charset="-128"/>
              <a:cs typeface="Calibri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002074-80C5-4DD3-8DD5-96CFDEDB2DF2}"/>
              </a:ext>
            </a:extLst>
          </p:cNvPr>
          <p:cNvSpPr txBox="1"/>
          <p:nvPr/>
        </p:nvSpPr>
        <p:spPr>
          <a:xfrm>
            <a:off x="6623979" y="4606311"/>
            <a:ext cx="15094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>
                <a:solidFill>
                  <a:schemeClr val="bg1"/>
                </a:solidFill>
                <a:latin typeface="Meiryo UI" panose="020B0604030504040204" pitchFamily="50" charset="-128"/>
                <a:cs typeface="Calibri" pitchFamily="34" charset="0"/>
              </a:rPr>
              <a:t>Step 2</a:t>
            </a:r>
            <a:endParaRPr lang="ko-KR" altLang="en-US" sz="1400" b="1" dirty="0">
              <a:solidFill>
                <a:schemeClr val="bg1"/>
              </a:solidFill>
              <a:latin typeface="Meiryo UI" panose="020B0604030504040204" pitchFamily="50" charset="-128"/>
              <a:cs typeface="Calibri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0D6BEE-8CF4-4A1B-BB6B-7A2BB650A983}"/>
              </a:ext>
            </a:extLst>
          </p:cNvPr>
          <p:cNvSpPr txBox="1"/>
          <p:nvPr/>
        </p:nvSpPr>
        <p:spPr>
          <a:xfrm>
            <a:off x="9202201" y="4142346"/>
            <a:ext cx="15094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>
                <a:solidFill>
                  <a:schemeClr val="bg1"/>
                </a:solidFill>
                <a:latin typeface="Meiryo UI" panose="020B0604030504040204" pitchFamily="50" charset="-128"/>
                <a:cs typeface="Calibri" pitchFamily="34" charset="0"/>
              </a:rPr>
              <a:t>Step 3</a:t>
            </a:r>
            <a:endParaRPr lang="ko-KR" altLang="en-US" sz="1400" b="1" dirty="0">
              <a:solidFill>
                <a:schemeClr val="bg1"/>
              </a:solidFill>
              <a:latin typeface="Meiryo UI" panose="020B0604030504040204" pitchFamily="50" charset="-128"/>
              <a:cs typeface="Calibri" pitchFamily="34" charset="0"/>
            </a:endParaRPr>
          </a:p>
        </p:txBody>
      </p:sp>
      <p:sp>
        <p:nvSpPr>
          <p:cNvPr id="53" name="자유형: 도형 52">
            <a:extLst>
              <a:ext uri="{FF2B5EF4-FFF2-40B4-BE49-F238E27FC236}">
                <a16:creationId xmlns:a16="http://schemas.microsoft.com/office/drawing/2014/main" id="{27DB491F-7404-40E3-811C-7E1033C459C9}"/>
              </a:ext>
            </a:extLst>
          </p:cNvPr>
          <p:cNvSpPr/>
          <p:nvPr/>
        </p:nvSpPr>
        <p:spPr>
          <a:xfrm>
            <a:off x="5673535" y="1840950"/>
            <a:ext cx="833682" cy="1488439"/>
          </a:xfrm>
          <a:custGeom>
            <a:avLst/>
            <a:gdLst>
              <a:gd name="connsiteX0" fmla="*/ 214219 w 1074535"/>
              <a:gd name="connsiteY0" fmla="*/ 1091637 h 1918453"/>
              <a:gd name="connsiteX1" fmla="*/ 235318 w 1074535"/>
              <a:gd name="connsiteY1" fmla="*/ 1098104 h 1918453"/>
              <a:gd name="connsiteX2" fmla="*/ 264814 w 1074535"/>
              <a:gd name="connsiteY2" fmla="*/ 1100973 h 1918453"/>
              <a:gd name="connsiteX3" fmla="*/ 328003 w 1074535"/>
              <a:gd name="connsiteY3" fmla="*/ 1100750 h 1918453"/>
              <a:gd name="connsiteX4" fmla="*/ 363240 w 1074535"/>
              <a:gd name="connsiteY4" fmla="*/ 1093506 h 1918453"/>
              <a:gd name="connsiteX5" fmla="*/ 373128 w 1074535"/>
              <a:gd name="connsiteY5" fmla="*/ 1800548 h 1918453"/>
              <a:gd name="connsiteX6" fmla="*/ 372697 w 1074535"/>
              <a:gd name="connsiteY6" fmla="*/ 1805518 h 1918453"/>
              <a:gd name="connsiteX7" fmla="*/ 373239 w 1074535"/>
              <a:gd name="connsiteY7" fmla="*/ 1844277 h 1918453"/>
              <a:gd name="connsiteX8" fmla="*/ 301116 w 1074535"/>
              <a:gd name="connsiteY8" fmla="*/ 1918446 h 1918453"/>
              <a:gd name="connsiteX9" fmla="*/ 226946 w 1074535"/>
              <a:gd name="connsiteY9" fmla="*/ 1846323 h 1918453"/>
              <a:gd name="connsiteX10" fmla="*/ 226574 w 1074535"/>
              <a:gd name="connsiteY10" fmla="*/ 1819736 h 1918453"/>
              <a:gd name="connsiteX11" fmla="*/ 225885 w 1074535"/>
              <a:gd name="connsiteY11" fmla="*/ 1817621 h 1918453"/>
              <a:gd name="connsiteX12" fmla="*/ 224163 w 1074535"/>
              <a:gd name="connsiteY12" fmla="*/ 1802631 h 1918453"/>
              <a:gd name="connsiteX13" fmla="*/ 883809 w 1074535"/>
              <a:gd name="connsiteY13" fmla="*/ 416500 h 1918453"/>
              <a:gd name="connsiteX14" fmla="*/ 957090 w 1074535"/>
              <a:gd name="connsiteY14" fmla="*/ 454060 h 1918453"/>
              <a:gd name="connsiteX15" fmla="*/ 957089 w 1074535"/>
              <a:gd name="connsiteY15" fmla="*/ 454060 h 1918453"/>
              <a:gd name="connsiteX16" fmla="*/ 951038 w 1074535"/>
              <a:gd name="connsiteY16" fmla="*/ 536184 h 1918453"/>
              <a:gd name="connsiteX17" fmla="*/ 944731 w 1074535"/>
              <a:gd name="connsiteY17" fmla="*/ 541616 h 1918453"/>
              <a:gd name="connsiteX18" fmla="*/ 1074535 w 1074535"/>
              <a:gd name="connsiteY18" fmla="*/ 1366500 h 1918453"/>
              <a:gd name="connsiteX19" fmla="*/ 1029371 w 1074535"/>
              <a:gd name="connsiteY19" fmla="*/ 1373606 h 1918453"/>
              <a:gd name="connsiteX20" fmla="*/ 902906 w 1074535"/>
              <a:gd name="connsiteY20" fmla="*/ 569935 h 1918453"/>
              <a:gd name="connsiteX21" fmla="*/ 661675 w 1074535"/>
              <a:gd name="connsiteY21" fmla="*/ 705442 h 1918453"/>
              <a:gd name="connsiteX22" fmla="*/ 653401 w 1074535"/>
              <a:gd name="connsiteY22" fmla="*/ 708573 h 1918453"/>
              <a:gd name="connsiteX23" fmla="*/ 653770 w 1074535"/>
              <a:gd name="connsiteY23" fmla="*/ 539006 h 1918453"/>
              <a:gd name="connsiteX24" fmla="*/ 855663 w 1074535"/>
              <a:gd name="connsiteY24" fmla="*/ 425597 h 1918453"/>
              <a:gd name="connsiteX25" fmla="*/ 883809 w 1074535"/>
              <a:gd name="connsiteY25" fmla="*/ 416500 h 1918453"/>
              <a:gd name="connsiteX26" fmla="*/ 29148 w 1074535"/>
              <a:gd name="connsiteY26" fmla="*/ 400981 h 1918453"/>
              <a:gd name="connsiteX27" fmla="*/ 125491 w 1074535"/>
              <a:gd name="connsiteY27" fmla="*/ 400981 h 1918453"/>
              <a:gd name="connsiteX28" fmla="*/ 149578 w 1074535"/>
              <a:gd name="connsiteY28" fmla="*/ 425068 h 1918453"/>
              <a:gd name="connsiteX29" fmla="*/ 149578 w 1074535"/>
              <a:gd name="connsiteY29" fmla="*/ 965515 h 1918453"/>
              <a:gd name="connsiteX30" fmla="*/ 125491 w 1074535"/>
              <a:gd name="connsiteY30" fmla="*/ 989602 h 1918453"/>
              <a:gd name="connsiteX31" fmla="*/ 29148 w 1074535"/>
              <a:gd name="connsiteY31" fmla="*/ 989602 h 1918453"/>
              <a:gd name="connsiteX32" fmla="*/ 5061 w 1074535"/>
              <a:gd name="connsiteY32" fmla="*/ 965515 h 1918453"/>
              <a:gd name="connsiteX33" fmla="*/ 5061 w 1074535"/>
              <a:gd name="connsiteY33" fmla="*/ 425068 h 1918453"/>
              <a:gd name="connsiteX34" fmla="*/ 29148 w 1074535"/>
              <a:gd name="connsiteY34" fmla="*/ 400981 h 1918453"/>
              <a:gd name="connsiteX35" fmla="*/ 193377 w 1074535"/>
              <a:gd name="connsiteY35" fmla="*/ 366766 h 1918453"/>
              <a:gd name="connsiteX36" fmla="*/ 363365 w 1074535"/>
              <a:gd name="connsiteY36" fmla="*/ 390446 h 1918453"/>
              <a:gd name="connsiteX37" fmla="*/ 374173 w 1074535"/>
              <a:gd name="connsiteY37" fmla="*/ 392126 h 1918453"/>
              <a:gd name="connsiteX38" fmla="*/ 376882 w 1074535"/>
              <a:gd name="connsiteY38" fmla="*/ 393125 h 1918453"/>
              <a:gd name="connsiteX39" fmla="*/ 377281 w 1074535"/>
              <a:gd name="connsiteY39" fmla="*/ 393272 h 1918453"/>
              <a:gd name="connsiteX40" fmla="*/ 401926 w 1074535"/>
              <a:gd name="connsiteY40" fmla="*/ 402363 h 1918453"/>
              <a:gd name="connsiteX41" fmla="*/ 437148 w 1074535"/>
              <a:gd name="connsiteY41" fmla="*/ 462107 h 1918453"/>
              <a:gd name="connsiteX42" fmla="*/ 437102 w 1074535"/>
              <a:gd name="connsiteY42" fmla="*/ 462973 h 1918453"/>
              <a:gd name="connsiteX43" fmla="*/ 438546 w 1074535"/>
              <a:gd name="connsiteY43" fmla="*/ 467567 h 1918453"/>
              <a:gd name="connsiteX44" fmla="*/ 440725 w 1074535"/>
              <a:gd name="connsiteY44" fmla="*/ 488448 h 1918453"/>
              <a:gd name="connsiteX45" fmla="*/ 440758 w 1074535"/>
              <a:gd name="connsiteY45" fmla="*/ 497890 h 1918453"/>
              <a:gd name="connsiteX46" fmla="*/ 444835 w 1074535"/>
              <a:gd name="connsiteY46" fmla="*/ 495669 h 1918453"/>
              <a:gd name="connsiteX47" fmla="*/ 586852 w 1074535"/>
              <a:gd name="connsiteY47" fmla="*/ 546135 h 1918453"/>
              <a:gd name="connsiteX48" fmla="*/ 586511 w 1074535"/>
              <a:gd name="connsiteY48" fmla="*/ 703318 h 1918453"/>
              <a:gd name="connsiteX49" fmla="*/ 579551 w 1074535"/>
              <a:gd name="connsiteY49" fmla="*/ 699391 h 1918453"/>
              <a:gd name="connsiteX50" fmla="*/ 576534 w 1074535"/>
              <a:gd name="connsiteY50" fmla="*/ 695889 h 1918453"/>
              <a:gd name="connsiteX51" fmla="*/ 554440 w 1074535"/>
              <a:gd name="connsiteY51" fmla="*/ 692725 h 1918453"/>
              <a:gd name="connsiteX52" fmla="*/ 441305 w 1074535"/>
              <a:gd name="connsiteY52" fmla="*/ 652522 h 1918453"/>
              <a:gd name="connsiteX53" fmla="*/ 442217 w 1074535"/>
              <a:gd name="connsiteY53" fmla="*/ 910615 h 1918453"/>
              <a:gd name="connsiteX54" fmla="*/ 716699 w 1074535"/>
              <a:gd name="connsiteY54" fmla="*/ 926527 h 1918453"/>
              <a:gd name="connsiteX55" fmla="*/ 745307 w 1074535"/>
              <a:gd name="connsiteY55" fmla="*/ 934049 h 1918453"/>
              <a:gd name="connsiteX56" fmla="*/ 747791 w 1074535"/>
              <a:gd name="connsiteY56" fmla="*/ 935941 h 1918453"/>
              <a:gd name="connsiteX57" fmla="*/ 749560 w 1074535"/>
              <a:gd name="connsiteY57" fmla="*/ 936081 h 1918453"/>
              <a:gd name="connsiteX58" fmla="*/ 802979 w 1074535"/>
              <a:gd name="connsiteY58" fmla="*/ 998747 h 1918453"/>
              <a:gd name="connsiteX59" fmla="*/ 843164 w 1074535"/>
              <a:gd name="connsiteY59" fmla="*/ 1399260 h 1918453"/>
              <a:gd name="connsiteX60" fmla="*/ 781299 w 1074535"/>
              <a:gd name="connsiteY60" fmla="*/ 1451340 h 1918453"/>
              <a:gd name="connsiteX61" fmla="*/ 703433 w 1074535"/>
              <a:gd name="connsiteY61" fmla="*/ 1401491 h 1918453"/>
              <a:gd name="connsiteX62" fmla="*/ 700590 w 1074535"/>
              <a:gd name="connsiteY62" fmla="*/ 1388463 h 1918453"/>
              <a:gd name="connsiteX63" fmla="*/ 700124 w 1074535"/>
              <a:gd name="connsiteY63" fmla="*/ 1388469 h 1918453"/>
              <a:gd name="connsiteX64" fmla="*/ 661854 w 1074535"/>
              <a:gd name="connsiteY64" fmla="*/ 1072578 h 1918453"/>
              <a:gd name="connsiteX65" fmla="*/ 341945 w 1074535"/>
              <a:gd name="connsiteY65" fmla="*/ 1054034 h 1918453"/>
              <a:gd name="connsiteX66" fmla="*/ 339071 w 1074535"/>
              <a:gd name="connsiteY66" fmla="*/ 1054624 h 1918453"/>
              <a:gd name="connsiteX67" fmla="*/ 294302 w 1074535"/>
              <a:gd name="connsiteY67" fmla="*/ 1054782 h 1918453"/>
              <a:gd name="connsiteX68" fmla="*/ 190282 w 1074535"/>
              <a:gd name="connsiteY68" fmla="*/ 951495 h 1918453"/>
              <a:gd name="connsiteX69" fmla="*/ 193377 w 1074535"/>
              <a:gd name="connsiteY69" fmla="*/ 366766 h 1918453"/>
              <a:gd name="connsiteX70" fmla="*/ 21662 w 1074535"/>
              <a:gd name="connsiteY70" fmla="*/ 245799 h 1918453"/>
              <a:gd name="connsiteX71" fmla="*/ 123521 w 1074535"/>
              <a:gd name="connsiteY71" fmla="*/ 245799 h 1918453"/>
              <a:gd name="connsiteX72" fmla="*/ 145183 w 1074535"/>
              <a:gd name="connsiteY72" fmla="*/ 267461 h 1918453"/>
              <a:gd name="connsiteX73" fmla="*/ 145183 w 1074535"/>
              <a:gd name="connsiteY73" fmla="*/ 354108 h 1918453"/>
              <a:gd name="connsiteX74" fmla="*/ 123521 w 1074535"/>
              <a:gd name="connsiteY74" fmla="*/ 375770 h 1918453"/>
              <a:gd name="connsiteX75" fmla="*/ 21662 w 1074535"/>
              <a:gd name="connsiteY75" fmla="*/ 375770 h 1918453"/>
              <a:gd name="connsiteX76" fmla="*/ 0 w 1074535"/>
              <a:gd name="connsiteY76" fmla="*/ 354108 h 1918453"/>
              <a:gd name="connsiteX77" fmla="*/ 0 w 1074535"/>
              <a:gd name="connsiteY77" fmla="*/ 267461 h 1918453"/>
              <a:gd name="connsiteX78" fmla="*/ 21662 w 1074535"/>
              <a:gd name="connsiteY78" fmla="*/ 245799 h 1918453"/>
              <a:gd name="connsiteX79" fmla="*/ 314247 w 1074535"/>
              <a:gd name="connsiteY79" fmla="*/ 3674 h 1918453"/>
              <a:gd name="connsiteX80" fmla="*/ 349632 w 1074535"/>
              <a:gd name="connsiteY80" fmla="*/ 0 h 1918453"/>
              <a:gd name="connsiteX81" fmla="*/ 521798 w 1074535"/>
              <a:gd name="connsiteY81" fmla="*/ 140102 h 1918453"/>
              <a:gd name="connsiteX82" fmla="*/ 385371 w 1074535"/>
              <a:gd name="connsiteY82" fmla="*/ 347654 h 1918453"/>
              <a:gd name="connsiteX83" fmla="*/ 177819 w 1074535"/>
              <a:gd name="connsiteY83" fmla="*/ 211226 h 1918453"/>
              <a:gd name="connsiteX84" fmla="*/ 314247 w 1074535"/>
              <a:gd name="connsiteY84" fmla="*/ 3674 h 1918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074535" h="1918453">
                <a:moveTo>
                  <a:pt x="214219" y="1091637"/>
                </a:moveTo>
                <a:lnTo>
                  <a:pt x="235318" y="1098104"/>
                </a:lnTo>
                <a:cubicBezTo>
                  <a:pt x="244849" y="1100020"/>
                  <a:pt x="254714" y="1101008"/>
                  <a:pt x="264814" y="1100973"/>
                </a:cubicBezTo>
                <a:lnTo>
                  <a:pt x="328003" y="1100750"/>
                </a:lnTo>
                <a:lnTo>
                  <a:pt x="363240" y="1093506"/>
                </a:lnTo>
                <a:cubicBezTo>
                  <a:pt x="366536" y="1329186"/>
                  <a:pt x="369832" y="1564867"/>
                  <a:pt x="373128" y="1800548"/>
                </a:cubicBezTo>
                <a:cubicBezTo>
                  <a:pt x="372984" y="1802205"/>
                  <a:pt x="372841" y="1803861"/>
                  <a:pt x="372697" y="1805518"/>
                </a:cubicBezTo>
                <a:lnTo>
                  <a:pt x="373239" y="1844277"/>
                </a:lnTo>
                <a:cubicBezTo>
                  <a:pt x="373804" y="1884675"/>
                  <a:pt x="341513" y="1917882"/>
                  <a:pt x="301116" y="1918446"/>
                </a:cubicBezTo>
                <a:cubicBezTo>
                  <a:pt x="260717" y="1919011"/>
                  <a:pt x="227512" y="1886721"/>
                  <a:pt x="226946" y="1846323"/>
                </a:cubicBezTo>
                <a:lnTo>
                  <a:pt x="226574" y="1819736"/>
                </a:lnTo>
                <a:lnTo>
                  <a:pt x="225885" y="1817621"/>
                </a:lnTo>
                <a:cubicBezTo>
                  <a:pt x="224826" y="1812786"/>
                  <a:pt x="224234" y="1807773"/>
                  <a:pt x="224163" y="1802631"/>
                </a:cubicBezTo>
                <a:close/>
                <a:moveTo>
                  <a:pt x="883809" y="416500"/>
                </a:moveTo>
                <a:cubicBezTo>
                  <a:pt x="912657" y="413265"/>
                  <a:pt x="941978" y="427160"/>
                  <a:pt x="957090" y="454060"/>
                </a:cubicBezTo>
                <a:cubicBezTo>
                  <a:pt x="957089" y="454060"/>
                  <a:pt x="957089" y="454060"/>
                  <a:pt x="957089" y="454060"/>
                </a:cubicBezTo>
                <a:cubicBezTo>
                  <a:pt x="972200" y="480962"/>
                  <a:pt x="968810" y="513231"/>
                  <a:pt x="951038" y="536184"/>
                </a:cubicBezTo>
                <a:lnTo>
                  <a:pt x="944731" y="541616"/>
                </a:lnTo>
                <a:lnTo>
                  <a:pt x="1074535" y="1366500"/>
                </a:lnTo>
                <a:lnTo>
                  <a:pt x="1029371" y="1373606"/>
                </a:lnTo>
                <a:lnTo>
                  <a:pt x="902906" y="569935"/>
                </a:lnTo>
                <a:lnTo>
                  <a:pt x="661675" y="705442"/>
                </a:lnTo>
                <a:lnTo>
                  <a:pt x="653401" y="708573"/>
                </a:lnTo>
                <a:lnTo>
                  <a:pt x="653770" y="539006"/>
                </a:lnTo>
                <a:cubicBezTo>
                  <a:pt x="721067" y="501203"/>
                  <a:pt x="788364" y="463400"/>
                  <a:pt x="855663" y="425597"/>
                </a:cubicBezTo>
                <a:cubicBezTo>
                  <a:pt x="864630" y="420560"/>
                  <a:pt x="874193" y="417578"/>
                  <a:pt x="883809" y="416500"/>
                </a:cubicBezTo>
                <a:close/>
                <a:moveTo>
                  <a:pt x="29148" y="400981"/>
                </a:moveTo>
                <a:lnTo>
                  <a:pt x="125491" y="400981"/>
                </a:lnTo>
                <a:cubicBezTo>
                  <a:pt x="138794" y="400981"/>
                  <a:pt x="149578" y="411765"/>
                  <a:pt x="149578" y="425068"/>
                </a:cubicBezTo>
                <a:lnTo>
                  <a:pt x="149578" y="965515"/>
                </a:lnTo>
                <a:cubicBezTo>
                  <a:pt x="149578" y="978818"/>
                  <a:pt x="138794" y="989602"/>
                  <a:pt x="125491" y="989602"/>
                </a:cubicBezTo>
                <a:lnTo>
                  <a:pt x="29148" y="989602"/>
                </a:lnTo>
                <a:cubicBezTo>
                  <a:pt x="15845" y="989602"/>
                  <a:pt x="5061" y="978818"/>
                  <a:pt x="5061" y="965515"/>
                </a:cubicBezTo>
                <a:lnTo>
                  <a:pt x="5061" y="425068"/>
                </a:lnTo>
                <a:cubicBezTo>
                  <a:pt x="5061" y="411765"/>
                  <a:pt x="15845" y="400981"/>
                  <a:pt x="29148" y="400981"/>
                </a:cubicBezTo>
                <a:close/>
                <a:moveTo>
                  <a:pt x="193377" y="366766"/>
                </a:moveTo>
                <a:cubicBezTo>
                  <a:pt x="225956" y="368211"/>
                  <a:pt x="333232" y="386219"/>
                  <a:pt x="363365" y="390446"/>
                </a:cubicBezTo>
                <a:lnTo>
                  <a:pt x="374173" y="392126"/>
                </a:lnTo>
                <a:lnTo>
                  <a:pt x="376882" y="393125"/>
                </a:lnTo>
                <a:lnTo>
                  <a:pt x="377281" y="393272"/>
                </a:lnTo>
                <a:lnTo>
                  <a:pt x="401926" y="402363"/>
                </a:lnTo>
                <a:cubicBezTo>
                  <a:pt x="422494" y="415097"/>
                  <a:pt x="435971" y="437387"/>
                  <a:pt x="437148" y="462107"/>
                </a:cubicBezTo>
                <a:cubicBezTo>
                  <a:pt x="437133" y="462396"/>
                  <a:pt x="437118" y="462684"/>
                  <a:pt x="437102" y="462973"/>
                </a:cubicBezTo>
                <a:lnTo>
                  <a:pt x="438546" y="467567"/>
                </a:lnTo>
                <a:cubicBezTo>
                  <a:pt x="439950" y="474309"/>
                  <a:pt x="440700" y="481293"/>
                  <a:pt x="440725" y="488448"/>
                </a:cubicBezTo>
                <a:lnTo>
                  <a:pt x="440758" y="497890"/>
                </a:lnTo>
                <a:lnTo>
                  <a:pt x="444835" y="495669"/>
                </a:lnTo>
                <a:lnTo>
                  <a:pt x="586852" y="546135"/>
                </a:lnTo>
                <a:lnTo>
                  <a:pt x="586511" y="703318"/>
                </a:lnTo>
                <a:lnTo>
                  <a:pt x="579551" y="699391"/>
                </a:lnTo>
                <a:lnTo>
                  <a:pt x="576534" y="695889"/>
                </a:lnTo>
                <a:lnTo>
                  <a:pt x="554440" y="692725"/>
                </a:lnTo>
                <a:lnTo>
                  <a:pt x="441305" y="652522"/>
                </a:lnTo>
                <a:lnTo>
                  <a:pt x="442217" y="910615"/>
                </a:lnTo>
                <a:lnTo>
                  <a:pt x="716699" y="926527"/>
                </a:lnTo>
                <a:cubicBezTo>
                  <a:pt x="726967" y="927122"/>
                  <a:pt x="736628" y="929769"/>
                  <a:pt x="745307" y="934049"/>
                </a:cubicBezTo>
                <a:lnTo>
                  <a:pt x="747791" y="935941"/>
                </a:lnTo>
                <a:lnTo>
                  <a:pt x="749560" y="936081"/>
                </a:lnTo>
                <a:cubicBezTo>
                  <a:pt x="777462" y="944092"/>
                  <a:pt x="799270" y="968116"/>
                  <a:pt x="802979" y="998747"/>
                </a:cubicBezTo>
                <a:lnTo>
                  <a:pt x="843164" y="1399260"/>
                </a:lnTo>
                <a:cubicBezTo>
                  <a:pt x="835128" y="1426612"/>
                  <a:pt x="811402" y="1447882"/>
                  <a:pt x="781299" y="1451340"/>
                </a:cubicBezTo>
                <a:cubicBezTo>
                  <a:pt x="746179" y="1455374"/>
                  <a:pt x="714015" y="1433829"/>
                  <a:pt x="703433" y="1401491"/>
                </a:cubicBezTo>
                <a:lnTo>
                  <a:pt x="700590" y="1388463"/>
                </a:lnTo>
                <a:lnTo>
                  <a:pt x="700124" y="1388469"/>
                </a:lnTo>
                <a:lnTo>
                  <a:pt x="661854" y="1072578"/>
                </a:lnTo>
                <a:lnTo>
                  <a:pt x="341945" y="1054034"/>
                </a:lnTo>
                <a:lnTo>
                  <a:pt x="339071" y="1054624"/>
                </a:lnTo>
                <a:lnTo>
                  <a:pt x="294302" y="1054782"/>
                </a:lnTo>
                <a:cubicBezTo>
                  <a:pt x="237055" y="1054985"/>
                  <a:pt x="190484" y="1008742"/>
                  <a:pt x="190282" y="951495"/>
                </a:cubicBezTo>
                <a:cubicBezTo>
                  <a:pt x="176632" y="832469"/>
                  <a:pt x="184916" y="491779"/>
                  <a:pt x="193377" y="366766"/>
                </a:cubicBezTo>
                <a:close/>
                <a:moveTo>
                  <a:pt x="21662" y="245799"/>
                </a:moveTo>
                <a:lnTo>
                  <a:pt x="123521" y="245799"/>
                </a:lnTo>
                <a:cubicBezTo>
                  <a:pt x="135485" y="245799"/>
                  <a:pt x="145183" y="255497"/>
                  <a:pt x="145183" y="267461"/>
                </a:cubicBezTo>
                <a:lnTo>
                  <a:pt x="145183" y="354108"/>
                </a:lnTo>
                <a:cubicBezTo>
                  <a:pt x="145183" y="366072"/>
                  <a:pt x="135485" y="375770"/>
                  <a:pt x="123521" y="375770"/>
                </a:cubicBezTo>
                <a:lnTo>
                  <a:pt x="21662" y="375770"/>
                </a:lnTo>
                <a:cubicBezTo>
                  <a:pt x="9698" y="375770"/>
                  <a:pt x="0" y="366072"/>
                  <a:pt x="0" y="354108"/>
                </a:cubicBezTo>
                <a:lnTo>
                  <a:pt x="0" y="267461"/>
                </a:lnTo>
                <a:cubicBezTo>
                  <a:pt x="0" y="255497"/>
                  <a:pt x="9698" y="245799"/>
                  <a:pt x="21662" y="245799"/>
                </a:cubicBezTo>
                <a:close/>
                <a:moveTo>
                  <a:pt x="314247" y="3674"/>
                </a:moveTo>
                <a:cubicBezTo>
                  <a:pt x="326119" y="1218"/>
                  <a:pt x="337961" y="25"/>
                  <a:pt x="349632" y="0"/>
                </a:cubicBezTo>
                <a:cubicBezTo>
                  <a:pt x="431319" y="-167"/>
                  <a:pt x="504614" y="56988"/>
                  <a:pt x="521798" y="140102"/>
                </a:cubicBezTo>
                <a:cubicBezTo>
                  <a:pt x="541439" y="235089"/>
                  <a:pt x="480358" y="328013"/>
                  <a:pt x="385371" y="347654"/>
                </a:cubicBezTo>
                <a:cubicBezTo>
                  <a:pt x="290384" y="367294"/>
                  <a:pt x="197460" y="306213"/>
                  <a:pt x="177819" y="211226"/>
                </a:cubicBezTo>
                <a:cubicBezTo>
                  <a:pt x="158178" y="116239"/>
                  <a:pt x="219259" y="23314"/>
                  <a:pt x="314247" y="367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eiryo UI" panose="020B0604030504040204" pitchFamily="50" charset="-128"/>
            </a:endParaRPr>
          </a:p>
        </p:txBody>
      </p:sp>
      <p:pic>
        <p:nvPicPr>
          <p:cNvPr id="41" name="図 4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9915" y="3912257"/>
            <a:ext cx="920006" cy="920006"/>
          </a:xfrm>
          <a:prstGeom prst="rect">
            <a:avLst/>
          </a:prstGeom>
        </p:spPr>
      </p:pic>
      <p:sp>
        <p:nvSpPr>
          <p:cNvPr id="42" name="正方形/長方形 41"/>
          <p:cNvSpPr/>
          <p:nvPr/>
        </p:nvSpPr>
        <p:spPr>
          <a:xfrm>
            <a:off x="933854" y="4744810"/>
            <a:ext cx="257670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ja-JP" sz="2000" b="1" i="0" dirty="0">
                <a:solidFill>
                  <a:schemeClr val="bg1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kintone</a:t>
            </a:r>
          </a:p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自定义概要</a:t>
            </a:r>
            <a:endParaRPr lang="en-US" altLang="ja-JP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正方形/長方形 43"/>
          <p:cNvSpPr/>
          <p:nvPr/>
        </p:nvSpPr>
        <p:spPr>
          <a:xfrm>
            <a:off x="3554100" y="4265732"/>
            <a:ext cx="254178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ja-JP" sz="2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JavaScript</a:t>
            </a:r>
            <a:r>
              <a:rPr lang="ja-JP" altLang="en-US" sz="2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和</a:t>
            </a:r>
            <a:r>
              <a:rPr lang="en-US" altLang="ja-JP" sz="2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kintone</a:t>
            </a:r>
            <a:endParaRPr lang="en-US" altLang="ja-JP" sz="2000" b="1" i="0" dirty="0">
              <a:solidFill>
                <a:schemeClr val="bg1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" name="正方形/長方形 45"/>
          <p:cNvSpPr/>
          <p:nvPr/>
        </p:nvSpPr>
        <p:spPr>
          <a:xfrm>
            <a:off x="6081714" y="3810501"/>
            <a:ext cx="258906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ja-JP" sz="2000" b="1" i="0" dirty="0">
                <a:solidFill>
                  <a:schemeClr val="bg1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kintone</a:t>
            </a:r>
          </a:p>
          <a:p>
            <a:pPr algn="ctr"/>
            <a:r>
              <a:rPr lang="en-US" altLang="ja-JP" sz="2000" b="1" i="0" dirty="0">
                <a:solidFill>
                  <a:schemeClr val="bg1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JavaScript API</a:t>
            </a:r>
          </a:p>
        </p:txBody>
      </p:sp>
      <p:sp>
        <p:nvSpPr>
          <p:cNvPr id="47" name="正方形/長方形 46"/>
          <p:cNvSpPr/>
          <p:nvPr/>
        </p:nvSpPr>
        <p:spPr>
          <a:xfrm>
            <a:off x="8690345" y="3329389"/>
            <a:ext cx="255044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ja-JP" sz="2000" b="1" i="0" dirty="0">
                <a:solidFill>
                  <a:schemeClr val="bg1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kintone</a:t>
            </a:r>
          </a:p>
          <a:p>
            <a:pPr algn="ctr"/>
            <a:r>
              <a:rPr lang="en-US" altLang="ja-JP" sz="2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REST</a:t>
            </a:r>
            <a:r>
              <a:rPr lang="en-US" altLang="ja-JP" sz="2000" b="1" i="0" dirty="0">
                <a:solidFill>
                  <a:schemeClr val="bg1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 API</a:t>
            </a:r>
          </a:p>
        </p:txBody>
      </p:sp>
      <p:pic>
        <p:nvPicPr>
          <p:cNvPr id="43" name="図 4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094344">
            <a:off x="9495599" y="2525765"/>
            <a:ext cx="887624" cy="887624"/>
          </a:xfrm>
          <a:prstGeom prst="rect">
            <a:avLst/>
          </a:prstGeom>
        </p:spPr>
      </p:pic>
      <p:pic>
        <p:nvPicPr>
          <p:cNvPr id="54" name="図 5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319" y="3522086"/>
            <a:ext cx="781390" cy="781390"/>
          </a:xfrm>
          <a:prstGeom prst="rect">
            <a:avLst/>
          </a:prstGeom>
        </p:spPr>
      </p:pic>
      <p:pic>
        <p:nvPicPr>
          <p:cNvPr id="55" name="図 5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0812" y="3105538"/>
            <a:ext cx="676082" cy="676082"/>
          </a:xfrm>
          <a:prstGeom prst="rect">
            <a:avLst/>
          </a:prstGeom>
        </p:spPr>
      </p:pic>
      <p:sp>
        <p:nvSpPr>
          <p:cNvPr id="63" name="Isosceles Triangle 1">
            <a:extLst>
              <a:ext uri="{FF2B5EF4-FFF2-40B4-BE49-F238E27FC236}">
                <a16:creationId xmlns:a16="http://schemas.microsoft.com/office/drawing/2014/main" id="{95B18D99-9F48-4BEF-9366-EA78A4720179}"/>
              </a:ext>
            </a:extLst>
          </p:cNvPr>
          <p:cNvSpPr/>
          <p:nvPr/>
        </p:nvSpPr>
        <p:spPr>
          <a:xfrm>
            <a:off x="849953" y="6153689"/>
            <a:ext cx="2798122" cy="341537"/>
          </a:xfrm>
          <a:prstGeom prst="triangle">
            <a:avLst>
              <a:gd name="adj" fmla="val 49582"/>
            </a:avLst>
          </a:prstGeom>
          <a:solidFill>
            <a:srgbClr val="CAE8AA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eiryo UI" panose="020B0604030504040204" pitchFamily="50" charset="-128"/>
            </a:endParaRPr>
          </a:p>
        </p:txBody>
      </p:sp>
      <p:sp>
        <p:nvSpPr>
          <p:cNvPr id="64" name="Isosceles Triangle 5">
            <a:extLst>
              <a:ext uri="{FF2B5EF4-FFF2-40B4-BE49-F238E27FC236}">
                <a16:creationId xmlns:a16="http://schemas.microsoft.com/office/drawing/2014/main" id="{E2DB6DD7-4B0F-42F8-8DB5-778690BBE5F2}"/>
              </a:ext>
            </a:extLst>
          </p:cNvPr>
          <p:cNvSpPr/>
          <p:nvPr/>
        </p:nvSpPr>
        <p:spPr>
          <a:xfrm>
            <a:off x="2219326" y="5705837"/>
            <a:ext cx="5143500" cy="789390"/>
          </a:xfrm>
          <a:prstGeom prst="triangle">
            <a:avLst/>
          </a:prstGeom>
          <a:solidFill>
            <a:srgbClr val="CAE8AA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eiryo UI" panose="020B0604030504040204" pitchFamily="50" charset="-128"/>
            </a:endParaRPr>
          </a:p>
        </p:txBody>
      </p:sp>
      <p:sp>
        <p:nvSpPr>
          <p:cNvPr id="65" name="Isosceles Triangle 6">
            <a:extLst>
              <a:ext uri="{FF2B5EF4-FFF2-40B4-BE49-F238E27FC236}">
                <a16:creationId xmlns:a16="http://schemas.microsoft.com/office/drawing/2014/main" id="{34C3DE1E-A517-4162-A597-5867A18F8132}"/>
              </a:ext>
            </a:extLst>
          </p:cNvPr>
          <p:cNvSpPr/>
          <p:nvPr/>
        </p:nvSpPr>
        <p:spPr>
          <a:xfrm>
            <a:off x="4795911" y="5271137"/>
            <a:ext cx="5143500" cy="1224090"/>
          </a:xfrm>
          <a:prstGeom prst="triangle">
            <a:avLst>
              <a:gd name="adj" fmla="val 49705"/>
            </a:avLst>
          </a:prstGeom>
          <a:solidFill>
            <a:srgbClr val="CAE8AA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eiryo UI" panose="020B0604030504040204" pitchFamily="50" charset="-128"/>
            </a:endParaRPr>
          </a:p>
        </p:txBody>
      </p:sp>
      <p:sp>
        <p:nvSpPr>
          <p:cNvPr id="66" name="Isosceles Triangle 7">
            <a:extLst>
              <a:ext uri="{FF2B5EF4-FFF2-40B4-BE49-F238E27FC236}">
                <a16:creationId xmlns:a16="http://schemas.microsoft.com/office/drawing/2014/main" id="{EC846CD0-09EC-4C1F-9E5A-CDFE165039AF}"/>
              </a:ext>
            </a:extLst>
          </p:cNvPr>
          <p:cNvSpPr/>
          <p:nvPr/>
        </p:nvSpPr>
        <p:spPr>
          <a:xfrm>
            <a:off x="7401752" y="4781959"/>
            <a:ext cx="4571172" cy="1713268"/>
          </a:xfrm>
          <a:prstGeom prst="triangle">
            <a:avLst>
              <a:gd name="adj" fmla="val 56460"/>
            </a:avLst>
          </a:prstGeom>
          <a:solidFill>
            <a:srgbClr val="CAE8AA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eiryo UI" panose="020B0604030504040204" pitchFamily="50" charset="-128"/>
            </a:endParaRPr>
          </a:p>
        </p:txBody>
      </p:sp>
      <p:grpSp>
        <p:nvGrpSpPr>
          <p:cNvPr id="71" name="그룹 51">
            <a:extLst>
              <a:ext uri="{FF2B5EF4-FFF2-40B4-BE49-F238E27FC236}">
                <a16:creationId xmlns:a16="http://schemas.microsoft.com/office/drawing/2014/main" id="{A237A121-312F-493D-8D3B-827DA6C17BA9}"/>
              </a:ext>
            </a:extLst>
          </p:cNvPr>
          <p:cNvGrpSpPr/>
          <p:nvPr/>
        </p:nvGrpSpPr>
        <p:grpSpPr>
          <a:xfrm>
            <a:off x="1640148" y="5999190"/>
            <a:ext cx="315991" cy="368594"/>
            <a:chOff x="4508471" y="4738763"/>
            <a:chExt cx="816564" cy="1008000"/>
          </a:xfrm>
          <a:solidFill>
            <a:srgbClr val="6B471B"/>
          </a:solidFill>
        </p:grpSpPr>
        <p:sp>
          <p:nvSpPr>
            <p:cNvPr id="72" name="사각형: 둥근 모서리 50">
              <a:extLst>
                <a:ext uri="{FF2B5EF4-FFF2-40B4-BE49-F238E27FC236}">
                  <a16:creationId xmlns:a16="http://schemas.microsoft.com/office/drawing/2014/main" id="{63F5012B-C9AA-4D2E-A30C-8E56CD2D8743}"/>
                </a:ext>
              </a:extLst>
            </p:cNvPr>
            <p:cNvSpPr/>
            <p:nvPr/>
          </p:nvSpPr>
          <p:spPr>
            <a:xfrm>
              <a:off x="4858871" y="4738763"/>
              <a:ext cx="95333" cy="1008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73" name="Freeform 6">
              <a:extLst>
                <a:ext uri="{FF2B5EF4-FFF2-40B4-BE49-F238E27FC236}">
                  <a16:creationId xmlns:a16="http://schemas.microsoft.com/office/drawing/2014/main" id="{601BB691-127C-4CF3-8EDC-B0A2CCB45E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8471" y="4871479"/>
              <a:ext cx="816564" cy="378478"/>
            </a:xfrm>
            <a:custGeom>
              <a:avLst/>
              <a:gdLst>
                <a:gd name="T0" fmla="*/ 116 w 622"/>
                <a:gd name="T1" fmla="*/ 116 h 232"/>
                <a:gd name="T2" fmla="*/ 0 w 622"/>
                <a:gd name="T3" fmla="*/ 2 h 232"/>
                <a:gd name="T4" fmla="*/ 0 w 622"/>
                <a:gd name="T5" fmla="*/ 0 h 232"/>
                <a:gd name="T6" fmla="*/ 506 w 622"/>
                <a:gd name="T7" fmla="*/ 0 h 232"/>
                <a:gd name="T8" fmla="*/ 622 w 622"/>
                <a:gd name="T9" fmla="*/ 116 h 232"/>
                <a:gd name="T10" fmla="*/ 506 w 622"/>
                <a:gd name="T11" fmla="*/ 232 h 232"/>
                <a:gd name="T12" fmla="*/ 2 w 622"/>
                <a:gd name="T13" fmla="*/ 232 h 232"/>
                <a:gd name="T14" fmla="*/ 0 w 622"/>
                <a:gd name="T15" fmla="*/ 232 h 232"/>
                <a:gd name="T16" fmla="*/ 0 w 622"/>
                <a:gd name="T17" fmla="*/ 231 h 232"/>
                <a:gd name="T18" fmla="*/ 116 w 622"/>
                <a:gd name="T19" fmla="*/ 116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2" h="232">
                  <a:moveTo>
                    <a:pt x="116" y="116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506" y="0"/>
                  </a:lnTo>
                  <a:lnTo>
                    <a:pt x="622" y="116"/>
                  </a:lnTo>
                  <a:lnTo>
                    <a:pt x="506" y="232"/>
                  </a:lnTo>
                  <a:lnTo>
                    <a:pt x="2" y="232"/>
                  </a:lnTo>
                  <a:lnTo>
                    <a:pt x="0" y="232"/>
                  </a:lnTo>
                  <a:lnTo>
                    <a:pt x="0" y="231"/>
                  </a:lnTo>
                  <a:lnTo>
                    <a:pt x="116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latin typeface="Meiryo UI" panose="020B0604030504040204" pitchFamily="50" charset="-128"/>
              </a:endParaRPr>
            </a:p>
          </p:txBody>
        </p:sp>
      </p:grpSp>
      <p:grpSp>
        <p:nvGrpSpPr>
          <p:cNvPr id="77" name="그룹 51">
            <a:extLst>
              <a:ext uri="{FF2B5EF4-FFF2-40B4-BE49-F238E27FC236}">
                <a16:creationId xmlns:a16="http://schemas.microsoft.com/office/drawing/2014/main" id="{A237A121-312F-493D-8D3B-827DA6C17BA9}"/>
              </a:ext>
            </a:extLst>
          </p:cNvPr>
          <p:cNvGrpSpPr/>
          <p:nvPr/>
        </p:nvGrpSpPr>
        <p:grpSpPr>
          <a:xfrm>
            <a:off x="4250314" y="5544560"/>
            <a:ext cx="315991" cy="368594"/>
            <a:chOff x="4508471" y="4738763"/>
            <a:chExt cx="816564" cy="1008000"/>
          </a:xfrm>
          <a:solidFill>
            <a:srgbClr val="6B471B"/>
          </a:solidFill>
        </p:grpSpPr>
        <p:sp>
          <p:nvSpPr>
            <p:cNvPr id="78" name="사각형: 둥근 모서리 50">
              <a:extLst>
                <a:ext uri="{FF2B5EF4-FFF2-40B4-BE49-F238E27FC236}">
                  <a16:creationId xmlns:a16="http://schemas.microsoft.com/office/drawing/2014/main" id="{63F5012B-C9AA-4D2E-A30C-8E56CD2D8743}"/>
                </a:ext>
              </a:extLst>
            </p:cNvPr>
            <p:cNvSpPr/>
            <p:nvPr/>
          </p:nvSpPr>
          <p:spPr>
            <a:xfrm>
              <a:off x="4858871" y="4738763"/>
              <a:ext cx="95333" cy="1008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79" name="Freeform 6">
              <a:extLst>
                <a:ext uri="{FF2B5EF4-FFF2-40B4-BE49-F238E27FC236}">
                  <a16:creationId xmlns:a16="http://schemas.microsoft.com/office/drawing/2014/main" id="{601BB691-127C-4CF3-8EDC-B0A2CCB45E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8471" y="4871479"/>
              <a:ext cx="816564" cy="378478"/>
            </a:xfrm>
            <a:custGeom>
              <a:avLst/>
              <a:gdLst>
                <a:gd name="T0" fmla="*/ 116 w 622"/>
                <a:gd name="T1" fmla="*/ 116 h 232"/>
                <a:gd name="T2" fmla="*/ 0 w 622"/>
                <a:gd name="T3" fmla="*/ 2 h 232"/>
                <a:gd name="T4" fmla="*/ 0 w 622"/>
                <a:gd name="T5" fmla="*/ 0 h 232"/>
                <a:gd name="T6" fmla="*/ 506 w 622"/>
                <a:gd name="T7" fmla="*/ 0 h 232"/>
                <a:gd name="T8" fmla="*/ 622 w 622"/>
                <a:gd name="T9" fmla="*/ 116 h 232"/>
                <a:gd name="T10" fmla="*/ 506 w 622"/>
                <a:gd name="T11" fmla="*/ 232 h 232"/>
                <a:gd name="T12" fmla="*/ 2 w 622"/>
                <a:gd name="T13" fmla="*/ 232 h 232"/>
                <a:gd name="T14" fmla="*/ 0 w 622"/>
                <a:gd name="T15" fmla="*/ 232 h 232"/>
                <a:gd name="T16" fmla="*/ 0 w 622"/>
                <a:gd name="T17" fmla="*/ 231 h 232"/>
                <a:gd name="T18" fmla="*/ 116 w 622"/>
                <a:gd name="T19" fmla="*/ 116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2" h="232">
                  <a:moveTo>
                    <a:pt x="116" y="116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506" y="0"/>
                  </a:lnTo>
                  <a:lnTo>
                    <a:pt x="622" y="116"/>
                  </a:lnTo>
                  <a:lnTo>
                    <a:pt x="506" y="232"/>
                  </a:lnTo>
                  <a:lnTo>
                    <a:pt x="2" y="232"/>
                  </a:lnTo>
                  <a:lnTo>
                    <a:pt x="0" y="232"/>
                  </a:lnTo>
                  <a:lnTo>
                    <a:pt x="0" y="231"/>
                  </a:lnTo>
                  <a:lnTo>
                    <a:pt x="116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latin typeface="Meiryo UI" panose="020B0604030504040204" pitchFamily="50" charset="-128"/>
              </a:endParaRPr>
            </a:p>
          </p:txBody>
        </p:sp>
      </p:grpSp>
      <p:grpSp>
        <p:nvGrpSpPr>
          <p:cNvPr id="80" name="그룹 51">
            <a:extLst>
              <a:ext uri="{FF2B5EF4-FFF2-40B4-BE49-F238E27FC236}">
                <a16:creationId xmlns:a16="http://schemas.microsoft.com/office/drawing/2014/main" id="{A237A121-312F-493D-8D3B-827DA6C17BA9}"/>
              </a:ext>
            </a:extLst>
          </p:cNvPr>
          <p:cNvGrpSpPr/>
          <p:nvPr/>
        </p:nvGrpSpPr>
        <p:grpSpPr>
          <a:xfrm>
            <a:off x="6854870" y="5171480"/>
            <a:ext cx="315991" cy="368594"/>
            <a:chOff x="4508471" y="4738763"/>
            <a:chExt cx="816564" cy="1008000"/>
          </a:xfrm>
          <a:solidFill>
            <a:srgbClr val="6B471B"/>
          </a:solidFill>
        </p:grpSpPr>
        <p:sp>
          <p:nvSpPr>
            <p:cNvPr id="81" name="사각형: 둥근 모서리 50">
              <a:extLst>
                <a:ext uri="{FF2B5EF4-FFF2-40B4-BE49-F238E27FC236}">
                  <a16:creationId xmlns:a16="http://schemas.microsoft.com/office/drawing/2014/main" id="{63F5012B-C9AA-4D2E-A30C-8E56CD2D8743}"/>
                </a:ext>
              </a:extLst>
            </p:cNvPr>
            <p:cNvSpPr/>
            <p:nvPr/>
          </p:nvSpPr>
          <p:spPr>
            <a:xfrm>
              <a:off x="4858871" y="4738763"/>
              <a:ext cx="95333" cy="1008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82" name="Freeform 6">
              <a:extLst>
                <a:ext uri="{FF2B5EF4-FFF2-40B4-BE49-F238E27FC236}">
                  <a16:creationId xmlns:a16="http://schemas.microsoft.com/office/drawing/2014/main" id="{601BB691-127C-4CF3-8EDC-B0A2CCB45E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8471" y="4871479"/>
              <a:ext cx="816564" cy="378478"/>
            </a:xfrm>
            <a:custGeom>
              <a:avLst/>
              <a:gdLst>
                <a:gd name="T0" fmla="*/ 116 w 622"/>
                <a:gd name="T1" fmla="*/ 116 h 232"/>
                <a:gd name="T2" fmla="*/ 0 w 622"/>
                <a:gd name="T3" fmla="*/ 2 h 232"/>
                <a:gd name="T4" fmla="*/ 0 w 622"/>
                <a:gd name="T5" fmla="*/ 0 h 232"/>
                <a:gd name="T6" fmla="*/ 506 w 622"/>
                <a:gd name="T7" fmla="*/ 0 h 232"/>
                <a:gd name="T8" fmla="*/ 622 w 622"/>
                <a:gd name="T9" fmla="*/ 116 h 232"/>
                <a:gd name="T10" fmla="*/ 506 w 622"/>
                <a:gd name="T11" fmla="*/ 232 h 232"/>
                <a:gd name="T12" fmla="*/ 2 w 622"/>
                <a:gd name="T13" fmla="*/ 232 h 232"/>
                <a:gd name="T14" fmla="*/ 0 w 622"/>
                <a:gd name="T15" fmla="*/ 232 h 232"/>
                <a:gd name="T16" fmla="*/ 0 w 622"/>
                <a:gd name="T17" fmla="*/ 231 h 232"/>
                <a:gd name="T18" fmla="*/ 116 w 622"/>
                <a:gd name="T19" fmla="*/ 116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2" h="232">
                  <a:moveTo>
                    <a:pt x="116" y="116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506" y="0"/>
                  </a:lnTo>
                  <a:lnTo>
                    <a:pt x="622" y="116"/>
                  </a:lnTo>
                  <a:lnTo>
                    <a:pt x="506" y="232"/>
                  </a:lnTo>
                  <a:lnTo>
                    <a:pt x="2" y="232"/>
                  </a:lnTo>
                  <a:lnTo>
                    <a:pt x="0" y="232"/>
                  </a:lnTo>
                  <a:lnTo>
                    <a:pt x="0" y="231"/>
                  </a:lnTo>
                  <a:lnTo>
                    <a:pt x="116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latin typeface="Meiryo UI" panose="020B0604030504040204" pitchFamily="50" charset="-128"/>
              </a:endParaRPr>
            </a:p>
          </p:txBody>
        </p:sp>
      </p:grpSp>
      <p:grpSp>
        <p:nvGrpSpPr>
          <p:cNvPr id="83" name="그룹 51">
            <a:extLst>
              <a:ext uri="{FF2B5EF4-FFF2-40B4-BE49-F238E27FC236}">
                <a16:creationId xmlns:a16="http://schemas.microsoft.com/office/drawing/2014/main" id="{A237A121-312F-493D-8D3B-827DA6C17BA9}"/>
              </a:ext>
            </a:extLst>
          </p:cNvPr>
          <p:cNvGrpSpPr/>
          <p:nvPr/>
        </p:nvGrpSpPr>
        <p:grpSpPr>
          <a:xfrm>
            <a:off x="9482945" y="4739161"/>
            <a:ext cx="315991" cy="368594"/>
            <a:chOff x="4508471" y="4738763"/>
            <a:chExt cx="816564" cy="1008000"/>
          </a:xfrm>
          <a:solidFill>
            <a:srgbClr val="6B471B"/>
          </a:solidFill>
        </p:grpSpPr>
        <p:sp>
          <p:nvSpPr>
            <p:cNvPr id="84" name="사각형: 둥근 모서리 50">
              <a:extLst>
                <a:ext uri="{FF2B5EF4-FFF2-40B4-BE49-F238E27FC236}">
                  <a16:creationId xmlns:a16="http://schemas.microsoft.com/office/drawing/2014/main" id="{63F5012B-C9AA-4D2E-A30C-8E56CD2D8743}"/>
                </a:ext>
              </a:extLst>
            </p:cNvPr>
            <p:cNvSpPr/>
            <p:nvPr/>
          </p:nvSpPr>
          <p:spPr>
            <a:xfrm>
              <a:off x="4858871" y="4738763"/>
              <a:ext cx="95333" cy="1008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eiryo UI" panose="020B0604030504040204" pitchFamily="50" charset="-128"/>
              </a:endParaRPr>
            </a:p>
          </p:txBody>
        </p:sp>
        <p:sp>
          <p:nvSpPr>
            <p:cNvPr id="85" name="Freeform 6">
              <a:extLst>
                <a:ext uri="{FF2B5EF4-FFF2-40B4-BE49-F238E27FC236}">
                  <a16:creationId xmlns:a16="http://schemas.microsoft.com/office/drawing/2014/main" id="{601BB691-127C-4CF3-8EDC-B0A2CCB45E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8471" y="4871479"/>
              <a:ext cx="816564" cy="378478"/>
            </a:xfrm>
            <a:custGeom>
              <a:avLst/>
              <a:gdLst>
                <a:gd name="T0" fmla="*/ 116 w 622"/>
                <a:gd name="T1" fmla="*/ 116 h 232"/>
                <a:gd name="T2" fmla="*/ 0 w 622"/>
                <a:gd name="T3" fmla="*/ 2 h 232"/>
                <a:gd name="T4" fmla="*/ 0 w 622"/>
                <a:gd name="T5" fmla="*/ 0 h 232"/>
                <a:gd name="T6" fmla="*/ 506 w 622"/>
                <a:gd name="T7" fmla="*/ 0 h 232"/>
                <a:gd name="T8" fmla="*/ 622 w 622"/>
                <a:gd name="T9" fmla="*/ 116 h 232"/>
                <a:gd name="T10" fmla="*/ 506 w 622"/>
                <a:gd name="T11" fmla="*/ 232 h 232"/>
                <a:gd name="T12" fmla="*/ 2 w 622"/>
                <a:gd name="T13" fmla="*/ 232 h 232"/>
                <a:gd name="T14" fmla="*/ 0 w 622"/>
                <a:gd name="T15" fmla="*/ 232 h 232"/>
                <a:gd name="T16" fmla="*/ 0 w 622"/>
                <a:gd name="T17" fmla="*/ 231 h 232"/>
                <a:gd name="T18" fmla="*/ 116 w 622"/>
                <a:gd name="T19" fmla="*/ 116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2" h="232">
                  <a:moveTo>
                    <a:pt x="116" y="116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506" y="0"/>
                  </a:lnTo>
                  <a:lnTo>
                    <a:pt x="622" y="116"/>
                  </a:lnTo>
                  <a:lnTo>
                    <a:pt x="506" y="232"/>
                  </a:lnTo>
                  <a:lnTo>
                    <a:pt x="2" y="232"/>
                  </a:lnTo>
                  <a:lnTo>
                    <a:pt x="0" y="232"/>
                  </a:lnTo>
                  <a:lnTo>
                    <a:pt x="0" y="231"/>
                  </a:lnTo>
                  <a:lnTo>
                    <a:pt x="116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latin typeface="Meiryo UI" panose="020B0604030504040204" pitchFamily="50" charset="-128"/>
              </a:endParaRPr>
            </a:p>
          </p:txBody>
        </p:sp>
      </p:grpSp>
      <p:grpSp>
        <p:nvGrpSpPr>
          <p:cNvPr id="40" name="グループ化 39"/>
          <p:cNvGrpSpPr/>
          <p:nvPr/>
        </p:nvGrpSpPr>
        <p:grpSpPr>
          <a:xfrm rot="20196278">
            <a:off x="1525524" y="3396081"/>
            <a:ext cx="1278014" cy="547874"/>
            <a:chOff x="261203" y="1682885"/>
            <a:chExt cx="2745675" cy="1177047"/>
          </a:xfrm>
        </p:grpSpPr>
        <p:sp>
          <p:nvSpPr>
            <p:cNvPr id="45" name="正方形/長方形 44"/>
            <p:cNvSpPr/>
            <p:nvPr/>
          </p:nvSpPr>
          <p:spPr>
            <a:xfrm>
              <a:off x="261203" y="1682885"/>
              <a:ext cx="2745675" cy="1177047"/>
            </a:xfrm>
            <a:prstGeom prst="rect">
              <a:avLst/>
            </a:prstGeom>
            <a:solidFill>
              <a:schemeClr val="bg1"/>
            </a:solidFill>
            <a:ln w="120650" cmpd="tri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pic>
          <p:nvPicPr>
            <p:cNvPr id="48" name="Picture 2" descr="アルファベットのペンキ文字「D」"/>
            <p:cNvPicPr>
              <a:picLocks noChangeAspect="1" noChangeArrowheads="1"/>
            </p:cNvPicPr>
            <p:nvPr/>
          </p:nvPicPr>
          <p:blipFill>
            <a:blip r:embed="rId6">
              <a:duotone>
                <a:prstClr val="black"/>
                <a:schemeClr val="accent5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203" y="1852390"/>
              <a:ext cx="781050" cy="9144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9" name="Picture 4" descr="アルファベットのペンキ文字「O」"/>
            <p:cNvPicPr>
              <a:picLocks noChangeAspect="1" noChangeArrowheads="1"/>
            </p:cNvPicPr>
            <p:nvPr/>
          </p:nvPicPr>
          <p:blipFill>
            <a:blip r:embed="rId7">
              <a:duotone>
                <a:prstClr val="black"/>
                <a:schemeClr val="accent5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6078" y="1852390"/>
              <a:ext cx="781050" cy="9144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" name="Picture 6" descr="アルファベットのペンキ文字「N」"/>
            <p:cNvPicPr>
              <a:picLocks noChangeAspect="1" noChangeArrowheads="1"/>
            </p:cNvPicPr>
            <p:nvPr/>
          </p:nvPicPr>
          <p:blipFill>
            <a:blip r:embed="rId8">
              <a:duotone>
                <a:prstClr val="black"/>
                <a:schemeClr val="accent5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0953" y="1852390"/>
              <a:ext cx="781050" cy="9144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" name="Picture 8" descr="アルファベットのペンキ文字「E」"/>
            <p:cNvPicPr>
              <a:picLocks noChangeAspect="1" noChangeArrowheads="1"/>
            </p:cNvPicPr>
            <p:nvPr/>
          </p:nvPicPr>
          <p:blipFill>
            <a:blip r:embed="rId9">
              <a:duotone>
                <a:prstClr val="black"/>
                <a:schemeClr val="accent5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25828" y="1852390"/>
              <a:ext cx="781050" cy="9144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2" name="グループ化 51"/>
          <p:cNvGrpSpPr/>
          <p:nvPr/>
        </p:nvGrpSpPr>
        <p:grpSpPr>
          <a:xfrm rot="20196278">
            <a:off x="4165570" y="2907974"/>
            <a:ext cx="1278014" cy="547874"/>
            <a:chOff x="261203" y="1682885"/>
            <a:chExt cx="2745675" cy="1177047"/>
          </a:xfrm>
        </p:grpSpPr>
        <p:sp>
          <p:nvSpPr>
            <p:cNvPr id="56" name="正方形/長方形 55"/>
            <p:cNvSpPr/>
            <p:nvPr/>
          </p:nvSpPr>
          <p:spPr>
            <a:xfrm>
              <a:off x="261203" y="1682885"/>
              <a:ext cx="2745675" cy="1177047"/>
            </a:xfrm>
            <a:prstGeom prst="rect">
              <a:avLst/>
            </a:prstGeom>
            <a:solidFill>
              <a:schemeClr val="bg1"/>
            </a:solidFill>
            <a:ln w="120650" cmpd="tri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pic>
          <p:nvPicPr>
            <p:cNvPr id="57" name="Picture 2" descr="アルファベットのペンキ文字「D」"/>
            <p:cNvPicPr>
              <a:picLocks noChangeAspect="1" noChangeArrowheads="1"/>
            </p:cNvPicPr>
            <p:nvPr/>
          </p:nvPicPr>
          <p:blipFill>
            <a:blip r:embed="rId6">
              <a:duotone>
                <a:prstClr val="black"/>
                <a:schemeClr val="accent5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203" y="1852390"/>
              <a:ext cx="781050" cy="9144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Picture 4" descr="アルファベットのペンキ文字「O」"/>
            <p:cNvPicPr>
              <a:picLocks noChangeAspect="1" noChangeArrowheads="1"/>
            </p:cNvPicPr>
            <p:nvPr/>
          </p:nvPicPr>
          <p:blipFill>
            <a:blip r:embed="rId7">
              <a:duotone>
                <a:prstClr val="black"/>
                <a:schemeClr val="accent5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6078" y="1852390"/>
              <a:ext cx="781050" cy="9144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9" name="Picture 6" descr="アルファベットのペンキ文字「N」"/>
            <p:cNvPicPr>
              <a:picLocks noChangeAspect="1" noChangeArrowheads="1"/>
            </p:cNvPicPr>
            <p:nvPr/>
          </p:nvPicPr>
          <p:blipFill>
            <a:blip r:embed="rId8">
              <a:duotone>
                <a:prstClr val="black"/>
                <a:schemeClr val="accent5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0953" y="1852390"/>
              <a:ext cx="781050" cy="9144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0" name="Picture 8" descr="アルファベットのペンキ文字「E」"/>
            <p:cNvPicPr>
              <a:picLocks noChangeAspect="1" noChangeArrowheads="1"/>
            </p:cNvPicPr>
            <p:nvPr/>
          </p:nvPicPr>
          <p:blipFill>
            <a:blip r:embed="rId9">
              <a:duotone>
                <a:prstClr val="black"/>
                <a:schemeClr val="accent5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25828" y="1852390"/>
              <a:ext cx="781050" cy="9144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00728850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プレースホルダー 5"/>
          <p:cNvPicPr>
            <a:picLocks noGrp="1" noChangeAspect="1"/>
          </p:cNvPicPr>
          <p:nvPr>
            <p:ph type="pic" sz="quarter" idx="46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630" t="18874" r="20630" b="65786"/>
          <a:stretch/>
        </p:blipFill>
        <p:spPr/>
      </p:pic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3A153EE-D18D-466E-AC10-5624EA04FF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下次预告</a:t>
            </a:r>
            <a:endParaRPr kumimoji="1" lang="ja-JP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2CD31EBB-7B16-487A-8AD5-4F7FB8002057}"/>
              </a:ext>
            </a:extLst>
          </p:cNvPr>
          <p:cNvSpPr/>
          <p:nvPr/>
        </p:nvSpPr>
        <p:spPr>
          <a:xfrm>
            <a:off x="1875633" y="1610065"/>
            <a:ext cx="4513049" cy="2683807"/>
          </a:xfrm>
          <a:custGeom>
            <a:avLst/>
            <a:gdLst>
              <a:gd name="connsiteX0" fmla="*/ 0 w 3313174"/>
              <a:gd name="connsiteY0" fmla="*/ 0 h 1972938"/>
              <a:gd name="connsiteX1" fmla="*/ 1835352 w 3313174"/>
              <a:gd name="connsiteY1" fmla="*/ 0 h 1972938"/>
              <a:gd name="connsiteX2" fmla="*/ 1835352 w 3313174"/>
              <a:gd name="connsiteY2" fmla="*/ 21625 h 1972938"/>
              <a:gd name="connsiteX3" fmla="*/ 3313174 w 3313174"/>
              <a:gd name="connsiteY3" fmla="*/ 1800200 h 1972938"/>
              <a:gd name="connsiteX4" fmla="*/ 1835352 w 3313174"/>
              <a:gd name="connsiteY4" fmla="*/ 1800200 h 1972938"/>
              <a:gd name="connsiteX5" fmla="*/ 1835351 w 3313174"/>
              <a:gd name="connsiteY5" fmla="*/ 1800200 h 1972938"/>
              <a:gd name="connsiteX6" fmla="*/ 1520716 w 3313174"/>
              <a:gd name="connsiteY6" fmla="*/ 1800200 h 1972938"/>
              <a:gd name="connsiteX7" fmla="*/ 1295292 w 3313174"/>
              <a:gd name="connsiteY7" fmla="*/ 1972938 h 1972938"/>
              <a:gd name="connsiteX8" fmla="*/ 1069869 w 3313174"/>
              <a:gd name="connsiteY8" fmla="*/ 1800200 h 1972938"/>
              <a:gd name="connsiteX9" fmla="*/ 0 w 3313174"/>
              <a:gd name="connsiteY9" fmla="*/ 1800200 h 1972938"/>
              <a:gd name="connsiteX0" fmla="*/ 0 w 3313174"/>
              <a:gd name="connsiteY0" fmla="*/ 0 h 1972938"/>
              <a:gd name="connsiteX1" fmla="*/ 1835352 w 3313174"/>
              <a:gd name="connsiteY1" fmla="*/ 0 h 1972938"/>
              <a:gd name="connsiteX2" fmla="*/ 1835352 w 3313174"/>
              <a:gd name="connsiteY2" fmla="*/ 21625 h 1972938"/>
              <a:gd name="connsiteX3" fmla="*/ 3313174 w 3313174"/>
              <a:gd name="connsiteY3" fmla="*/ 1800200 h 1972938"/>
              <a:gd name="connsiteX4" fmla="*/ 1835352 w 3313174"/>
              <a:gd name="connsiteY4" fmla="*/ 1800200 h 1972938"/>
              <a:gd name="connsiteX5" fmla="*/ 1835351 w 3313174"/>
              <a:gd name="connsiteY5" fmla="*/ 1800200 h 1972938"/>
              <a:gd name="connsiteX6" fmla="*/ 1520716 w 3313174"/>
              <a:gd name="connsiteY6" fmla="*/ 1800200 h 1972938"/>
              <a:gd name="connsiteX7" fmla="*/ 1295292 w 3313174"/>
              <a:gd name="connsiteY7" fmla="*/ 1972938 h 1972938"/>
              <a:gd name="connsiteX8" fmla="*/ 1126484 w 3313174"/>
              <a:gd name="connsiteY8" fmla="*/ 1793953 h 1972938"/>
              <a:gd name="connsiteX9" fmla="*/ 0 w 3313174"/>
              <a:gd name="connsiteY9" fmla="*/ 1800200 h 1972938"/>
              <a:gd name="connsiteX10" fmla="*/ 0 w 3313174"/>
              <a:gd name="connsiteY10" fmla="*/ 0 h 1972938"/>
              <a:gd name="connsiteX0" fmla="*/ 0 w 3313174"/>
              <a:gd name="connsiteY0" fmla="*/ 0 h 1972938"/>
              <a:gd name="connsiteX1" fmla="*/ 1835352 w 3313174"/>
              <a:gd name="connsiteY1" fmla="*/ 0 h 1972938"/>
              <a:gd name="connsiteX2" fmla="*/ 1835352 w 3313174"/>
              <a:gd name="connsiteY2" fmla="*/ 21625 h 1972938"/>
              <a:gd name="connsiteX3" fmla="*/ 3313174 w 3313174"/>
              <a:gd name="connsiteY3" fmla="*/ 1800200 h 1972938"/>
              <a:gd name="connsiteX4" fmla="*/ 1835352 w 3313174"/>
              <a:gd name="connsiteY4" fmla="*/ 1800200 h 1972938"/>
              <a:gd name="connsiteX5" fmla="*/ 1835351 w 3313174"/>
              <a:gd name="connsiteY5" fmla="*/ 1800200 h 1972938"/>
              <a:gd name="connsiteX6" fmla="*/ 1520716 w 3313174"/>
              <a:gd name="connsiteY6" fmla="*/ 1800200 h 1972938"/>
              <a:gd name="connsiteX7" fmla="*/ 1295292 w 3313174"/>
              <a:gd name="connsiteY7" fmla="*/ 1972938 h 1972938"/>
              <a:gd name="connsiteX8" fmla="*/ 1126484 w 3313174"/>
              <a:gd name="connsiteY8" fmla="*/ 1791871 h 1972938"/>
              <a:gd name="connsiteX9" fmla="*/ 0 w 3313174"/>
              <a:gd name="connsiteY9" fmla="*/ 1800200 h 1972938"/>
              <a:gd name="connsiteX10" fmla="*/ 0 w 3313174"/>
              <a:gd name="connsiteY10" fmla="*/ 0 h 1972938"/>
              <a:gd name="connsiteX0" fmla="*/ 0 w 3313174"/>
              <a:gd name="connsiteY0" fmla="*/ 0 h 1972938"/>
              <a:gd name="connsiteX1" fmla="*/ 1835352 w 3313174"/>
              <a:gd name="connsiteY1" fmla="*/ 0 h 1972938"/>
              <a:gd name="connsiteX2" fmla="*/ 1835352 w 3313174"/>
              <a:gd name="connsiteY2" fmla="*/ 21625 h 1972938"/>
              <a:gd name="connsiteX3" fmla="*/ 3313174 w 3313174"/>
              <a:gd name="connsiteY3" fmla="*/ 1800200 h 1972938"/>
              <a:gd name="connsiteX4" fmla="*/ 1835352 w 3313174"/>
              <a:gd name="connsiteY4" fmla="*/ 1800200 h 1972938"/>
              <a:gd name="connsiteX5" fmla="*/ 1835351 w 3313174"/>
              <a:gd name="connsiteY5" fmla="*/ 1800200 h 1972938"/>
              <a:gd name="connsiteX6" fmla="*/ 1520716 w 3313174"/>
              <a:gd name="connsiteY6" fmla="*/ 1800200 h 1972938"/>
              <a:gd name="connsiteX7" fmla="*/ 1295292 w 3313174"/>
              <a:gd name="connsiteY7" fmla="*/ 1972938 h 1972938"/>
              <a:gd name="connsiteX8" fmla="*/ 1126484 w 3313174"/>
              <a:gd name="connsiteY8" fmla="*/ 1791871 h 1972938"/>
              <a:gd name="connsiteX9" fmla="*/ 0 w 3313174"/>
              <a:gd name="connsiteY9" fmla="*/ 1800200 h 1972938"/>
              <a:gd name="connsiteX10" fmla="*/ 0 w 3313174"/>
              <a:gd name="connsiteY10" fmla="*/ 0 h 1972938"/>
              <a:gd name="connsiteX0" fmla="*/ 0 w 3313174"/>
              <a:gd name="connsiteY0" fmla="*/ 0 h 1972938"/>
              <a:gd name="connsiteX1" fmla="*/ 1835352 w 3313174"/>
              <a:gd name="connsiteY1" fmla="*/ 0 h 1972938"/>
              <a:gd name="connsiteX2" fmla="*/ 1835352 w 3313174"/>
              <a:gd name="connsiteY2" fmla="*/ 21625 h 1972938"/>
              <a:gd name="connsiteX3" fmla="*/ 3313174 w 3313174"/>
              <a:gd name="connsiteY3" fmla="*/ 1800200 h 1972938"/>
              <a:gd name="connsiteX4" fmla="*/ 1835352 w 3313174"/>
              <a:gd name="connsiteY4" fmla="*/ 1800200 h 1972938"/>
              <a:gd name="connsiteX5" fmla="*/ 1835351 w 3313174"/>
              <a:gd name="connsiteY5" fmla="*/ 1800200 h 1972938"/>
              <a:gd name="connsiteX6" fmla="*/ 1520716 w 3313174"/>
              <a:gd name="connsiteY6" fmla="*/ 1800200 h 1972938"/>
              <a:gd name="connsiteX7" fmla="*/ 1295292 w 3313174"/>
              <a:gd name="connsiteY7" fmla="*/ 1972938 h 1972938"/>
              <a:gd name="connsiteX8" fmla="*/ 1126484 w 3313174"/>
              <a:gd name="connsiteY8" fmla="*/ 1791871 h 1972938"/>
              <a:gd name="connsiteX9" fmla="*/ 0 w 3313174"/>
              <a:gd name="connsiteY9" fmla="*/ 1800200 h 1972938"/>
              <a:gd name="connsiteX10" fmla="*/ 0 w 3313174"/>
              <a:gd name="connsiteY10" fmla="*/ 0 h 1972938"/>
              <a:gd name="connsiteX0" fmla="*/ 0 w 3313174"/>
              <a:gd name="connsiteY0" fmla="*/ 0 h 1972938"/>
              <a:gd name="connsiteX1" fmla="*/ 1835352 w 3313174"/>
              <a:gd name="connsiteY1" fmla="*/ 0 h 1972938"/>
              <a:gd name="connsiteX2" fmla="*/ 1835352 w 3313174"/>
              <a:gd name="connsiteY2" fmla="*/ 21625 h 1972938"/>
              <a:gd name="connsiteX3" fmla="*/ 3313174 w 3313174"/>
              <a:gd name="connsiteY3" fmla="*/ 1800200 h 1972938"/>
              <a:gd name="connsiteX4" fmla="*/ 1835352 w 3313174"/>
              <a:gd name="connsiteY4" fmla="*/ 1800200 h 1972938"/>
              <a:gd name="connsiteX5" fmla="*/ 1835351 w 3313174"/>
              <a:gd name="connsiteY5" fmla="*/ 1800200 h 1972938"/>
              <a:gd name="connsiteX6" fmla="*/ 1520716 w 3313174"/>
              <a:gd name="connsiteY6" fmla="*/ 1800200 h 1972938"/>
              <a:gd name="connsiteX7" fmla="*/ 1295292 w 3313174"/>
              <a:gd name="connsiteY7" fmla="*/ 1972938 h 1972938"/>
              <a:gd name="connsiteX8" fmla="*/ 1132550 w 3313174"/>
              <a:gd name="connsiteY8" fmla="*/ 1791871 h 1972938"/>
              <a:gd name="connsiteX9" fmla="*/ 0 w 3313174"/>
              <a:gd name="connsiteY9" fmla="*/ 1800200 h 1972938"/>
              <a:gd name="connsiteX10" fmla="*/ 0 w 3313174"/>
              <a:gd name="connsiteY10" fmla="*/ 0 h 1972938"/>
              <a:gd name="connsiteX0" fmla="*/ 0 w 3313174"/>
              <a:gd name="connsiteY0" fmla="*/ 0 h 1972938"/>
              <a:gd name="connsiteX1" fmla="*/ 1835352 w 3313174"/>
              <a:gd name="connsiteY1" fmla="*/ 0 h 1972938"/>
              <a:gd name="connsiteX2" fmla="*/ 1835352 w 3313174"/>
              <a:gd name="connsiteY2" fmla="*/ 21625 h 1972938"/>
              <a:gd name="connsiteX3" fmla="*/ 3313174 w 3313174"/>
              <a:gd name="connsiteY3" fmla="*/ 1800200 h 1972938"/>
              <a:gd name="connsiteX4" fmla="*/ 1835352 w 3313174"/>
              <a:gd name="connsiteY4" fmla="*/ 1800200 h 1972938"/>
              <a:gd name="connsiteX5" fmla="*/ 1835351 w 3313174"/>
              <a:gd name="connsiteY5" fmla="*/ 1800200 h 1972938"/>
              <a:gd name="connsiteX6" fmla="*/ 1520716 w 3313174"/>
              <a:gd name="connsiteY6" fmla="*/ 1800200 h 1972938"/>
              <a:gd name="connsiteX7" fmla="*/ 1295292 w 3313174"/>
              <a:gd name="connsiteY7" fmla="*/ 1972938 h 1972938"/>
              <a:gd name="connsiteX8" fmla="*/ 1130528 w 3313174"/>
              <a:gd name="connsiteY8" fmla="*/ 1793954 h 1972938"/>
              <a:gd name="connsiteX9" fmla="*/ 0 w 3313174"/>
              <a:gd name="connsiteY9" fmla="*/ 1800200 h 1972938"/>
              <a:gd name="connsiteX10" fmla="*/ 0 w 3313174"/>
              <a:gd name="connsiteY10" fmla="*/ 0 h 1972938"/>
              <a:gd name="connsiteX0" fmla="*/ 0 w 3313174"/>
              <a:gd name="connsiteY0" fmla="*/ 0 h 1972938"/>
              <a:gd name="connsiteX1" fmla="*/ 1835352 w 3313174"/>
              <a:gd name="connsiteY1" fmla="*/ 0 h 1972938"/>
              <a:gd name="connsiteX2" fmla="*/ 1835352 w 3313174"/>
              <a:gd name="connsiteY2" fmla="*/ 21625 h 1972938"/>
              <a:gd name="connsiteX3" fmla="*/ 3313174 w 3313174"/>
              <a:gd name="connsiteY3" fmla="*/ 1800200 h 1972938"/>
              <a:gd name="connsiteX4" fmla="*/ 1835352 w 3313174"/>
              <a:gd name="connsiteY4" fmla="*/ 1800200 h 1972938"/>
              <a:gd name="connsiteX5" fmla="*/ 1835351 w 3313174"/>
              <a:gd name="connsiteY5" fmla="*/ 1800200 h 1972938"/>
              <a:gd name="connsiteX6" fmla="*/ 1520716 w 3313174"/>
              <a:gd name="connsiteY6" fmla="*/ 1800200 h 1972938"/>
              <a:gd name="connsiteX7" fmla="*/ 1295292 w 3313174"/>
              <a:gd name="connsiteY7" fmla="*/ 1972938 h 1972938"/>
              <a:gd name="connsiteX8" fmla="*/ 1130528 w 3313174"/>
              <a:gd name="connsiteY8" fmla="*/ 1793954 h 1972938"/>
              <a:gd name="connsiteX9" fmla="*/ 4044 w 3313174"/>
              <a:gd name="connsiteY9" fmla="*/ 1796036 h 1972938"/>
              <a:gd name="connsiteX10" fmla="*/ 0 w 3313174"/>
              <a:gd name="connsiteY10" fmla="*/ 0 h 1972938"/>
              <a:gd name="connsiteX0" fmla="*/ 0 w 3313174"/>
              <a:gd name="connsiteY0" fmla="*/ 0 h 1972938"/>
              <a:gd name="connsiteX1" fmla="*/ 1835352 w 3313174"/>
              <a:gd name="connsiteY1" fmla="*/ 0 h 1972938"/>
              <a:gd name="connsiteX2" fmla="*/ 1835352 w 3313174"/>
              <a:gd name="connsiteY2" fmla="*/ 21625 h 1972938"/>
              <a:gd name="connsiteX3" fmla="*/ 3313174 w 3313174"/>
              <a:gd name="connsiteY3" fmla="*/ 1800200 h 1972938"/>
              <a:gd name="connsiteX4" fmla="*/ 1835352 w 3313174"/>
              <a:gd name="connsiteY4" fmla="*/ 1800200 h 1972938"/>
              <a:gd name="connsiteX5" fmla="*/ 1835351 w 3313174"/>
              <a:gd name="connsiteY5" fmla="*/ 1800200 h 1972938"/>
              <a:gd name="connsiteX6" fmla="*/ 1520716 w 3313174"/>
              <a:gd name="connsiteY6" fmla="*/ 1800200 h 1972938"/>
              <a:gd name="connsiteX7" fmla="*/ 1295292 w 3313174"/>
              <a:gd name="connsiteY7" fmla="*/ 1972938 h 1972938"/>
              <a:gd name="connsiteX8" fmla="*/ 1130528 w 3313174"/>
              <a:gd name="connsiteY8" fmla="*/ 1793954 h 1972938"/>
              <a:gd name="connsiteX9" fmla="*/ 4044 w 3313174"/>
              <a:gd name="connsiteY9" fmla="*/ 1796036 h 1972938"/>
              <a:gd name="connsiteX10" fmla="*/ 0 w 3313174"/>
              <a:gd name="connsiteY10" fmla="*/ 0 h 1972938"/>
              <a:gd name="connsiteX0" fmla="*/ 0 w 3313174"/>
              <a:gd name="connsiteY0" fmla="*/ 0 h 1972938"/>
              <a:gd name="connsiteX1" fmla="*/ 1835352 w 3313174"/>
              <a:gd name="connsiteY1" fmla="*/ 0 h 1972938"/>
              <a:gd name="connsiteX2" fmla="*/ 1835352 w 3313174"/>
              <a:gd name="connsiteY2" fmla="*/ 21625 h 1972938"/>
              <a:gd name="connsiteX3" fmla="*/ 3313174 w 3313174"/>
              <a:gd name="connsiteY3" fmla="*/ 1800200 h 1972938"/>
              <a:gd name="connsiteX4" fmla="*/ 1835352 w 3313174"/>
              <a:gd name="connsiteY4" fmla="*/ 1800200 h 1972938"/>
              <a:gd name="connsiteX5" fmla="*/ 1520716 w 3313174"/>
              <a:gd name="connsiteY5" fmla="*/ 1800200 h 1972938"/>
              <a:gd name="connsiteX6" fmla="*/ 1295292 w 3313174"/>
              <a:gd name="connsiteY6" fmla="*/ 1972938 h 1972938"/>
              <a:gd name="connsiteX7" fmla="*/ 1130528 w 3313174"/>
              <a:gd name="connsiteY7" fmla="*/ 1793954 h 1972938"/>
              <a:gd name="connsiteX8" fmla="*/ 4044 w 3313174"/>
              <a:gd name="connsiteY8" fmla="*/ 1796036 h 1972938"/>
              <a:gd name="connsiteX9" fmla="*/ 0 w 3313174"/>
              <a:gd name="connsiteY9" fmla="*/ 0 h 1972938"/>
              <a:gd name="connsiteX0" fmla="*/ 0 w 3313174"/>
              <a:gd name="connsiteY0" fmla="*/ 0 h 1972938"/>
              <a:gd name="connsiteX1" fmla="*/ 1835352 w 3313174"/>
              <a:gd name="connsiteY1" fmla="*/ 0 h 1972938"/>
              <a:gd name="connsiteX2" fmla="*/ 1835352 w 3313174"/>
              <a:gd name="connsiteY2" fmla="*/ 21625 h 1972938"/>
              <a:gd name="connsiteX3" fmla="*/ 3313174 w 3313174"/>
              <a:gd name="connsiteY3" fmla="*/ 1800200 h 1972938"/>
              <a:gd name="connsiteX4" fmla="*/ 1520716 w 3313174"/>
              <a:gd name="connsiteY4" fmla="*/ 1800200 h 1972938"/>
              <a:gd name="connsiteX5" fmla="*/ 1295292 w 3313174"/>
              <a:gd name="connsiteY5" fmla="*/ 1972938 h 1972938"/>
              <a:gd name="connsiteX6" fmla="*/ 1130528 w 3313174"/>
              <a:gd name="connsiteY6" fmla="*/ 1793954 h 1972938"/>
              <a:gd name="connsiteX7" fmla="*/ 4044 w 3313174"/>
              <a:gd name="connsiteY7" fmla="*/ 1796036 h 1972938"/>
              <a:gd name="connsiteX8" fmla="*/ 0 w 3313174"/>
              <a:gd name="connsiteY8" fmla="*/ 0 h 1972938"/>
              <a:gd name="connsiteX0" fmla="*/ 0 w 3313174"/>
              <a:gd name="connsiteY0" fmla="*/ 0 h 1972938"/>
              <a:gd name="connsiteX1" fmla="*/ 1835352 w 3313174"/>
              <a:gd name="connsiteY1" fmla="*/ 0 h 1972938"/>
              <a:gd name="connsiteX2" fmla="*/ 3313174 w 3313174"/>
              <a:gd name="connsiteY2" fmla="*/ 1800200 h 1972938"/>
              <a:gd name="connsiteX3" fmla="*/ 1520716 w 3313174"/>
              <a:gd name="connsiteY3" fmla="*/ 1800200 h 1972938"/>
              <a:gd name="connsiteX4" fmla="*/ 1295292 w 3313174"/>
              <a:gd name="connsiteY4" fmla="*/ 1972938 h 1972938"/>
              <a:gd name="connsiteX5" fmla="*/ 1130528 w 3313174"/>
              <a:gd name="connsiteY5" fmla="*/ 1793954 h 1972938"/>
              <a:gd name="connsiteX6" fmla="*/ 4044 w 3313174"/>
              <a:gd name="connsiteY6" fmla="*/ 1796036 h 1972938"/>
              <a:gd name="connsiteX7" fmla="*/ 0 w 3313174"/>
              <a:gd name="connsiteY7" fmla="*/ 0 h 1972938"/>
              <a:gd name="connsiteX0" fmla="*/ 0 w 3313174"/>
              <a:gd name="connsiteY0" fmla="*/ 0 h 2000006"/>
              <a:gd name="connsiteX1" fmla="*/ 1835352 w 3313174"/>
              <a:gd name="connsiteY1" fmla="*/ 0 h 2000006"/>
              <a:gd name="connsiteX2" fmla="*/ 3313174 w 3313174"/>
              <a:gd name="connsiteY2" fmla="*/ 1800200 h 2000006"/>
              <a:gd name="connsiteX3" fmla="*/ 1520716 w 3313174"/>
              <a:gd name="connsiteY3" fmla="*/ 1800200 h 2000006"/>
              <a:gd name="connsiteX4" fmla="*/ 1311468 w 3313174"/>
              <a:gd name="connsiteY4" fmla="*/ 2000006 h 2000006"/>
              <a:gd name="connsiteX5" fmla="*/ 1130528 w 3313174"/>
              <a:gd name="connsiteY5" fmla="*/ 1793954 h 2000006"/>
              <a:gd name="connsiteX6" fmla="*/ 4044 w 3313174"/>
              <a:gd name="connsiteY6" fmla="*/ 1796036 h 2000006"/>
              <a:gd name="connsiteX7" fmla="*/ 0 w 3313174"/>
              <a:gd name="connsiteY7" fmla="*/ 0 h 2000006"/>
              <a:gd name="connsiteX0" fmla="*/ 0 w 3313174"/>
              <a:gd name="connsiteY0" fmla="*/ 0 h 2000006"/>
              <a:gd name="connsiteX1" fmla="*/ 1835352 w 3313174"/>
              <a:gd name="connsiteY1" fmla="*/ 0 h 2000006"/>
              <a:gd name="connsiteX2" fmla="*/ 3313174 w 3313174"/>
              <a:gd name="connsiteY2" fmla="*/ 1800200 h 2000006"/>
              <a:gd name="connsiteX3" fmla="*/ 1520716 w 3313174"/>
              <a:gd name="connsiteY3" fmla="*/ 1800200 h 2000006"/>
              <a:gd name="connsiteX4" fmla="*/ 1311468 w 3313174"/>
              <a:gd name="connsiteY4" fmla="*/ 2000006 h 2000006"/>
              <a:gd name="connsiteX5" fmla="*/ 1134572 w 3313174"/>
              <a:gd name="connsiteY5" fmla="*/ 1789790 h 2000006"/>
              <a:gd name="connsiteX6" fmla="*/ 4044 w 3313174"/>
              <a:gd name="connsiteY6" fmla="*/ 1796036 h 2000006"/>
              <a:gd name="connsiteX7" fmla="*/ 0 w 3313174"/>
              <a:gd name="connsiteY7" fmla="*/ 0 h 2000006"/>
              <a:gd name="connsiteX0" fmla="*/ 0 w 3313174"/>
              <a:gd name="connsiteY0" fmla="*/ 0 h 2000006"/>
              <a:gd name="connsiteX1" fmla="*/ 1835352 w 3313174"/>
              <a:gd name="connsiteY1" fmla="*/ 0 h 2000006"/>
              <a:gd name="connsiteX2" fmla="*/ 3313174 w 3313174"/>
              <a:gd name="connsiteY2" fmla="*/ 1800200 h 2000006"/>
              <a:gd name="connsiteX3" fmla="*/ 1520716 w 3313174"/>
              <a:gd name="connsiteY3" fmla="*/ 1800200 h 2000006"/>
              <a:gd name="connsiteX4" fmla="*/ 1311468 w 3313174"/>
              <a:gd name="connsiteY4" fmla="*/ 2000006 h 2000006"/>
              <a:gd name="connsiteX5" fmla="*/ 1124461 w 3313174"/>
              <a:gd name="connsiteY5" fmla="*/ 1785626 h 2000006"/>
              <a:gd name="connsiteX6" fmla="*/ 4044 w 3313174"/>
              <a:gd name="connsiteY6" fmla="*/ 1796036 h 2000006"/>
              <a:gd name="connsiteX7" fmla="*/ 0 w 3313174"/>
              <a:gd name="connsiteY7" fmla="*/ 0 h 2000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13174" h="2000006">
                <a:moveTo>
                  <a:pt x="0" y="0"/>
                </a:moveTo>
                <a:lnTo>
                  <a:pt x="1835352" y="0"/>
                </a:lnTo>
                <a:lnTo>
                  <a:pt x="3313174" y="1800200"/>
                </a:lnTo>
                <a:lnTo>
                  <a:pt x="1520716" y="1800200"/>
                </a:lnTo>
                <a:lnTo>
                  <a:pt x="1311468" y="2000006"/>
                </a:lnTo>
                <a:lnTo>
                  <a:pt x="1124461" y="1785626"/>
                </a:lnTo>
                <a:lnTo>
                  <a:pt x="4044" y="1796036"/>
                </a:lnTo>
                <a:lnTo>
                  <a:pt x="0" y="0"/>
                </a:lnTo>
                <a:close/>
              </a:path>
            </a:pathLst>
          </a:custGeom>
          <a:solidFill>
            <a:srgbClr val="CE8D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eiryo UI" panose="020B0604030504040204" pitchFamily="50" charset="-128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48FD719-4641-4888-944A-B36282544F6D}"/>
              </a:ext>
            </a:extLst>
          </p:cNvPr>
          <p:cNvSpPr/>
          <p:nvPr/>
        </p:nvSpPr>
        <p:spPr>
          <a:xfrm>
            <a:off x="1936431" y="4427109"/>
            <a:ext cx="5443077" cy="20720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kumimoji="1" lang="ja-JP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安全编码</a:t>
            </a:r>
            <a:endParaRPr kumimoji="1" lang="en-US" altLang="ja-JP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kumimoji="1"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cybozu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ja-JP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developer network 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的使用方法</a:t>
            </a:r>
            <a:endParaRPr kumimoji="1" lang="en-US" altLang="ja-JP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实际</a:t>
            </a:r>
            <a:r>
              <a:rPr kumimoji="1" lang="ja-JP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动手操作</a:t>
            </a:r>
            <a:endParaRPr kumimoji="1" lang="en-US" altLang="ja-JP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ja-JP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例）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日期的初始值为一个月后的日期</a:t>
            </a:r>
            <a:endParaRPr lang="ja-JP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ja-JP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例）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执行操作按钮时自动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lookup</a:t>
            </a:r>
            <a:endParaRPr kumimoji="1" lang="en-US" altLang="ja-JP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ja-JP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 API</a:t>
            </a:r>
            <a:r>
              <a:rPr lang="ja-JP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可以做什么，不能做什么</a:t>
            </a:r>
            <a:endParaRPr lang="en-US" altLang="ja-JP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ct val="150000"/>
              </a:lnSpc>
            </a:pPr>
            <a:r>
              <a:rPr kumimoji="1" lang="ja-JP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　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等等</a:t>
            </a:r>
            <a:r>
              <a:rPr kumimoji="1" lang="en-US" altLang="ja-JP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...</a:t>
            </a:r>
          </a:p>
        </p:txBody>
      </p:sp>
      <p:pic>
        <p:nvPicPr>
          <p:cNvPr id="13" name="図プレースホルダー 12"/>
          <p:cNvPicPr>
            <a:picLocks noGrp="1" noChangeAspect="1"/>
          </p:cNvPicPr>
          <p:nvPr>
            <p:ph type="pic" sz="quarter" idx="59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3" t="15517" r="44168" b="27483"/>
          <a:stretch/>
        </p:blipFill>
        <p:spPr/>
      </p:pic>
      <p:pic>
        <p:nvPicPr>
          <p:cNvPr id="14" name="図プレースホルダー 13"/>
          <p:cNvPicPr>
            <a:picLocks noGrp="1" noChangeAspect="1"/>
          </p:cNvPicPr>
          <p:nvPr>
            <p:ph type="pic" sz="quarter" idx="58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18" r="7018"/>
          <a:stretch>
            <a:fillRect/>
          </a:stretch>
        </p:blipFill>
        <p:spPr/>
      </p:pic>
      <p:sp>
        <p:nvSpPr>
          <p:cNvPr id="9" name="직사각형 4">
            <a:extLst>
              <a:ext uri="{FF2B5EF4-FFF2-40B4-BE49-F238E27FC236}">
                <a16:creationId xmlns:a16="http://schemas.microsoft.com/office/drawing/2014/main" id="{3B5620EF-F69C-4442-A840-33265C23A231}"/>
              </a:ext>
            </a:extLst>
          </p:cNvPr>
          <p:cNvSpPr/>
          <p:nvPr/>
        </p:nvSpPr>
        <p:spPr>
          <a:xfrm>
            <a:off x="0" y="1610063"/>
            <a:ext cx="1936431" cy="24074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Meiryo UI" panose="020B0604030504040204" pitchFamily="50" charset="-128"/>
            </a:endParaRPr>
          </a:p>
        </p:txBody>
      </p:sp>
      <p:sp>
        <p:nvSpPr>
          <p:cNvPr id="11" name="正方形/長方形 10"/>
          <p:cNvSpPr/>
          <p:nvPr/>
        </p:nvSpPr>
        <p:spPr>
          <a:xfrm>
            <a:off x="1936431" y="2989147"/>
            <a:ext cx="372726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800" b="1" i="0" dirty="0">
                <a:solidFill>
                  <a:schemeClr val="bg1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kintone</a:t>
            </a:r>
          </a:p>
          <a:p>
            <a:r>
              <a:rPr lang="en-US" altLang="ja-JP" sz="2800" b="1" i="0" dirty="0">
                <a:solidFill>
                  <a:schemeClr val="bg1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JavaScript API</a:t>
            </a:r>
          </a:p>
        </p:txBody>
      </p:sp>
      <p:pic>
        <p:nvPicPr>
          <p:cNvPr id="12" name="図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0630" y="1812956"/>
            <a:ext cx="973300" cy="97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28558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需要掌握的 </a:t>
            </a:r>
            <a:r>
              <a:rPr kumimoji="1" lang="en-US" altLang="ja-JP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 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知识</a:t>
            </a:r>
            <a:endParaRPr kumimoji="1" lang="ja-JP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Group 25">
            <a:extLst>
              <a:ext uri="{FF2B5EF4-FFF2-40B4-BE49-F238E27FC236}">
                <a16:creationId xmlns:a16="http://schemas.microsoft.com/office/drawing/2014/main" id="{CBEE3C08-65C3-4742-8747-6215C1775D6F}"/>
              </a:ext>
            </a:extLst>
          </p:cNvPr>
          <p:cNvGrpSpPr/>
          <p:nvPr/>
        </p:nvGrpSpPr>
        <p:grpSpPr>
          <a:xfrm>
            <a:off x="1245134" y="2074456"/>
            <a:ext cx="2210783" cy="1629041"/>
            <a:chOff x="739860" y="2410652"/>
            <a:chExt cx="1954451" cy="1440160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B4B9783B-0D09-41B0-8C85-F7FBAACF46A8}"/>
                </a:ext>
              </a:extLst>
            </p:cNvPr>
            <p:cNvSpPr/>
            <p:nvPr/>
          </p:nvSpPr>
          <p:spPr>
            <a:xfrm rot="18900000">
              <a:off x="1254151" y="2410652"/>
              <a:ext cx="1440160" cy="1440160"/>
            </a:xfrm>
            <a:prstGeom prst="roundRect">
              <a:avLst>
                <a:gd name="adj" fmla="val 10715"/>
              </a:avLst>
            </a:prstGeom>
            <a:noFill/>
            <a:ln w="635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Meiryo UI" panose="020B0604030504040204" pitchFamily="50" charset="-128"/>
              </a:endParaRPr>
            </a:p>
          </p:txBody>
        </p:sp>
        <p:grpSp>
          <p:nvGrpSpPr>
            <p:cNvPr id="7" name="Group 8">
              <a:extLst>
                <a:ext uri="{FF2B5EF4-FFF2-40B4-BE49-F238E27FC236}">
                  <a16:creationId xmlns:a16="http://schemas.microsoft.com/office/drawing/2014/main" id="{311C6421-2492-42E3-8743-8D2666C41F4E}"/>
                </a:ext>
              </a:extLst>
            </p:cNvPr>
            <p:cNvGrpSpPr/>
            <p:nvPr/>
          </p:nvGrpSpPr>
          <p:grpSpPr>
            <a:xfrm>
              <a:off x="739860" y="2914708"/>
              <a:ext cx="432048" cy="432048"/>
              <a:chOff x="673332" y="2503130"/>
              <a:chExt cx="432048" cy="432048"/>
            </a:xfrm>
          </p:grpSpPr>
          <p:sp>
            <p:nvSpPr>
              <p:cNvPr id="8" name="Rectangle 6">
                <a:extLst>
                  <a:ext uri="{FF2B5EF4-FFF2-40B4-BE49-F238E27FC236}">
                    <a16:creationId xmlns:a16="http://schemas.microsoft.com/office/drawing/2014/main" id="{D2F6D7B3-DE91-4EBA-A82C-34C97200F461}"/>
                  </a:ext>
                </a:extLst>
              </p:cNvPr>
              <p:cNvSpPr/>
              <p:nvPr/>
            </p:nvSpPr>
            <p:spPr>
              <a:xfrm rot="18900000">
                <a:off x="673332" y="2503130"/>
                <a:ext cx="432048" cy="43204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Meiryo UI" panose="020B0604030504040204" pitchFamily="50" charset="-128"/>
                </a:endParaRPr>
              </a:p>
            </p:txBody>
          </p:sp>
          <p:sp>
            <p:nvSpPr>
              <p:cNvPr id="9" name="TextBox 6">
                <a:extLst>
                  <a:ext uri="{FF2B5EF4-FFF2-40B4-BE49-F238E27FC236}">
                    <a16:creationId xmlns:a16="http://schemas.microsoft.com/office/drawing/2014/main" id="{58EFC2C1-3699-4158-8248-720C20E2C852}"/>
                  </a:ext>
                </a:extLst>
              </p:cNvPr>
              <p:cNvSpPr txBox="1"/>
              <p:nvPr/>
            </p:nvSpPr>
            <p:spPr>
              <a:xfrm>
                <a:off x="678361" y="2559979"/>
                <a:ext cx="421990" cy="29930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1600" b="1">
                    <a:solidFill>
                      <a:schemeClr val="bg1"/>
                    </a:solidFill>
                    <a:latin typeface="Meiryo UI" panose="020B0604030504040204" pitchFamily="50" charset="-128"/>
                    <a:cs typeface="Calibri" pitchFamily="34" charset="0"/>
                  </a:rPr>
                  <a:t>1</a:t>
                </a:r>
                <a:endParaRPr lang="ko-KR" altLang="en-US" sz="1600" b="1" dirty="0">
                  <a:solidFill>
                    <a:schemeClr val="bg1"/>
                  </a:solidFill>
                  <a:latin typeface="Meiryo UI" panose="020B0604030504040204" pitchFamily="50" charset="-128"/>
                  <a:cs typeface="Calibri" pitchFamily="34" charset="0"/>
                </a:endParaRPr>
              </a:p>
            </p:txBody>
          </p:sp>
        </p:grpSp>
      </p:grpSp>
      <p:grpSp>
        <p:nvGrpSpPr>
          <p:cNvPr id="10" name="Group 29">
            <a:extLst>
              <a:ext uri="{FF2B5EF4-FFF2-40B4-BE49-F238E27FC236}">
                <a16:creationId xmlns:a16="http://schemas.microsoft.com/office/drawing/2014/main" id="{DE12EF19-05BC-4066-AF89-7D340C7A8EF1}"/>
              </a:ext>
            </a:extLst>
          </p:cNvPr>
          <p:cNvGrpSpPr/>
          <p:nvPr/>
        </p:nvGrpSpPr>
        <p:grpSpPr>
          <a:xfrm>
            <a:off x="3155185" y="3499758"/>
            <a:ext cx="2210783" cy="1629041"/>
            <a:chOff x="2046240" y="3706797"/>
            <a:chExt cx="1954451" cy="1440160"/>
          </a:xfrm>
        </p:grpSpPr>
        <p:sp>
          <p:nvSpPr>
            <p:cNvPr id="11" name="Rounded Rectangle 9">
              <a:extLst>
                <a:ext uri="{FF2B5EF4-FFF2-40B4-BE49-F238E27FC236}">
                  <a16:creationId xmlns:a16="http://schemas.microsoft.com/office/drawing/2014/main" id="{816555B3-30CA-4E23-9136-3EC402C8CEBF}"/>
                </a:ext>
              </a:extLst>
            </p:cNvPr>
            <p:cNvSpPr/>
            <p:nvPr/>
          </p:nvSpPr>
          <p:spPr>
            <a:xfrm rot="18900000">
              <a:off x="2560531" y="3706797"/>
              <a:ext cx="1440160" cy="1440160"/>
            </a:xfrm>
            <a:prstGeom prst="roundRect">
              <a:avLst>
                <a:gd name="adj" fmla="val 10715"/>
              </a:avLst>
            </a:prstGeom>
            <a:noFill/>
            <a:ln w="635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Meiryo UI" panose="020B0604030504040204" pitchFamily="50" charset="-128"/>
              </a:endParaRPr>
            </a:p>
          </p:txBody>
        </p:sp>
        <p:grpSp>
          <p:nvGrpSpPr>
            <p:cNvPr id="12" name="Group 10">
              <a:extLst>
                <a:ext uri="{FF2B5EF4-FFF2-40B4-BE49-F238E27FC236}">
                  <a16:creationId xmlns:a16="http://schemas.microsoft.com/office/drawing/2014/main" id="{2BB5E2DA-AB44-4AF8-A8AE-9FA10491A9A8}"/>
                </a:ext>
              </a:extLst>
            </p:cNvPr>
            <p:cNvGrpSpPr/>
            <p:nvPr/>
          </p:nvGrpSpPr>
          <p:grpSpPr>
            <a:xfrm>
              <a:off x="2046240" y="4210853"/>
              <a:ext cx="432048" cy="432048"/>
              <a:chOff x="673332" y="2503130"/>
              <a:chExt cx="432048" cy="432048"/>
            </a:xfrm>
          </p:grpSpPr>
          <p:sp>
            <p:nvSpPr>
              <p:cNvPr id="13" name="Rectangle 11">
                <a:extLst>
                  <a:ext uri="{FF2B5EF4-FFF2-40B4-BE49-F238E27FC236}">
                    <a16:creationId xmlns:a16="http://schemas.microsoft.com/office/drawing/2014/main" id="{25F1D12D-A81D-40F2-A945-5B35E2E53AA3}"/>
                  </a:ext>
                </a:extLst>
              </p:cNvPr>
              <p:cNvSpPr/>
              <p:nvPr/>
            </p:nvSpPr>
            <p:spPr>
              <a:xfrm rot="18900000">
                <a:off x="673332" y="2503130"/>
                <a:ext cx="432048" cy="43204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Meiryo UI" panose="020B0604030504040204" pitchFamily="50" charset="-128"/>
                </a:endParaRPr>
              </a:p>
            </p:txBody>
          </p:sp>
          <p:sp>
            <p:nvSpPr>
              <p:cNvPr id="14" name="TextBox 11">
                <a:extLst>
                  <a:ext uri="{FF2B5EF4-FFF2-40B4-BE49-F238E27FC236}">
                    <a16:creationId xmlns:a16="http://schemas.microsoft.com/office/drawing/2014/main" id="{AD075EE7-CCBE-47CE-8987-ACA1B70799F3}"/>
                  </a:ext>
                </a:extLst>
              </p:cNvPr>
              <p:cNvSpPr txBox="1"/>
              <p:nvPr/>
            </p:nvSpPr>
            <p:spPr>
              <a:xfrm>
                <a:off x="678361" y="2559979"/>
                <a:ext cx="421990" cy="29930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1600" b="1">
                    <a:solidFill>
                      <a:schemeClr val="bg1"/>
                    </a:solidFill>
                    <a:latin typeface="Meiryo UI" panose="020B0604030504040204" pitchFamily="50" charset="-128"/>
                    <a:cs typeface="Calibri" pitchFamily="34" charset="0"/>
                  </a:rPr>
                  <a:t>2</a:t>
                </a:r>
                <a:endParaRPr lang="ko-KR" altLang="en-US" sz="1600" b="1" dirty="0">
                  <a:solidFill>
                    <a:schemeClr val="bg1"/>
                  </a:solidFill>
                  <a:latin typeface="Meiryo UI" panose="020B0604030504040204" pitchFamily="50" charset="-128"/>
                  <a:cs typeface="Calibri" pitchFamily="34" charset="0"/>
                </a:endParaRPr>
              </a:p>
            </p:txBody>
          </p:sp>
        </p:grpSp>
      </p:grpSp>
      <p:grpSp>
        <p:nvGrpSpPr>
          <p:cNvPr id="15" name="Group 26">
            <a:extLst>
              <a:ext uri="{FF2B5EF4-FFF2-40B4-BE49-F238E27FC236}">
                <a16:creationId xmlns:a16="http://schemas.microsoft.com/office/drawing/2014/main" id="{EB96C2FE-D0DB-44AA-B2DB-9A239DC9DD05}"/>
              </a:ext>
            </a:extLst>
          </p:cNvPr>
          <p:cNvGrpSpPr/>
          <p:nvPr/>
        </p:nvGrpSpPr>
        <p:grpSpPr>
          <a:xfrm>
            <a:off x="5065236" y="2074456"/>
            <a:ext cx="2210783" cy="1629041"/>
            <a:chOff x="3352620" y="2401127"/>
            <a:chExt cx="1954451" cy="1440160"/>
          </a:xfrm>
        </p:grpSpPr>
        <p:sp>
          <p:nvSpPr>
            <p:cNvPr id="16" name="Rounded Rectangle 13">
              <a:extLst>
                <a:ext uri="{FF2B5EF4-FFF2-40B4-BE49-F238E27FC236}">
                  <a16:creationId xmlns:a16="http://schemas.microsoft.com/office/drawing/2014/main" id="{9E72EFBA-4372-4AE3-920B-704CE2DAD4EA}"/>
                </a:ext>
              </a:extLst>
            </p:cNvPr>
            <p:cNvSpPr/>
            <p:nvPr/>
          </p:nvSpPr>
          <p:spPr>
            <a:xfrm rot="18900000">
              <a:off x="3866911" y="2401127"/>
              <a:ext cx="1440160" cy="1440160"/>
            </a:xfrm>
            <a:prstGeom prst="roundRect">
              <a:avLst>
                <a:gd name="adj" fmla="val 10715"/>
              </a:avLst>
            </a:prstGeom>
            <a:noFill/>
            <a:ln w="635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Meiryo UI" panose="020B0604030504040204" pitchFamily="50" charset="-128"/>
              </a:endParaRPr>
            </a:p>
          </p:txBody>
        </p:sp>
        <p:grpSp>
          <p:nvGrpSpPr>
            <p:cNvPr id="17" name="Group 14">
              <a:extLst>
                <a:ext uri="{FF2B5EF4-FFF2-40B4-BE49-F238E27FC236}">
                  <a16:creationId xmlns:a16="http://schemas.microsoft.com/office/drawing/2014/main" id="{269B1AB7-3B36-4813-8C9B-B0F5BD8A08ED}"/>
                </a:ext>
              </a:extLst>
            </p:cNvPr>
            <p:cNvGrpSpPr/>
            <p:nvPr/>
          </p:nvGrpSpPr>
          <p:grpSpPr>
            <a:xfrm>
              <a:off x="3352620" y="2905183"/>
              <a:ext cx="432048" cy="432048"/>
              <a:chOff x="673332" y="2503130"/>
              <a:chExt cx="432048" cy="432048"/>
            </a:xfrm>
          </p:grpSpPr>
          <p:sp>
            <p:nvSpPr>
              <p:cNvPr id="18" name="Rectangle 15">
                <a:extLst>
                  <a:ext uri="{FF2B5EF4-FFF2-40B4-BE49-F238E27FC236}">
                    <a16:creationId xmlns:a16="http://schemas.microsoft.com/office/drawing/2014/main" id="{E46E1307-3FD3-4F24-ACE9-CA0B0D8C8830}"/>
                  </a:ext>
                </a:extLst>
              </p:cNvPr>
              <p:cNvSpPr/>
              <p:nvPr/>
            </p:nvSpPr>
            <p:spPr>
              <a:xfrm rot="18900000">
                <a:off x="673332" y="2503130"/>
                <a:ext cx="432048" cy="432048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Meiryo UI" panose="020B0604030504040204" pitchFamily="50" charset="-128"/>
                </a:endParaRPr>
              </a:p>
            </p:txBody>
          </p:sp>
          <p:sp>
            <p:nvSpPr>
              <p:cNvPr id="19" name="TextBox 16">
                <a:extLst>
                  <a:ext uri="{FF2B5EF4-FFF2-40B4-BE49-F238E27FC236}">
                    <a16:creationId xmlns:a16="http://schemas.microsoft.com/office/drawing/2014/main" id="{E4C1DC45-0AD5-4915-BA42-BC9153B8AFB6}"/>
                  </a:ext>
                </a:extLst>
              </p:cNvPr>
              <p:cNvSpPr txBox="1"/>
              <p:nvPr/>
            </p:nvSpPr>
            <p:spPr>
              <a:xfrm>
                <a:off x="678361" y="2559979"/>
                <a:ext cx="421990" cy="29930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1600" b="1">
                    <a:solidFill>
                      <a:schemeClr val="bg1"/>
                    </a:solidFill>
                    <a:latin typeface="Meiryo UI" panose="020B0604030504040204" pitchFamily="50" charset="-128"/>
                    <a:cs typeface="Calibri" pitchFamily="34" charset="0"/>
                  </a:rPr>
                  <a:t>3</a:t>
                </a:r>
                <a:endParaRPr lang="ko-KR" altLang="en-US" sz="1600" b="1" dirty="0">
                  <a:solidFill>
                    <a:schemeClr val="bg1"/>
                  </a:solidFill>
                  <a:latin typeface="Meiryo UI" panose="020B0604030504040204" pitchFamily="50" charset="-128"/>
                  <a:cs typeface="Calibri" pitchFamily="34" charset="0"/>
                </a:endParaRPr>
              </a:p>
            </p:txBody>
          </p:sp>
        </p:grpSp>
      </p:grpSp>
      <p:grpSp>
        <p:nvGrpSpPr>
          <p:cNvPr id="20" name="Group 28">
            <a:extLst>
              <a:ext uri="{FF2B5EF4-FFF2-40B4-BE49-F238E27FC236}">
                <a16:creationId xmlns:a16="http://schemas.microsoft.com/office/drawing/2014/main" id="{6F3E634D-BBD0-45AA-9D5B-C34FAD905BE9}"/>
              </a:ext>
            </a:extLst>
          </p:cNvPr>
          <p:cNvGrpSpPr/>
          <p:nvPr/>
        </p:nvGrpSpPr>
        <p:grpSpPr>
          <a:xfrm>
            <a:off x="6975287" y="3499758"/>
            <a:ext cx="2210783" cy="1629041"/>
            <a:chOff x="4660581" y="3691532"/>
            <a:chExt cx="1954451" cy="1440160"/>
          </a:xfrm>
        </p:grpSpPr>
        <p:sp>
          <p:nvSpPr>
            <p:cNvPr id="21" name="Rounded Rectangle 17">
              <a:extLst>
                <a:ext uri="{FF2B5EF4-FFF2-40B4-BE49-F238E27FC236}">
                  <a16:creationId xmlns:a16="http://schemas.microsoft.com/office/drawing/2014/main" id="{F3C6BFF6-E90F-4733-B8AD-7957DB46996A}"/>
                </a:ext>
              </a:extLst>
            </p:cNvPr>
            <p:cNvSpPr/>
            <p:nvPr/>
          </p:nvSpPr>
          <p:spPr>
            <a:xfrm rot="18900000">
              <a:off x="5174872" y="3691532"/>
              <a:ext cx="1440160" cy="1440160"/>
            </a:xfrm>
            <a:prstGeom prst="roundRect">
              <a:avLst>
                <a:gd name="adj" fmla="val 10715"/>
              </a:avLst>
            </a:prstGeom>
            <a:noFill/>
            <a:ln w="635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eiryo UI" panose="020B0604030504040204" pitchFamily="50" charset="-128"/>
              </a:endParaRPr>
            </a:p>
          </p:txBody>
        </p:sp>
        <p:grpSp>
          <p:nvGrpSpPr>
            <p:cNvPr id="22" name="Group 18">
              <a:extLst>
                <a:ext uri="{FF2B5EF4-FFF2-40B4-BE49-F238E27FC236}">
                  <a16:creationId xmlns:a16="http://schemas.microsoft.com/office/drawing/2014/main" id="{8859C3DD-6544-4C3A-9A30-41426AF57FD2}"/>
                </a:ext>
              </a:extLst>
            </p:cNvPr>
            <p:cNvGrpSpPr/>
            <p:nvPr/>
          </p:nvGrpSpPr>
          <p:grpSpPr>
            <a:xfrm>
              <a:off x="4660581" y="4195588"/>
              <a:ext cx="432048" cy="432048"/>
              <a:chOff x="673332" y="2503130"/>
              <a:chExt cx="432048" cy="432048"/>
            </a:xfrm>
          </p:grpSpPr>
          <p:sp>
            <p:nvSpPr>
              <p:cNvPr id="23" name="Rectangle 19">
                <a:extLst>
                  <a:ext uri="{FF2B5EF4-FFF2-40B4-BE49-F238E27FC236}">
                    <a16:creationId xmlns:a16="http://schemas.microsoft.com/office/drawing/2014/main" id="{41C5FCB0-9907-4A0B-95E3-2FD53F98F44E}"/>
                  </a:ext>
                </a:extLst>
              </p:cNvPr>
              <p:cNvSpPr/>
              <p:nvPr/>
            </p:nvSpPr>
            <p:spPr>
              <a:xfrm rot="18900000">
                <a:off x="673332" y="2503130"/>
                <a:ext cx="432048" cy="43204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Meiryo UI" panose="020B0604030504040204" pitchFamily="50" charset="-128"/>
                </a:endParaRPr>
              </a:p>
            </p:txBody>
          </p:sp>
          <p:sp>
            <p:nvSpPr>
              <p:cNvPr id="24" name="TextBox 21">
                <a:extLst>
                  <a:ext uri="{FF2B5EF4-FFF2-40B4-BE49-F238E27FC236}">
                    <a16:creationId xmlns:a16="http://schemas.microsoft.com/office/drawing/2014/main" id="{6BBE6934-41CD-4D29-B2F5-E5D90AC08F28}"/>
                  </a:ext>
                </a:extLst>
              </p:cNvPr>
              <p:cNvSpPr txBox="1"/>
              <p:nvPr/>
            </p:nvSpPr>
            <p:spPr>
              <a:xfrm>
                <a:off x="678361" y="2559979"/>
                <a:ext cx="421990" cy="29930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1600" b="1">
                    <a:solidFill>
                      <a:schemeClr val="bg1"/>
                    </a:solidFill>
                    <a:latin typeface="Meiryo UI" panose="020B0604030504040204" pitchFamily="50" charset="-128"/>
                    <a:cs typeface="Calibri" pitchFamily="34" charset="0"/>
                  </a:rPr>
                  <a:t>4</a:t>
                </a:r>
                <a:endParaRPr lang="ko-KR" altLang="en-US" sz="1600" b="1" dirty="0">
                  <a:solidFill>
                    <a:schemeClr val="bg1"/>
                  </a:solidFill>
                  <a:latin typeface="Meiryo UI" panose="020B0604030504040204" pitchFamily="50" charset="-128"/>
                  <a:cs typeface="Calibri" pitchFamily="34" charset="0"/>
                </a:endParaRPr>
              </a:p>
            </p:txBody>
          </p:sp>
        </p:grpSp>
      </p:grpSp>
      <p:grpSp>
        <p:nvGrpSpPr>
          <p:cNvPr id="25" name="Group 27">
            <a:extLst>
              <a:ext uri="{FF2B5EF4-FFF2-40B4-BE49-F238E27FC236}">
                <a16:creationId xmlns:a16="http://schemas.microsoft.com/office/drawing/2014/main" id="{D2DC72E3-290D-4E7F-8973-FE2219CAE283}"/>
              </a:ext>
            </a:extLst>
          </p:cNvPr>
          <p:cNvGrpSpPr/>
          <p:nvPr/>
        </p:nvGrpSpPr>
        <p:grpSpPr>
          <a:xfrm>
            <a:off x="8885339" y="2074456"/>
            <a:ext cx="2210783" cy="1629041"/>
            <a:chOff x="5919682" y="2391602"/>
            <a:chExt cx="1954451" cy="1440160"/>
          </a:xfrm>
        </p:grpSpPr>
        <p:sp>
          <p:nvSpPr>
            <p:cNvPr id="26" name="Rounded Rectangle 21">
              <a:extLst>
                <a:ext uri="{FF2B5EF4-FFF2-40B4-BE49-F238E27FC236}">
                  <a16:creationId xmlns:a16="http://schemas.microsoft.com/office/drawing/2014/main" id="{CDE808BF-2E54-4A38-8BE6-ACC26C2DD3BA}"/>
                </a:ext>
              </a:extLst>
            </p:cNvPr>
            <p:cNvSpPr/>
            <p:nvPr/>
          </p:nvSpPr>
          <p:spPr>
            <a:xfrm rot="18900000">
              <a:off x="6433973" y="2391602"/>
              <a:ext cx="1440160" cy="1440160"/>
            </a:xfrm>
            <a:prstGeom prst="roundRect">
              <a:avLst>
                <a:gd name="adj" fmla="val 10715"/>
              </a:avLst>
            </a:prstGeom>
            <a:noFill/>
            <a:ln w="635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Meiryo UI" panose="020B0604030504040204" pitchFamily="50" charset="-128"/>
              </a:endParaRPr>
            </a:p>
          </p:txBody>
        </p:sp>
        <p:grpSp>
          <p:nvGrpSpPr>
            <p:cNvPr id="27" name="Group 22">
              <a:extLst>
                <a:ext uri="{FF2B5EF4-FFF2-40B4-BE49-F238E27FC236}">
                  <a16:creationId xmlns:a16="http://schemas.microsoft.com/office/drawing/2014/main" id="{70B02532-1A45-428F-86E1-F588B498F43A}"/>
                </a:ext>
              </a:extLst>
            </p:cNvPr>
            <p:cNvGrpSpPr/>
            <p:nvPr/>
          </p:nvGrpSpPr>
          <p:grpSpPr>
            <a:xfrm>
              <a:off x="5919682" y="2895658"/>
              <a:ext cx="432048" cy="432048"/>
              <a:chOff x="673332" y="2503130"/>
              <a:chExt cx="432048" cy="432048"/>
            </a:xfrm>
          </p:grpSpPr>
          <p:sp>
            <p:nvSpPr>
              <p:cNvPr id="28" name="Rectangle 23">
                <a:extLst>
                  <a:ext uri="{FF2B5EF4-FFF2-40B4-BE49-F238E27FC236}">
                    <a16:creationId xmlns:a16="http://schemas.microsoft.com/office/drawing/2014/main" id="{F3AF4B9C-3A11-4782-B645-03E4041ACCE5}"/>
                  </a:ext>
                </a:extLst>
              </p:cNvPr>
              <p:cNvSpPr/>
              <p:nvPr/>
            </p:nvSpPr>
            <p:spPr>
              <a:xfrm rot="18900000">
                <a:off x="673332" y="2503130"/>
                <a:ext cx="432048" cy="432048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Meiryo UI" panose="020B0604030504040204" pitchFamily="50" charset="-128"/>
                </a:endParaRPr>
              </a:p>
            </p:txBody>
          </p:sp>
          <p:sp>
            <p:nvSpPr>
              <p:cNvPr id="29" name="TextBox 26">
                <a:extLst>
                  <a:ext uri="{FF2B5EF4-FFF2-40B4-BE49-F238E27FC236}">
                    <a16:creationId xmlns:a16="http://schemas.microsoft.com/office/drawing/2014/main" id="{B9705A2C-B101-474D-86F9-72F7EA4F0DB5}"/>
                  </a:ext>
                </a:extLst>
              </p:cNvPr>
              <p:cNvSpPr txBox="1"/>
              <p:nvPr/>
            </p:nvSpPr>
            <p:spPr>
              <a:xfrm>
                <a:off x="678361" y="2559979"/>
                <a:ext cx="421990" cy="29930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1600" b="1">
                    <a:solidFill>
                      <a:schemeClr val="bg1"/>
                    </a:solidFill>
                    <a:latin typeface="Meiryo UI" panose="020B0604030504040204" pitchFamily="50" charset="-128"/>
                    <a:cs typeface="Calibri" pitchFamily="34" charset="0"/>
                  </a:rPr>
                  <a:t>5</a:t>
                </a:r>
                <a:endParaRPr lang="ko-KR" altLang="en-US" sz="1600" b="1" dirty="0">
                  <a:solidFill>
                    <a:schemeClr val="bg1"/>
                  </a:solidFill>
                  <a:latin typeface="Meiryo UI" panose="020B0604030504040204" pitchFamily="50" charset="-128"/>
                  <a:cs typeface="Calibri" pitchFamily="34" charset="0"/>
                </a:endParaRPr>
              </a:p>
            </p:txBody>
          </p:sp>
        </p:grpSp>
      </p:grpSp>
      <p:sp>
        <p:nvSpPr>
          <p:cNvPr id="30" name="TextBox 27">
            <a:extLst>
              <a:ext uri="{FF2B5EF4-FFF2-40B4-BE49-F238E27FC236}">
                <a16:creationId xmlns:a16="http://schemas.microsoft.com/office/drawing/2014/main" id="{AE16DC08-8F9C-45C4-A809-A6B403ED7564}"/>
              </a:ext>
            </a:extLst>
          </p:cNvPr>
          <p:cNvSpPr txBox="1"/>
          <p:nvPr/>
        </p:nvSpPr>
        <p:spPr>
          <a:xfrm>
            <a:off x="1885176" y="2734542"/>
            <a:ext cx="1494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储存信息的容器。储存的数据决定了容器的类型</a:t>
            </a:r>
            <a:endParaRPr lang="ko-KR" altLang="en-US" sz="1200" b="1" dirty="0">
              <a:solidFill>
                <a:srgbClr val="595959"/>
              </a:solidFill>
              <a:latin typeface="微软雅黑" panose="020B0503020204020204" pitchFamily="34" charset="-122"/>
              <a:cs typeface="Arial" pitchFamily="34" charset="0"/>
            </a:endParaRPr>
          </a:p>
        </p:txBody>
      </p:sp>
      <p:sp>
        <p:nvSpPr>
          <p:cNvPr id="31" name="TextBox 28">
            <a:extLst>
              <a:ext uri="{FF2B5EF4-FFF2-40B4-BE49-F238E27FC236}">
                <a16:creationId xmlns:a16="http://schemas.microsoft.com/office/drawing/2014/main" id="{AC47A533-FD89-4563-9F8F-35DC81AA8B64}"/>
              </a:ext>
            </a:extLst>
          </p:cNvPr>
          <p:cNvSpPr txBox="1"/>
          <p:nvPr/>
        </p:nvSpPr>
        <p:spPr>
          <a:xfrm>
            <a:off x="5703354" y="2885372"/>
            <a:ext cx="14946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数据型类型</a:t>
            </a:r>
            <a:endParaRPr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extBox 29">
            <a:extLst>
              <a:ext uri="{FF2B5EF4-FFF2-40B4-BE49-F238E27FC236}">
                <a16:creationId xmlns:a16="http://schemas.microsoft.com/office/drawing/2014/main" id="{AE64AD87-F7A7-48CD-843B-C0B586B39929}"/>
              </a:ext>
            </a:extLst>
          </p:cNvPr>
          <p:cNvSpPr txBox="1"/>
          <p:nvPr/>
        </p:nvSpPr>
        <p:spPr>
          <a:xfrm>
            <a:off x="9643762" y="2704425"/>
            <a:ext cx="14093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一个极大地简化 </a:t>
            </a:r>
            <a:r>
              <a:rPr lang="en-US" altLang="zh-C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 </a:t>
            </a:r>
            <a:r>
              <a:rPr lang="zh-CN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编程过程的库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extBox 30">
            <a:extLst>
              <a:ext uri="{FF2B5EF4-FFF2-40B4-BE49-F238E27FC236}">
                <a16:creationId xmlns:a16="http://schemas.microsoft.com/office/drawing/2014/main" id="{655CB369-C218-4729-80DA-7B43F5968EC5}"/>
              </a:ext>
            </a:extLst>
          </p:cNvPr>
          <p:cNvSpPr txBox="1"/>
          <p:nvPr/>
        </p:nvSpPr>
        <p:spPr>
          <a:xfrm>
            <a:off x="3803422" y="4351945"/>
            <a:ext cx="14946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想重复处理或条件分支时使用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TextBox 31">
            <a:extLst>
              <a:ext uri="{FF2B5EF4-FFF2-40B4-BE49-F238E27FC236}">
                <a16:creationId xmlns:a16="http://schemas.microsoft.com/office/drawing/2014/main" id="{4F1315A1-75FA-4A5F-BE55-6F451B5D5546}"/>
              </a:ext>
            </a:extLst>
          </p:cNvPr>
          <p:cNvSpPr txBox="1"/>
          <p:nvPr/>
        </p:nvSpPr>
        <p:spPr>
          <a:xfrm>
            <a:off x="7689509" y="4051415"/>
            <a:ext cx="15054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一系列通用性高的程序，以可重复使用的形式组合在一起</a:t>
            </a:r>
            <a:endParaRPr lang="en-US" altLang="ko-KR" sz="12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テキスト ボックス 38"/>
          <p:cNvSpPr txBox="1"/>
          <p:nvPr/>
        </p:nvSpPr>
        <p:spPr>
          <a:xfrm>
            <a:off x="2266908" y="2339593"/>
            <a:ext cx="814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endParaRPr kumimoji="1" lang="ja-JP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テキスト ボックス 39"/>
          <p:cNvSpPr txBox="1"/>
          <p:nvPr/>
        </p:nvSpPr>
        <p:spPr>
          <a:xfrm>
            <a:off x="3990469" y="3619437"/>
            <a:ext cx="1153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kumimoji="1" lang="en-US" altLang="ja-JP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en-US" altLang="ja-JP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for 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kumimoji="1" lang="ja-JP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テキスト ボックス 40"/>
          <p:cNvSpPr txBox="1"/>
          <p:nvPr/>
        </p:nvSpPr>
        <p:spPr>
          <a:xfrm>
            <a:off x="5738349" y="2202442"/>
            <a:ext cx="1433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数组对象</a:t>
            </a:r>
          </a:p>
        </p:txBody>
      </p:sp>
      <p:sp>
        <p:nvSpPr>
          <p:cNvPr id="42" name="テキスト ボックス 41"/>
          <p:cNvSpPr txBox="1"/>
          <p:nvPr/>
        </p:nvSpPr>
        <p:spPr>
          <a:xfrm>
            <a:off x="7657252" y="3686718"/>
            <a:ext cx="1433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库</a:t>
            </a:r>
            <a:endParaRPr kumimoji="1" lang="ja-JP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テキスト ボックス 42"/>
          <p:cNvSpPr txBox="1"/>
          <p:nvPr/>
        </p:nvSpPr>
        <p:spPr>
          <a:xfrm>
            <a:off x="9620043" y="2335093"/>
            <a:ext cx="1433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>
                <a:latin typeface="微软雅黑" panose="020B0503020204020204" pitchFamily="34" charset="-122"/>
                <a:ea typeface="微软雅黑" panose="020B0503020204020204" pitchFamily="34" charset="-122"/>
              </a:rPr>
              <a:t>jQuery</a:t>
            </a:r>
            <a:endParaRPr kumimoji="1" lang="ja-JP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テキスト ボックス 44"/>
          <p:cNvSpPr txBox="1"/>
          <p:nvPr/>
        </p:nvSpPr>
        <p:spPr>
          <a:xfrm>
            <a:off x="1328297" y="5767058"/>
            <a:ext cx="95636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想要学习</a:t>
            </a:r>
            <a:r>
              <a:rPr kumimoji="1" lang="en-US" altLang="ja-JP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kintone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自定义，那么学习</a:t>
            </a:r>
            <a:r>
              <a:rPr kumimoji="1" lang="en-US" altLang="ja-JP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知识是必要的。</a:t>
            </a:r>
          </a:p>
          <a:p>
            <a:pPr algn="ctr"/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如果掌握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点，那么下一次的</a:t>
            </a:r>
            <a:r>
              <a:rPr kumimoji="1" lang="en-US" altLang="ja-JP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devCamp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将变得非常容易理解。</a:t>
            </a:r>
          </a:p>
        </p:txBody>
      </p:sp>
      <p:sp>
        <p:nvSpPr>
          <p:cNvPr id="46" name="Frame 17">
            <a:extLst>
              <a:ext uri="{FF2B5EF4-FFF2-40B4-BE49-F238E27FC236}">
                <a16:creationId xmlns:a16="http://schemas.microsoft.com/office/drawing/2014/main" id="{1278BF84-DDF3-43F8-88E4-A0F28E4079EF}"/>
              </a:ext>
            </a:extLst>
          </p:cNvPr>
          <p:cNvSpPr/>
          <p:nvPr/>
        </p:nvSpPr>
        <p:spPr>
          <a:xfrm>
            <a:off x="1377023" y="1735724"/>
            <a:ext cx="508153" cy="508153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rgbClr val="FFCA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Meiryo UI" panose="020B0604030504040204" pitchFamily="50" charset="-128"/>
            </a:endParaRPr>
          </a:p>
        </p:txBody>
      </p:sp>
      <p:sp>
        <p:nvSpPr>
          <p:cNvPr id="47" name="Frame 17">
            <a:extLst>
              <a:ext uri="{FF2B5EF4-FFF2-40B4-BE49-F238E27FC236}">
                <a16:creationId xmlns:a16="http://schemas.microsoft.com/office/drawing/2014/main" id="{1278BF84-DDF3-43F8-88E4-A0F28E4079EF}"/>
              </a:ext>
            </a:extLst>
          </p:cNvPr>
          <p:cNvSpPr/>
          <p:nvPr/>
        </p:nvSpPr>
        <p:spPr>
          <a:xfrm>
            <a:off x="3236960" y="4966029"/>
            <a:ext cx="508153" cy="508153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Meiryo UI" panose="020B0604030504040204" pitchFamily="50" charset="-128"/>
            </a:endParaRPr>
          </a:p>
        </p:txBody>
      </p:sp>
      <p:sp>
        <p:nvSpPr>
          <p:cNvPr id="48" name="Frame 17">
            <a:extLst>
              <a:ext uri="{FF2B5EF4-FFF2-40B4-BE49-F238E27FC236}">
                <a16:creationId xmlns:a16="http://schemas.microsoft.com/office/drawing/2014/main" id="{1278BF84-DDF3-43F8-88E4-A0F28E4079EF}"/>
              </a:ext>
            </a:extLst>
          </p:cNvPr>
          <p:cNvSpPr/>
          <p:nvPr/>
        </p:nvSpPr>
        <p:spPr>
          <a:xfrm>
            <a:off x="5265745" y="1732863"/>
            <a:ext cx="508153" cy="508153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rgbClr val="E648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34296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4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推荐自学的内容</a:t>
            </a:r>
            <a:r>
              <a:rPr kumimoji="1" lang="ja-JP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576712" y="1365337"/>
            <a:ext cx="74977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cybozu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ja-JP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developer network 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入门系列</a:t>
            </a:r>
            <a:endParaRPr kumimoji="1" lang="ja-JP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72" b="58356"/>
          <a:stretch/>
        </p:blipFill>
        <p:spPr>
          <a:xfrm>
            <a:off x="6528530" y="2630466"/>
            <a:ext cx="5184911" cy="385801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pic>
        <p:nvPicPr>
          <p:cNvPr id="6" name="図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63" b="58626"/>
          <a:stretch/>
        </p:blipFill>
        <p:spPr>
          <a:xfrm>
            <a:off x="656974" y="2630466"/>
            <a:ext cx="5192681" cy="385801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sp>
        <p:nvSpPr>
          <p:cNvPr id="7" name="正方形/長方形 6"/>
          <p:cNvSpPr/>
          <p:nvPr/>
        </p:nvSpPr>
        <p:spPr>
          <a:xfrm>
            <a:off x="656974" y="2069148"/>
            <a:ext cx="5192681" cy="553188"/>
          </a:xfrm>
          <a:prstGeom prst="rect">
            <a:avLst/>
          </a:prstGeom>
          <a:gradFill>
            <a:gsLst>
              <a:gs pos="100000">
                <a:schemeClr val="accent1">
                  <a:lumMod val="20000"/>
                  <a:lumOff val="80000"/>
                </a:schemeClr>
              </a:gs>
              <a:gs pos="50000">
                <a:schemeClr val="accent1">
                  <a:lumMod val="40000"/>
                  <a:lumOff val="60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</a:gradFill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lang="ja-JP" altLang="en-US" b="1" dirty="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はじめよう </a:t>
            </a:r>
            <a:r>
              <a:rPr lang="en-US" altLang="ja-JP" b="1" dirty="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JavaScript </a:t>
            </a:r>
            <a:r>
              <a:rPr lang="ja-JP" altLang="en-US" b="1" dirty="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シリーズ</a:t>
            </a:r>
            <a:r>
              <a:rPr lang="en-US" altLang="ja-JP" b="1" dirty="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ja-JP" altLang="en-US" b="1" dirty="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全 </a:t>
            </a:r>
            <a:r>
              <a:rPr lang="en-US" altLang="ja-JP" b="1" dirty="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15 </a:t>
            </a:r>
            <a:r>
              <a:rPr lang="ja-JP" altLang="en-US" b="1" dirty="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回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6528530" y="2077279"/>
            <a:ext cx="5184911" cy="553188"/>
          </a:xfrm>
          <a:prstGeom prst="rect">
            <a:avLst/>
          </a:prstGeom>
          <a:gradFill>
            <a:gsLst>
              <a:gs pos="100000">
                <a:schemeClr val="accent1">
                  <a:lumMod val="20000"/>
                  <a:lumOff val="80000"/>
                </a:schemeClr>
              </a:gs>
              <a:gs pos="50000">
                <a:schemeClr val="accent1">
                  <a:lumMod val="40000"/>
                  <a:lumOff val="60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</a:gradFill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lang="ja-JP" altLang="en-US" sz="1600" b="1" dirty="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はじめよう </a:t>
            </a:r>
            <a:r>
              <a:rPr lang="en-US" altLang="ja-JP" sz="1600" b="1" dirty="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kintone API </a:t>
            </a:r>
            <a:r>
              <a:rPr lang="ja-JP" altLang="en-US" sz="1600" b="1" dirty="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シリーズ</a:t>
            </a:r>
            <a:r>
              <a:rPr lang="en-US" altLang="ja-JP" sz="1600" b="1" dirty="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ja-JP" altLang="en-US" sz="1600" b="1" dirty="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全 </a:t>
            </a:r>
            <a:r>
              <a:rPr lang="en-US" altLang="ja-JP" sz="1600" b="1" dirty="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12 </a:t>
            </a:r>
            <a:r>
              <a:rPr lang="ja-JP" altLang="en-US" sz="1600" b="1" dirty="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回（</a:t>
            </a:r>
            <a:r>
              <a:rPr lang="en-US" altLang="ja-JP" sz="1600" b="1" dirty="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lang="ja-JP" altLang="en-US" sz="1600" b="1" dirty="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～</a:t>
            </a:r>
            <a:r>
              <a:rPr lang="en-US" altLang="ja-JP" sz="1600" b="1" dirty="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8</a:t>
            </a:r>
            <a:r>
              <a:rPr lang="ja-JP" altLang="en-US" sz="1600" b="1" dirty="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回）</a:t>
            </a:r>
            <a:endParaRPr lang="ja-JP" altLang="en-US" sz="16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6528529" y="6488668"/>
            <a:ext cx="518491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ja-JP" sz="1200">
                <a:latin typeface="Meiryo UI" panose="020B0604030504040204" pitchFamily="50" charset="-128"/>
                <a:ea typeface="Meiryo UI" panose="020B0604030504040204" pitchFamily="50" charset="-128"/>
              </a:rPr>
              <a:t>https://developer.cybozu.io/hc/ja/articles/211029283</a:t>
            </a:r>
            <a:endParaRPr lang="ja-JP" altLang="en-US" sz="1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正方形/長方形 9"/>
          <p:cNvSpPr/>
          <p:nvPr/>
        </p:nvSpPr>
        <p:spPr>
          <a:xfrm>
            <a:off x="656974" y="6488668"/>
            <a:ext cx="519268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ja-JP" sz="1200">
                <a:latin typeface="Meiryo UI" panose="020B0604030504040204" pitchFamily="50" charset="-128"/>
                <a:ea typeface="Meiryo UI" panose="020B0604030504040204" pitchFamily="50" charset="-128"/>
              </a:rPr>
              <a:t>https://developer.cybozu.io/hc/ja/articles/115002336526</a:t>
            </a:r>
            <a:endParaRPr lang="ja-JP" altLang="en-US" sz="1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357071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推荐自学的内容</a:t>
            </a:r>
            <a:r>
              <a:rPr kumimoji="1" lang="ja-JP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②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576712" y="1365337"/>
            <a:ext cx="7066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在线</a:t>
            </a: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学习内容</a:t>
            </a:r>
            <a:endParaRPr kumimoji="1" lang="ja-JP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6528529" y="6488668"/>
            <a:ext cx="518491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ja-JP" sz="1400">
                <a:latin typeface="Meiryo UI" panose="020B0604030504040204" pitchFamily="50" charset="-128"/>
                <a:ea typeface="Meiryo UI" panose="020B0604030504040204" pitchFamily="50" charset="-128"/>
              </a:rPr>
              <a:t>https://prog-8.com/languages/es5</a:t>
            </a:r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正方形/長方形 9"/>
          <p:cNvSpPr/>
          <p:nvPr/>
        </p:nvSpPr>
        <p:spPr>
          <a:xfrm>
            <a:off x="656974" y="6488668"/>
            <a:ext cx="519268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ja-JP" sz="1400">
                <a:latin typeface="Meiryo UI" panose="020B0604030504040204" pitchFamily="50" charset="-128"/>
                <a:ea typeface="Meiryo UI" panose="020B0604030504040204" pitchFamily="50" charset="-128"/>
              </a:rPr>
              <a:t>https://dotinstall.com/lessons/basic_javascript_v3</a:t>
            </a:r>
            <a:endParaRPr lang="ja-JP" alt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751" b="71303"/>
          <a:stretch/>
        </p:blipFill>
        <p:spPr>
          <a:xfrm>
            <a:off x="656973" y="2538919"/>
            <a:ext cx="5192682" cy="3903854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sp>
        <p:nvSpPr>
          <p:cNvPr id="7" name="正方形/長方形 6"/>
          <p:cNvSpPr/>
          <p:nvPr/>
        </p:nvSpPr>
        <p:spPr>
          <a:xfrm>
            <a:off x="656974" y="2089026"/>
            <a:ext cx="5192681" cy="533309"/>
          </a:xfrm>
          <a:prstGeom prst="rect">
            <a:avLst/>
          </a:prstGeom>
          <a:gradFill>
            <a:gsLst>
              <a:gs pos="100000">
                <a:srgbClr val="F3FAEC"/>
              </a:gs>
              <a:gs pos="50000">
                <a:srgbClr val="CAE8AA"/>
              </a:gs>
              <a:gs pos="0">
                <a:srgbClr val="B2DE82"/>
              </a:gs>
            </a:gsLst>
          </a:gradFill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lang="ja-JP" altLang="en-US" b="1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ドットインストール</a:t>
            </a:r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6528530" y="2097157"/>
            <a:ext cx="5184911" cy="533309"/>
          </a:xfrm>
          <a:prstGeom prst="rect">
            <a:avLst/>
          </a:prstGeom>
          <a:gradFill>
            <a:gsLst>
              <a:gs pos="100000">
                <a:srgbClr val="F3FAEC"/>
              </a:gs>
              <a:gs pos="50000">
                <a:srgbClr val="CAE8AA"/>
              </a:gs>
              <a:gs pos="0">
                <a:srgbClr val="B2DE82"/>
              </a:gs>
            </a:gsLst>
          </a:gradFill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/>
            <a:r>
              <a:rPr lang="en-US" altLang="ja-JP" b="1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Progate</a:t>
            </a:r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2546" b="60033"/>
          <a:stretch/>
        </p:blipFill>
        <p:spPr>
          <a:xfrm>
            <a:off x="6528528" y="2622334"/>
            <a:ext cx="5172385" cy="3788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61762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3499660" y="2622335"/>
            <a:ext cx="5192681" cy="3866333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テキスト プレースホルダー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推荐自学的内容</a:t>
            </a:r>
            <a:r>
              <a:rPr kumimoji="1" lang="ja-JP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③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576712" y="1365337"/>
            <a:ext cx="7066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面向想要学习的人的书籍</a:t>
            </a:r>
            <a:endParaRPr kumimoji="1" lang="ja-JP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正方形/長方形 9"/>
          <p:cNvSpPr/>
          <p:nvPr/>
        </p:nvSpPr>
        <p:spPr>
          <a:xfrm>
            <a:off x="3499660" y="6488668"/>
            <a:ext cx="519268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ja-JP" sz="1600">
                <a:latin typeface="Meiryo UI" panose="020B0604030504040204" pitchFamily="50" charset="-128"/>
                <a:ea typeface="Meiryo UI" panose="020B0604030504040204" pitchFamily="50" charset="-128"/>
              </a:rPr>
              <a:t>https://www.sbcr.jp/products/4797383584.html</a:t>
            </a:r>
            <a:endParaRPr lang="ja-JP" altLang="en-US" sz="1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正方形/長方形 6"/>
          <p:cNvSpPr/>
          <p:nvPr/>
        </p:nvSpPr>
        <p:spPr>
          <a:xfrm>
            <a:off x="3499660" y="2068766"/>
            <a:ext cx="5192681" cy="553569"/>
          </a:xfrm>
          <a:prstGeom prst="rect">
            <a:avLst/>
          </a:prstGeom>
          <a:gradFill>
            <a:gsLst>
              <a:gs pos="0">
                <a:schemeClr val="accent5">
                  <a:lumMod val="110000"/>
                  <a:satMod val="105000"/>
                  <a:tint val="67000"/>
                </a:schemeClr>
              </a:gs>
              <a:gs pos="50000">
                <a:schemeClr val="accent5">
                  <a:lumMod val="40000"/>
                  <a:lumOff val="60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anchor="ctr">
            <a:noAutofit/>
          </a:bodyPr>
          <a:lstStyle/>
          <a:p>
            <a:pPr algn="ctr"/>
            <a:r>
              <a:rPr lang="ja-JP" altLang="en-US" b="1" dirty="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確かな力が身につく</a:t>
            </a:r>
            <a:r>
              <a:rPr lang="en-US" altLang="ja-JP" b="1" dirty="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JavaScript </a:t>
            </a:r>
            <a:r>
              <a:rPr lang="ja-JP" altLang="en-US" b="1" dirty="0">
                <a:solidFill>
                  <a:srgbClr val="4A4A4A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「超」入門</a:t>
            </a:r>
          </a:p>
        </p:txBody>
      </p:sp>
      <p:pic>
        <p:nvPicPr>
          <p:cNvPr id="10242" name="Picture 2" descr="https://www.sbcr.jp/img/l/4797383584_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0" y="2740989"/>
            <a:ext cx="2857500" cy="3629025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69663319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4582278"/>
            <a:ext cx="12192000" cy="1571255"/>
          </a:xfrm>
        </p:spPr>
        <p:txBody>
          <a:bodyPr/>
          <a:lstStyle/>
          <a:p>
            <a:r>
              <a:rPr lang="en-US" altLang="zh-CN" sz="4600" b="1" dirty="0">
                <a:ea typeface="Meiryo UI" panose="020B0604030504040204" pitchFamily="50" charset="-128"/>
              </a:rPr>
              <a:t>Thank you for your watching!</a:t>
            </a:r>
            <a:endParaRPr lang="en-US" sz="4600" b="1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0" y="5968707"/>
            <a:ext cx="12192000" cy="288032"/>
          </a:xfrm>
        </p:spPr>
        <p:txBody>
          <a:bodyPr/>
          <a:lstStyle/>
          <a:p>
            <a:r>
              <a:rPr lang="en-US" altLang="ja-JP" sz="2000" dirty="0">
                <a:ea typeface="Meiryo UI" panose="020B0604030504040204" pitchFamily="50" charset="-128"/>
              </a:rPr>
              <a:t>We are waiting for you next time</a:t>
            </a:r>
            <a:r>
              <a:rPr lang="zh-CN" altLang="en-US" sz="2000" dirty="0">
                <a:ea typeface="Meiryo UI" panose="020B0604030504040204" pitchFamily="50" charset="-128"/>
              </a:rPr>
              <a:t>！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582224218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黄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Cambria-Calibri">
      <a:majorFont>
        <a:latin typeface="Cambria" panose="02040503050406030204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黄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Cambria-Calibri">
      <a:majorFont>
        <a:latin typeface="Cambria" panose="02040503050406030204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17899</TotalTime>
  <Words>2032</Words>
  <Application>Microsoft Office PowerPoint</Application>
  <PresentationFormat>宽屏</PresentationFormat>
  <Paragraphs>448</Paragraphs>
  <Slides>57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57</vt:i4>
      </vt:variant>
    </vt:vector>
  </HeadingPairs>
  <TitlesOfParts>
    <vt:vector size="65" baseType="lpstr">
      <vt:lpstr>맑은 고딕</vt:lpstr>
      <vt:lpstr>メイリオ</vt:lpstr>
      <vt:lpstr>Meiryo UI</vt:lpstr>
      <vt:lpstr>微软雅黑</vt:lpstr>
      <vt:lpstr>Arial</vt:lpstr>
      <vt:lpstr>Wingdings</vt:lpstr>
      <vt:lpstr>Cover and End Slide Master</vt:lpstr>
      <vt:lpstr>Contents Slide Master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Allppt.com;Googleslidesppt.com</dc:creator>
  <cp:lastModifiedBy>严 蓓琦 (Yan BeiQi)</cp:lastModifiedBy>
  <cp:revision>305</cp:revision>
  <dcterms:created xsi:type="dcterms:W3CDTF">2018-04-24T17:14:44Z</dcterms:created>
  <dcterms:modified xsi:type="dcterms:W3CDTF">2019-05-10T10:19:02Z</dcterms:modified>
</cp:coreProperties>
</file>