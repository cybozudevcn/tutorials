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6" r:id="rId3"/>
    <p:sldId id="258" r:id="rId4"/>
    <p:sldId id="274" r:id="rId5"/>
    <p:sldId id="273" r:id="rId6"/>
    <p:sldId id="261" r:id="rId7"/>
    <p:sldId id="277" r:id="rId8"/>
    <p:sldId id="268" r:id="rId9"/>
    <p:sldId id="288" r:id="rId10"/>
    <p:sldId id="285" r:id="rId11"/>
    <p:sldId id="278" r:id="rId12"/>
    <p:sldId id="279" r:id="rId13"/>
    <p:sldId id="280" r:id="rId14"/>
    <p:sldId id="260" r:id="rId15"/>
    <p:sldId id="287" r:id="rId16"/>
    <p:sldId id="266" r:id="rId17"/>
    <p:sldId id="282" r:id="rId18"/>
    <p:sldId id="284" r:id="rId19"/>
    <p:sldId id="286" r:id="rId20"/>
    <p:sldId id="269" r:id="rId21"/>
    <p:sldId id="283" r:id="rId22"/>
    <p:sldId id="289" r:id="rId23"/>
    <p:sldId id="290" r:id="rId24"/>
    <p:sldId id="262" r:id="rId25"/>
    <p:sldId id="291" r:id="rId26"/>
    <p:sldId id="259" r:id="rId27"/>
    <p:sldId id="271" r:id="rId28"/>
    <p:sldId id="265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82868" autoAdjust="0"/>
  </p:normalViewPr>
  <p:slideViewPr>
    <p:cSldViewPr snapToGrid="0" showGuides="1">
      <p:cViewPr varScale="1">
        <p:scale>
          <a:sx n="72" d="100"/>
          <a:sy n="72" d="100"/>
        </p:scale>
        <p:origin x="690" y="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927965-EE88-4760-A896-D27D22D293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A9B4AB-5418-41F7-A05E-FA0C7D7538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68B04-C7C3-42F9-B289-49AD8C39C81B}" type="datetimeFigureOut">
              <a:rPr lang="zh-CN" altLang="en-US" smtClean="0"/>
              <a:t>2019/3/28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4D6DF2-7518-4682-B132-E2A42FF9D7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E5AC67-6FD7-4DF2-A903-59185F3F98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BEBC0-90A2-4DE9-8218-ED48DE368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36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4E69F-9238-4ABC-BF47-0CC5E10BB88E}" type="datetimeFigureOut">
              <a:rPr lang="zh-CN" altLang="en-US" smtClean="0"/>
              <a:t>2019/3/28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E059-2F59-4869-B8DC-74D54B995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92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1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在外面开始</a:t>
            </a:r>
            <a:r>
              <a:rPr lang="en-US" altLang="zh-CN" dirty="0" err="1"/>
              <a:t>kintone</a:t>
            </a:r>
            <a:r>
              <a:rPr lang="zh-CN" altLang="en-US" dirty="0"/>
              <a:t>插件开发前，我们先来看下插件是什么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先一起在我们的应用里添加一个叫新条件格式插件的 插件。</a:t>
            </a:r>
            <a:endParaRPr lang="en-US" altLang="zh-CN" dirty="0"/>
          </a:p>
          <a:p>
            <a:r>
              <a:rPr lang="zh-CN" altLang="en-US" dirty="0"/>
              <a:t>添加完之后 我们具体设置一下</a:t>
            </a:r>
            <a:endParaRPr lang="en-US" altLang="zh-CN" dirty="0"/>
          </a:p>
          <a:p>
            <a:r>
              <a:rPr lang="zh-CN" altLang="en-US" dirty="0"/>
              <a:t>然后再添加一些数据</a:t>
            </a:r>
            <a:endParaRPr lang="en-US" altLang="zh-CN" dirty="0"/>
          </a:p>
          <a:p>
            <a:r>
              <a:rPr lang="zh-CN" altLang="en-US" dirty="0"/>
              <a:t>再看下效果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527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定义：把</a:t>
            </a:r>
            <a:r>
              <a:rPr lang="en-US" altLang="zh-CN" dirty="0"/>
              <a:t>JS</a:t>
            </a:r>
            <a:r>
              <a:rPr lang="zh-CN" altLang="en-US" dirty="0"/>
              <a:t>，</a:t>
            </a:r>
            <a:r>
              <a:rPr lang="en-US" altLang="zh-CN" dirty="0"/>
              <a:t>CSS</a:t>
            </a:r>
            <a:r>
              <a:rPr lang="zh-CN" altLang="en-US" dirty="0"/>
              <a:t>和</a:t>
            </a:r>
            <a:r>
              <a:rPr lang="en-US" altLang="zh-CN" dirty="0"/>
              <a:t>HTML</a:t>
            </a:r>
            <a:r>
              <a:rPr lang="zh-CN" altLang="en-US" dirty="0"/>
              <a:t>打包成一个</a:t>
            </a:r>
            <a:r>
              <a:rPr lang="en-US" altLang="zh-CN" dirty="0"/>
              <a:t>zip</a:t>
            </a:r>
            <a:r>
              <a:rPr lang="zh-CN" altLang="en-US" dirty="0"/>
              <a:t>包，可以在</a:t>
            </a:r>
            <a:r>
              <a:rPr lang="en-US" altLang="zh-CN" dirty="0" err="1"/>
              <a:t>kintone</a:t>
            </a:r>
            <a:r>
              <a:rPr lang="zh-CN" altLang="en-US" dirty="0"/>
              <a:t>中使用的，我们称之为</a:t>
            </a:r>
            <a:r>
              <a:rPr lang="en-US" altLang="zh-CN" dirty="0"/>
              <a:t>plugin</a:t>
            </a:r>
            <a:r>
              <a:rPr lang="zh-CN" altLang="en-US" dirty="0"/>
              <a:t>（插件）。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插件的作用：只要</a:t>
            </a:r>
            <a:r>
              <a:rPr lang="zh-CN" altLang="en-US" dirty="0"/>
              <a:t>把插件安装到</a:t>
            </a:r>
            <a:r>
              <a:rPr lang="en-US" altLang="zh-CN" dirty="0" err="1"/>
              <a:t>kintone</a:t>
            </a:r>
            <a:r>
              <a:rPr lang="zh-CN" altLang="en-US" dirty="0"/>
              <a:t>后，所有的</a:t>
            </a:r>
            <a:r>
              <a:rPr lang="en-US" altLang="zh-CN" dirty="0"/>
              <a:t>APP</a:t>
            </a:r>
            <a:r>
              <a:rPr lang="zh-CN" altLang="en-US" dirty="0"/>
              <a:t>都可以使用这个插件。插件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可以简单实现与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自定义同等的功能扩展，以及和其他服务的整合。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文件结构范例：要打包的文件夹结构和文件名，大家可以随意安排。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icon.png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是必须的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各个实际使用的文件的位置都需要在 </a:t>
            </a:r>
            <a:r>
              <a:rPr lang="en-US" altLang="ja-JP" dirty="0" err="1">
                <a:latin typeface="Source Code Pro"/>
              </a:rPr>
              <a:t>manifest.json</a:t>
            </a:r>
            <a:r>
              <a:rPr lang="en-US" altLang="ja-JP" dirty="0">
                <a:latin typeface="Source Code Pro"/>
              </a:rPr>
              <a:t> </a:t>
            </a:r>
            <a:r>
              <a:rPr lang="zh-CN" altLang="en-US" dirty="0">
                <a:latin typeface="Source Code Pro"/>
              </a:rPr>
              <a:t>中进行指定</a:t>
            </a: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0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如何来自己动手做</a:t>
            </a:r>
            <a:r>
              <a:rPr lang="en-US" altLang="zh-CN" dirty="0"/>
              <a:t>1</a:t>
            </a:r>
            <a:r>
              <a:rPr lang="zh-CN" altLang="en-US" dirty="0"/>
              <a:t>个插件呢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9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说明：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JSON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</a:t>
            </a:r>
            <a:endParaRPr lang="en-US" altLang="zh-CN" dirty="0"/>
          </a:p>
          <a:p>
            <a:r>
              <a:rPr lang="zh-CN" altLang="en-US" dirty="0"/>
              <a:t>  有些</a:t>
            </a:r>
            <a:r>
              <a:rPr lang="en-US" altLang="zh-CN" dirty="0"/>
              <a:t>key</a:t>
            </a:r>
            <a:r>
              <a:rPr lang="zh-CN" altLang="en-US" dirty="0"/>
              <a:t>是必须的，还有其他很多</a:t>
            </a:r>
            <a:r>
              <a:rPr lang="en-US" altLang="zh-CN" dirty="0"/>
              <a:t>key</a:t>
            </a:r>
            <a:r>
              <a:rPr lang="zh-CN" altLang="en-US" dirty="0"/>
              <a:t>，具体请参考开发手册进行配置</a:t>
            </a:r>
            <a:endParaRPr lang="en-US" altLang="zh-CN" dirty="0"/>
          </a:p>
          <a:p>
            <a:r>
              <a:rPr lang="zh-CN" altLang="en-US" dirty="0"/>
              <a:t>  有了</a:t>
            </a:r>
            <a:r>
              <a:rPr lang="en-US" altLang="zh-CN" dirty="0"/>
              <a:t>icon</a:t>
            </a:r>
            <a:r>
              <a:rPr lang="zh-CN" altLang="en-US" dirty="0"/>
              <a:t>文件和配置文件，就可以打包出一个插件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创建一个</a:t>
            </a:r>
            <a:r>
              <a:rPr lang="en-US" altLang="zh-CN" dirty="0"/>
              <a:t>icon</a:t>
            </a:r>
            <a:r>
              <a:rPr lang="zh-CN" altLang="en-US" dirty="0"/>
              <a:t>文件 （可以从</a:t>
            </a:r>
            <a:r>
              <a:rPr lang="en-US" altLang="zh-CN" dirty="0"/>
              <a:t>sample</a:t>
            </a:r>
            <a:r>
              <a:rPr lang="zh-CN" altLang="en-US" dirty="0"/>
              <a:t>中选）</a:t>
            </a:r>
            <a:endParaRPr lang="en-US" altLang="zh-CN" dirty="0"/>
          </a:p>
          <a:p>
            <a:r>
              <a:rPr lang="en-US" altLang="zh-CN" dirty="0"/>
              <a:t>  2. </a:t>
            </a:r>
            <a:r>
              <a:rPr lang="zh-CN" altLang="en-US" dirty="0"/>
              <a:t>创建一个 </a:t>
            </a:r>
            <a:r>
              <a:rPr lang="en-US" altLang="zh-CN" dirty="0" err="1"/>
              <a:t>manifest.json</a:t>
            </a:r>
            <a:r>
              <a:rPr lang="zh-CN" altLang="en-US" dirty="0"/>
              <a:t> 文件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重点说明几个</a:t>
            </a:r>
            <a:endParaRPr lang="en-US" altLang="zh-CN" dirty="0"/>
          </a:p>
          <a:p>
            <a:r>
              <a:rPr lang="en-US" altLang="zh-CN" dirty="0"/>
              <a:t>desktop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535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了解了插件，那让我们自己来做一个插件的开发吧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05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86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291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69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51-modern-default.css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文件可以参考开发者网站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画面设计也可以使用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UI Component</a:t>
            </a: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802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Source Code Pro"/>
              </a:rPr>
              <a:t>说明：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HTML+CSS</a:t>
            </a:r>
            <a:r>
              <a:rPr lang="zh-CN" altLang="en-US" dirty="0">
                <a:latin typeface="Source Code Pro"/>
              </a:rPr>
              <a:t>文件：设置画面的显示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JS</a:t>
            </a:r>
            <a:r>
              <a:rPr lang="zh-CN" altLang="en-US" dirty="0">
                <a:latin typeface="Source Code Pro"/>
              </a:rPr>
              <a:t>文件：可以调用</a:t>
            </a:r>
            <a:r>
              <a:rPr lang="en-US" altLang="zh-CN" dirty="0" err="1">
                <a:latin typeface="Source Code Pro"/>
              </a:rPr>
              <a:t>kintone</a:t>
            </a:r>
            <a:r>
              <a:rPr lang="zh-CN" altLang="en-US" dirty="0">
                <a:latin typeface="Source Code Pro"/>
              </a:rPr>
              <a:t>的</a:t>
            </a:r>
            <a:r>
              <a:rPr lang="en-US" altLang="zh-CN" dirty="0">
                <a:latin typeface="Source Code Pro"/>
              </a:rPr>
              <a:t>API</a:t>
            </a:r>
            <a:r>
              <a:rPr lang="zh-CN" altLang="en-US" dirty="0">
                <a:latin typeface="Source Code Pro"/>
              </a:rPr>
              <a:t>；对插件的设置值进行保存</a:t>
            </a:r>
            <a:endParaRPr lang="en-US" altLang="zh-CN" dirty="0">
              <a:latin typeface="Source Code Pro"/>
            </a:endParaRPr>
          </a:p>
          <a:p>
            <a:r>
              <a:rPr lang="zh-CN" altLang="en-US" dirty="0">
                <a:latin typeface="Source Code Pro"/>
              </a:rPr>
              <a:t>  红框部分：用</a:t>
            </a:r>
            <a:r>
              <a:rPr lang="en-US" altLang="zh-CN" dirty="0">
                <a:latin typeface="Source Code Pro"/>
              </a:rPr>
              <a:t>HTML+CSS</a:t>
            </a:r>
            <a:r>
              <a:rPr lang="zh-CN" altLang="en-US" dirty="0">
                <a:latin typeface="Source Code Pro"/>
              </a:rPr>
              <a:t>来自定义的部分</a:t>
            </a:r>
            <a:endParaRPr lang="en-US" altLang="zh-CN" dirty="0">
              <a:latin typeface="Source Code Pro"/>
            </a:endParaRPr>
          </a:p>
          <a:p>
            <a:r>
              <a:rPr lang="zh-CN" altLang="en-US" dirty="0">
                <a:latin typeface="Source Code Pro"/>
              </a:rPr>
              <a:t>操作：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1. </a:t>
            </a:r>
            <a:r>
              <a:rPr lang="zh-CN" altLang="en-US" dirty="0">
                <a:latin typeface="Source Code Pro"/>
              </a:rPr>
              <a:t>创建</a:t>
            </a:r>
            <a:r>
              <a:rPr lang="en-US" altLang="zh-CN" dirty="0">
                <a:latin typeface="Source Code Pro"/>
              </a:rPr>
              <a:t>settings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HTML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b="1" dirty="0"/>
              <a:t>"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config"</a:t>
            </a:r>
            <a:r>
              <a:rPr lang="en-US" altLang="zh-CN" b="1" dirty="0"/>
              <a:t>: {</a:t>
            </a: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"html"</a:t>
            </a:r>
            <a:r>
              <a:rPr lang="en-US" altLang="zh-CN" b="1" dirty="0"/>
              <a:t>: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"html/config.html"</a:t>
            </a:r>
            <a:br>
              <a:rPr lang="en-US" altLang="zh-CN" b="1" dirty="0"/>
            </a:br>
            <a:r>
              <a:rPr lang="en-US" altLang="zh-CN" b="1" dirty="0"/>
              <a:t>}</a:t>
            </a:r>
          </a:p>
          <a:p>
            <a:r>
              <a:rPr lang="en-US" altLang="zh-CN" b="0" dirty="0"/>
              <a:t>  3. </a:t>
            </a:r>
            <a:r>
              <a:rPr lang="zh-CN" altLang="en-US" b="0" dirty="0"/>
              <a:t>再次打包，并导入插件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91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红框部分：输入</a:t>
            </a:r>
            <a:r>
              <a:rPr lang="en-US" altLang="zh-CN" dirty="0"/>
              <a:t>+</a:t>
            </a:r>
            <a:r>
              <a:rPr lang="zh-CN" altLang="en-US" dirty="0"/>
              <a:t>保存按钮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</a:t>
            </a:r>
            <a:r>
              <a:rPr lang="en-US" altLang="zh-CN" dirty="0">
                <a:latin typeface="Source Code Pro"/>
              </a:rPr>
              <a:t>settings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JS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"config"</a:t>
            </a:r>
            <a:r>
              <a:rPr lang="en-US" altLang="zh-CN" b="0" dirty="0"/>
              <a:t>: {</a:t>
            </a:r>
            <a:br>
              <a:rPr lang="en-US" altLang="zh-CN" b="0" dirty="0"/>
            </a:br>
            <a:r>
              <a:rPr lang="en-US" altLang="zh-CN" b="0" dirty="0"/>
              <a:t> 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"html"</a:t>
            </a:r>
            <a:r>
              <a:rPr lang="en-US" altLang="zh-CN" b="0" dirty="0"/>
              <a:t>: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"html/config.html"</a:t>
            </a:r>
            <a:r>
              <a:rPr lang="en-US" altLang="zh-CN" b="1" dirty="0"/>
              <a:t>,</a:t>
            </a:r>
            <a:br>
              <a:rPr lang="en-US" altLang="zh-CN" b="0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b="1" dirty="0"/>
              <a:t>: [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/config.js"</a:t>
            </a:r>
            <a:r>
              <a:rPr lang="en-US" altLang="zh-CN" b="1" dirty="0"/>
              <a:t>]</a:t>
            </a:r>
            <a:br>
              <a:rPr lang="en-US" altLang="zh-CN" b="0" dirty="0"/>
            </a:br>
            <a:r>
              <a:rPr lang="en-US" altLang="zh-CN" b="0" dirty="0"/>
              <a:t>}</a:t>
            </a:r>
          </a:p>
          <a:p>
            <a:r>
              <a:rPr lang="en-US" altLang="zh-CN" b="0" dirty="0"/>
              <a:t>  3.</a:t>
            </a:r>
            <a:r>
              <a:rPr lang="zh-CN" altLang="en-US" b="0" dirty="0"/>
              <a:t>再次打包，并导入插件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04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591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69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327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用户画面的</a:t>
            </a:r>
            <a:r>
              <a:rPr lang="en-US" altLang="zh-CN" dirty="0"/>
              <a:t>CSS</a:t>
            </a:r>
            <a:r>
              <a:rPr lang="zh-CN" altLang="en-US" dirty="0"/>
              <a:t>和</a:t>
            </a:r>
            <a:r>
              <a:rPr lang="en-US" altLang="zh-CN" dirty="0"/>
              <a:t>JS</a:t>
            </a:r>
            <a:r>
              <a:rPr lang="zh-CN" altLang="en-US" dirty="0"/>
              <a:t>文件，与直接自定义</a:t>
            </a:r>
            <a:r>
              <a:rPr lang="en-US" altLang="zh-CN" dirty="0"/>
              <a:t>JS</a:t>
            </a:r>
            <a:r>
              <a:rPr lang="zh-CN" altLang="en-US" dirty="0"/>
              <a:t>、</a:t>
            </a:r>
            <a:r>
              <a:rPr lang="en-US" altLang="zh-CN" dirty="0"/>
              <a:t>CSS</a:t>
            </a:r>
            <a:r>
              <a:rPr lang="zh-CN" altLang="en-US" dirty="0"/>
              <a:t>类似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创建用户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JS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"desktop"</a:t>
            </a:r>
            <a:r>
              <a:rPr lang="en-US" altLang="zh-CN" b="1" dirty="0"/>
              <a:t>: {</a:t>
            </a: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b="1" dirty="0"/>
              <a:t>: [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/desktop.js"</a:t>
            </a:r>
            <a:r>
              <a:rPr lang="en-US" altLang="zh-CN" b="1" dirty="0"/>
              <a:t>]</a:t>
            </a:r>
            <a:br>
              <a:rPr lang="en-US" altLang="zh-CN" b="1" dirty="0"/>
            </a:br>
            <a:r>
              <a:rPr lang="en-US" altLang="zh-CN" b="1" dirty="0"/>
              <a:t>}</a:t>
            </a:r>
          </a:p>
          <a:p>
            <a:r>
              <a:rPr lang="en-US" altLang="zh-CN" b="0" dirty="0"/>
              <a:t>  3.</a:t>
            </a:r>
            <a:r>
              <a:rPr lang="zh-CN" altLang="en-US" b="0" dirty="0"/>
              <a:t>再次打包，并导入插件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86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76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ja-JP" dirty="0">
                <a:latin typeface="Source Code Pro"/>
              </a:rPr>
              <a:t>  “E:\kintone_plugin_sample\sample”</a:t>
            </a:r>
            <a:r>
              <a:rPr lang="zh-CN" altLang="en-US" dirty="0">
                <a:latin typeface="Source Code Pro"/>
              </a:rPr>
              <a:t>是配置文件所在的目录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Source Code Pro"/>
              </a:rPr>
              <a:t>  </a:t>
            </a:r>
            <a:r>
              <a:rPr lang="zh-CN" altLang="en-US" dirty="0">
                <a:latin typeface="Source Code Pro"/>
              </a:rPr>
              <a:t>第一次打包时，会生成一个</a:t>
            </a:r>
            <a:r>
              <a:rPr lang="en-US" altLang="zh-CN" dirty="0">
                <a:latin typeface="Source Code Pro"/>
              </a:rPr>
              <a:t>.</a:t>
            </a:r>
            <a:r>
              <a:rPr lang="en-US" altLang="zh-CN" dirty="0" err="1">
                <a:latin typeface="Source Code Pro"/>
              </a:rPr>
              <a:t>ppk</a:t>
            </a:r>
            <a:r>
              <a:rPr lang="zh-CN" altLang="en-US" dirty="0">
                <a:latin typeface="Source Code Pro"/>
              </a:rPr>
              <a:t>的密钥文件和一个</a:t>
            </a:r>
            <a:r>
              <a:rPr lang="en-US" altLang="zh-CN" dirty="0">
                <a:latin typeface="Source Code Pro"/>
              </a:rPr>
              <a:t>zip</a:t>
            </a:r>
            <a:r>
              <a:rPr lang="zh-CN" altLang="en-US" dirty="0">
                <a:latin typeface="Source Code Pro"/>
              </a:rPr>
              <a:t>文件。如果不指定参数，插件名为</a:t>
            </a:r>
            <a:r>
              <a:rPr lang="en-US" altLang="zh-CN" dirty="0">
                <a:latin typeface="Source Code Pro"/>
              </a:rPr>
              <a:t>plugin.zip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Source Code Pro"/>
              </a:rPr>
              <a:t>  第二次打包时，可以指定一些参数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--out</a:t>
            </a:r>
            <a:r>
              <a:rPr lang="zh-CN" altLang="en-US" dirty="0">
                <a:latin typeface="Source Code Pro"/>
              </a:rPr>
              <a:t>：插件</a:t>
            </a:r>
            <a:r>
              <a:rPr lang="en-US" altLang="zh-CN" dirty="0">
                <a:latin typeface="Source Code Pro"/>
              </a:rPr>
              <a:t>zip</a:t>
            </a:r>
            <a:r>
              <a:rPr lang="zh-CN" altLang="en-US" dirty="0">
                <a:latin typeface="Source Code Pro"/>
              </a:rPr>
              <a:t>包的地址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--</a:t>
            </a:r>
            <a:r>
              <a:rPr lang="en-US" altLang="ja-JP" dirty="0" err="1">
                <a:latin typeface="Source Code Pro"/>
              </a:rPr>
              <a:t>ppk</a:t>
            </a:r>
            <a:r>
              <a:rPr lang="zh-CN" altLang="en-US" dirty="0">
                <a:latin typeface="Source Code Pro"/>
              </a:rPr>
              <a:t>：</a:t>
            </a:r>
            <a:r>
              <a:rPr lang="zh-CN" altLang="en-US" dirty="0"/>
              <a:t>密钥文件所在地址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  指定密钥文件，打包时会认为是对原插件的更新。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  如果不指定密钥文件，会被认为是打一个新的包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Source Code Pro"/>
              </a:rPr>
              <a:t>操作：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</a:t>
            </a:r>
            <a:r>
              <a:rPr lang="en-US" altLang="zh-CN" dirty="0">
                <a:latin typeface="Source Code Pro"/>
              </a:rPr>
              <a:t>1. </a:t>
            </a:r>
            <a:r>
              <a:rPr lang="zh-CN" altLang="en-US" dirty="0">
                <a:latin typeface="Source Code Pro"/>
              </a:rPr>
              <a:t>安装 </a:t>
            </a:r>
            <a:r>
              <a:rPr lang="en-US" altLang="zh-CN" dirty="0">
                <a:latin typeface="Source Code Pro"/>
              </a:rPr>
              <a:t>plugin-packer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</a:t>
            </a:r>
            <a:r>
              <a:rPr lang="en-US" altLang="zh-CN" dirty="0">
                <a:latin typeface="Source Code Pro"/>
              </a:rPr>
              <a:t>2. </a:t>
            </a:r>
            <a:r>
              <a:rPr lang="zh-CN" altLang="en-US" dirty="0">
                <a:latin typeface="Source Code Pro"/>
              </a:rPr>
              <a:t>对新做的插件打包</a:t>
            </a:r>
            <a:endParaRPr lang="en-US" altLang="ja-JP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621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导入 </a:t>
            </a:r>
            <a:r>
              <a:rPr lang="en-US" altLang="zh-CN" dirty="0"/>
              <a:t>-&gt; </a:t>
            </a:r>
            <a:r>
              <a:rPr lang="zh-CN" altLang="en-US" dirty="0"/>
              <a:t>选择插件的</a:t>
            </a:r>
            <a:r>
              <a:rPr lang="en-US" altLang="zh-CN" dirty="0"/>
              <a:t>zip</a:t>
            </a:r>
            <a:r>
              <a:rPr lang="zh-CN" altLang="en-US" dirty="0"/>
              <a:t>包</a:t>
            </a:r>
            <a:endParaRPr lang="en-US" altLang="zh-CN" dirty="0"/>
          </a:p>
          <a:p>
            <a:r>
              <a:rPr lang="zh-CN" altLang="en-US" dirty="0"/>
              <a:t>  如果插件需要更新，同样在该画面再导入一次。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先在系统管理里导入一次</a:t>
            </a:r>
            <a:endParaRPr lang="en-US" altLang="zh-CN" dirty="0"/>
          </a:p>
          <a:p>
            <a:r>
              <a:rPr lang="zh-CN" altLang="en-US" dirty="0"/>
              <a:t>  然后再在应用里导入一次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215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56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4296850"/>
            <a:ext cx="12192000" cy="2572438"/>
          </a:xfrm>
          <a:prstGeom prst="rect">
            <a:avLst/>
          </a:prstGeom>
          <a:solidFill>
            <a:srgbClr val="64B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7" y="188235"/>
            <a:ext cx="2087135" cy="48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4BDD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0"/>
            <a:ext cx="324081" cy="6858000"/>
          </a:xfrm>
          <a:prstGeom prst="rect">
            <a:avLst/>
          </a:prstGeom>
          <a:solidFill>
            <a:srgbClr val="9E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881" y="6109179"/>
            <a:ext cx="640039" cy="58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9A777-DDFC-4114-B27F-368012E730E9}" type="datetimeFigureOut">
              <a:rPr lang="zh-CN" altLang="en-US" smtClean="0"/>
              <a:t>2019/3/28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8CD5-D900-4549-B40B-AAA848D5F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5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ntone/plugin-sd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ybozudev.kf5.com/hc/kb/article/1001101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article/1000664/#step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article/100110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ntone/plugin-packer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kintone.github.io/plugin-packer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D775FAF7-6FDE-47CA-B3EE-6AC31653947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328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0"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6ACEEB3-851F-4025-8629-139F045E4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63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kintone</a:t>
            </a:r>
            <a:r>
              <a:rPr lang="en-US" altLang="zh-CN" dirty="0"/>
              <a:t> plugin</a:t>
            </a:r>
            <a:br>
              <a:rPr lang="en-US" altLang="zh-CN" dirty="0"/>
            </a:br>
            <a:r>
              <a:rPr lang="zh-CN" altLang="en-US" sz="4800" dirty="0">
                <a:latin typeface="等线" panose="02010600030101010101" pitchFamily="2" charset="-122"/>
                <a:ea typeface="等线" panose="02010600030101010101" pitchFamily="2" charset="-122"/>
              </a:rPr>
              <a:t>开发</a:t>
            </a:r>
          </a:p>
        </p:txBody>
      </p:sp>
    </p:spTree>
    <p:extLst>
      <p:ext uri="{BB962C8B-B14F-4D97-AF65-F5344CB8AC3E}">
        <p14:creationId xmlns:p14="http://schemas.microsoft.com/office/powerpoint/2010/main" val="459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459C8-5FEE-4656-AF76-FB715CE4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新条件格式插件 的</a:t>
            </a:r>
            <a:r>
              <a:rPr lang="en-US" altLang="zh-CN" dirty="0"/>
              <a:t>demo</a:t>
            </a:r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7BF9990-3199-4DDF-AD34-0B98B7C3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什么是</a:t>
            </a:r>
            <a:r>
              <a:rPr lang="en-US" altLang="zh-CN" b="1" dirty="0" err="1"/>
              <a:t>kintone</a:t>
            </a:r>
            <a:r>
              <a:rPr lang="en-US" altLang="zh-CN" b="1" dirty="0"/>
              <a:t> plugin?</a:t>
            </a:r>
            <a:endParaRPr lang="zh-CN" altLang="en-US" b="1" dirty="0"/>
          </a:p>
        </p:txBody>
      </p:sp>
      <p:pic>
        <p:nvPicPr>
          <p:cNvPr id="6" name="图片 5" descr="图片包含 屏幕截图, 监视器&#10;&#10;已生成极高可信度的说明">
            <a:extLst>
              <a:ext uri="{FF2B5EF4-FFF2-40B4-BE49-F238E27FC236}">
                <a16:creationId xmlns:a16="http://schemas.microsoft.com/office/drawing/2014/main" id="{8A027742-B7B4-435D-9572-31D9689EE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47" y="2334125"/>
            <a:ext cx="6322906" cy="369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4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C1DCB-6F15-43C3-9C84-65C248F6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kintone</a:t>
            </a:r>
            <a:r>
              <a:rPr lang="en-US" altLang="zh-CN" b="1" dirty="0"/>
              <a:t> plugin</a:t>
            </a:r>
            <a:r>
              <a:rPr lang="zh-CN" altLang="en-US" b="1" dirty="0"/>
              <a:t>的原理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5A393-DF31-408B-A055-68821B71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335" y="1808307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kintone</a:t>
            </a:r>
            <a:r>
              <a:rPr lang="en-US" altLang="zh-CN" dirty="0"/>
              <a:t> plugin = JavaScript + CSS + HTML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A0DD2-7F2B-4E24-AC0B-F666471CC0AC}"/>
              </a:ext>
            </a:extLst>
          </p:cNvPr>
          <p:cNvSpPr/>
          <p:nvPr/>
        </p:nvSpPr>
        <p:spPr>
          <a:xfrm>
            <a:off x="1395335" y="2879118"/>
            <a:ext cx="78810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 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或者 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CSS 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文件打包，可在多个应用中使用的，就叫“插件”。</a:t>
            </a:r>
            <a:b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只需要在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安装插件，然后应用到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的应用里，就可以简单实现与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自定义同等的功能扩展，以及和其他服务的整合。</a:t>
            </a:r>
            <a:endParaRPr lang="en-US" altLang="zh-CN" dirty="0">
              <a:solidFill>
                <a:srgbClr val="37405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base"/>
            <a:endParaRPr lang="zh-CN" altLang="en-US" dirty="0">
              <a:solidFill>
                <a:srgbClr val="37405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base"/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※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安装插件需要有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的系统管理权限。</a:t>
            </a:r>
            <a:b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※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插件开发，需要有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的基础知识，以及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JavaScript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自定义的知识。</a:t>
            </a:r>
            <a:endParaRPr lang="zh-CN" altLang="en-US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542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1DB92-22DF-43A4-AC11-100DDC95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18D0D7-D654-48B7-8918-D11D8A92B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en-US" b="1" dirty="0"/>
              <a:t>环境的准备</a:t>
            </a:r>
          </a:p>
          <a:p>
            <a:pPr fontAlgn="base"/>
            <a:r>
              <a:rPr lang="en-US" altLang="zh-CN" dirty="0" err="1"/>
              <a:t>kintone</a:t>
            </a:r>
            <a:r>
              <a:rPr lang="en-US" altLang="zh-CN" dirty="0"/>
              <a:t> </a:t>
            </a:r>
            <a:r>
              <a:rPr lang="zh-CN" altLang="en-US" dirty="0"/>
              <a:t>的插件开发，需要准备以下的环境。</a:t>
            </a:r>
          </a:p>
          <a:p>
            <a:pPr fontAlgn="base"/>
            <a:r>
              <a:rPr lang="en-US" altLang="zh-CN" b="1" dirty="0"/>
              <a:t>plugin-</a:t>
            </a:r>
            <a:r>
              <a:rPr lang="en-US" altLang="zh-CN" b="1" dirty="0" err="1"/>
              <a:t>sdk</a:t>
            </a:r>
            <a:r>
              <a:rPr lang="zh-CN" altLang="en-US" b="1" dirty="0"/>
              <a:t>的准备</a:t>
            </a:r>
          </a:p>
          <a:p>
            <a:pPr fontAlgn="base"/>
            <a:r>
              <a:rPr lang="zh-CN" altLang="en-US" dirty="0"/>
              <a:t>请下载包含有打包工具、</a:t>
            </a:r>
            <a:r>
              <a:rPr lang="en-US" altLang="zh-CN" dirty="0"/>
              <a:t>CSS</a:t>
            </a:r>
            <a:r>
              <a:rPr lang="zh-CN" altLang="en-US" dirty="0"/>
              <a:t>文件、</a:t>
            </a:r>
            <a:r>
              <a:rPr lang="en-US" altLang="zh-CN" dirty="0"/>
              <a:t>README</a:t>
            </a:r>
            <a:r>
              <a:rPr lang="zh-CN" altLang="en-US" dirty="0"/>
              <a:t>、范例的</a:t>
            </a:r>
            <a:r>
              <a:rPr lang="en-US" altLang="zh-CN" dirty="0"/>
              <a:t>plugin-</a:t>
            </a:r>
            <a:r>
              <a:rPr lang="en-US" altLang="zh-CN" dirty="0" err="1"/>
              <a:t>sdk</a:t>
            </a:r>
            <a:r>
              <a:rPr lang="zh-CN" altLang="en-US" dirty="0"/>
              <a:t>。</a:t>
            </a:r>
          </a:p>
          <a:p>
            <a:pPr fontAlgn="base"/>
            <a:r>
              <a:rPr lang="en-US" altLang="zh-CN" dirty="0">
                <a:hlinkClick r:id="rId3"/>
              </a:rPr>
              <a:t>plugin-</a:t>
            </a:r>
            <a:r>
              <a:rPr lang="en-US" altLang="zh-CN" dirty="0" err="1">
                <a:hlinkClick r:id="rId3"/>
              </a:rPr>
              <a:t>sdk</a:t>
            </a:r>
            <a:endParaRPr lang="en-US" altLang="zh-CN" dirty="0"/>
          </a:p>
          <a:p>
            <a:pPr fontAlgn="base"/>
            <a:r>
              <a:rPr lang="en-US" altLang="zh-CN" dirty="0"/>
              <a:t>CSS</a:t>
            </a:r>
            <a:r>
              <a:rPr lang="zh-CN" altLang="en-US" dirty="0"/>
              <a:t>文件的使用方法可参照下面。</a:t>
            </a:r>
          </a:p>
          <a:p>
            <a:pPr fontAlgn="base"/>
            <a:r>
              <a:rPr lang="zh-CN" altLang="en-US" dirty="0">
                <a:hlinkClick r:id="rId4"/>
              </a:rPr>
              <a:t>样式表的使用</a:t>
            </a:r>
            <a:endParaRPr lang="zh-CN" altLang="en-US" dirty="0"/>
          </a:p>
          <a:p>
            <a:pPr fontAlgn="base"/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570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BD524E6-BE13-4C19-9AC9-D8097C3D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目录结构</a:t>
            </a:r>
          </a:p>
        </p:txBody>
      </p:sp>
      <p:pic>
        <p:nvPicPr>
          <p:cNvPr id="18" name="内容占位符 17" descr="图片包含 屏幕截图&#10;&#10;已生成高可信度的说明">
            <a:extLst>
              <a:ext uri="{FF2B5EF4-FFF2-40B4-BE49-F238E27FC236}">
                <a16:creationId xmlns:a16="http://schemas.microsoft.com/office/drawing/2014/main" id="{43A258FB-1521-4A58-8C23-5BF0CA8F4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586" y="1032571"/>
            <a:ext cx="5178272" cy="5470916"/>
          </a:xfrm>
        </p:spPr>
      </p:pic>
    </p:spTree>
    <p:extLst>
      <p:ext uri="{BB962C8B-B14F-4D97-AF65-F5344CB8AC3E}">
        <p14:creationId xmlns:p14="http://schemas.microsoft.com/office/powerpoint/2010/main" val="406770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6857E-72D8-4107-BF0A-8681B0C7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The Manifest file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D9D80D4-D643-4C27-B4A4-ECB5E8D0FC32}"/>
              </a:ext>
            </a:extLst>
          </p:cNvPr>
          <p:cNvSpPr txBox="1">
            <a:spLocks/>
          </p:cNvSpPr>
          <p:nvPr/>
        </p:nvSpPr>
        <p:spPr>
          <a:xfrm>
            <a:off x="838200" y="1585119"/>
            <a:ext cx="10515600" cy="55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manifest.json</a:t>
            </a:r>
            <a:r>
              <a:rPr lang="en-US" altLang="zh-CN" dirty="0"/>
              <a:t> </a:t>
            </a:r>
            <a:r>
              <a:rPr lang="zh-CN" altLang="en-US" dirty="0"/>
              <a:t>是做成插件必须的一个资源配置文件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86F392-7314-4D79-8509-2C00C54099D5}"/>
              </a:ext>
            </a:extLst>
          </p:cNvPr>
          <p:cNvSpPr/>
          <p:nvPr/>
        </p:nvSpPr>
        <p:spPr>
          <a:xfrm>
            <a:off x="3629749" y="2143889"/>
            <a:ext cx="8115300" cy="4714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ja-JP" sz="2000" b="1" dirty="0">
                <a:latin typeface="Source Code Pro"/>
              </a:rPr>
              <a:t>Sample Manifest file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"manifest_version"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Source Code Pro"/>
                <a:ea typeface="Source Code Pro"/>
              </a:rPr>
              <a:t>1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"version"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Source Code Pro"/>
                <a:ea typeface="Source Code Pro"/>
              </a:rPr>
              <a:t>1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"type"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"APP"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"name"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"en"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"sample plugin"</a:t>
            </a:r>
            <a:b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"icon"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</a:t>
            </a:r>
            <a:r>
              <a:rPr lang="en-US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icon/1.png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</a:t>
            </a:r>
            <a:endParaRPr lang="en-US" altLang="zh-CN" sz="1600" dirty="0">
              <a:solidFill>
                <a:srgbClr val="008000"/>
              </a:solidFill>
              <a:latin typeface="Source Code Pro"/>
              <a:ea typeface="Source Code Pr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"config"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"html"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"html/config.html"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"js/config.js"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"css/51-modern-default.css"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"css/config.css"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"desktop"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"js/desktop.js"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</a:t>
            </a:r>
            <a:endParaRPr lang="zh-CN" altLang="zh-CN" sz="1600" dirty="0">
              <a:latin typeface="Source Code 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Source Code Pro"/>
              <a:ea typeface="Source Code Pro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C8CA6E-A7E4-410F-8546-33A21A9BA25D}"/>
              </a:ext>
            </a:extLst>
          </p:cNvPr>
          <p:cNvSpPr/>
          <p:nvPr/>
        </p:nvSpPr>
        <p:spPr>
          <a:xfrm>
            <a:off x="1283751" y="29937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格式说明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321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5A3E7-477A-4D09-83D7-CCA1E705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441" y="3025033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/>
              <a:t>	</a:t>
            </a:r>
            <a:r>
              <a:rPr lang="zh-CN" altLang="en-US" sz="3600" dirty="0"/>
              <a:t>我们来自己动手做一个插件吧</a:t>
            </a:r>
          </a:p>
        </p:txBody>
      </p:sp>
    </p:spTree>
    <p:extLst>
      <p:ext uri="{BB962C8B-B14F-4D97-AF65-F5344CB8AC3E}">
        <p14:creationId xmlns:p14="http://schemas.microsoft.com/office/powerpoint/2010/main" val="153961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插件需求   </a:t>
            </a:r>
            <a:r>
              <a:rPr lang="zh-CN" altLang="en-US" dirty="0"/>
              <a:t>式样说明</a:t>
            </a:r>
            <a:br>
              <a:rPr lang="en-US" altLang="zh-CN" dirty="0"/>
            </a:br>
            <a:endParaRPr lang="en-US" altLang="zh-CN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961291" y="1293202"/>
            <a:ext cx="54043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4400" dirty="0">
                <a:latin typeface="Source Code Pro"/>
              </a:rPr>
              <a:t>插件设置界面</a:t>
            </a:r>
            <a:endParaRPr lang="en-US" altLang="zh-CN" sz="4400" dirty="0">
              <a:latin typeface="Source Code Pro"/>
            </a:endParaRPr>
          </a:p>
          <a:p>
            <a:br>
              <a:rPr lang="en-US" altLang="zh-CN" dirty="0">
                <a:latin typeface="Source Code Pro"/>
              </a:rPr>
            </a:br>
            <a:r>
              <a:rPr lang="zh-CN" altLang="en-US" sz="2800" dirty="0">
                <a:latin typeface="Source Code Pro"/>
              </a:rPr>
              <a:t>点击按钮用于保存输入框中的值</a:t>
            </a:r>
            <a:endParaRPr lang="ja-JP" altLang="en-US" dirty="0">
              <a:latin typeface="Source Code Pro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11A2AA-DD45-40F3-9E1E-2FBB524E6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2873375"/>
            <a:ext cx="8344633" cy="335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3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48BCE10-2B41-4F0D-90BC-F478C918BFC8}"/>
              </a:ext>
            </a:extLst>
          </p:cNvPr>
          <p:cNvSpPr/>
          <p:nvPr/>
        </p:nvSpPr>
        <p:spPr>
          <a:xfrm>
            <a:off x="873368" y="624987"/>
            <a:ext cx="74617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>
                <a:latin typeface="Source Code Pro"/>
              </a:rPr>
              <a:t>2. </a:t>
            </a:r>
            <a:r>
              <a:rPr lang="zh-CN" altLang="en-US" sz="4400" dirty="0">
                <a:latin typeface="Source Code Pro"/>
              </a:rPr>
              <a:t>前台显示画面</a:t>
            </a:r>
            <a:br>
              <a:rPr lang="en-US" altLang="zh-CN" dirty="0">
                <a:latin typeface="Source Code Pro"/>
              </a:rPr>
            </a:br>
            <a:r>
              <a:rPr lang="zh-CN" altLang="en-US" sz="2800" dirty="0">
                <a:latin typeface="Source Code Pro"/>
              </a:rPr>
              <a:t>在列表画面，显示插件设置画面保存的值</a:t>
            </a:r>
            <a:endParaRPr lang="zh-CN" altLang="en-US" sz="2800" dirty="0"/>
          </a:p>
          <a:p>
            <a:endParaRPr lang="ja-JP" altLang="en-US" dirty="0">
              <a:latin typeface="Source Code Pro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04C391F-42FE-4EDD-ADA7-20BC3E5D8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75" y="2533202"/>
            <a:ext cx="8199194" cy="39525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90D103E-031B-446B-AEE1-A6618D57DE8A}"/>
              </a:ext>
            </a:extLst>
          </p:cNvPr>
          <p:cNvSpPr/>
          <p:nvPr/>
        </p:nvSpPr>
        <p:spPr>
          <a:xfrm>
            <a:off x="1771283" y="4712677"/>
            <a:ext cx="1112594" cy="2989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78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3B576-F5BE-4295-AB3D-BF3E2D6D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315" y="2483317"/>
            <a:ext cx="4683369" cy="1325563"/>
          </a:xfrm>
        </p:spPr>
        <p:txBody>
          <a:bodyPr/>
          <a:lstStyle/>
          <a:p>
            <a:r>
              <a:rPr lang="zh-CN" altLang="en-US" dirty="0"/>
              <a:t>插件设置画面开发</a:t>
            </a:r>
          </a:p>
        </p:txBody>
      </p:sp>
    </p:spTree>
    <p:extLst>
      <p:ext uri="{BB962C8B-B14F-4D97-AF65-F5344CB8AC3E}">
        <p14:creationId xmlns:p14="http://schemas.microsoft.com/office/powerpoint/2010/main" val="268034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41" y="347873"/>
            <a:ext cx="10515600" cy="1325563"/>
          </a:xfrm>
        </p:spPr>
        <p:txBody>
          <a:bodyPr/>
          <a:lstStyle/>
          <a:p>
            <a:r>
              <a:rPr lang="zh-CN" altLang="en-US" dirty="0"/>
              <a:t>先定义</a:t>
            </a:r>
            <a:r>
              <a:rPr lang="en-US" altLang="zh-CN" dirty="0" err="1"/>
              <a:t>mainfest.json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B1E4AB-5F73-4998-8968-E653DD9F9720}"/>
              </a:ext>
            </a:extLst>
          </p:cNvPr>
          <p:cNvSpPr/>
          <p:nvPr/>
        </p:nvSpPr>
        <p:spPr>
          <a:xfrm>
            <a:off x="1266092" y="1573992"/>
            <a:ext cx="102496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"config"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"html"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"html/config.html"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/config.js"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/51-modern-default.css"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2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</a:t>
            </a:r>
            <a:r>
              <a:rPr lang="en-US" altLang="zh-CN" dirty="0" err="1"/>
              <a:t>css</a:t>
            </a:r>
            <a:endParaRPr lang="en-US" altLang="zh-CN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838200" y="3737463"/>
            <a:ext cx="1084897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提供了和自身设计风格一致的样式表文件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51-modern-default.css   (</a:t>
            </a:r>
            <a:r>
              <a:rPr lang="zh-CN" altLang="en-US" sz="2800" dirty="0">
                <a:hlinkClick r:id="rId3"/>
              </a:rPr>
              <a:t>样式表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把需要的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元素上，然后把该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文件一起打包到插件中即可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8FD9-3BB9-41A9-A829-E05696497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020F2B-C0A5-42F5-A219-4E4ECDF30310}"/>
              </a:ext>
            </a:extLst>
          </p:cNvPr>
          <p:cNvSpPr/>
          <p:nvPr/>
        </p:nvSpPr>
        <p:spPr>
          <a:xfrm>
            <a:off x="838200" y="1690688"/>
            <a:ext cx="8115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Source Code Pro"/>
              </a:rPr>
              <a:t>- </a:t>
            </a:r>
            <a:r>
              <a:rPr lang="en-US" altLang="zh-CN" sz="2400" b="1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b="1" dirty="0">
                <a:latin typeface="Source Code Pro"/>
              </a:rPr>
              <a:t>.css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CSS</a:t>
            </a:r>
            <a:endParaRPr lang="ja-JP" altLang="en-US" sz="24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config.html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html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config.js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JavaScript</a:t>
            </a:r>
            <a:endParaRPr lang="ja-JP" altLang="en-US" sz="2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12250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310E4-A5FF-48D5-B9F3-A7420388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537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例：</a:t>
            </a:r>
            <a:endParaRPr lang="en-US" altLang="zh-CN" dirty="0"/>
          </a:p>
          <a:p>
            <a:r>
              <a:rPr lang="en-US" altLang="zh-CN" dirty="0"/>
              <a:t>HTML</a:t>
            </a:r>
          </a:p>
          <a:p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&lt;</a:t>
            </a:r>
            <a:r>
              <a:rPr lang="zh-CN" altLang="zh-CN" dirty="0">
                <a:solidFill>
                  <a:srgbClr val="000080"/>
                </a:solidFill>
                <a:latin typeface="Arial Unicode MS"/>
                <a:ea typeface="Source Code Pro"/>
              </a:rPr>
              <a:t>div </a:t>
            </a:r>
            <a:r>
              <a:rPr lang="zh-CN" altLang="zh-CN" dirty="0">
                <a:solidFill>
                  <a:srgbClr val="0000FF"/>
                </a:solidFill>
                <a:latin typeface="Arial Unicode MS"/>
                <a:ea typeface="Source Code Pro"/>
              </a:rPr>
              <a:t>class=</a:t>
            </a: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"kintoneplugin-label"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&gt;Sample Plugin&lt;/</a:t>
            </a:r>
            <a:r>
              <a:rPr lang="zh-CN" altLang="zh-CN" dirty="0">
                <a:solidFill>
                  <a:srgbClr val="000080"/>
                </a:solidFill>
                <a:latin typeface="Arial Unicode MS"/>
                <a:ea typeface="Source Code Pro"/>
              </a:rPr>
              <a:t>div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&gt;</a:t>
            </a:r>
            <a:endParaRPr lang="zh-CN" altLang="zh-CN" dirty="0">
              <a:latin typeface="Arial" panose="020B0604020202020204" pitchFamily="34" charset="0"/>
            </a:endParaRPr>
          </a:p>
          <a:p>
            <a:endParaRPr lang="en-US" altLang="ja-JP" dirty="0">
              <a:latin typeface="Source Code Pro"/>
            </a:endParaRPr>
          </a:p>
          <a:p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zh-CN" altLang="zh-CN" dirty="0">
                <a:solidFill>
                  <a:srgbClr val="660E7A"/>
                </a:solidFill>
                <a:latin typeface="Arial Unicode MS"/>
                <a:ea typeface="Source Code Pro"/>
              </a:rPr>
              <a:t>"config"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: {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dirty="0">
                <a:solidFill>
                  <a:srgbClr val="660E7A"/>
                </a:solidFill>
                <a:latin typeface="Arial Unicode MS"/>
                <a:ea typeface="Source Code Pro"/>
              </a:rPr>
              <a:t>"css"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: [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"css/51-modern-default.css"</a:t>
            </a:r>
            <a:b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]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}</a:t>
            </a:r>
            <a:endParaRPr lang="ja-JP" altLang="en-US" dirty="0">
              <a:latin typeface="Arial Unicode MS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5982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 html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119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插件设置画面由</a:t>
            </a:r>
            <a:r>
              <a:rPr lang="en-US" altLang="zh-CN" dirty="0"/>
              <a:t>html, </a:t>
            </a:r>
            <a:r>
              <a:rPr lang="en-US" altLang="zh-CN" dirty="0" err="1"/>
              <a:t>css</a:t>
            </a:r>
            <a:r>
              <a:rPr lang="en-US" altLang="zh-CN" dirty="0"/>
              <a:t>, </a:t>
            </a:r>
            <a:r>
              <a:rPr lang="en-US" altLang="zh-CN" dirty="0" err="1"/>
              <a:t>js</a:t>
            </a:r>
            <a:r>
              <a:rPr lang="zh-CN" altLang="en-US" dirty="0"/>
              <a:t>文件组成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AC9232-D7B1-42F2-AF4F-A6066E6C9055}"/>
              </a:ext>
            </a:extLst>
          </p:cNvPr>
          <p:cNvSpPr/>
          <p:nvPr/>
        </p:nvSpPr>
        <p:spPr>
          <a:xfrm>
            <a:off x="1544516" y="2901454"/>
            <a:ext cx="8115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dirty="0">
                <a:latin typeface="Source Code Pro"/>
              </a:rPr>
              <a:t>.css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config.html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html</a:t>
            </a:r>
            <a:endParaRPr lang="ja-JP" altLang="en-US" sz="24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config.js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JavaScript</a:t>
            </a:r>
            <a:endParaRPr lang="ja-JP" altLang="en-US" sz="2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41186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7F1F-E318-4790-BAE1-34EA7958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config.html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97F340-2F77-4DEF-A667-1C2E84F7BA3E}"/>
              </a:ext>
            </a:extLst>
          </p:cNvPr>
          <p:cNvSpPr/>
          <p:nvPr/>
        </p:nvSpPr>
        <p:spPr>
          <a:xfrm>
            <a:off x="1025768" y="2864004"/>
            <a:ext cx="108086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"height: 200px"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	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demo </a:t>
            </a:r>
            <a:r>
              <a:rPr lang="zh-CN" altLang="en-US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插件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"msg"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"save"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zh-CN" altLang="en-US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保存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2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 </a:t>
            </a:r>
            <a:r>
              <a:rPr lang="en-US" altLang="zh-CN" dirty="0" err="1"/>
              <a:t>js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560087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插件设置画面由</a:t>
            </a:r>
            <a:r>
              <a:rPr lang="en-US" altLang="zh-CN" dirty="0"/>
              <a:t>html, </a:t>
            </a:r>
            <a:r>
              <a:rPr lang="en-US" altLang="zh-CN" dirty="0" err="1"/>
              <a:t>css</a:t>
            </a:r>
            <a:r>
              <a:rPr lang="en-US" altLang="zh-CN" dirty="0"/>
              <a:t>, </a:t>
            </a:r>
            <a:r>
              <a:rPr lang="en-US" altLang="zh-CN" dirty="0" err="1"/>
              <a:t>js</a:t>
            </a:r>
            <a:r>
              <a:rPr lang="zh-CN" altLang="en-US" dirty="0"/>
              <a:t>文件组成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7B8F52-4D14-4F6D-9157-CBA28E44971E}"/>
              </a:ext>
            </a:extLst>
          </p:cNvPr>
          <p:cNvSpPr/>
          <p:nvPr/>
        </p:nvSpPr>
        <p:spPr>
          <a:xfrm>
            <a:off x="2107224" y="3313055"/>
            <a:ext cx="75643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dirty="0">
                <a:latin typeface="Source Code Pro"/>
              </a:rPr>
              <a:t>.css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config.html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html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config.js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JavaScript</a:t>
            </a:r>
            <a:endParaRPr lang="ja-JP" altLang="en-US" sz="2400" b="1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40555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09BC3F8-08C0-4D0B-A986-6EAE76ACD776}"/>
              </a:ext>
            </a:extLst>
          </p:cNvPr>
          <p:cNvSpPr/>
          <p:nvPr/>
        </p:nvSpPr>
        <p:spPr>
          <a:xfrm>
            <a:off x="715107" y="1879046"/>
            <a:ext cx="107617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    "use strict"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"msg"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C586C0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hasOwnProperty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"save"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altLang="zh-CN" sz="2400" b="1" dirty="0">
                <a:solidFill>
                  <a:srgbClr val="DCDCAA"/>
                </a:solidFill>
                <a:latin typeface="Consolas" panose="020B0609020204030204" pitchFamily="49" charset="0"/>
              </a:rPr>
              <a:t>onclick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setConfig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});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})(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$PLUGIN_ID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zh-CN" sz="2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8ECE99A-A902-46D8-89AC-CB9AB36F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config.js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3666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757" y="2870721"/>
            <a:ext cx="4790485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前台的自定义开发</a:t>
            </a:r>
          </a:p>
        </p:txBody>
      </p:sp>
    </p:spTree>
    <p:extLst>
      <p:ext uri="{BB962C8B-B14F-4D97-AF65-F5344CB8AC3E}">
        <p14:creationId xmlns:p14="http://schemas.microsoft.com/office/powerpoint/2010/main" val="149003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41" y="347873"/>
            <a:ext cx="10515600" cy="1325563"/>
          </a:xfrm>
        </p:spPr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 err="1"/>
              <a:t>mainfest.json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185D70-8F91-4892-85E2-411F08177A2D}"/>
              </a:ext>
            </a:extLst>
          </p:cNvPr>
          <p:cNvSpPr/>
          <p:nvPr/>
        </p:nvSpPr>
        <p:spPr>
          <a:xfrm>
            <a:off x="1890663" y="1673436"/>
            <a:ext cx="97855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"desktop"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/desktop.js"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/51-modern-default.css"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538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插件设置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258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用户画面可以自定义</a:t>
            </a:r>
            <a:r>
              <a:rPr lang="en-US" altLang="zh-CN" dirty="0"/>
              <a:t> </a:t>
            </a:r>
            <a:r>
              <a:rPr lang="en-US" altLang="zh-CN" dirty="0" err="1"/>
              <a:t>css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js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1246309" y="3105834"/>
            <a:ext cx="8115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51-modern-default.css </a:t>
            </a:r>
            <a:r>
              <a:rPr lang="en-US" altLang="ja-JP" sz="2400" dirty="0">
                <a:latin typeface="Source Code Pro"/>
              </a:rPr>
              <a:t>//PC</a:t>
            </a:r>
            <a:r>
              <a:rPr lang="ja-JP" altLang="en-US" sz="2400" dirty="0">
                <a:latin typeface="Source Code Pro"/>
              </a:rPr>
              <a:t>用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</a:t>
            </a:r>
            <a:r>
              <a:rPr lang="en-US" altLang="zh-CN" sz="2400" b="1" dirty="0">
                <a:latin typeface="Source Code Pro"/>
              </a:rPr>
              <a:t>desktop</a:t>
            </a:r>
            <a:r>
              <a:rPr lang="en-US" altLang="ja-JP" sz="2400" b="1" dirty="0">
                <a:latin typeface="Source Code Pro"/>
              </a:rPr>
              <a:t>.js //</a:t>
            </a:r>
            <a:r>
              <a:rPr lang="en-US" altLang="zh-CN" sz="2400" b="1" dirty="0">
                <a:latin typeface="Source Code Pro"/>
              </a:rPr>
              <a:t>PC</a:t>
            </a:r>
            <a:r>
              <a:rPr lang="ja-JP" altLang="en-US" sz="2400" b="1" dirty="0">
                <a:latin typeface="Source Code Pro"/>
              </a:rPr>
              <a:t>用</a:t>
            </a:r>
            <a:r>
              <a:rPr lang="en-US" altLang="ja-JP" sz="2400" b="1" dirty="0">
                <a:latin typeface="Source Code Pro"/>
              </a:rPr>
              <a:t>JavaScript</a:t>
            </a:r>
            <a:endParaRPr lang="ja-JP" altLang="en-US" sz="2400" b="1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69373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62ED45A-F5CF-4949-96E9-A397E2570A57}"/>
              </a:ext>
            </a:extLst>
          </p:cNvPr>
          <p:cNvSpPr/>
          <p:nvPr/>
        </p:nvSpPr>
        <p:spPr>
          <a:xfrm>
            <a:off x="668215" y="982176"/>
            <a:ext cx="1128932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    "use strict"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hasOwnProperty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?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 : 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events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4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app.record.index.show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], 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event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space_element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getHeaderSpaceElement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"div"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appendChild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createTextNode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space_element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appendChild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})(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$PLUGIN_ID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04780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DCDD2D9-C1F4-43EC-9CBA-1A70D1FE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034" y="2967981"/>
            <a:ext cx="2558243" cy="1325563"/>
          </a:xfrm>
        </p:spPr>
        <p:txBody>
          <a:bodyPr/>
          <a:lstStyle/>
          <a:p>
            <a:r>
              <a:rPr lang="zh-CN" altLang="en-US" dirty="0"/>
              <a:t>打包插件</a:t>
            </a:r>
          </a:p>
        </p:txBody>
      </p:sp>
    </p:spTree>
    <p:extLst>
      <p:ext uri="{BB962C8B-B14F-4D97-AF65-F5344CB8AC3E}">
        <p14:creationId xmlns:p14="http://schemas.microsoft.com/office/powerpoint/2010/main" val="3326712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35968-5728-454F-A3B1-C1EB2B6A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plugin-packer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753295-24CD-4F74-A0D5-E2A06664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它是一个</a:t>
            </a:r>
            <a:r>
              <a:rPr lang="en-US" altLang="zh-CN" dirty="0"/>
              <a:t>CLI</a:t>
            </a:r>
            <a:r>
              <a:rPr lang="zh-CN" altLang="en-US" dirty="0"/>
              <a:t>工具，可以打包到插件目录并为插件生成一个</a:t>
            </a:r>
            <a:r>
              <a:rPr lang="en-US" altLang="zh-CN" dirty="0"/>
              <a:t>zip</a:t>
            </a:r>
            <a:r>
              <a:rPr lang="zh-CN" altLang="en-US" dirty="0"/>
              <a:t>文件。</a:t>
            </a:r>
          </a:p>
          <a:p>
            <a:r>
              <a:rPr lang="zh-CN" altLang="en-US" dirty="0"/>
              <a:t>因为它支持</a:t>
            </a:r>
            <a:r>
              <a:rPr lang="en-US" altLang="zh-CN" dirty="0" err="1"/>
              <a:t>npm</a:t>
            </a:r>
            <a:r>
              <a:rPr lang="zh-CN" altLang="en-US" dirty="0"/>
              <a:t>，所以它可以在</a:t>
            </a:r>
            <a:r>
              <a:rPr lang="en-US" altLang="zh-CN" dirty="0"/>
              <a:t>Windows / macOS / Linux</a:t>
            </a:r>
            <a:r>
              <a:rPr lang="zh-CN" altLang="en-US" dirty="0"/>
              <a:t>的任何环境中轻松执行。</a:t>
            </a:r>
          </a:p>
          <a:p>
            <a:r>
              <a:rPr lang="zh-CN" altLang="en-US" dirty="0"/>
              <a:t>源代码可在</a:t>
            </a:r>
            <a:r>
              <a:rPr lang="en-US" altLang="zh-CN" dirty="0">
                <a:hlinkClick r:id="rId2"/>
              </a:rPr>
              <a:t>GitHub</a:t>
            </a:r>
            <a:r>
              <a:rPr lang="zh-CN" altLang="en-US" dirty="0">
                <a:hlinkClick r:id="rId2"/>
              </a:rPr>
              <a:t>上获得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※</a:t>
            </a:r>
            <a:r>
              <a:rPr lang="zh-CN" altLang="en-US" dirty="0"/>
              <a:t>使用此工具时，</a:t>
            </a:r>
            <a:r>
              <a:rPr lang="en-US" altLang="zh-CN" dirty="0"/>
              <a:t>Node</a:t>
            </a:r>
            <a:r>
              <a:rPr lang="zh-CN" altLang="en-US" dirty="0"/>
              <a:t>的版本需要为</a:t>
            </a:r>
            <a:r>
              <a:rPr lang="en-US" altLang="zh-CN" dirty="0"/>
              <a:t>6</a:t>
            </a:r>
            <a:r>
              <a:rPr lang="zh-CN" altLang="en-US" dirty="0"/>
              <a:t>或更多。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0123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545C9D-444F-45EA-B379-D5409C65F89A}"/>
              </a:ext>
            </a:extLst>
          </p:cNvPr>
          <p:cNvSpPr txBox="1">
            <a:spLocks/>
          </p:cNvSpPr>
          <p:nvPr/>
        </p:nvSpPr>
        <p:spPr>
          <a:xfrm>
            <a:off x="838200" y="1585119"/>
            <a:ext cx="10515600" cy="55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90A6A3-B6BE-42AA-B3CB-393F8E8EC73A}"/>
              </a:ext>
            </a:extLst>
          </p:cNvPr>
          <p:cNvSpPr/>
          <p:nvPr/>
        </p:nvSpPr>
        <p:spPr>
          <a:xfrm>
            <a:off x="1260231" y="976679"/>
            <a:ext cx="8639909" cy="5334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800" b="1" dirty="0">
                <a:latin typeface="Source Code Pro"/>
              </a:rPr>
              <a:t>Installation</a:t>
            </a:r>
          </a:p>
          <a:p>
            <a:r>
              <a:rPr lang="en-US" altLang="zh-CN" sz="2400" dirty="0">
                <a:latin typeface="Source Code Pro"/>
              </a:rPr>
              <a:t>  </a:t>
            </a:r>
            <a:r>
              <a:rPr lang="en-US" altLang="zh-CN" sz="2400" dirty="0" err="1">
                <a:latin typeface="Source Code Pro"/>
              </a:rPr>
              <a:t>npm</a:t>
            </a:r>
            <a:r>
              <a:rPr lang="en-US" altLang="zh-CN" sz="2400" dirty="0">
                <a:latin typeface="Source Code Pro"/>
              </a:rPr>
              <a:t> install -g @</a:t>
            </a:r>
            <a:r>
              <a:rPr lang="en-US" altLang="zh-CN" sz="2400" dirty="0" err="1">
                <a:latin typeface="Source Code Pro"/>
              </a:rPr>
              <a:t>kintone</a:t>
            </a:r>
            <a:r>
              <a:rPr lang="en-US" altLang="zh-CN" sz="2400" dirty="0">
                <a:latin typeface="Source Code Pro"/>
              </a:rPr>
              <a:t>/plugin-packer</a:t>
            </a:r>
            <a:endParaRPr lang="en-US" altLang="ja-JP" sz="2800" b="1" dirty="0">
              <a:latin typeface="Source Code Pro"/>
            </a:endParaRPr>
          </a:p>
          <a:p>
            <a:endParaRPr lang="en-US" altLang="ja-JP" sz="2800" b="1" dirty="0">
              <a:latin typeface="Source Code Pro"/>
            </a:endParaRPr>
          </a:p>
          <a:p>
            <a:pPr>
              <a:spcAft>
                <a:spcPts val="1000"/>
              </a:spcAft>
            </a:pPr>
            <a:r>
              <a:rPr lang="en-US" altLang="ja-JP" sz="2800" b="1" dirty="0">
                <a:latin typeface="Source Code Pro"/>
              </a:rPr>
              <a:t>Sample </a:t>
            </a:r>
            <a:r>
              <a:rPr lang="en-US" altLang="zh-CN" sz="2800" b="1" dirty="0">
                <a:latin typeface="Source Code Pro"/>
              </a:rPr>
              <a:t>command</a:t>
            </a:r>
            <a:endParaRPr lang="en-US" altLang="ja-JP" sz="28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1. </a:t>
            </a:r>
            <a:r>
              <a:rPr lang="en-US" altLang="ja-JP" sz="2400" dirty="0" err="1">
                <a:latin typeface="Source Code Pro"/>
              </a:rPr>
              <a:t>kintone</a:t>
            </a:r>
            <a:r>
              <a:rPr lang="en-US" altLang="ja-JP" sz="2400" dirty="0">
                <a:latin typeface="Source Code Pro"/>
              </a:rPr>
              <a:t>-plugin-packer "E:\kintone_plugin_sample\sample"</a:t>
            </a:r>
          </a:p>
          <a:p>
            <a:endParaRPr lang="en-US" altLang="ja-JP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2. </a:t>
            </a:r>
            <a:r>
              <a:rPr lang="en-US" altLang="ja-JP" sz="2400" dirty="0" err="1">
                <a:latin typeface="Source Code Pro"/>
              </a:rPr>
              <a:t>kintone</a:t>
            </a:r>
            <a:r>
              <a:rPr lang="en-US" altLang="ja-JP" sz="2400" dirty="0">
                <a:latin typeface="Source Code Pro"/>
              </a:rPr>
              <a:t>-plugin-packer "E:\kintone_plugin_sample\sample"</a:t>
            </a:r>
          </a:p>
          <a:p>
            <a:r>
              <a:rPr lang="en-US" altLang="ja-JP" sz="2400" dirty="0">
                <a:latin typeface="Source Code Pro"/>
              </a:rPr>
              <a:t>     --out "E:\kintone_plugin_sample\plugin\sample.zip"</a:t>
            </a:r>
          </a:p>
          <a:p>
            <a:r>
              <a:rPr lang="en-US" altLang="ja-JP" sz="2400" dirty="0">
                <a:latin typeface="Source Code Pro"/>
              </a:rPr>
              <a:t>     --</a:t>
            </a:r>
            <a:r>
              <a:rPr lang="en-US" altLang="ja-JP" sz="2400" dirty="0" err="1">
                <a:latin typeface="Source Code Pro"/>
              </a:rPr>
              <a:t>ppk</a:t>
            </a:r>
            <a:r>
              <a:rPr lang="en-US" altLang="ja-JP" sz="2400" dirty="0">
                <a:latin typeface="Source Code Pro"/>
              </a:rPr>
              <a:t> "E:\kintone_plugin_sample\plugin\sample.ppk"</a:t>
            </a:r>
          </a:p>
        </p:txBody>
      </p:sp>
    </p:spTree>
    <p:extLst>
      <p:ext uri="{BB962C8B-B14F-4D97-AF65-F5344CB8AC3E}">
        <p14:creationId xmlns:p14="http://schemas.microsoft.com/office/powerpoint/2010/main" val="869519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F99EE-F990-4691-8527-5A8ED346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Web</a:t>
            </a:r>
            <a:r>
              <a:rPr lang="zh-CN" altLang="en-US" b="1" dirty="0"/>
              <a:t>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2AAA61-984D-42E2-A5A7-33CEF2FB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5732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还有一个</a:t>
            </a:r>
            <a:r>
              <a:rPr lang="zh-CN" altLang="en-US" sz="2400" b="1" dirty="0"/>
              <a:t>用于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的插件包装器 </a:t>
            </a:r>
            <a:r>
              <a:rPr lang="zh-CN" altLang="en-US" sz="2400" dirty="0"/>
              <a:t>，可以通过拖放每个目录的</a:t>
            </a:r>
            <a:r>
              <a:rPr lang="en-US" altLang="zh-CN" sz="2400" dirty="0" err="1"/>
              <a:t>src</a:t>
            </a:r>
            <a:r>
              <a:rPr lang="zh-CN" altLang="en-US" sz="2400" dirty="0"/>
              <a:t>目录来打包  。</a:t>
            </a:r>
            <a:endParaRPr lang="en-US" altLang="zh-CN" sz="2400" dirty="0"/>
          </a:p>
          <a:p>
            <a:endParaRPr lang="en-US" altLang="zh-CN" sz="2400" dirty="0">
              <a:hlinkClick r:id="rId2"/>
            </a:endParaRPr>
          </a:p>
          <a:p>
            <a:pPr marL="0" indent="0">
              <a:buNone/>
            </a:pPr>
            <a:r>
              <a:rPr lang="en-US" altLang="zh-CN" sz="2400" dirty="0">
                <a:hlinkClick r:id="rId2"/>
              </a:rPr>
              <a:t>https://kintone.github.io/plugin-packer/</a:t>
            </a:r>
            <a:endParaRPr lang="zh-CN" altLang="en-US" sz="2400" dirty="0"/>
          </a:p>
        </p:txBody>
      </p:sp>
      <p:pic>
        <p:nvPicPr>
          <p:cNvPr id="5" name="图片 4" descr="图片包含 屏幕截图&#10;&#10;描述已自动生成">
            <a:extLst>
              <a:ext uri="{FF2B5EF4-FFF2-40B4-BE49-F238E27FC236}">
                <a16:creationId xmlns:a16="http://schemas.microsoft.com/office/drawing/2014/main" id="{E6F63376-FE28-451F-B609-7171F5E1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577" y="1456167"/>
            <a:ext cx="5625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62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807C8-923B-426B-B0E3-B6681F17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导入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52E809-E3CE-4CF2-952D-FDC46EA2EDF6}"/>
              </a:ext>
            </a:extLst>
          </p:cNvPr>
          <p:cNvSpPr/>
          <p:nvPr/>
        </p:nvSpPr>
        <p:spPr>
          <a:xfrm>
            <a:off x="741948" y="1562491"/>
            <a:ext cx="82296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CN" altLang="en-US" sz="2000" b="1" dirty="0">
                <a:latin typeface="Source Code Pro"/>
              </a:rPr>
              <a:t>业务云系统管理 </a:t>
            </a:r>
            <a:r>
              <a:rPr lang="en-US" altLang="zh-CN" sz="2000" b="1" dirty="0">
                <a:latin typeface="Source Code Pro"/>
              </a:rPr>
              <a:t>&gt; </a:t>
            </a:r>
            <a:r>
              <a:rPr lang="zh-CN" altLang="en-US" sz="2000" b="1" dirty="0">
                <a:latin typeface="Source Code Pro"/>
              </a:rPr>
              <a:t>插件</a:t>
            </a:r>
            <a:endParaRPr lang="en-US" altLang="zh-CN" sz="2000" b="1" dirty="0">
              <a:latin typeface="Source Code Pro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05E44C-EF06-40AE-B868-D7192C554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7" y="2170696"/>
            <a:ext cx="6695518" cy="432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5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Others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119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Cybozu</a:t>
            </a:r>
            <a:r>
              <a:rPr lang="en-US" altLang="zh-CN" dirty="0"/>
              <a:t> CDN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838201" y="2295525"/>
            <a:ext cx="1084897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提供了各种可使用的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库，具体可参考开发者网站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r>
              <a:rPr lang="en-US" altLang="zh-CN" sz="2800" dirty="0" err="1"/>
              <a:t>manifest.json</a:t>
            </a:r>
            <a:endParaRPr lang="en-US" altLang="zh-CN" sz="2800" dirty="0"/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660E7A"/>
                </a:solidFill>
                <a:latin typeface="Arial Unicode MS"/>
                <a:ea typeface="Source Code Pro"/>
              </a:rPr>
              <a:t>"config"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: {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sz="2400" dirty="0">
                <a:solidFill>
                  <a:srgbClr val="660E7A"/>
                </a:solidFill>
                <a:latin typeface="Arial Unicode MS"/>
                <a:ea typeface="Source Code Pro"/>
              </a:rPr>
              <a:t>"js"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: [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"https://js.cybozu.com/jquery/3.3.1/jquery.min.js"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,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"https://js.cybozu.com/jsrender/0.9.91/jsrender.min.js"</a:t>
            </a:r>
            <a:b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]</a:t>
            </a:r>
            <a:endParaRPr lang="en-US" altLang="zh-CN" sz="2400" dirty="0">
              <a:solidFill>
                <a:srgbClr val="000000"/>
              </a:solidFill>
              <a:latin typeface="Arial Unicode MS"/>
              <a:ea typeface="Source Code 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Arial Unicode MS"/>
              </a:rPr>
              <a:t>}</a:t>
            </a:r>
            <a:endParaRPr lang="zh-CN" altLang="zh-CN" sz="6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8FD9-3BB9-41A9-A829-E05696497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132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B2C4077-E7B6-4D0E-8810-4B01794C5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50" y="2016506"/>
            <a:ext cx="10458450" cy="5849541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altLang="zh-CN" dirty="0" err="1"/>
              <a:t>kintone</a:t>
            </a:r>
            <a:r>
              <a:rPr lang="en-US" altLang="zh-CN" dirty="0"/>
              <a:t> </a:t>
            </a:r>
            <a:r>
              <a:rPr lang="zh-CN" altLang="en-US" dirty="0"/>
              <a:t>插件开发流程</a:t>
            </a:r>
            <a:br>
              <a:rPr lang="en-US" altLang="zh-CN" dirty="0"/>
            </a:br>
            <a:r>
              <a:rPr lang="en-US" altLang="zh-CN" dirty="0" err="1"/>
              <a:t>zh</a:t>
            </a:r>
            <a:r>
              <a:rPr lang="en-US" altLang="zh-CN" dirty="0"/>
              <a:t>: https://cybozudev.kf5.com/hc/kb/article/1000664/</a:t>
            </a:r>
            <a:br>
              <a:rPr lang="en-US" altLang="zh-CN" dirty="0"/>
            </a:b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样式表</a:t>
            </a:r>
            <a:br>
              <a:rPr lang="en-US" altLang="zh-CN" dirty="0"/>
            </a:br>
            <a:r>
              <a:rPr lang="en-US" altLang="zh-CN" dirty="0"/>
              <a:t>https://cybozudev.kf5.com/hc/kb/article/1001101/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 err="1"/>
              <a:t>Cybozu</a:t>
            </a:r>
            <a:r>
              <a:rPr lang="en-US" altLang="zh-CN" dirty="0"/>
              <a:t> CDN</a:t>
            </a:r>
            <a:br>
              <a:rPr lang="en-US" altLang="zh-CN" dirty="0"/>
            </a:br>
            <a:r>
              <a:rPr lang="en-US" altLang="zh-CN" dirty="0"/>
              <a:t>https://cybozudev.kf5.com/hc/kb/article/206405/</a:t>
            </a:r>
            <a:br>
              <a:rPr lang="en-US" altLang="zh-CN" sz="1600" dirty="0"/>
            </a:br>
            <a:endParaRPr lang="en-US" altLang="zh-CN" sz="1600" dirty="0"/>
          </a:p>
        </p:txBody>
      </p:sp>
      <p:sp>
        <p:nvSpPr>
          <p:cNvPr id="5" name="标题 11">
            <a:extLst>
              <a:ext uri="{FF2B5EF4-FFF2-40B4-BE49-F238E27FC236}">
                <a16:creationId xmlns:a16="http://schemas.microsoft.com/office/drawing/2014/main" id="{E5C4663D-582E-4CDE-A679-F8EF3093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参考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572609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3200</TotalTime>
  <Words>1568</Words>
  <Application>Microsoft Office PowerPoint</Application>
  <PresentationFormat>宽屏</PresentationFormat>
  <Paragraphs>231</Paragraphs>
  <Slides>28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 Unicode MS</vt:lpstr>
      <vt:lpstr>Source Code Pro</vt:lpstr>
      <vt:lpstr>等线</vt:lpstr>
      <vt:lpstr>Microsoft YaHei</vt:lpstr>
      <vt:lpstr>Microsoft YaHei</vt:lpstr>
      <vt:lpstr>Arial</vt:lpstr>
      <vt:lpstr>Calibri</vt:lpstr>
      <vt:lpstr>Calibri Light</vt:lpstr>
      <vt:lpstr>Consolas</vt:lpstr>
      <vt:lpstr>Office 主题</vt:lpstr>
      <vt:lpstr>think-cell Slide</vt:lpstr>
      <vt:lpstr>kintone plugin 开发</vt:lpstr>
      <vt:lpstr>什么是kintone plugin?</vt:lpstr>
      <vt:lpstr>kintone plugin的原理</vt:lpstr>
      <vt:lpstr>准备</vt:lpstr>
      <vt:lpstr>目录结构</vt:lpstr>
      <vt:lpstr>The Manifest file</vt:lpstr>
      <vt:lpstr>PowerPoint 演示文稿</vt:lpstr>
      <vt:lpstr>插件需求   式样说明 </vt:lpstr>
      <vt:lpstr>PowerPoint 演示文稿</vt:lpstr>
      <vt:lpstr>插件设置画面开发</vt:lpstr>
      <vt:lpstr>先定义mainfest.json</vt:lpstr>
      <vt:lpstr>插件设置画面   --css</vt:lpstr>
      <vt:lpstr>PowerPoint 演示文稿</vt:lpstr>
      <vt:lpstr>插件设置画面   -- html</vt:lpstr>
      <vt:lpstr>config.html</vt:lpstr>
      <vt:lpstr>插件设置画面   -- js</vt:lpstr>
      <vt:lpstr>config.js</vt:lpstr>
      <vt:lpstr>前台的自定义开发</vt:lpstr>
      <vt:lpstr>定义mainfest.json</vt:lpstr>
      <vt:lpstr>插件设置</vt:lpstr>
      <vt:lpstr>PowerPoint 演示文稿</vt:lpstr>
      <vt:lpstr>打包插件</vt:lpstr>
      <vt:lpstr>plugin-packer</vt:lpstr>
      <vt:lpstr>PowerPoint 演示文稿</vt:lpstr>
      <vt:lpstr>Web版</vt:lpstr>
      <vt:lpstr>导入</vt:lpstr>
      <vt:lpstr>Others</vt:lpstr>
      <vt:lpstr>参考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slgu@cybozu.cn</dc:creator>
  <cp:lastModifiedBy>顾 三乐</cp:lastModifiedBy>
  <cp:revision>665</cp:revision>
  <dcterms:created xsi:type="dcterms:W3CDTF">2018-11-21T08:32:31Z</dcterms:created>
  <dcterms:modified xsi:type="dcterms:W3CDTF">2019-03-28T08:40:54Z</dcterms:modified>
</cp:coreProperties>
</file>